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07374297bd4008" /><Relationship Type="http://schemas.openxmlformats.org/officeDocument/2006/relationships/extended-properties" Target="/docProps/app.xml" Id="R0a7441a76fcc4313" /><Relationship Type="http://schemas.openxmlformats.org/officeDocument/2006/relationships/officeDocument" Target="/ppt/presentation.xml" Id="R76da82b5b0af47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fb2eb574314404"/>
  </p:sldMasterIdLst>
  <p:notesMasterIdLst>
    <p:notesMasterId xmlns:r="http://schemas.openxmlformats.org/officeDocument/2006/relationships" r:id="Rd8795829e36344d9"/>
  </p:notesMasterIdLst>
  <p:sldIdLst>
    <p:sldId xmlns:r="http://schemas.openxmlformats.org/officeDocument/2006/relationships" id="256" r:id="R0b7e68e3e37d4401"/>
  </p:sldIdLst>
  <p:sldSz cx="13430250" cy="6029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2c864df99e4666" /><Relationship Type="http://schemas.openxmlformats.org/officeDocument/2006/relationships/slideMaster" Target="/ppt/slideMasters/slideMaster1.xml" Id="R0dfb2eb574314404" /><Relationship Type="http://schemas.openxmlformats.org/officeDocument/2006/relationships/notesMaster" Target="/ppt/notesMasters/notesMaster1.xml" Id="Rd8795829e36344d9" /><Relationship Type="http://schemas.openxmlformats.org/officeDocument/2006/relationships/presProps" Target="/ppt/presProps.xml" Id="R9a428255ccad4d04" /><Relationship Type="http://schemas.openxmlformats.org/officeDocument/2006/relationships/tableStyles" Target="/ppt/tableStyles.xml" Id="Rbd395d1042ee4d8a" /><Relationship Type="http://schemas.openxmlformats.org/officeDocument/2006/relationships/slide" Target="/ppt/slides/slide1.xml" Id="R0b7e68e3e37d44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8a7807124f47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a965779d064965" /><Relationship Type="http://schemas.openxmlformats.org/officeDocument/2006/relationships/notesMaster" Target="/ppt/notesMasters/notesMaster1.xml" Id="R8bc169b0cafb45d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素材ID：AI-003</ns1:t>
            </ns1:r>
          </ns1:p>
          <ns1:p>
            <ns1:r>
              <ns1:t>论文：Generating Physically Stable and Buildable Brick Structures from Text</ns1:t>
            </ns1:r>
          </ns1:p>
          <ns1:p>
            <ns1:r>
              <ns1:t>会议：ICCV 2025</ns1:t>
            </ns1:r>
          </ns1:p>
          <ns1:p>
            <ns1:r>
              <ns1:t>奖项：Best Paper (Marr Prize)</ns1:t>
            </ns1:r>
          </ns1:p>
          <ns1:p>
            <ns1:r>
              <ns1:t>图号：Figure 3，PDF第4页</ns1:t>
            </ns1:r>
          </ns1:p>
          <ns1:p>
            <ns1:r>
              <ns1:t>类型：方法细节</ns1:t>
            </ns1:r>
          </ns1:p>
          <ns1:p>
            <ns1:r>
              <ns1:t>借鉴点：上方序列训练、下方逐步生成/拒绝/回滚，两层时序及闭环兼具，适合带验证器的生成流水线。</ns1:t>
            </ns1:r>
          </ns1:p>
          <ns1:p>
            <ns1:r>
              <ns1:t>论文URL：https://openaccess.thecvf.com/content/ICCV2025/html/Pun_Generating_Physically_Stable_and_Buildable_Brick_Structures_from_Text_ICCV_2025_paper.html</ns1:t>
            </ns1:r>
          </ns1:p>
          <ns1:p>
            <ns1:r>
              <ns1:t>官方获奖URL：https://www.thecvf.com/?page_id=413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d91fc0c9a48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5fc1c474724fc8" /><Relationship Type="http://schemas.openxmlformats.org/officeDocument/2006/relationships/slideLayout" Target="/ppt/slideLayouts/slideLayout1.xml" Id="R0ceb6c3eb00f48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eb6c3eb00f48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9cc613c654606" /><Relationship Type="http://schemas.openxmlformats.org/officeDocument/2006/relationships/image" Target="/ppt/media/image.png" Id="Ra63d5b0bfed749fa" /><Relationship Type="http://schemas.openxmlformats.org/officeDocument/2006/relationships/image" Target="/ppt/media/image2.png" Id="Re94430707be9447c" /><Relationship Type="http://schemas.openxmlformats.org/officeDocument/2006/relationships/image" Target="/ppt/media/image3.png" Id="R4f3298ca7edc42a5" /><Relationship Type="http://schemas.openxmlformats.org/officeDocument/2006/relationships/image" Target="/ppt/media/image4.png" Id="Ra27acde468e945d2" /><Relationship Type="http://schemas.openxmlformats.org/officeDocument/2006/relationships/image" Target="/ppt/media/image5.png" Id="R7a10b645fb5a4a14" /><Relationship Type="http://schemas.openxmlformats.org/officeDocument/2006/relationships/image" Target="/ppt/media/image6.png" Id="R6631d5f9f8554701" /><Relationship Type="http://schemas.openxmlformats.org/officeDocument/2006/relationships/image" Target="/ppt/media/image7.png" Id="Rab22649f03804016" /><Relationship Type="http://schemas.openxmlformats.org/officeDocument/2006/relationships/image" Target="/ppt/media/image8.png" Id="R184b8c829bbe4ef3" /><Relationship Type="http://schemas.openxmlformats.org/officeDocument/2006/relationships/image" Target="/ppt/media/image9.png" Id="Rc6a783637d3c40ed" /><Relationship Type="http://schemas.openxmlformats.org/officeDocument/2006/relationships/image" Target="/ppt/media/image10.png" Id="R7265209501bf4a9e" /><Relationship Type="http://schemas.openxmlformats.org/officeDocument/2006/relationships/image" Target="/ppt/media/image11.png" Id="R8ae1ee9cdd9a4b7c" /><Relationship Type="http://schemas.openxmlformats.org/officeDocument/2006/relationships/image" Target="/ppt/media/image12.png" Id="R4cdba61ebaab4602" /><Relationship Type="http://schemas.openxmlformats.org/officeDocument/2006/relationships/image" Target="/ppt/media/image13.png" Id="R9a4b329fd28c45f9" /><Relationship Type="http://schemas.openxmlformats.org/officeDocument/2006/relationships/image" Target="/ppt/media/image14.png" Id="R3b94ed10790848ad" /><Relationship Type="http://schemas.openxmlformats.org/officeDocument/2006/relationships/image" Target="/ppt/media/image15.png" Id="R1e0206ba9ff5415e" /><Relationship Type="http://schemas.openxmlformats.org/officeDocument/2006/relationships/notesSlide" Target="/ppt/notesSlides/notesSlide1.xml" Id="Rdd23e15f95754b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55E1B-0871-4300-9C88-35AD140A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207"/>
            <a:ext cx="13430250" cy="5889359"/>
          </a:xfrm>
          <a:custGeom xmlns:a="http://schemas.openxmlformats.org/drawingml/2006/main">
            <a:pathLst>
              <a:path w="13430250" h="5889359">
                <a:moveTo>
                  <a:pt x="13430250" y="5889359"/>
                </a:moveTo>
                <a:lnTo>
                  <a:pt x="0" y="5889359"/>
                </a:lnTo>
                <a:lnTo>
                  <a:pt x="0" y="0"/>
                </a:lnTo>
                <a:lnTo>
                  <a:pt x="13430250" y="0"/>
                </a:lnTo>
                <a:lnTo>
                  <a:pt x="13430250" y="588935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6BE28-1BDA-41BA-BB14-DD973F50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58" y="649944"/>
            <a:ext cx="596075" cy="1611836"/>
          </a:xfrm>
          <a:custGeom xmlns:a="http://schemas.openxmlformats.org/drawingml/2006/main">
            <a:pathLst>
              <a:path w="596075" h="1611836">
                <a:moveTo>
                  <a:pt x="0" y="1611836"/>
                </a:moveTo>
                <a:lnTo>
                  <a:pt x="0" y="0"/>
                </a:lnTo>
                <a:lnTo>
                  <a:pt x="596075" y="0"/>
                </a:lnTo>
                <a:lnTo>
                  <a:pt x="596075" y="1611836"/>
                </a:lnTo>
                <a:lnTo>
                  <a:pt x="0" y="1611836"/>
                </a:lnTo>
                <a:close/>
              </a:path>
            </a:pathLst>
          </a:custGeom>
          <a:solidFill xmlns:a="http://schemas.openxmlformats.org/drawingml/2006/main">
            <a:srgbClr val="E8E8E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6D66B-63A7-4AE9-B73B-4CD5D0E8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908" y="753342"/>
            <a:ext cx="9214841" cy="389274"/>
          </a:xfrm>
          <a:custGeom xmlns:a="http://schemas.openxmlformats.org/drawingml/2006/main">
            <a:pathLst>
              <a:path w="9214841" h="389274" fill="none">
                <a:moveTo>
                  <a:pt x="0" y="64879"/>
                </a:moveTo>
                <a:cubicBezTo>
                  <a:pt x="0" y="29033"/>
                  <a:pt x="29033" y="0"/>
                  <a:pt x="64879" y="0"/>
                </a:cubicBezTo>
                <a:lnTo>
                  <a:pt x="9149962" y="0"/>
                </a:lnTo>
                <a:cubicBezTo>
                  <a:pt x="9185807" y="0"/>
                  <a:pt x="9214841" y="29033"/>
                  <a:pt x="9214841" y="64879"/>
                </a:cubicBezTo>
                <a:lnTo>
                  <a:pt x="9214841" y="324395"/>
                </a:lnTo>
                <a:cubicBezTo>
                  <a:pt x="9214841" y="360240"/>
                  <a:pt x="9185807" y="389274"/>
                  <a:pt x="9149962" y="389274"/>
                </a:cubicBezTo>
                <a:lnTo>
                  <a:pt x="64879" y="389274"/>
                </a:lnTo>
                <a:cubicBezTo>
                  <a:pt x="29033" y="389274"/>
                  <a:pt x="0" y="360240"/>
                  <a:pt x="0" y="324395"/>
                </a:cubicBezTo>
                <a:lnTo>
                  <a:pt x="0" y="648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66" cap="flat">
            <a:solidFill>
              <a:srgbClr val="042433"/>
            </a:solidFill>
            <a:miter/>
          </a:ln>
        </p:spPr>
      </p:sp>
      <p:sp>
        <p:nvSpPr>
          <p:cNvPr id="4" name="Text LLaMA-3.2-Instruct-1B">
            <a:extLst xmlns:a="http://schemas.openxmlformats.org/drawingml/2006/main">
              <a:ext uri="{FF2B5EF4-FFF2-40B4-BE49-F238E27FC236}">
                <a16:creationId xmlns:a16="http://schemas.microsoft.com/office/drawing/2014/main" id="{BC06E9E7-E4E6-40F5-8DB4-D8933307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905" y="866413"/>
            <a:ext cx="2338414" cy="170493"/>
          </a:xfrm>
          <a:custGeom xmlns:a="http://schemas.openxmlformats.org/drawingml/2006/main">
            <a:pathLst>
              <a:path w="2338414" h="170493">
                <a:moveTo>
                  <a:pt x="85758" y="158351"/>
                </a:moveTo>
                <a:cubicBezTo>
                  <a:pt x="85758" y="160055"/>
                  <a:pt x="85672" y="161482"/>
                  <a:pt x="85502" y="162633"/>
                </a:cubicBezTo>
                <a:cubicBezTo>
                  <a:pt x="85332" y="163783"/>
                  <a:pt x="85055" y="164763"/>
                  <a:pt x="84671" y="165572"/>
                </a:cubicBezTo>
                <a:cubicBezTo>
                  <a:pt x="84288" y="166382"/>
                  <a:pt x="83819" y="166978"/>
                  <a:pt x="83265" y="167362"/>
                </a:cubicBezTo>
                <a:cubicBezTo>
                  <a:pt x="82712" y="167745"/>
                  <a:pt x="82051" y="167937"/>
                  <a:pt x="81284" y="167937"/>
                </a:cubicBezTo>
                <a:lnTo>
                  <a:pt x="8180" y="167937"/>
                </a:lnTo>
                <a:cubicBezTo>
                  <a:pt x="6220" y="167937"/>
                  <a:pt x="4367" y="167276"/>
                  <a:pt x="2620" y="165956"/>
                </a:cubicBezTo>
                <a:cubicBezTo>
                  <a:pt x="873" y="164635"/>
                  <a:pt x="0" y="162313"/>
                  <a:pt x="0" y="158990"/>
                </a:cubicBezTo>
                <a:lnTo>
                  <a:pt x="0" y="5879"/>
                </a:lnTo>
                <a:cubicBezTo>
                  <a:pt x="0" y="5197"/>
                  <a:pt x="170" y="4601"/>
                  <a:pt x="511" y="4090"/>
                </a:cubicBezTo>
                <a:cubicBezTo>
                  <a:pt x="852" y="3579"/>
                  <a:pt x="1448" y="3174"/>
                  <a:pt x="2301" y="2876"/>
                </a:cubicBezTo>
                <a:cubicBezTo>
                  <a:pt x="3153" y="2577"/>
                  <a:pt x="4303" y="2322"/>
                  <a:pt x="5751" y="2109"/>
                </a:cubicBezTo>
                <a:cubicBezTo>
                  <a:pt x="7200" y="1896"/>
                  <a:pt x="8946" y="1789"/>
                  <a:pt x="10991" y="1789"/>
                </a:cubicBezTo>
                <a:cubicBezTo>
                  <a:pt x="13121" y="1789"/>
                  <a:pt x="14889" y="1896"/>
                  <a:pt x="16295" y="2109"/>
                </a:cubicBezTo>
                <a:cubicBezTo>
                  <a:pt x="17701" y="2322"/>
                  <a:pt x="18830" y="2577"/>
                  <a:pt x="19682" y="2876"/>
                </a:cubicBezTo>
                <a:cubicBezTo>
                  <a:pt x="20534" y="3174"/>
                  <a:pt x="21131" y="3579"/>
                  <a:pt x="21471" y="4090"/>
                </a:cubicBezTo>
                <a:cubicBezTo>
                  <a:pt x="21812" y="4601"/>
                  <a:pt x="21983" y="5197"/>
                  <a:pt x="21983" y="5879"/>
                </a:cubicBezTo>
                <a:lnTo>
                  <a:pt x="21983" y="148894"/>
                </a:lnTo>
                <a:lnTo>
                  <a:pt x="81284" y="148894"/>
                </a:lnTo>
                <a:cubicBezTo>
                  <a:pt x="82051" y="148894"/>
                  <a:pt x="82712" y="149085"/>
                  <a:pt x="83265" y="149469"/>
                </a:cubicBezTo>
                <a:cubicBezTo>
                  <a:pt x="83819" y="149852"/>
                  <a:pt x="84288" y="150406"/>
                  <a:pt x="84671" y="151130"/>
                </a:cubicBezTo>
                <a:cubicBezTo>
                  <a:pt x="85055" y="151854"/>
                  <a:pt x="85332" y="152813"/>
                  <a:pt x="85502" y="154006"/>
                </a:cubicBezTo>
                <a:cubicBezTo>
                  <a:pt x="85672" y="155199"/>
                  <a:pt x="85758" y="156647"/>
                  <a:pt x="85758" y="158351"/>
                </a:cubicBezTo>
                <a:close/>
                <a:moveTo>
                  <a:pt x="195691" y="158351"/>
                </a:moveTo>
                <a:cubicBezTo>
                  <a:pt x="195691" y="160055"/>
                  <a:pt x="195606" y="161482"/>
                  <a:pt x="195436" y="162633"/>
                </a:cubicBezTo>
                <a:cubicBezTo>
                  <a:pt x="195265" y="163783"/>
                  <a:pt x="194988" y="164763"/>
                  <a:pt x="194605" y="165572"/>
                </a:cubicBezTo>
                <a:cubicBezTo>
                  <a:pt x="194222" y="166382"/>
                  <a:pt x="193753" y="166978"/>
                  <a:pt x="193199" y="167362"/>
                </a:cubicBezTo>
                <a:cubicBezTo>
                  <a:pt x="192645" y="167745"/>
                  <a:pt x="191985" y="167937"/>
                  <a:pt x="191218" y="167937"/>
                </a:cubicBezTo>
                <a:lnTo>
                  <a:pt x="118113" y="167937"/>
                </a:lnTo>
                <a:cubicBezTo>
                  <a:pt x="116154" y="167937"/>
                  <a:pt x="114300" y="167276"/>
                  <a:pt x="112554" y="165956"/>
                </a:cubicBezTo>
                <a:cubicBezTo>
                  <a:pt x="110807" y="164635"/>
                  <a:pt x="109934" y="162313"/>
                  <a:pt x="109934" y="158990"/>
                </a:cubicBezTo>
                <a:lnTo>
                  <a:pt x="109934" y="5879"/>
                </a:lnTo>
                <a:cubicBezTo>
                  <a:pt x="109934" y="5197"/>
                  <a:pt x="110104" y="4601"/>
                  <a:pt x="110445" y="4090"/>
                </a:cubicBezTo>
                <a:cubicBezTo>
                  <a:pt x="110786" y="3579"/>
                  <a:pt x="111382" y="3174"/>
                  <a:pt x="112234" y="2876"/>
                </a:cubicBezTo>
                <a:cubicBezTo>
                  <a:pt x="113086" y="2577"/>
                  <a:pt x="114237" y="2322"/>
                  <a:pt x="115685" y="2109"/>
                </a:cubicBezTo>
                <a:cubicBezTo>
                  <a:pt x="117133" y="1896"/>
                  <a:pt x="118880" y="1789"/>
                  <a:pt x="120925" y="1789"/>
                </a:cubicBezTo>
                <a:cubicBezTo>
                  <a:pt x="123055" y="1789"/>
                  <a:pt x="124823" y="1896"/>
                  <a:pt x="126229" y="2109"/>
                </a:cubicBezTo>
                <a:cubicBezTo>
                  <a:pt x="127635" y="2322"/>
                  <a:pt x="128764" y="2577"/>
                  <a:pt x="129616" y="2876"/>
                </a:cubicBezTo>
                <a:cubicBezTo>
                  <a:pt x="130468" y="3174"/>
                  <a:pt x="131064" y="3579"/>
                  <a:pt x="131405" y="4090"/>
                </a:cubicBezTo>
                <a:cubicBezTo>
                  <a:pt x="131746" y="4601"/>
                  <a:pt x="131916" y="5197"/>
                  <a:pt x="131916" y="5879"/>
                </a:cubicBezTo>
                <a:lnTo>
                  <a:pt x="131916" y="148894"/>
                </a:lnTo>
                <a:lnTo>
                  <a:pt x="191218" y="148894"/>
                </a:lnTo>
                <a:cubicBezTo>
                  <a:pt x="191985" y="148894"/>
                  <a:pt x="192645" y="149085"/>
                  <a:pt x="193199" y="149469"/>
                </a:cubicBezTo>
                <a:cubicBezTo>
                  <a:pt x="193753" y="149852"/>
                  <a:pt x="194222" y="150406"/>
                  <a:pt x="194605" y="151130"/>
                </a:cubicBezTo>
                <a:cubicBezTo>
                  <a:pt x="194988" y="151854"/>
                  <a:pt x="195265" y="152813"/>
                  <a:pt x="195436" y="154006"/>
                </a:cubicBezTo>
                <a:cubicBezTo>
                  <a:pt x="195606" y="155199"/>
                  <a:pt x="195691" y="156647"/>
                  <a:pt x="195691" y="158351"/>
                </a:cubicBezTo>
                <a:close/>
                <a:moveTo>
                  <a:pt x="303306" y="164869"/>
                </a:moveTo>
                <a:cubicBezTo>
                  <a:pt x="303306" y="165892"/>
                  <a:pt x="302965" y="166659"/>
                  <a:pt x="302283" y="167170"/>
                </a:cubicBezTo>
                <a:cubicBezTo>
                  <a:pt x="301602" y="167681"/>
                  <a:pt x="300664" y="168064"/>
                  <a:pt x="299471" y="168320"/>
                </a:cubicBezTo>
                <a:cubicBezTo>
                  <a:pt x="298279" y="168576"/>
                  <a:pt x="296532" y="168704"/>
                  <a:pt x="294231" y="168704"/>
                </a:cubicBezTo>
                <a:cubicBezTo>
                  <a:pt x="292016" y="168704"/>
                  <a:pt x="290248" y="168576"/>
                  <a:pt x="288927" y="168320"/>
                </a:cubicBezTo>
                <a:cubicBezTo>
                  <a:pt x="287607" y="168064"/>
                  <a:pt x="286648" y="167681"/>
                  <a:pt x="286052" y="167170"/>
                </a:cubicBezTo>
                <a:cubicBezTo>
                  <a:pt x="285455" y="166659"/>
                  <a:pt x="285157" y="165892"/>
                  <a:pt x="285157" y="164869"/>
                </a:cubicBezTo>
                <a:lnTo>
                  <a:pt x="285157" y="153367"/>
                </a:lnTo>
                <a:cubicBezTo>
                  <a:pt x="280130" y="158735"/>
                  <a:pt x="274528" y="162931"/>
                  <a:pt x="268351" y="165956"/>
                </a:cubicBezTo>
                <a:cubicBezTo>
                  <a:pt x="262173" y="168980"/>
                  <a:pt x="255634" y="170493"/>
                  <a:pt x="248733" y="170493"/>
                </a:cubicBezTo>
                <a:cubicBezTo>
                  <a:pt x="242683" y="170493"/>
                  <a:pt x="237209" y="169702"/>
                  <a:pt x="232310" y="168120"/>
                </a:cubicBezTo>
                <a:cubicBezTo>
                  <a:pt x="227410" y="166539"/>
                  <a:pt x="223235" y="164252"/>
                  <a:pt x="219785" y="161259"/>
                </a:cubicBezTo>
                <a:cubicBezTo>
                  <a:pt x="216334" y="158266"/>
                  <a:pt x="213650" y="154590"/>
                  <a:pt x="211733" y="150232"/>
                </a:cubicBezTo>
                <a:cubicBezTo>
                  <a:pt x="209816" y="145870"/>
                  <a:pt x="208857" y="140910"/>
                  <a:pt x="208857" y="135350"/>
                </a:cubicBezTo>
                <a:cubicBezTo>
                  <a:pt x="208857" y="128853"/>
                  <a:pt x="210178" y="123211"/>
                  <a:pt x="212819" y="118424"/>
                </a:cubicBezTo>
                <a:cubicBezTo>
                  <a:pt x="215461" y="113634"/>
                  <a:pt x="219252" y="109657"/>
                  <a:pt x="224194" y="106494"/>
                </a:cubicBezTo>
                <a:cubicBezTo>
                  <a:pt x="229136" y="103331"/>
                  <a:pt x="235185" y="100959"/>
                  <a:pt x="242342" y="99377"/>
                </a:cubicBezTo>
                <a:cubicBezTo>
                  <a:pt x="249499" y="97795"/>
                  <a:pt x="257551" y="97005"/>
                  <a:pt x="266498" y="97005"/>
                </a:cubicBezTo>
                <a:lnTo>
                  <a:pt x="282345" y="97005"/>
                </a:lnTo>
                <a:lnTo>
                  <a:pt x="282345" y="88090"/>
                </a:lnTo>
                <a:cubicBezTo>
                  <a:pt x="282345" y="83675"/>
                  <a:pt x="281877" y="79771"/>
                  <a:pt x="280940" y="76376"/>
                </a:cubicBezTo>
                <a:cubicBezTo>
                  <a:pt x="280002" y="72978"/>
                  <a:pt x="278490" y="70155"/>
                  <a:pt x="276403" y="67905"/>
                </a:cubicBezTo>
                <a:cubicBezTo>
                  <a:pt x="274315" y="65655"/>
                  <a:pt x="271610" y="63957"/>
                  <a:pt x="268287" y="62813"/>
                </a:cubicBezTo>
                <a:cubicBezTo>
                  <a:pt x="264964" y="61665"/>
                  <a:pt x="260874" y="61091"/>
                  <a:pt x="256018" y="61091"/>
                </a:cubicBezTo>
                <a:cubicBezTo>
                  <a:pt x="250820" y="61091"/>
                  <a:pt x="246155" y="61702"/>
                  <a:pt x="242023" y="62924"/>
                </a:cubicBezTo>
                <a:cubicBezTo>
                  <a:pt x="237890" y="64146"/>
                  <a:pt x="234269" y="65495"/>
                  <a:pt x="231159" y="66970"/>
                </a:cubicBezTo>
                <a:cubicBezTo>
                  <a:pt x="228049" y="68445"/>
                  <a:pt x="225451" y="69794"/>
                  <a:pt x="223363" y="71016"/>
                </a:cubicBezTo>
                <a:cubicBezTo>
                  <a:pt x="221276" y="72238"/>
                  <a:pt x="219721" y="72849"/>
                  <a:pt x="218698" y="72849"/>
                </a:cubicBezTo>
                <a:cubicBezTo>
                  <a:pt x="218017" y="72849"/>
                  <a:pt x="217420" y="72679"/>
                  <a:pt x="216909" y="72338"/>
                </a:cubicBezTo>
                <a:cubicBezTo>
                  <a:pt x="216398" y="71997"/>
                  <a:pt x="215950" y="71486"/>
                  <a:pt x="215567" y="70804"/>
                </a:cubicBezTo>
                <a:cubicBezTo>
                  <a:pt x="215184" y="70123"/>
                  <a:pt x="214907" y="69249"/>
                  <a:pt x="214736" y="68184"/>
                </a:cubicBezTo>
                <a:cubicBezTo>
                  <a:pt x="214566" y="67119"/>
                  <a:pt x="214481" y="65948"/>
                  <a:pt x="214481" y="64670"/>
                </a:cubicBezTo>
                <a:cubicBezTo>
                  <a:pt x="214481" y="62540"/>
                  <a:pt x="214630" y="60857"/>
                  <a:pt x="214928" y="59621"/>
                </a:cubicBezTo>
                <a:cubicBezTo>
                  <a:pt x="215226" y="58386"/>
                  <a:pt x="215950" y="57214"/>
                  <a:pt x="217101" y="56107"/>
                </a:cubicBezTo>
                <a:cubicBezTo>
                  <a:pt x="218251" y="54999"/>
                  <a:pt x="220232" y="53709"/>
                  <a:pt x="223044" y="52237"/>
                </a:cubicBezTo>
                <a:cubicBezTo>
                  <a:pt x="225855" y="50761"/>
                  <a:pt x="229093" y="49414"/>
                  <a:pt x="232757" y="48195"/>
                </a:cubicBezTo>
                <a:cubicBezTo>
                  <a:pt x="236421" y="46975"/>
                  <a:pt x="240425" y="45966"/>
                  <a:pt x="244771" y="45167"/>
                </a:cubicBezTo>
                <a:cubicBezTo>
                  <a:pt x="249116" y="44366"/>
                  <a:pt x="253504" y="43965"/>
                  <a:pt x="257935" y="43965"/>
                </a:cubicBezTo>
                <a:cubicBezTo>
                  <a:pt x="266199" y="43965"/>
                  <a:pt x="273229" y="44902"/>
                  <a:pt x="279023" y="46777"/>
                </a:cubicBezTo>
                <a:cubicBezTo>
                  <a:pt x="284816" y="48651"/>
                  <a:pt x="289503" y="51399"/>
                  <a:pt x="293081" y="55020"/>
                </a:cubicBezTo>
                <a:cubicBezTo>
                  <a:pt x="296660" y="58642"/>
                  <a:pt x="299258" y="63136"/>
                  <a:pt x="300877" y="68504"/>
                </a:cubicBezTo>
                <a:cubicBezTo>
                  <a:pt x="302496" y="73872"/>
                  <a:pt x="303306" y="80134"/>
                  <a:pt x="303306" y="87291"/>
                </a:cubicBezTo>
                <a:lnTo>
                  <a:pt x="303306" y="164869"/>
                </a:lnTo>
                <a:moveTo>
                  <a:pt x="282345" y="112213"/>
                </a:moveTo>
                <a:lnTo>
                  <a:pt x="264325" y="112213"/>
                </a:lnTo>
                <a:cubicBezTo>
                  <a:pt x="258531" y="112213"/>
                  <a:pt x="253504" y="112707"/>
                  <a:pt x="249244" y="113695"/>
                </a:cubicBezTo>
                <a:cubicBezTo>
                  <a:pt x="244984" y="114680"/>
                  <a:pt x="241448" y="116137"/>
                  <a:pt x="238636" y="118065"/>
                </a:cubicBezTo>
                <a:cubicBezTo>
                  <a:pt x="235824" y="119992"/>
                  <a:pt x="233758" y="122307"/>
                  <a:pt x="232437" y="125010"/>
                </a:cubicBezTo>
                <a:cubicBezTo>
                  <a:pt x="231117" y="127710"/>
                  <a:pt x="230456" y="130817"/>
                  <a:pt x="230456" y="134332"/>
                </a:cubicBezTo>
                <a:cubicBezTo>
                  <a:pt x="230456" y="140333"/>
                  <a:pt x="232352" y="145113"/>
                  <a:pt x="236144" y="148670"/>
                </a:cubicBezTo>
                <a:cubicBezTo>
                  <a:pt x="239935" y="152227"/>
                  <a:pt x="245239" y="154006"/>
                  <a:pt x="252056" y="154006"/>
                </a:cubicBezTo>
                <a:cubicBezTo>
                  <a:pt x="257594" y="154006"/>
                  <a:pt x="262727" y="152592"/>
                  <a:pt x="267456" y="149764"/>
                </a:cubicBezTo>
                <a:cubicBezTo>
                  <a:pt x="272185" y="146934"/>
                  <a:pt x="277148" y="142605"/>
                  <a:pt x="282345" y="136776"/>
                </a:cubicBezTo>
                <a:lnTo>
                  <a:pt x="282345" y="112213"/>
                </a:lnTo>
                <a:close/>
                <a:moveTo>
                  <a:pt x="526375" y="164614"/>
                </a:moveTo>
                <a:cubicBezTo>
                  <a:pt x="526375" y="165295"/>
                  <a:pt x="526205" y="165892"/>
                  <a:pt x="525864" y="166403"/>
                </a:cubicBezTo>
                <a:cubicBezTo>
                  <a:pt x="525523" y="166914"/>
                  <a:pt x="524927" y="167319"/>
                  <a:pt x="524075" y="167617"/>
                </a:cubicBezTo>
                <a:cubicBezTo>
                  <a:pt x="523223" y="167915"/>
                  <a:pt x="522136" y="168171"/>
                  <a:pt x="520816" y="168384"/>
                </a:cubicBezTo>
                <a:cubicBezTo>
                  <a:pt x="519495" y="168597"/>
                  <a:pt x="517770" y="168704"/>
                  <a:pt x="515640" y="168704"/>
                </a:cubicBezTo>
                <a:cubicBezTo>
                  <a:pt x="513680" y="168704"/>
                  <a:pt x="511997" y="168597"/>
                  <a:pt x="510591" y="168384"/>
                </a:cubicBezTo>
                <a:cubicBezTo>
                  <a:pt x="509185" y="168171"/>
                  <a:pt x="508078" y="167915"/>
                  <a:pt x="507268" y="167617"/>
                </a:cubicBezTo>
                <a:cubicBezTo>
                  <a:pt x="506459" y="167319"/>
                  <a:pt x="505884" y="166914"/>
                  <a:pt x="505543" y="166403"/>
                </a:cubicBezTo>
                <a:cubicBezTo>
                  <a:pt x="505202" y="165892"/>
                  <a:pt x="505032" y="165295"/>
                  <a:pt x="505032" y="164614"/>
                </a:cubicBezTo>
                <a:lnTo>
                  <a:pt x="505032" y="20577"/>
                </a:lnTo>
                <a:lnTo>
                  <a:pt x="504776" y="20577"/>
                </a:lnTo>
                <a:lnTo>
                  <a:pt x="445858" y="165253"/>
                </a:lnTo>
                <a:cubicBezTo>
                  <a:pt x="445602" y="165849"/>
                  <a:pt x="445240" y="166360"/>
                  <a:pt x="444771" y="166786"/>
                </a:cubicBezTo>
                <a:cubicBezTo>
                  <a:pt x="444303" y="167212"/>
                  <a:pt x="443621" y="167575"/>
                  <a:pt x="442727" y="167873"/>
                </a:cubicBezTo>
                <a:cubicBezTo>
                  <a:pt x="441832" y="168171"/>
                  <a:pt x="440767" y="168384"/>
                  <a:pt x="439531" y="168512"/>
                </a:cubicBezTo>
                <a:cubicBezTo>
                  <a:pt x="438296" y="168640"/>
                  <a:pt x="436826" y="168704"/>
                  <a:pt x="435122" y="168704"/>
                </a:cubicBezTo>
                <a:cubicBezTo>
                  <a:pt x="433333" y="168704"/>
                  <a:pt x="431799" y="168618"/>
                  <a:pt x="430521" y="168448"/>
                </a:cubicBezTo>
                <a:cubicBezTo>
                  <a:pt x="429243" y="168278"/>
                  <a:pt x="428178" y="168043"/>
                  <a:pt x="427326" y="167745"/>
                </a:cubicBezTo>
                <a:cubicBezTo>
                  <a:pt x="426474" y="167447"/>
                  <a:pt x="425814" y="167085"/>
                  <a:pt x="425345" y="166659"/>
                </a:cubicBezTo>
                <a:cubicBezTo>
                  <a:pt x="424876" y="166233"/>
                  <a:pt x="424557" y="165764"/>
                  <a:pt x="424386" y="165253"/>
                </a:cubicBezTo>
                <a:lnTo>
                  <a:pt x="368024" y="20577"/>
                </a:lnTo>
                <a:lnTo>
                  <a:pt x="367896" y="20577"/>
                </a:lnTo>
                <a:lnTo>
                  <a:pt x="367896" y="164614"/>
                </a:lnTo>
                <a:cubicBezTo>
                  <a:pt x="367896" y="165295"/>
                  <a:pt x="367726" y="165892"/>
                  <a:pt x="367385" y="166403"/>
                </a:cubicBezTo>
                <a:cubicBezTo>
                  <a:pt x="367044" y="166914"/>
                  <a:pt x="366448" y="167319"/>
                  <a:pt x="365596" y="167617"/>
                </a:cubicBezTo>
                <a:cubicBezTo>
                  <a:pt x="364744" y="167915"/>
                  <a:pt x="363636" y="168171"/>
                  <a:pt x="362273" y="168384"/>
                </a:cubicBezTo>
                <a:cubicBezTo>
                  <a:pt x="360910" y="168597"/>
                  <a:pt x="359163" y="168704"/>
                  <a:pt x="357033" y="168704"/>
                </a:cubicBezTo>
                <a:cubicBezTo>
                  <a:pt x="354988" y="168704"/>
                  <a:pt x="353284" y="168597"/>
                  <a:pt x="351921" y="168384"/>
                </a:cubicBezTo>
                <a:cubicBezTo>
                  <a:pt x="350557" y="168171"/>
                  <a:pt x="349471" y="167915"/>
                  <a:pt x="348662" y="167617"/>
                </a:cubicBezTo>
                <a:cubicBezTo>
                  <a:pt x="347852" y="167319"/>
                  <a:pt x="347298" y="166914"/>
                  <a:pt x="347000" y="166403"/>
                </a:cubicBezTo>
                <a:cubicBezTo>
                  <a:pt x="346702" y="165892"/>
                  <a:pt x="346553" y="165295"/>
                  <a:pt x="346553" y="164614"/>
                </a:cubicBezTo>
                <a:lnTo>
                  <a:pt x="346553" y="12525"/>
                </a:lnTo>
                <a:cubicBezTo>
                  <a:pt x="346553" y="8946"/>
                  <a:pt x="347490" y="6390"/>
                  <a:pt x="349364" y="4857"/>
                </a:cubicBezTo>
                <a:cubicBezTo>
                  <a:pt x="351239" y="3323"/>
                  <a:pt x="353326" y="2556"/>
                  <a:pt x="355627" y="2556"/>
                </a:cubicBezTo>
                <a:lnTo>
                  <a:pt x="368919" y="2556"/>
                </a:lnTo>
                <a:cubicBezTo>
                  <a:pt x="371645" y="2556"/>
                  <a:pt x="374031" y="2812"/>
                  <a:pt x="376076" y="3323"/>
                </a:cubicBezTo>
                <a:cubicBezTo>
                  <a:pt x="378121" y="3834"/>
                  <a:pt x="379910" y="4644"/>
                  <a:pt x="381444" y="5751"/>
                </a:cubicBezTo>
                <a:cubicBezTo>
                  <a:pt x="382977" y="6859"/>
                  <a:pt x="384255" y="8265"/>
                  <a:pt x="385278" y="9969"/>
                </a:cubicBezTo>
                <a:cubicBezTo>
                  <a:pt x="386300" y="11673"/>
                  <a:pt x="387195" y="13675"/>
                  <a:pt x="387962" y="15976"/>
                </a:cubicBezTo>
                <a:lnTo>
                  <a:pt x="435889" y="135730"/>
                </a:lnTo>
                <a:lnTo>
                  <a:pt x="436528" y="135730"/>
                </a:lnTo>
                <a:lnTo>
                  <a:pt x="486372" y="16359"/>
                </a:lnTo>
                <a:cubicBezTo>
                  <a:pt x="487309" y="13803"/>
                  <a:pt x="488332" y="11630"/>
                  <a:pt x="489440" y="9841"/>
                </a:cubicBezTo>
                <a:cubicBezTo>
                  <a:pt x="490547" y="8052"/>
                  <a:pt x="491761" y="6625"/>
                  <a:pt x="493082" y="5560"/>
                </a:cubicBezTo>
                <a:cubicBezTo>
                  <a:pt x="494403" y="4494"/>
                  <a:pt x="495872" y="3728"/>
                  <a:pt x="497491" y="3259"/>
                </a:cubicBezTo>
                <a:cubicBezTo>
                  <a:pt x="499110" y="2790"/>
                  <a:pt x="500985" y="2556"/>
                  <a:pt x="503115" y="2556"/>
                </a:cubicBezTo>
                <a:lnTo>
                  <a:pt x="517046" y="2556"/>
                </a:lnTo>
                <a:cubicBezTo>
                  <a:pt x="518324" y="2556"/>
                  <a:pt x="519538" y="2748"/>
                  <a:pt x="520688" y="3131"/>
                </a:cubicBezTo>
                <a:cubicBezTo>
                  <a:pt x="521838" y="3515"/>
                  <a:pt x="522818" y="4111"/>
                  <a:pt x="523628" y="4921"/>
                </a:cubicBezTo>
                <a:cubicBezTo>
                  <a:pt x="524437" y="5730"/>
                  <a:pt x="525097" y="6752"/>
                  <a:pt x="525609" y="7988"/>
                </a:cubicBezTo>
                <a:cubicBezTo>
                  <a:pt x="526120" y="9223"/>
                  <a:pt x="526375" y="10736"/>
                  <a:pt x="526375" y="12525"/>
                </a:cubicBezTo>
                <a:lnTo>
                  <a:pt x="526375" y="164614"/>
                </a:lnTo>
                <a:close/>
                <a:moveTo>
                  <a:pt x="689478" y="160141"/>
                </a:moveTo>
                <a:cubicBezTo>
                  <a:pt x="690160" y="162015"/>
                  <a:pt x="690522" y="163527"/>
                  <a:pt x="690564" y="164678"/>
                </a:cubicBezTo>
                <a:cubicBezTo>
                  <a:pt x="690607" y="165828"/>
                  <a:pt x="690288" y="166701"/>
                  <a:pt x="689606" y="167298"/>
                </a:cubicBezTo>
                <a:cubicBezTo>
                  <a:pt x="688924" y="167894"/>
                  <a:pt x="687795" y="168278"/>
                  <a:pt x="686219" y="168448"/>
                </a:cubicBezTo>
                <a:cubicBezTo>
                  <a:pt x="684643" y="168618"/>
                  <a:pt x="682534" y="168704"/>
                  <a:pt x="679893" y="168704"/>
                </a:cubicBezTo>
                <a:cubicBezTo>
                  <a:pt x="677251" y="168704"/>
                  <a:pt x="675143" y="168640"/>
                  <a:pt x="673566" y="168512"/>
                </a:cubicBezTo>
                <a:cubicBezTo>
                  <a:pt x="671990" y="168384"/>
                  <a:pt x="670797" y="168171"/>
                  <a:pt x="669988" y="167873"/>
                </a:cubicBezTo>
                <a:cubicBezTo>
                  <a:pt x="669178" y="167575"/>
                  <a:pt x="668582" y="167170"/>
                  <a:pt x="668198" y="166659"/>
                </a:cubicBezTo>
                <a:cubicBezTo>
                  <a:pt x="667815" y="166147"/>
                  <a:pt x="667453" y="165508"/>
                  <a:pt x="667112" y="164742"/>
                </a:cubicBezTo>
                <a:lnTo>
                  <a:pt x="652926" y="124483"/>
                </a:lnTo>
                <a:lnTo>
                  <a:pt x="584166" y="124483"/>
                </a:lnTo>
                <a:lnTo>
                  <a:pt x="570619" y="164230"/>
                </a:lnTo>
                <a:cubicBezTo>
                  <a:pt x="570363" y="164997"/>
                  <a:pt x="570022" y="165657"/>
                  <a:pt x="569596" y="166211"/>
                </a:cubicBezTo>
                <a:cubicBezTo>
                  <a:pt x="569170" y="166765"/>
                  <a:pt x="568553" y="167234"/>
                  <a:pt x="567743" y="167617"/>
                </a:cubicBezTo>
                <a:cubicBezTo>
                  <a:pt x="566934" y="168001"/>
                  <a:pt x="565784" y="168278"/>
                  <a:pt x="564292" y="168448"/>
                </a:cubicBezTo>
                <a:cubicBezTo>
                  <a:pt x="562801" y="168618"/>
                  <a:pt x="560863" y="168704"/>
                  <a:pt x="558477" y="168704"/>
                </a:cubicBezTo>
                <a:cubicBezTo>
                  <a:pt x="556006" y="168704"/>
                  <a:pt x="553983" y="168597"/>
                  <a:pt x="552407" y="168384"/>
                </a:cubicBezTo>
                <a:cubicBezTo>
                  <a:pt x="550830" y="168171"/>
                  <a:pt x="549723" y="167766"/>
                  <a:pt x="549084" y="167170"/>
                </a:cubicBezTo>
                <a:cubicBezTo>
                  <a:pt x="548445" y="166573"/>
                  <a:pt x="548146" y="165700"/>
                  <a:pt x="548189" y="164550"/>
                </a:cubicBezTo>
                <a:cubicBezTo>
                  <a:pt x="548232" y="163400"/>
                  <a:pt x="548594" y="161887"/>
                  <a:pt x="549275" y="160013"/>
                </a:cubicBezTo>
                <a:lnTo>
                  <a:pt x="604743" y="6390"/>
                </a:lnTo>
                <a:cubicBezTo>
                  <a:pt x="605084" y="5453"/>
                  <a:pt x="605531" y="4686"/>
                  <a:pt x="606085" y="4090"/>
                </a:cubicBezTo>
                <a:cubicBezTo>
                  <a:pt x="606639" y="3493"/>
                  <a:pt x="607448" y="3025"/>
                  <a:pt x="608513" y="2684"/>
                </a:cubicBezTo>
                <a:cubicBezTo>
                  <a:pt x="609578" y="2343"/>
                  <a:pt x="610942" y="2109"/>
                  <a:pt x="612603" y="1981"/>
                </a:cubicBezTo>
                <a:cubicBezTo>
                  <a:pt x="614264" y="1853"/>
                  <a:pt x="616373" y="1789"/>
                  <a:pt x="618929" y="1789"/>
                </a:cubicBezTo>
                <a:cubicBezTo>
                  <a:pt x="621656" y="1789"/>
                  <a:pt x="623914" y="1853"/>
                  <a:pt x="625703" y="1981"/>
                </a:cubicBezTo>
                <a:cubicBezTo>
                  <a:pt x="627492" y="2109"/>
                  <a:pt x="628941" y="2343"/>
                  <a:pt x="630048" y="2684"/>
                </a:cubicBezTo>
                <a:cubicBezTo>
                  <a:pt x="631156" y="3025"/>
                  <a:pt x="632008" y="3515"/>
                  <a:pt x="632605" y="4154"/>
                </a:cubicBezTo>
                <a:cubicBezTo>
                  <a:pt x="633201" y="4793"/>
                  <a:pt x="633670" y="5581"/>
                  <a:pt x="634010" y="6518"/>
                </a:cubicBezTo>
                <a:lnTo>
                  <a:pt x="689478" y="160141"/>
                </a:lnTo>
                <a:moveTo>
                  <a:pt x="618290" y="24539"/>
                </a:moveTo>
                <a:lnTo>
                  <a:pt x="618163" y="24539"/>
                </a:lnTo>
                <a:lnTo>
                  <a:pt x="589662" y="106973"/>
                </a:lnTo>
                <a:lnTo>
                  <a:pt x="647174" y="106973"/>
                </a:lnTo>
                <a:lnTo>
                  <a:pt x="618290" y="24539"/>
                </a:lnTo>
                <a:close/>
                <a:moveTo>
                  <a:pt x="765435" y="103395"/>
                </a:moveTo>
                <a:cubicBezTo>
                  <a:pt x="765435" y="106718"/>
                  <a:pt x="765052" y="109018"/>
                  <a:pt x="764285" y="110296"/>
                </a:cubicBezTo>
                <a:cubicBezTo>
                  <a:pt x="763518" y="111574"/>
                  <a:pt x="762411" y="112213"/>
                  <a:pt x="760962" y="112213"/>
                </a:cubicBezTo>
                <a:lnTo>
                  <a:pt x="707539" y="112213"/>
                </a:lnTo>
                <a:cubicBezTo>
                  <a:pt x="706006" y="112213"/>
                  <a:pt x="704855" y="111553"/>
                  <a:pt x="704089" y="110232"/>
                </a:cubicBezTo>
                <a:cubicBezTo>
                  <a:pt x="703322" y="108912"/>
                  <a:pt x="702938" y="106633"/>
                  <a:pt x="702938" y="103395"/>
                </a:cubicBezTo>
                <a:cubicBezTo>
                  <a:pt x="702938" y="100157"/>
                  <a:pt x="703322" y="97899"/>
                  <a:pt x="704089" y="96621"/>
                </a:cubicBezTo>
                <a:cubicBezTo>
                  <a:pt x="704855" y="95343"/>
                  <a:pt x="706006" y="94704"/>
                  <a:pt x="707539" y="94704"/>
                </a:cubicBezTo>
                <a:lnTo>
                  <a:pt x="760962" y="94704"/>
                </a:lnTo>
                <a:cubicBezTo>
                  <a:pt x="761644" y="94704"/>
                  <a:pt x="762262" y="94832"/>
                  <a:pt x="762815" y="95087"/>
                </a:cubicBezTo>
                <a:cubicBezTo>
                  <a:pt x="763369" y="95343"/>
                  <a:pt x="763838" y="95833"/>
                  <a:pt x="764221" y="96557"/>
                </a:cubicBezTo>
                <a:cubicBezTo>
                  <a:pt x="764605" y="97281"/>
                  <a:pt x="764903" y="98197"/>
                  <a:pt x="765116" y="99305"/>
                </a:cubicBezTo>
                <a:cubicBezTo>
                  <a:pt x="765329" y="100413"/>
                  <a:pt x="765435" y="101776"/>
                  <a:pt x="765435" y="103395"/>
                </a:cubicBezTo>
                <a:close/>
                <a:moveTo>
                  <a:pt x="890005" y="120776"/>
                </a:moveTo>
                <a:cubicBezTo>
                  <a:pt x="890005" y="128360"/>
                  <a:pt x="888685" y="135197"/>
                  <a:pt x="886044" y="141289"/>
                </a:cubicBezTo>
                <a:cubicBezTo>
                  <a:pt x="883402" y="147381"/>
                  <a:pt x="879611" y="152600"/>
                  <a:pt x="874669" y="156945"/>
                </a:cubicBezTo>
                <a:cubicBezTo>
                  <a:pt x="869727" y="161291"/>
                  <a:pt x="863635" y="164635"/>
                  <a:pt x="856393" y="166978"/>
                </a:cubicBezTo>
                <a:cubicBezTo>
                  <a:pt x="849150" y="169321"/>
                  <a:pt x="840971" y="170493"/>
                  <a:pt x="831854" y="170493"/>
                </a:cubicBezTo>
                <a:cubicBezTo>
                  <a:pt x="826316" y="170493"/>
                  <a:pt x="821140" y="170043"/>
                  <a:pt x="816326" y="169143"/>
                </a:cubicBezTo>
                <a:cubicBezTo>
                  <a:pt x="811511" y="168246"/>
                  <a:pt x="807230" y="167177"/>
                  <a:pt x="803481" y="165936"/>
                </a:cubicBezTo>
                <a:cubicBezTo>
                  <a:pt x="799732" y="164695"/>
                  <a:pt x="796622" y="163412"/>
                  <a:pt x="794151" y="162086"/>
                </a:cubicBezTo>
                <a:cubicBezTo>
                  <a:pt x="791680" y="160760"/>
                  <a:pt x="790125" y="159797"/>
                  <a:pt x="789486" y="159198"/>
                </a:cubicBezTo>
                <a:cubicBezTo>
                  <a:pt x="788847" y="158599"/>
                  <a:pt x="788357" y="158001"/>
                  <a:pt x="788017" y="157405"/>
                </a:cubicBezTo>
                <a:cubicBezTo>
                  <a:pt x="787676" y="156806"/>
                  <a:pt x="787378" y="156079"/>
                  <a:pt x="787122" y="155224"/>
                </a:cubicBezTo>
                <a:cubicBezTo>
                  <a:pt x="786866" y="154367"/>
                  <a:pt x="786675" y="153318"/>
                  <a:pt x="786547" y="152077"/>
                </a:cubicBezTo>
                <a:cubicBezTo>
                  <a:pt x="786419" y="150836"/>
                  <a:pt x="786355" y="149317"/>
                  <a:pt x="786355" y="147520"/>
                </a:cubicBezTo>
                <a:cubicBezTo>
                  <a:pt x="786355" y="144442"/>
                  <a:pt x="786653" y="142304"/>
                  <a:pt x="787250" y="141105"/>
                </a:cubicBezTo>
                <a:cubicBezTo>
                  <a:pt x="787846" y="139907"/>
                  <a:pt x="788698" y="139308"/>
                  <a:pt x="789806" y="139308"/>
                </a:cubicBezTo>
                <a:cubicBezTo>
                  <a:pt x="790573" y="139308"/>
                  <a:pt x="792085" y="139996"/>
                  <a:pt x="794343" y="141373"/>
                </a:cubicBezTo>
                <a:cubicBezTo>
                  <a:pt x="796601" y="142750"/>
                  <a:pt x="799498" y="144234"/>
                  <a:pt x="803034" y="145826"/>
                </a:cubicBezTo>
                <a:cubicBezTo>
                  <a:pt x="806570" y="147419"/>
                  <a:pt x="810702" y="148903"/>
                  <a:pt x="815431" y="150280"/>
                </a:cubicBezTo>
                <a:cubicBezTo>
                  <a:pt x="820160" y="151656"/>
                  <a:pt x="825421" y="152344"/>
                  <a:pt x="831215" y="152344"/>
                </a:cubicBezTo>
                <a:cubicBezTo>
                  <a:pt x="836838" y="152344"/>
                  <a:pt x="841780" y="151620"/>
                  <a:pt x="846040" y="150172"/>
                </a:cubicBezTo>
                <a:cubicBezTo>
                  <a:pt x="850301" y="148723"/>
                  <a:pt x="853879" y="146678"/>
                  <a:pt x="856776" y="144037"/>
                </a:cubicBezTo>
                <a:cubicBezTo>
                  <a:pt x="859673" y="141396"/>
                  <a:pt x="861846" y="138264"/>
                  <a:pt x="863294" y="134643"/>
                </a:cubicBezTo>
                <a:cubicBezTo>
                  <a:pt x="864743" y="131022"/>
                  <a:pt x="865467" y="127081"/>
                  <a:pt x="865467" y="122821"/>
                </a:cubicBezTo>
                <a:cubicBezTo>
                  <a:pt x="865467" y="118135"/>
                  <a:pt x="864551" y="113917"/>
                  <a:pt x="862719" y="110169"/>
                </a:cubicBezTo>
                <a:cubicBezTo>
                  <a:pt x="860887" y="106420"/>
                  <a:pt x="858203" y="103182"/>
                  <a:pt x="854667" y="100455"/>
                </a:cubicBezTo>
                <a:cubicBezTo>
                  <a:pt x="851131" y="97729"/>
                  <a:pt x="846786" y="95641"/>
                  <a:pt x="841631" y="94193"/>
                </a:cubicBezTo>
                <a:cubicBezTo>
                  <a:pt x="836476" y="92744"/>
                  <a:pt x="830618" y="92020"/>
                  <a:pt x="824058" y="92020"/>
                </a:cubicBezTo>
                <a:lnTo>
                  <a:pt x="808338" y="92020"/>
                </a:lnTo>
                <a:cubicBezTo>
                  <a:pt x="807656" y="92020"/>
                  <a:pt x="806996" y="91871"/>
                  <a:pt x="806357" y="91573"/>
                </a:cubicBezTo>
                <a:cubicBezTo>
                  <a:pt x="805718" y="91275"/>
                  <a:pt x="805164" y="90785"/>
                  <a:pt x="804695" y="90103"/>
                </a:cubicBezTo>
                <a:cubicBezTo>
                  <a:pt x="804227" y="89421"/>
                  <a:pt x="803843" y="88527"/>
                  <a:pt x="803545" y="87419"/>
                </a:cubicBezTo>
                <a:cubicBezTo>
                  <a:pt x="803247" y="86311"/>
                  <a:pt x="803098" y="84863"/>
                  <a:pt x="803098" y="83074"/>
                </a:cubicBezTo>
                <a:cubicBezTo>
                  <a:pt x="803098" y="81455"/>
                  <a:pt x="803225" y="80113"/>
                  <a:pt x="803481" y="79048"/>
                </a:cubicBezTo>
                <a:cubicBezTo>
                  <a:pt x="803737" y="77983"/>
                  <a:pt x="804099" y="77131"/>
                  <a:pt x="804567" y="76492"/>
                </a:cubicBezTo>
                <a:cubicBezTo>
                  <a:pt x="805036" y="75853"/>
                  <a:pt x="805569" y="75384"/>
                  <a:pt x="806165" y="75086"/>
                </a:cubicBezTo>
                <a:cubicBezTo>
                  <a:pt x="806761" y="74788"/>
                  <a:pt x="807443" y="74639"/>
                  <a:pt x="808210" y="74639"/>
                </a:cubicBezTo>
                <a:lnTo>
                  <a:pt x="822652" y="74639"/>
                </a:lnTo>
                <a:cubicBezTo>
                  <a:pt x="828275" y="74639"/>
                  <a:pt x="833324" y="73912"/>
                  <a:pt x="837797" y="72458"/>
                </a:cubicBezTo>
                <a:cubicBezTo>
                  <a:pt x="842270" y="71001"/>
                  <a:pt x="846062" y="68905"/>
                  <a:pt x="849172" y="66167"/>
                </a:cubicBezTo>
                <a:cubicBezTo>
                  <a:pt x="852282" y="63428"/>
                  <a:pt x="854667" y="60154"/>
                  <a:pt x="856329" y="56346"/>
                </a:cubicBezTo>
                <a:cubicBezTo>
                  <a:pt x="857990" y="52536"/>
                  <a:pt x="858821" y="48277"/>
                  <a:pt x="858821" y="43570"/>
                </a:cubicBezTo>
                <a:cubicBezTo>
                  <a:pt x="858821" y="40146"/>
                  <a:pt x="858267" y="36872"/>
                  <a:pt x="857159" y="33749"/>
                </a:cubicBezTo>
                <a:cubicBezTo>
                  <a:pt x="856052" y="30623"/>
                  <a:pt x="854390" y="27906"/>
                  <a:pt x="852175" y="25597"/>
                </a:cubicBezTo>
                <a:cubicBezTo>
                  <a:pt x="849960" y="23286"/>
                  <a:pt x="847127" y="21467"/>
                  <a:pt x="843676" y="20141"/>
                </a:cubicBezTo>
                <a:cubicBezTo>
                  <a:pt x="840225" y="18813"/>
                  <a:pt x="836242" y="18148"/>
                  <a:pt x="831726" y="18148"/>
                </a:cubicBezTo>
                <a:cubicBezTo>
                  <a:pt x="826784" y="18148"/>
                  <a:pt x="822247" y="18894"/>
                  <a:pt x="818115" y="20385"/>
                </a:cubicBezTo>
                <a:cubicBezTo>
                  <a:pt x="813982" y="21876"/>
                  <a:pt x="810297" y="23474"/>
                  <a:pt x="807060" y="25178"/>
                </a:cubicBezTo>
                <a:cubicBezTo>
                  <a:pt x="803822" y="26882"/>
                  <a:pt x="801138" y="28479"/>
                  <a:pt x="799008" y="29970"/>
                </a:cubicBezTo>
                <a:cubicBezTo>
                  <a:pt x="796878" y="31462"/>
                  <a:pt x="795387" y="32207"/>
                  <a:pt x="794535" y="32207"/>
                </a:cubicBezTo>
                <a:cubicBezTo>
                  <a:pt x="793938" y="32207"/>
                  <a:pt x="793406" y="32101"/>
                  <a:pt x="792937" y="31888"/>
                </a:cubicBezTo>
                <a:cubicBezTo>
                  <a:pt x="792468" y="31675"/>
                  <a:pt x="792085" y="31248"/>
                  <a:pt x="791787" y="30609"/>
                </a:cubicBezTo>
                <a:cubicBezTo>
                  <a:pt x="791489" y="29970"/>
                  <a:pt x="791276" y="29076"/>
                  <a:pt x="791148" y="27926"/>
                </a:cubicBezTo>
                <a:cubicBezTo>
                  <a:pt x="791020" y="26775"/>
                  <a:pt x="790956" y="25263"/>
                  <a:pt x="790956" y="23388"/>
                </a:cubicBezTo>
                <a:cubicBezTo>
                  <a:pt x="790956" y="22110"/>
                  <a:pt x="790999" y="20981"/>
                  <a:pt x="791084" y="20002"/>
                </a:cubicBezTo>
                <a:cubicBezTo>
                  <a:pt x="791169" y="19022"/>
                  <a:pt x="791339" y="18170"/>
                  <a:pt x="791595" y="17445"/>
                </a:cubicBezTo>
                <a:cubicBezTo>
                  <a:pt x="791851" y="16721"/>
                  <a:pt x="792149" y="16061"/>
                  <a:pt x="792490" y="15464"/>
                </a:cubicBezTo>
                <a:cubicBezTo>
                  <a:pt x="792831" y="14868"/>
                  <a:pt x="793406" y="14165"/>
                  <a:pt x="794215" y="13356"/>
                </a:cubicBezTo>
                <a:cubicBezTo>
                  <a:pt x="795025" y="12546"/>
                  <a:pt x="796665" y="11375"/>
                  <a:pt x="799136" y="9841"/>
                </a:cubicBezTo>
                <a:cubicBezTo>
                  <a:pt x="801607" y="8307"/>
                  <a:pt x="804653" y="6795"/>
                  <a:pt x="808274" y="5304"/>
                </a:cubicBezTo>
                <a:cubicBezTo>
                  <a:pt x="811895" y="3813"/>
                  <a:pt x="816070" y="2556"/>
                  <a:pt x="820799" y="1534"/>
                </a:cubicBezTo>
                <a:cubicBezTo>
                  <a:pt x="825528" y="511"/>
                  <a:pt x="830618" y="0"/>
                  <a:pt x="836071" y="0"/>
                </a:cubicBezTo>
                <a:cubicBezTo>
                  <a:pt x="843740" y="0"/>
                  <a:pt x="850471" y="984"/>
                  <a:pt x="856265" y="2952"/>
                </a:cubicBezTo>
                <a:cubicBezTo>
                  <a:pt x="862059" y="4917"/>
                  <a:pt x="866894" y="7694"/>
                  <a:pt x="870771" y="11283"/>
                </a:cubicBezTo>
                <a:cubicBezTo>
                  <a:pt x="874648" y="14872"/>
                  <a:pt x="877544" y="19167"/>
                  <a:pt x="879462" y="24167"/>
                </a:cubicBezTo>
                <a:cubicBezTo>
                  <a:pt x="881379" y="29168"/>
                  <a:pt x="882337" y="34702"/>
                  <a:pt x="882337" y="40770"/>
                </a:cubicBezTo>
                <a:cubicBezTo>
                  <a:pt x="882337" y="45983"/>
                  <a:pt x="881656" y="50835"/>
                  <a:pt x="880292" y="55324"/>
                </a:cubicBezTo>
                <a:cubicBezTo>
                  <a:pt x="878929" y="59810"/>
                  <a:pt x="876927" y="63784"/>
                  <a:pt x="874285" y="67246"/>
                </a:cubicBezTo>
                <a:cubicBezTo>
                  <a:pt x="871644" y="70707"/>
                  <a:pt x="868406" y="73656"/>
                  <a:pt x="864572" y="76092"/>
                </a:cubicBezTo>
                <a:cubicBezTo>
                  <a:pt x="860738" y="78529"/>
                  <a:pt x="856307" y="80217"/>
                  <a:pt x="851280" y="81157"/>
                </a:cubicBezTo>
                <a:lnTo>
                  <a:pt x="851280" y="81412"/>
                </a:lnTo>
                <a:cubicBezTo>
                  <a:pt x="856989" y="82009"/>
                  <a:pt x="862208" y="83436"/>
                  <a:pt x="866937" y="85694"/>
                </a:cubicBezTo>
                <a:cubicBezTo>
                  <a:pt x="871665" y="87952"/>
                  <a:pt x="875734" y="90785"/>
                  <a:pt x="879142" y="94193"/>
                </a:cubicBezTo>
                <a:cubicBezTo>
                  <a:pt x="882550" y="97601"/>
                  <a:pt x="885213" y="101584"/>
                  <a:pt x="887130" y="106143"/>
                </a:cubicBezTo>
                <a:cubicBezTo>
                  <a:pt x="889047" y="110701"/>
                  <a:pt x="890005" y="115579"/>
                  <a:pt x="890005" y="120776"/>
                </a:cubicBezTo>
                <a:close/>
                <a:moveTo>
                  <a:pt x="953458" y="154070"/>
                </a:moveTo>
                <a:cubicBezTo>
                  <a:pt x="953458" y="160146"/>
                  <a:pt x="952457" y="164189"/>
                  <a:pt x="950455" y="166199"/>
                </a:cubicBezTo>
                <a:cubicBezTo>
                  <a:pt x="948452" y="168210"/>
                  <a:pt x="944810" y="169215"/>
                  <a:pt x="939527" y="169215"/>
                </a:cubicBezTo>
                <a:cubicBezTo>
                  <a:pt x="934415" y="169215"/>
                  <a:pt x="930879" y="168231"/>
                  <a:pt x="928919" y="166263"/>
                </a:cubicBezTo>
                <a:cubicBezTo>
                  <a:pt x="926960" y="164296"/>
                  <a:pt x="925980" y="160359"/>
                  <a:pt x="925980" y="154453"/>
                </a:cubicBezTo>
                <a:cubicBezTo>
                  <a:pt x="925980" y="148377"/>
                  <a:pt x="926981" y="144334"/>
                  <a:pt x="928983" y="142324"/>
                </a:cubicBezTo>
                <a:cubicBezTo>
                  <a:pt x="930986" y="140313"/>
                  <a:pt x="934628" y="139308"/>
                  <a:pt x="939911" y="139308"/>
                </a:cubicBezTo>
                <a:cubicBezTo>
                  <a:pt x="945023" y="139308"/>
                  <a:pt x="948559" y="140292"/>
                  <a:pt x="950519" y="142260"/>
                </a:cubicBezTo>
                <a:cubicBezTo>
                  <a:pt x="952478" y="144227"/>
                  <a:pt x="953458" y="148164"/>
                  <a:pt x="953458" y="154070"/>
                </a:cubicBezTo>
                <a:close/>
                <a:moveTo>
                  <a:pt x="1091519" y="158479"/>
                </a:moveTo>
                <a:cubicBezTo>
                  <a:pt x="1091519" y="160013"/>
                  <a:pt x="1091412" y="161376"/>
                  <a:pt x="1091199" y="162569"/>
                </a:cubicBezTo>
                <a:cubicBezTo>
                  <a:pt x="1090986" y="163762"/>
                  <a:pt x="1090688" y="164763"/>
                  <a:pt x="1090304" y="165572"/>
                </a:cubicBezTo>
                <a:cubicBezTo>
                  <a:pt x="1089921" y="166382"/>
                  <a:pt x="1089410" y="166978"/>
                  <a:pt x="1088771" y="167362"/>
                </a:cubicBezTo>
                <a:cubicBezTo>
                  <a:pt x="1088132" y="167745"/>
                  <a:pt x="1087429" y="167937"/>
                  <a:pt x="1086662" y="167937"/>
                </a:cubicBezTo>
                <a:lnTo>
                  <a:pt x="995281" y="167937"/>
                </a:lnTo>
                <a:cubicBezTo>
                  <a:pt x="994088" y="167937"/>
                  <a:pt x="993044" y="167788"/>
                  <a:pt x="992150" y="167489"/>
                </a:cubicBezTo>
                <a:cubicBezTo>
                  <a:pt x="991255" y="167191"/>
                  <a:pt x="990488" y="166701"/>
                  <a:pt x="989849" y="166020"/>
                </a:cubicBezTo>
                <a:cubicBezTo>
                  <a:pt x="989210" y="165338"/>
                  <a:pt x="988741" y="164358"/>
                  <a:pt x="988443" y="163080"/>
                </a:cubicBezTo>
                <a:cubicBezTo>
                  <a:pt x="988145" y="161802"/>
                  <a:pt x="987996" y="160226"/>
                  <a:pt x="987996" y="158351"/>
                </a:cubicBezTo>
                <a:cubicBezTo>
                  <a:pt x="987996" y="156647"/>
                  <a:pt x="988060" y="155156"/>
                  <a:pt x="988188" y="153878"/>
                </a:cubicBezTo>
                <a:cubicBezTo>
                  <a:pt x="988315" y="152600"/>
                  <a:pt x="988592" y="151471"/>
                  <a:pt x="989018" y="150491"/>
                </a:cubicBezTo>
                <a:cubicBezTo>
                  <a:pt x="989444" y="149511"/>
                  <a:pt x="989977" y="148532"/>
                  <a:pt x="990616" y="147552"/>
                </a:cubicBezTo>
                <a:cubicBezTo>
                  <a:pt x="991255" y="146572"/>
                  <a:pt x="992086" y="145528"/>
                  <a:pt x="993108" y="144420"/>
                </a:cubicBezTo>
                <a:lnTo>
                  <a:pt x="1025187" y="110380"/>
                </a:lnTo>
                <a:cubicBezTo>
                  <a:pt x="1032600" y="102536"/>
                  <a:pt x="1038543" y="95501"/>
                  <a:pt x="1043016" y="89276"/>
                </a:cubicBezTo>
                <a:cubicBezTo>
                  <a:pt x="1047490" y="83051"/>
                  <a:pt x="1050940" y="77381"/>
                  <a:pt x="1053369" y="72266"/>
                </a:cubicBezTo>
                <a:cubicBezTo>
                  <a:pt x="1055797" y="67149"/>
                  <a:pt x="1057394" y="62501"/>
                  <a:pt x="1058161" y="58323"/>
                </a:cubicBezTo>
                <a:cubicBezTo>
                  <a:pt x="1058928" y="54146"/>
                  <a:pt x="1059312" y="50224"/>
                  <a:pt x="1059312" y="46557"/>
                </a:cubicBezTo>
                <a:cubicBezTo>
                  <a:pt x="1059312" y="42888"/>
                  <a:pt x="1058715" y="39412"/>
                  <a:pt x="1057522" y="36129"/>
                </a:cubicBezTo>
                <a:cubicBezTo>
                  <a:pt x="1056329" y="32843"/>
                  <a:pt x="1054604" y="29964"/>
                  <a:pt x="1052346" y="27490"/>
                </a:cubicBezTo>
                <a:cubicBezTo>
                  <a:pt x="1050088" y="25014"/>
                  <a:pt x="1047255" y="23052"/>
                  <a:pt x="1043847" y="21603"/>
                </a:cubicBezTo>
                <a:cubicBezTo>
                  <a:pt x="1040439" y="20152"/>
                  <a:pt x="1036520" y="19426"/>
                  <a:pt x="1032089" y="19426"/>
                </a:cubicBezTo>
                <a:cubicBezTo>
                  <a:pt x="1026891" y="19426"/>
                  <a:pt x="1022227" y="20151"/>
                  <a:pt x="1018094" y="21599"/>
                </a:cubicBezTo>
                <a:cubicBezTo>
                  <a:pt x="1013962" y="23048"/>
                  <a:pt x="1010341" y="24624"/>
                  <a:pt x="1007231" y="26328"/>
                </a:cubicBezTo>
                <a:cubicBezTo>
                  <a:pt x="1004121" y="28032"/>
                  <a:pt x="1001522" y="29608"/>
                  <a:pt x="999435" y="31057"/>
                </a:cubicBezTo>
                <a:cubicBezTo>
                  <a:pt x="997347" y="32505"/>
                  <a:pt x="995792" y="33229"/>
                  <a:pt x="994770" y="33229"/>
                </a:cubicBezTo>
                <a:cubicBezTo>
                  <a:pt x="994173" y="33229"/>
                  <a:pt x="993641" y="33059"/>
                  <a:pt x="993172" y="32718"/>
                </a:cubicBezTo>
                <a:cubicBezTo>
                  <a:pt x="992703" y="32377"/>
                  <a:pt x="992320" y="31824"/>
                  <a:pt x="992022" y="31057"/>
                </a:cubicBezTo>
                <a:cubicBezTo>
                  <a:pt x="991724" y="30290"/>
                  <a:pt x="991489" y="29268"/>
                  <a:pt x="991319" y="27989"/>
                </a:cubicBezTo>
                <a:cubicBezTo>
                  <a:pt x="991149" y="26711"/>
                  <a:pt x="991063" y="25178"/>
                  <a:pt x="991063" y="23388"/>
                </a:cubicBezTo>
                <a:cubicBezTo>
                  <a:pt x="991063" y="22110"/>
                  <a:pt x="991106" y="21003"/>
                  <a:pt x="991191" y="20066"/>
                </a:cubicBezTo>
                <a:cubicBezTo>
                  <a:pt x="991276" y="19128"/>
                  <a:pt x="991425" y="18319"/>
                  <a:pt x="991638" y="17637"/>
                </a:cubicBezTo>
                <a:cubicBezTo>
                  <a:pt x="991851" y="16956"/>
                  <a:pt x="992128" y="16317"/>
                  <a:pt x="992469" y="15720"/>
                </a:cubicBezTo>
                <a:cubicBezTo>
                  <a:pt x="992810" y="15124"/>
                  <a:pt x="993492" y="14378"/>
                  <a:pt x="994514" y="13484"/>
                </a:cubicBezTo>
                <a:cubicBezTo>
                  <a:pt x="995537" y="12589"/>
                  <a:pt x="997304" y="11375"/>
                  <a:pt x="999818" y="9841"/>
                </a:cubicBezTo>
                <a:cubicBezTo>
                  <a:pt x="1002332" y="8307"/>
                  <a:pt x="1005484" y="6795"/>
                  <a:pt x="1009276" y="5304"/>
                </a:cubicBezTo>
                <a:cubicBezTo>
                  <a:pt x="1013067" y="3813"/>
                  <a:pt x="1017242" y="2556"/>
                  <a:pt x="1021801" y="1534"/>
                </a:cubicBezTo>
                <a:cubicBezTo>
                  <a:pt x="1026359" y="511"/>
                  <a:pt x="1031152" y="0"/>
                  <a:pt x="1036179" y="0"/>
                </a:cubicBezTo>
                <a:cubicBezTo>
                  <a:pt x="1044188" y="0"/>
                  <a:pt x="1051196" y="1130"/>
                  <a:pt x="1057203" y="3391"/>
                </a:cubicBezTo>
                <a:cubicBezTo>
                  <a:pt x="1063210" y="5649"/>
                  <a:pt x="1068194" y="8739"/>
                  <a:pt x="1072156" y="12661"/>
                </a:cubicBezTo>
                <a:cubicBezTo>
                  <a:pt x="1076118" y="16583"/>
                  <a:pt x="1079079" y="21145"/>
                  <a:pt x="1081039" y="26348"/>
                </a:cubicBezTo>
                <a:cubicBezTo>
                  <a:pt x="1082998" y="31548"/>
                  <a:pt x="1083978" y="37090"/>
                  <a:pt x="1083978" y="42975"/>
                </a:cubicBezTo>
                <a:cubicBezTo>
                  <a:pt x="1083978" y="48263"/>
                  <a:pt x="1083509" y="53529"/>
                  <a:pt x="1082572" y="58775"/>
                </a:cubicBezTo>
                <a:cubicBezTo>
                  <a:pt x="1081635" y="64017"/>
                  <a:pt x="1079654" y="69687"/>
                  <a:pt x="1076629" y="75785"/>
                </a:cubicBezTo>
                <a:cubicBezTo>
                  <a:pt x="1073604" y="81882"/>
                  <a:pt x="1069238" y="88661"/>
                  <a:pt x="1063529" y="96122"/>
                </a:cubicBezTo>
                <a:cubicBezTo>
                  <a:pt x="1057820" y="103583"/>
                  <a:pt x="1050237" y="112173"/>
                  <a:pt x="1040780" y="121895"/>
                </a:cubicBezTo>
                <a:lnTo>
                  <a:pt x="1014580" y="149277"/>
                </a:lnTo>
                <a:lnTo>
                  <a:pt x="1086534" y="149277"/>
                </a:lnTo>
                <a:cubicBezTo>
                  <a:pt x="1087216" y="149277"/>
                  <a:pt x="1087876" y="149469"/>
                  <a:pt x="1088515" y="149852"/>
                </a:cubicBezTo>
                <a:cubicBezTo>
                  <a:pt x="1089154" y="150236"/>
                  <a:pt x="1089708" y="150811"/>
                  <a:pt x="1090177" y="151578"/>
                </a:cubicBezTo>
                <a:cubicBezTo>
                  <a:pt x="1090645" y="152344"/>
                  <a:pt x="1090986" y="153303"/>
                  <a:pt x="1091199" y="154453"/>
                </a:cubicBezTo>
                <a:cubicBezTo>
                  <a:pt x="1091412" y="155603"/>
                  <a:pt x="1091519" y="156945"/>
                  <a:pt x="1091519" y="158479"/>
                </a:cubicBezTo>
                <a:close/>
                <a:moveTo>
                  <a:pt x="1174173" y="103395"/>
                </a:moveTo>
                <a:cubicBezTo>
                  <a:pt x="1174173" y="106718"/>
                  <a:pt x="1173790" y="109018"/>
                  <a:pt x="1173023" y="110296"/>
                </a:cubicBezTo>
                <a:cubicBezTo>
                  <a:pt x="1172256" y="111574"/>
                  <a:pt x="1171149" y="112213"/>
                  <a:pt x="1169700" y="112213"/>
                </a:cubicBezTo>
                <a:lnTo>
                  <a:pt x="1116277" y="112213"/>
                </a:lnTo>
                <a:cubicBezTo>
                  <a:pt x="1114744" y="112213"/>
                  <a:pt x="1113593" y="111553"/>
                  <a:pt x="1112827" y="110232"/>
                </a:cubicBezTo>
                <a:cubicBezTo>
                  <a:pt x="1112060" y="108912"/>
                  <a:pt x="1111676" y="106633"/>
                  <a:pt x="1111676" y="103395"/>
                </a:cubicBezTo>
                <a:cubicBezTo>
                  <a:pt x="1111676" y="100157"/>
                  <a:pt x="1112060" y="97899"/>
                  <a:pt x="1112827" y="96621"/>
                </a:cubicBezTo>
                <a:cubicBezTo>
                  <a:pt x="1113593" y="95343"/>
                  <a:pt x="1114744" y="94704"/>
                  <a:pt x="1116277" y="94704"/>
                </a:cubicBezTo>
                <a:lnTo>
                  <a:pt x="1169700" y="94704"/>
                </a:lnTo>
                <a:cubicBezTo>
                  <a:pt x="1170382" y="94704"/>
                  <a:pt x="1170999" y="94832"/>
                  <a:pt x="1171553" y="95087"/>
                </a:cubicBezTo>
                <a:cubicBezTo>
                  <a:pt x="1172107" y="95343"/>
                  <a:pt x="1172576" y="95833"/>
                  <a:pt x="1172959" y="96557"/>
                </a:cubicBezTo>
                <a:cubicBezTo>
                  <a:pt x="1173343" y="97281"/>
                  <a:pt x="1173641" y="98197"/>
                  <a:pt x="1173854" y="99305"/>
                </a:cubicBezTo>
                <a:cubicBezTo>
                  <a:pt x="1174067" y="100413"/>
                  <a:pt x="1174173" y="101776"/>
                  <a:pt x="1174173" y="103395"/>
                </a:cubicBezTo>
                <a:close/>
                <a:moveTo>
                  <a:pt x="1225893" y="164614"/>
                </a:moveTo>
                <a:cubicBezTo>
                  <a:pt x="1225893" y="165295"/>
                  <a:pt x="1225723" y="165892"/>
                  <a:pt x="1225382" y="166403"/>
                </a:cubicBezTo>
                <a:cubicBezTo>
                  <a:pt x="1225041" y="166914"/>
                  <a:pt x="1224445" y="167319"/>
                  <a:pt x="1223593" y="167617"/>
                </a:cubicBezTo>
                <a:cubicBezTo>
                  <a:pt x="1222741" y="167915"/>
                  <a:pt x="1221612" y="168171"/>
                  <a:pt x="1220206" y="168384"/>
                </a:cubicBezTo>
                <a:cubicBezTo>
                  <a:pt x="1218800" y="168597"/>
                  <a:pt x="1217032" y="168704"/>
                  <a:pt x="1214902" y="168704"/>
                </a:cubicBezTo>
                <a:cubicBezTo>
                  <a:pt x="1212857" y="168704"/>
                  <a:pt x="1211110" y="168597"/>
                  <a:pt x="1209662" y="168384"/>
                </a:cubicBezTo>
                <a:cubicBezTo>
                  <a:pt x="1208213" y="168171"/>
                  <a:pt x="1207063" y="167915"/>
                  <a:pt x="1206211" y="167617"/>
                </a:cubicBezTo>
                <a:cubicBezTo>
                  <a:pt x="1205359" y="167319"/>
                  <a:pt x="1204763" y="166914"/>
                  <a:pt x="1204422" y="166403"/>
                </a:cubicBezTo>
                <a:cubicBezTo>
                  <a:pt x="1204081" y="165892"/>
                  <a:pt x="1203910" y="165295"/>
                  <a:pt x="1203910" y="164614"/>
                </a:cubicBezTo>
                <a:lnTo>
                  <a:pt x="1203910" y="5879"/>
                </a:lnTo>
                <a:cubicBezTo>
                  <a:pt x="1203910" y="5197"/>
                  <a:pt x="1204102" y="4601"/>
                  <a:pt x="1204486" y="4090"/>
                </a:cubicBezTo>
                <a:cubicBezTo>
                  <a:pt x="1204869" y="3579"/>
                  <a:pt x="1205508" y="3174"/>
                  <a:pt x="1206403" y="2876"/>
                </a:cubicBezTo>
                <a:cubicBezTo>
                  <a:pt x="1207297" y="2577"/>
                  <a:pt x="1208448" y="2322"/>
                  <a:pt x="1209853" y="2109"/>
                </a:cubicBezTo>
                <a:cubicBezTo>
                  <a:pt x="1211259" y="1896"/>
                  <a:pt x="1212942" y="1789"/>
                  <a:pt x="1214902" y="1789"/>
                </a:cubicBezTo>
                <a:cubicBezTo>
                  <a:pt x="1217032" y="1789"/>
                  <a:pt x="1218800" y="1896"/>
                  <a:pt x="1220206" y="2109"/>
                </a:cubicBezTo>
                <a:cubicBezTo>
                  <a:pt x="1221612" y="2322"/>
                  <a:pt x="1222741" y="2577"/>
                  <a:pt x="1223593" y="2876"/>
                </a:cubicBezTo>
                <a:cubicBezTo>
                  <a:pt x="1224445" y="3174"/>
                  <a:pt x="1225041" y="3579"/>
                  <a:pt x="1225382" y="4090"/>
                </a:cubicBezTo>
                <a:cubicBezTo>
                  <a:pt x="1225723" y="4601"/>
                  <a:pt x="1225893" y="5197"/>
                  <a:pt x="1225893" y="5879"/>
                </a:cubicBezTo>
                <a:lnTo>
                  <a:pt x="1225893" y="164614"/>
                </a:lnTo>
                <a:close/>
                <a:moveTo>
                  <a:pt x="1367277" y="164742"/>
                </a:moveTo>
                <a:cubicBezTo>
                  <a:pt x="1367277" y="165423"/>
                  <a:pt x="1367107" y="165998"/>
                  <a:pt x="1366766" y="166467"/>
                </a:cubicBezTo>
                <a:cubicBezTo>
                  <a:pt x="1366425" y="166936"/>
                  <a:pt x="1365871" y="167340"/>
                  <a:pt x="1365104" y="167681"/>
                </a:cubicBezTo>
                <a:cubicBezTo>
                  <a:pt x="1364338" y="168022"/>
                  <a:pt x="1363272" y="168278"/>
                  <a:pt x="1361909" y="168448"/>
                </a:cubicBezTo>
                <a:cubicBezTo>
                  <a:pt x="1360546" y="168618"/>
                  <a:pt x="1358842" y="168704"/>
                  <a:pt x="1356797" y="168704"/>
                </a:cubicBezTo>
                <a:cubicBezTo>
                  <a:pt x="1354667" y="168704"/>
                  <a:pt x="1352920" y="168618"/>
                  <a:pt x="1351557" y="168448"/>
                </a:cubicBezTo>
                <a:cubicBezTo>
                  <a:pt x="1350194" y="168278"/>
                  <a:pt x="1349129" y="168022"/>
                  <a:pt x="1348362" y="167681"/>
                </a:cubicBezTo>
                <a:cubicBezTo>
                  <a:pt x="1347595" y="167340"/>
                  <a:pt x="1347041" y="166936"/>
                  <a:pt x="1346700" y="166467"/>
                </a:cubicBezTo>
                <a:cubicBezTo>
                  <a:pt x="1346360" y="165998"/>
                  <a:pt x="1346189" y="165423"/>
                  <a:pt x="1346189" y="164742"/>
                </a:cubicBezTo>
                <a:lnTo>
                  <a:pt x="1346189" y="97388"/>
                </a:lnTo>
                <a:cubicBezTo>
                  <a:pt x="1346189" y="90827"/>
                  <a:pt x="1345678" y="85545"/>
                  <a:pt x="1344655" y="81540"/>
                </a:cubicBezTo>
                <a:cubicBezTo>
                  <a:pt x="1343633" y="77535"/>
                  <a:pt x="1342142" y="74085"/>
                  <a:pt x="1340182" y="71188"/>
                </a:cubicBezTo>
                <a:cubicBezTo>
                  <a:pt x="1338223" y="68291"/>
                  <a:pt x="1335688" y="66076"/>
                  <a:pt x="1332578" y="64542"/>
                </a:cubicBezTo>
                <a:cubicBezTo>
                  <a:pt x="1329468" y="63008"/>
                  <a:pt x="1325868" y="62241"/>
                  <a:pt x="1321778" y="62241"/>
                </a:cubicBezTo>
                <a:cubicBezTo>
                  <a:pt x="1316496" y="62241"/>
                  <a:pt x="1311213" y="64116"/>
                  <a:pt x="1305930" y="67865"/>
                </a:cubicBezTo>
                <a:cubicBezTo>
                  <a:pt x="1300648" y="71614"/>
                  <a:pt x="1295109" y="77109"/>
                  <a:pt x="1289316" y="84352"/>
                </a:cubicBezTo>
                <a:lnTo>
                  <a:pt x="1289316" y="164742"/>
                </a:lnTo>
                <a:cubicBezTo>
                  <a:pt x="1289316" y="165423"/>
                  <a:pt x="1289145" y="165998"/>
                  <a:pt x="1288804" y="166467"/>
                </a:cubicBezTo>
                <a:cubicBezTo>
                  <a:pt x="1288464" y="166936"/>
                  <a:pt x="1287910" y="167340"/>
                  <a:pt x="1287143" y="167681"/>
                </a:cubicBezTo>
                <a:cubicBezTo>
                  <a:pt x="1286376" y="168022"/>
                  <a:pt x="1285311" y="168278"/>
                  <a:pt x="1283948" y="168448"/>
                </a:cubicBezTo>
                <a:cubicBezTo>
                  <a:pt x="1282584" y="168618"/>
                  <a:pt x="1280838" y="168704"/>
                  <a:pt x="1278708" y="168704"/>
                </a:cubicBezTo>
                <a:cubicBezTo>
                  <a:pt x="1276663" y="168704"/>
                  <a:pt x="1274959" y="168618"/>
                  <a:pt x="1273595" y="168448"/>
                </a:cubicBezTo>
                <a:cubicBezTo>
                  <a:pt x="1272232" y="168278"/>
                  <a:pt x="1271146" y="168022"/>
                  <a:pt x="1270336" y="167681"/>
                </a:cubicBezTo>
                <a:cubicBezTo>
                  <a:pt x="1269527" y="167340"/>
                  <a:pt x="1268973" y="166936"/>
                  <a:pt x="1268675" y="166467"/>
                </a:cubicBezTo>
                <a:cubicBezTo>
                  <a:pt x="1268377" y="165998"/>
                  <a:pt x="1268228" y="165423"/>
                  <a:pt x="1268228" y="164742"/>
                </a:cubicBezTo>
                <a:lnTo>
                  <a:pt x="1268228" y="49716"/>
                </a:lnTo>
                <a:cubicBezTo>
                  <a:pt x="1268228" y="49035"/>
                  <a:pt x="1268355" y="48460"/>
                  <a:pt x="1268611" y="47991"/>
                </a:cubicBezTo>
                <a:cubicBezTo>
                  <a:pt x="1268867" y="47522"/>
                  <a:pt x="1269378" y="47096"/>
                  <a:pt x="1270145" y="46713"/>
                </a:cubicBezTo>
                <a:cubicBezTo>
                  <a:pt x="1270912" y="46330"/>
                  <a:pt x="1271891" y="46074"/>
                  <a:pt x="1273084" y="45946"/>
                </a:cubicBezTo>
                <a:cubicBezTo>
                  <a:pt x="1274277" y="45818"/>
                  <a:pt x="1275853" y="45754"/>
                  <a:pt x="1277813" y="45754"/>
                </a:cubicBezTo>
                <a:cubicBezTo>
                  <a:pt x="1279688" y="45754"/>
                  <a:pt x="1281243" y="45818"/>
                  <a:pt x="1282478" y="45946"/>
                </a:cubicBezTo>
                <a:cubicBezTo>
                  <a:pt x="1283713" y="46074"/>
                  <a:pt x="1284672" y="46330"/>
                  <a:pt x="1285354" y="46713"/>
                </a:cubicBezTo>
                <a:cubicBezTo>
                  <a:pt x="1286035" y="47096"/>
                  <a:pt x="1286525" y="47522"/>
                  <a:pt x="1286823" y="47991"/>
                </a:cubicBezTo>
                <a:cubicBezTo>
                  <a:pt x="1287122" y="48460"/>
                  <a:pt x="1287271" y="49035"/>
                  <a:pt x="1287271" y="49716"/>
                </a:cubicBezTo>
                <a:lnTo>
                  <a:pt x="1287271" y="64925"/>
                </a:lnTo>
                <a:cubicBezTo>
                  <a:pt x="1293746" y="57683"/>
                  <a:pt x="1300200" y="52379"/>
                  <a:pt x="1306633" y="49013"/>
                </a:cubicBezTo>
                <a:cubicBezTo>
                  <a:pt x="1313066" y="45648"/>
                  <a:pt x="1319563" y="43965"/>
                  <a:pt x="1326124" y="43965"/>
                </a:cubicBezTo>
                <a:cubicBezTo>
                  <a:pt x="1333792" y="43965"/>
                  <a:pt x="1340246" y="45265"/>
                  <a:pt x="1345486" y="47863"/>
                </a:cubicBezTo>
                <a:cubicBezTo>
                  <a:pt x="1350726" y="50462"/>
                  <a:pt x="1354965" y="53934"/>
                  <a:pt x="1358203" y="58279"/>
                </a:cubicBezTo>
                <a:cubicBezTo>
                  <a:pt x="1361441" y="62625"/>
                  <a:pt x="1363762" y="67716"/>
                  <a:pt x="1365168" y="73552"/>
                </a:cubicBezTo>
                <a:cubicBezTo>
                  <a:pt x="1366574" y="79389"/>
                  <a:pt x="1367277" y="86397"/>
                  <a:pt x="1367277" y="94576"/>
                </a:cubicBezTo>
                <a:lnTo>
                  <a:pt x="1367277" y="164742"/>
                </a:lnTo>
                <a:close/>
                <a:moveTo>
                  <a:pt x="1474189" y="133521"/>
                </a:moveTo>
                <a:cubicBezTo>
                  <a:pt x="1474189" y="139405"/>
                  <a:pt x="1473103" y="144651"/>
                  <a:pt x="1470930" y="149257"/>
                </a:cubicBezTo>
                <a:cubicBezTo>
                  <a:pt x="1468757" y="153861"/>
                  <a:pt x="1465668" y="157742"/>
                  <a:pt x="1461664" y="160899"/>
                </a:cubicBezTo>
                <a:cubicBezTo>
                  <a:pt x="1457659" y="164055"/>
                  <a:pt x="1452888" y="166442"/>
                  <a:pt x="1447350" y="168060"/>
                </a:cubicBezTo>
                <a:cubicBezTo>
                  <a:pt x="1441811" y="169682"/>
                  <a:pt x="1435719" y="170493"/>
                  <a:pt x="1429073" y="170493"/>
                </a:cubicBezTo>
                <a:cubicBezTo>
                  <a:pt x="1424984" y="170493"/>
                  <a:pt x="1421086" y="170173"/>
                  <a:pt x="1417379" y="169534"/>
                </a:cubicBezTo>
                <a:cubicBezTo>
                  <a:pt x="1413673" y="168895"/>
                  <a:pt x="1410350" y="168086"/>
                  <a:pt x="1407410" y="167106"/>
                </a:cubicBezTo>
                <a:cubicBezTo>
                  <a:pt x="1404471" y="166126"/>
                  <a:pt x="1401979" y="165104"/>
                  <a:pt x="1399934" y="164039"/>
                </a:cubicBezTo>
                <a:cubicBezTo>
                  <a:pt x="1397889" y="162974"/>
                  <a:pt x="1396398" y="162015"/>
                  <a:pt x="1395461" y="161163"/>
                </a:cubicBezTo>
                <a:cubicBezTo>
                  <a:pt x="1394523" y="160311"/>
                  <a:pt x="1393842" y="159118"/>
                  <a:pt x="1393416" y="157584"/>
                </a:cubicBezTo>
                <a:cubicBezTo>
                  <a:pt x="1392990" y="156051"/>
                  <a:pt x="1392777" y="153963"/>
                  <a:pt x="1392777" y="151322"/>
                </a:cubicBezTo>
                <a:cubicBezTo>
                  <a:pt x="1392777" y="149703"/>
                  <a:pt x="1392862" y="148340"/>
                  <a:pt x="1393032" y="147232"/>
                </a:cubicBezTo>
                <a:cubicBezTo>
                  <a:pt x="1393203" y="146125"/>
                  <a:pt x="1393416" y="145230"/>
                  <a:pt x="1393671" y="144548"/>
                </a:cubicBezTo>
                <a:cubicBezTo>
                  <a:pt x="1393927" y="143867"/>
                  <a:pt x="1394289" y="143377"/>
                  <a:pt x="1394758" y="143078"/>
                </a:cubicBezTo>
                <a:cubicBezTo>
                  <a:pt x="1395226" y="142780"/>
                  <a:pt x="1395759" y="142631"/>
                  <a:pt x="1396355" y="142631"/>
                </a:cubicBezTo>
                <a:cubicBezTo>
                  <a:pt x="1397292" y="142631"/>
                  <a:pt x="1398677" y="143206"/>
                  <a:pt x="1400509" y="144357"/>
                </a:cubicBezTo>
                <a:cubicBezTo>
                  <a:pt x="1402341" y="145507"/>
                  <a:pt x="1404599" y="146764"/>
                  <a:pt x="1407283" y="148127"/>
                </a:cubicBezTo>
                <a:cubicBezTo>
                  <a:pt x="1409967" y="149490"/>
                  <a:pt x="1413140" y="150747"/>
                  <a:pt x="1416804" y="151897"/>
                </a:cubicBezTo>
                <a:cubicBezTo>
                  <a:pt x="1420468" y="153047"/>
                  <a:pt x="1424685" y="153622"/>
                  <a:pt x="1429457" y="153622"/>
                </a:cubicBezTo>
                <a:cubicBezTo>
                  <a:pt x="1433035" y="153622"/>
                  <a:pt x="1436273" y="153239"/>
                  <a:pt x="1439170" y="152472"/>
                </a:cubicBezTo>
                <a:cubicBezTo>
                  <a:pt x="1442067" y="151703"/>
                  <a:pt x="1444581" y="150571"/>
                  <a:pt x="1446711" y="149077"/>
                </a:cubicBezTo>
                <a:cubicBezTo>
                  <a:pt x="1448841" y="147584"/>
                  <a:pt x="1450481" y="145684"/>
                  <a:pt x="1451631" y="143378"/>
                </a:cubicBezTo>
                <a:cubicBezTo>
                  <a:pt x="1452781" y="141072"/>
                  <a:pt x="1453357" y="138340"/>
                  <a:pt x="1453357" y="135182"/>
                </a:cubicBezTo>
                <a:cubicBezTo>
                  <a:pt x="1453357" y="131942"/>
                  <a:pt x="1452526" y="129213"/>
                  <a:pt x="1450864" y="126995"/>
                </a:cubicBezTo>
                <a:cubicBezTo>
                  <a:pt x="1449203" y="124777"/>
                  <a:pt x="1447009" y="122816"/>
                  <a:pt x="1444282" y="121112"/>
                </a:cubicBezTo>
                <a:cubicBezTo>
                  <a:pt x="1441556" y="119405"/>
                  <a:pt x="1438488" y="117891"/>
                  <a:pt x="1435080" y="116571"/>
                </a:cubicBezTo>
                <a:cubicBezTo>
                  <a:pt x="1431672" y="115247"/>
                  <a:pt x="1428158" y="113862"/>
                  <a:pt x="1424536" y="112413"/>
                </a:cubicBezTo>
                <a:cubicBezTo>
                  <a:pt x="1420915" y="110962"/>
                  <a:pt x="1417379" y="109319"/>
                  <a:pt x="1413928" y="107485"/>
                </a:cubicBezTo>
                <a:cubicBezTo>
                  <a:pt x="1410478" y="105650"/>
                  <a:pt x="1407389" y="103411"/>
                  <a:pt x="1404663" y="100767"/>
                </a:cubicBezTo>
                <a:cubicBezTo>
                  <a:pt x="1401936" y="98123"/>
                  <a:pt x="1399742" y="94968"/>
                  <a:pt x="1398081" y="91301"/>
                </a:cubicBezTo>
                <a:cubicBezTo>
                  <a:pt x="1396419" y="87635"/>
                  <a:pt x="1395588" y="83243"/>
                  <a:pt x="1395588" y="78125"/>
                </a:cubicBezTo>
                <a:cubicBezTo>
                  <a:pt x="1395588" y="73604"/>
                  <a:pt x="1396462" y="69276"/>
                  <a:pt x="1398208" y="65141"/>
                </a:cubicBezTo>
                <a:cubicBezTo>
                  <a:pt x="1399955" y="61003"/>
                  <a:pt x="1402575" y="57378"/>
                  <a:pt x="1406068" y="54266"/>
                </a:cubicBezTo>
                <a:cubicBezTo>
                  <a:pt x="1409562" y="51150"/>
                  <a:pt x="1413928" y="48655"/>
                  <a:pt x="1419169" y="46781"/>
                </a:cubicBezTo>
                <a:cubicBezTo>
                  <a:pt x="1424409" y="44904"/>
                  <a:pt x="1430522" y="43965"/>
                  <a:pt x="1437509" y="43965"/>
                </a:cubicBezTo>
                <a:cubicBezTo>
                  <a:pt x="1440576" y="43965"/>
                  <a:pt x="1443643" y="44225"/>
                  <a:pt x="1446711" y="44744"/>
                </a:cubicBezTo>
                <a:cubicBezTo>
                  <a:pt x="1449778" y="45263"/>
                  <a:pt x="1452547" y="45912"/>
                  <a:pt x="1455018" y="46689"/>
                </a:cubicBezTo>
                <a:cubicBezTo>
                  <a:pt x="1457489" y="47467"/>
                  <a:pt x="1459598" y="48309"/>
                  <a:pt x="1461344" y="49217"/>
                </a:cubicBezTo>
                <a:cubicBezTo>
                  <a:pt x="1463091" y="50125"/>
                  <a:pt x="1464412" y="50925"/>
                  <a:pt x="1465306" y="51618"/>
                </a:cubicBezTo>
                <a:cubicBezTo>
                  <a:pt x="1466201" y="52310"/>
                  <a:pt x="1466797" y="52912"/>
                  <a:pt x="1467096" y="53423"/>
                </a:cubicBezTo>
                <a:cubicBezTo>
                  <a:pt x="1467394" y="53934"/>
                  <a:pt x="1467607" y="54509"/>
                  <a:pt x="1467735" y="55148"/>
                </a:cubicBezTo>
                <a:cubicBezTo>
                  <a:pt x="1467862" y="55787"/>
                  <a:pt x="1467990" y="56575"/>
                  <a:pt x="1468118" y="57513"/>
                </a:cubicBezTo>
                <a:cubicBezTo>
                  <a:pt x="1468246" y="58450"/>
                  <a:pt x="1468310" y="59600"/>
                  <a:pt x="1468310" y="60963"/>
                </a:cubicBezTo>
                <a:cubicBezTo>
                  <a:pt x="1468310" y="62412"/>
                  <a:pt x="1468246" y="63669"/>
                  <a:pt x="1468118" y="64734"/>
                </a:cubicBezTo>
                <a:cubicBezTo>
                  <a:pt x="1467990" y="65799"/>
                  <a:pt x="1467777" y="66672"/>
                  <a:pt x="1467479" y="67354"/>
                </a:cubicBezTo>
                <a:cubicBezTo>
                  <a:pt x="1467181" y="68035"/>
                  <a:pt x="1466819" y="68525"/>
                  <a:pt x="1466393" y="68823"/>
                </a:cubicBezTo>
                <a:cubicBezTo>
                  <a:pt x="1465967" y="69122"/>
                  <a:pt x="1465498" y="69271"/>
                  <a:pt x="1464987" y="69271"/>
                </a:cubicBezTo>
                <a:cubicBezTo>
                  <a:pt x="1464220" y="69271"/>
                  <a:pt x="1463112" y="68795"/>
                  <a:pt x="1461664" y="67845"/>
                </a:cubicBezTo>
                <a:cubicBezTo>
                  <a:pt x="1460215" y="66894"/>
                  <a:pt x="1458341" y="65879"/>
                  <a:pt x="1456040" y="64797"/>
                </a:cubicBezTo>
                <a:cubicBezTo>
                  <a:pt x="1453740" y="63716"/>
                  <a:pt x="1451035" y="62701"/>
                  <a:pt x="1447925" y="61750"/>
                </a:cubicBezTo>
                <a:cubicBezTo>
                  <a:pt x="1444815" y="60800"/>
                  <a:pt x="1441258" y="60324"/>
                  <a:pt x="1437253" y="60324"/>
                </a:cubicBezTo>
                <a:cubicBezTo>
                  <a:pt x="1433674" y="60324"/>
                  <a:pt x="1430522" y="60730"/>
                  <a:pt x="1427795" y="61542"/>
                </a:cubicBezTo>
                <a:cubicBezTo>
                  <a:pt x="1425069" y="62352"/>
                  <a:pt x="1422832" y="63503"/>
                  <a:pt x="1421086" y="64997"/>
                </a:cubicBezTo>
                <a:cubicBezTo>
                  <a:pt x="1419339" y="66491"/>
                  <a:pt x="1418018" y="68263"/>
                  <a:pt x="1417124" y="70313"/>
                </a:cubicBezTo>
                <a:cubicBezTo>
                  <a:pt x="1416229" y="72361"/>
                  <a:pt x="1415782" y="74580"/>
                  <a:pt x="1415782" y="76971"/>
                </a:cubicBezTo>
                <a:cubicBezTo>
                  <a:pt x="1415782" y="80297"/>
                  <a:pt x="1416634" y="83090"/>
                  <a:pt x="1418338" y="85350"/>
                </a:cubicBezTo>
                <a:cubicBezTo>
                  <a:pt x="1420042" y="87611"/>
                  <a:pt x="1422257" y="89594"/>
                  <a:pt x="1424984" y="91301"/>
                </a:cubicBezTo>
                <a:cubicBezTo>
                  <a:pt x="1427710" y="93005"/>
                  <a:pt x="1430820" y="94540"/>
                  <a:pt x="1434313" y="95906"/>
                </a:cubicBezTo>
                <a:cubicBezTo>
                  <a:pt x="1437807" y="97269"/>
                  <a:pt x="1441364" y="98677"/>
                  <a:pt x="1444985" y="100128"/>
                </a:cubicBezTo>
                <a:cubicBezTo>
                  <a:pt x="1448606" y="101576"/>
                  <a:pt x="1452185" y="103196"/>
                  <a:pt x="1455721" y="104988"/>
                </a:cubicBezTo>
                <a:cubicBezTo>
                  <a:pt x="1459257" y="106780"/>
                  <a:pt x="1462388" y="108956"/>
                  <a:pt x="1465115" y="111514"/>
                </a:cubicBezTo>
                <a:cubicBezTo>
                  <a:pt x="1467841" y="114073"/>
                  <a:pt x="1470035" y="117145"/>
                  <a:pt x="1471697" y="120728"/>
                </a:cubicBezTo>
                <a:cubicBezTo>
                  <a:pt x="1473358" y="124310"/>
                  <a:pt x="1474189" y="128574"/>
                  <a:pt x="1474189" y="133521"/>
                </a:cubicBezTo>
                <a:close/>
                <a:moveTo>
                  <a:pt x="1564920" y="156434"/>
                </a:moveTo>
                <a:cubicBezTo>
                  <a:pt x="1564920" y="158905"/>
                  <a:pt x="1564749" y="160865"/>
                  <a:pt x="1564409" y="162313"/>
                </a:cubicBezTo>
                <a:cubicBezTo>
                  <a:pt x="1564068" y="163762"/>
                  <a:pt x="1563556" y="164827"/>
                  <a:pt x="1562875" y="165508"/>
                </a:cubicBezTo>
                <a:cubicBezTo>
                  <a:pt x="1562193" y="166190"/>
                  <a:pt x="1561171" y="166829"/>
                  <a:pt x="1559808" y="167425"/>
                </a:cubicBezTo>
                <a:cubicBezTo>
                  <a:pt x="1558444" y="168022"/>
                  <a:pt x="1556889" y="168512"/>
                  <a:pt x="1555143" y="168895"/>
                </a:cubicBezTo>
                <a:cubicBezTo>
                  <a:pt x="1553396" y="169279"/>
                  <a:pt x="1551543" y="169598"/>
                  <a:pt x="1549583" y="169854"/>
                </a:cubicBezTo>
                <a:cubicBezTo>
                  <a:pt x="1547623" y="170109"/>
                  <a:pt x="1545664" y="170237"/>
                  <a:pt x="1543704" y="170237"/>
                </a:cubicBezTo>
                <a:cubicBezTo>
                  <a:pt x="1537740" y="170237"/>
                  <a:pt x="1532628" y="169448"/>
                  <a:pt x="1528367" y="167869"/>
                </a:cubicBezTo>
                <a:cubicBezTo>
                  <a:pt x="1524107" y="166287"/>
                  <a:pt x="1520614" y="163895"/>
                  <a:pt x="1517887" y="160692"/>
                </a:cubicBezTo>
                <a:cubicBezTo>
                  <a:pt x="1515161" y="157489"/>
                  <a:pt x="1513180" y="153432"/>
                  <a:pt x="1511944" y="148522"/>
                </a:cubicBezTo>
                <a:cubicBezTo>
                  <a:pt x="1510709" y="143612"/>
                  <a:pt x="1510091" y="137826"/>
                  <a:pt x="1510091" y="131165"/>
                </a:cubicBezTo>
                <a:lnTo>
                  <a:pt x="1510091" y="63775"/>
                </a:lnTo>
                <a:lnTo>
                  <a:pt x="1493988" y="63775"/>
                </a:lnTo>
                <a:cubicBezTo>
                  <a:pt x="1492710" y="63775"/>
                  <a:pt x="1491687" y="63093"/>
                  <a:pt x="1490920" y="61730"/>
                </a:cubicBezTo>
                <a:cubicBezTo>
                  <a:pt x="1490153" y="60367"/>
                  <a:pt x="1489770" y="58152"/>
                  <a:pt x="1489770" y="55084"/>
                </a:cubicBezTo>
                <a:cubicBezTo>
                  <a:pt x="1489770" y="53465"/>
                  <a:pt x="1489877" y="52102"/>
                  <a:pt x="1490090" y="50994"/>
                </a:cubicBezTo>
                <a:cubicBezTo>
                  <a:pt x="1490303" y="49887"/>
                  <a:pt x="1490579" y="48971"/>
                  <a:pt x="1490920" y="48247"/>
                </a:cubicBezTo>
                <a:cubicBezTo>
                  <a:pt x="1491261" y="47522"/>
                  <a:pt x="1491708" y="47011"/>
                  <a:pt x="1492262" y="46713"/>
                </a:cubicBezTo>
                <a:cubicBezTo>
                  <a:pt x="1492816" y="46415"/>
                  <a:pt x="1493434" y="46266"/>
                  <a:pt x="1494115" y="46266"/>
                </a:cubicBezTo>
                <a:lnTo>
                  <a:pt x="1510091" y="46266"/>
                </a:lnTo>
                <a:lnTo>
                  <a:pt x="1510091" y="18915"/>
                </a:lnTo>
                <a:cubicBezTo>
                  <a:pt x="1510091" y="18319"/>
                  <a:pt x="1510240" y="17765"/>
                  <a:pt x="1510538" y="17254"/>
                </a:cubicBezTo>
                <a:cubicBezTo>
                  <a:pt x="1510837" y="16743"/>
                  <a:pt x="1511390" y="16295"/>
                  <a:pt x="1512200" y="15912"/>
                </a:cubicBezTo>
                <a:cubicBezTo>
                  <a:pt x="1513009" y="15528"/>
                  <a:pt x="1514096" y="15251"/>
                  <a:pt x="1515459" y="15081"/>
                </a:cubicBezTo>
                <a:cubicBezTo>
                  <a:pt x="1516822" y="14911"/>
                  <a:pt x="1518526" y="14825"/>
                  <a:pt x="1520571" y="14825"/>
                </a:cubicBezTo>
                <a:cubicBezTo>
                  <a:pt x="1522701" y="14825"/>
                  <a:pt x="1524448" y="14911"/>
                  <a:pt x="1525811" y="15081"/>
                </a:cubicBezTo>
                <a:cubicBezTo>
                  <a:pt x="1527174" y="15251"/>
                  <a:pt x="1528240" y="15528"/>
                  <a:pt x="1529006" y="15912"/>
                </a:cubicBezTo>
                <a:cubicBezTo>
                  <a:pt x="1529773" y="16295"/>
                  <a:pt x="1530327" y="16743"/>
                  <a:pt x="1530668" y="17254"/>
                </a:cubicBezTo>
                <a:cubicBezTo>
                  <a:pt x="1531009" y="17765"/>
                  <a:pt x="1531179" y="18319"/>
                  <a:pt x="1531179" y="18915"/>
                </a:cubicBezTo>
                <a:lnTo>
                  <a:pt x="1531179" y="46266"/>
                </a:lnTo>
                <a:lnTo>
                  <a:pt x="1560702" y="46266"/>
                </a:lnTo>
                <a:cubicBezTo>
                  <a:pt x="1561384" y="46266"/>
                  <a:pt x="1561980" y="46415"/>
                  <a:pt x="1562491" y="46713"/>
                </a:cubicBezTo>
                <a:cubicBezTo>
                  <a:pt x="1563003" y="47011"/>
                  <a:pt x="1563450" y="47522"/>
                  <a:pt x="1563833" y="48247"/>
                </a:cubicBezTo>
                <a:cubicBezTo>
                  <a:pt x="1564217" y="48971"/>
                  <a:pt x="1564494" y="49887"/>
                  <a:pt x="1564664" y="50994"/>
                </a:cubicBezTo>
                <a:cubicBezTo>
                  <a:pt x="1564835" y="52102"/>
                  <a:pt x="1564920" y="53465"/>
                  <a:pt x="1564920" y="55084"/>
                </a:cubicBezTo>
                <a:cubicBezTo>
                  <a:pt x="1564920" y="58152"/>
                  <a:pt x="1564536" y="60367"/>
                  <a:pt x="1563769" y="61730"/>
                </a:cubicBezTo>
                <a:cubicBezTo>
                  <a:pt x="1563003" y="63093"/>
                  <a:pt x="1561980" y="63775"/>
                  <a:pt x="1560702" y="63775"/>
                </a:cubicBezTo>
                <a:lnTo>
                  <a:pt x="1531179" y="63775"/>
                </a:lnTo>
                <a:lnTo>
                  <a:pt x="1531179" y="128121"/>
                </a:lnTo>
                <a:cubicBezTo>
                  <a:pt x="1531179" y="136066"/>
                  <a:pt x="1532351" y="142069"/>
                  <a:pt x="1534694" y="146130"/>
                </a:cubicBezTo>
                <a:cubicBezTo>
                  <a:pt x="1537037" y="150188"/>
                  <a:pt x="1541233" y="152217"/>
                  <a:pt x="1547283" y="152217"/>
                </a:cubicBezTo>
                <a:cubicBezTo>
                  <a:pt x="1549242" y="152217"/>
                  <a:pt x="1550989" y="152025"/>
                  <a:pt x="1552523" y="151641"/>
                </a:cubicBezTo>
                <a:cubicBezTo>
                  <a:pt x="1554056" y="151258"/>
                  <a:pt x="1555420" y="150853"/>
                  <a:pt x="1556612" y="150427"/>
                </a:cubicBezTo>
                <a:cubicBezTo>
                  <a:pt x="1557805" y="150001"/>
                  <a:pt x="1558828" y="149597"/>
                  <a:pt x="1559680" y="149213"/>
                </a:cubicBezTo>
                <a:cubicBezTo>
                  <a:pt x="1560532" y="148830"/>
                  <a:pt x="1561299" y="148638"/>
                  <a:pt x="1561980" y="148638"/>
                </a:cubicBezTo>
                <a:cubicBezTo>
                  <a:pt x="1562406" y="148638"/>
                  <a:pt x="1562811" y="148745"/>
                  <a:pt x="1563194" y="148958"/>
                </a:cubicBezTo>
                <a:cubicBezTo>
                  <a:pt x="1563578" y="149171"/>
                  <a:pt x="1563876" y="149575"/>
                  <a:pt x="1564089" y="150172"/>
                </a:cubicBezTo>
                <a:cubicBezTo>
                  <a:pt x="1564302" y="150768"/>
                  <a:pt x="1564494" y="151578"/>
                  <a:pt x="1564664" y="152600"/>
                </a:cubicBezTo>
                <a:cubicBezTo>
                  <a:pt x="1564835" y="153622"/>
                  <a:pt x="1564920" y="154901"/>
                  <a:pt x="1564920" y="156434"/>
                </a:cubicBezTo>
                <a:close/>
                <a:moveTo>
                  <a:pt x="1657399" y="57257"/>
                </a:moveTo>
                <a:cubicBezTo>
                  <a:pt x="1657399" y="59131"/>
                  <a:pt x="1657357" y="60708"/>
                  <a:pt x="1657272" y="61986"/>
                </a:cubicBezTo>
                <a:cubicBezTo>
                  <a:pt x="1657186" y="63264"/>
                  <a:pt x="1657016" y="64265"/>
                  <a:pt x="1656760" y="64989"/>
                </a:cubicBezTo>
                <a:cubicBezTo>
                  <a:pt x="1656505" y="65713"/>
                  <a:pt x="1656185" y="66267"/>
                  <a:pt x="1655802" y="66651"/>
                </a:cubicBezTo>
                <a:cubicBezTo>
                  <a:pt x="1655418" y="67034"/>
                  <a:pt x="1654886" y="67226"/>
                  <a:pt x="1654204" y="67226"/>
                </a:cubicBezTo>
                <a:cubicBezTo>
                  <a:pt x="1653523" y="67226"/>
                  <a:pt x="1652692" y="67034"/>
                  <a:pt x="1651712" y="66651"/>
                </a:cubicBezTo>
                <a:cubicBezTo>
                  <a:pt x="1650732" y="66267"/>
                  <a:pt x="1649625" y="65884"/>
                  <a:pt x="1648389" y="65500"/>
                </a:cubicBezTo>
                <a:cubicBezTo>
                  <a:pt x="1647154" y="65117"/>
                  <a:pt x="1645769" y="64755"/>
                  <a:pt x="1644235" y="64414"/>
                </a:cubicBezTo>
                <a:cubicBezTo>
                  <a:pt x="1642702" y="64073"/>
                  <a:pt x="1641040" y="63903"/>
                  <a:pt x="1639251" y="63903"/>
                </a:cubicBezTo>
                <a:cubicBezTo>
                  <a:pt x="1637121" y="63903"/>
                  <a:pt x="1635033" y="64329"/>
                  <a:pt x="1632989" y="65181"/>
                </a:cubicBezTo>
                <a:cubicBezTo>
                  <a:pt x="1630944" y="66033"/>
                  <a:pt x="1628792" y="67439"/>
                  <a:pt x="1626534" y="69398"/>
                </a:cubicBezTo>
                <a:cubicBezTo>
                  <a:pt x="1624276" y="71358"/>
                  <a:pt x="1621912" y="73957"/>
                  <a:pt x="1619441" y="77195"/>
                </a:cubicBezTo>
                <a:cubicBezTo>
                  <a:pt x="1616970" y="80432"/>
                  <a:pt x="1614244" y="84394"/>
                  <a:pt x="1611262" y="89081"/>
                </a:cubicBezTo>
                <a:lnTo>
                  <a:pt x="1611262" y="164742"/>
                </a:lnTo>
                <a:cubicBezTo>
                  <a:pt x="1611262" y="165423"/>
                  <a:pt x="1611091" y="165998"/>
                  <a:pt x="1610750" y="166467"/>
                </a:cubicBezTo>
                <a:cubicBezTo>
                  <a:pt x="1610410" y="166936"/>
                  <a:pt x="1609856" y="167340"/>
                  <a:pt x="1609089" y="167681"/>
                </a:cubicBezTo>
                <a:cubicBezTo>
                  <a:pt x="1608322" y="168022"/>
                  <a:pt x="1607257" y="168278"/>
                  <a:pt x="1605894" y="168448"/>
                </a:cubicBezTo>
                <a:cubicBezTo>
                  <a:pt x="1604530" y="168618"/>
                  <a:pt x="1602784" y="168704"/>
                  <a:pt x="1600654" y="168704"/>
                </a:cubicBezTo>
                <a:cubicBezTo>
                  <a:pt x="1598609" y="168704"/>
                  <a:pt x="1596905" y="168618"/>
                  <a:pt x="1595541" y="168448"/>
                </a:cubicBezTo>
                <a:cubicBezTo>
                  <a:pt x="1594178" y="168278"/>
                  <a:pt x="1593092" y="168022"/>
                  <a:pt x="1592282" y="167681"/>
                </a:cubicBezTo>
                <a:cubicBezTo>
                  <a:pt x="1591473" y="167340"/>
                  <a:pt x="1590919" y="166936"/>
                  <a:pt x="1590621" y="166467"/>
                </a:cubicBezTo>
                <a:cubicBezTo>
                  <a:pt x="1590323" y="165998"/>
                  <a:pt x="1590174" y="165423"/>
                  <a:pt x="1590174" y="164742"/>
                </a:cubicBezTo>
                <a:lnTo>
                  <a:pt x="1590174" y="49716"/>
                </a:lnTo>
                <a:cubicBezTo>
                  <a:pt x="1590174" y="49035"/>
                  <a:pt x="1590301" y="48460"/>
                  <a:pt x="1590557" y="47991"/>
                </a:cubicBezTo>
                <a:cubicBezTo>
                  <a:pt x="1590813" y="47522"/>
                  <a:pt x="1591324" y="47096"/>
                  <a:pt x="1592091" y="46713"/>
                </a:cubicBezTo>
                <a:cubicBezTo>
                  <a:pt x="1592858" y="46330"/>
                  <a:pt x="1593837" y="46074"/>
                  <a:pt x="1595030" y="45946"/>
                </a:cubicBezTo>
                <a:cubicBezTo>
                  <a:pt x="1596223" y="45818"/>
                  <a:pt x="1597799" y="45754"/>
                  <a:pt x="1599759" y="45754"/>
                </a:cubicBezTo>
                <a:cubicBezTo>
                  <a:pt x="1601634" y="45754"/>
                  <a:pt x="1603188" y="45818"/>
                  <a:pt x="1604424" y="45946"/>
                </a:cubicBezTo>
                <a:cubicBezTo>
                  <a:pt x="1605659" y="46074"/>
                  <a:pt x="1606618" y="46330"/>
                  <a:pt x="1607300" y="46713"/>
                </a:cubicBezTo>
                <a:cubicBezTo>
                  <a:pt x="1607981" y="47096"/>
                  <a:pt x="1608471" y="47522"/>
                  <a:pt x="1608769" y="47991"/>
                </a:cubicBezTo>
                <a:cubicBezTo>
                  <a:pt x="1609068" y="48460"/>
                  <a:pt x="1609217" y="49035"/>
                  <a:pt x="1609217" y="49716"/>
                </a:cubicBezTo>
                <a:lnTo>
                  <a:pt x="1609217" y="66459"/>
                </a:lnTo>
                <a:cubicBezTo>
                  <a:pt x="1612369" y="61858"/>
                  <a:pt x="1615330" y="58109"/>
                  <a:pt x="1618099" y="55212"/>
                </a:cubicBezTo>
                <a:cubicBezTo>
                  <a:pt x="1620868" y="52315"/>
                  <a:pt x="1623488" y="50036"/>
                  <a:pt x="1625959" y="48374"/>
                </a:cubicBezTo>
                <a:cubicBezTo>
                  <a:pt x="1628430" y="46713"/>
                  <a:pt x="1630880" y="45563"/>
                  <a:pt x="1633308" y="44924"/>
                </a:cubicBezTo>
                <a:cubicBezTo>
                  <a:pt x="1635736" y="44285"/>
                  <a:pt x="1638186" y="43965"/>
                  <a:pt x="1640657" y="43965"/>
                </a:cubicBezTo>
                <a:cubicBezTo>
                  <a:pt x="1641764" y="43965"/>
                  <a:pt x="1643021" y="44029"/>
                  <a:pt x="1644427" y="44157"/>
                </a:cubicBezTo>
                <a:cubicBezTo>
                  <a:pt x="1645833" y="44285"/>
                  <a:pt x="1647303" y="44519"/>
                  <a:pt x="1648836" y="44860"/>
                </a:cubicBezTo>
                <a:cubicBezTo>
                  <a:pt x="1650370" y="45201"/>
                  <a:pt x="1651755" y="45584"/>
                  <a:pt x="1652990" y="46010"/>
                </a:cubicBezTo>
                <a:cubicBezTo>
                  <a:pt x="1654226" y="46436"/>
                  <a:pt x="1655099" y="46862"/>
                  <a:pt x="1655610" y="47288"/>
                </a:cubicBezTo>
                <a:cubicBezTo>
                  <a:pt x="1656121" y="47714"/>
                  <a:pt x="1656462" y="48119"/>
                  <a:pt x="1656633" y="48502"/>
                </a:cubicBezTo>
                <a:cubicBezTo>
                  <a:pt x="1656803" y="48886"/>
                  <a:pt x="1656952" y="49376"/>
                  <a:pt x="1657080" y="49972"/>
                </a:cubicBezTo>
                <a:cubicBezTo>
                  <a:pt x="1657208" y="50568"/>
                  <a:pt x="1657293" y="51442"/>
                  <a:pt x="1657335" y="52592"/>
                </a:cubicBezTo>
                <a:cubicBezTo>
                  <a:pt x="1657378" y="53742"/>
                  <a:pt x="1657399" y="55297"/>
                  <a:pt x="1657399" y="57257"/>
                </a:cubicBezTo>
                <a:close/>
                <a:moveTo>
                  <a:pt x="1780062" y="164742"/>
                </a:moveTo>
                <a:cubicBezTo>
                  <a:pt x="1780062" y="165423"/>
                  <a:pt x="1779913" y="165998"/>
                  <a:pt x="1779615" y="166467"/>
                </a:cubicBezTo>
                <a:cubicBezTo>
                  <a:pt x="1779317" y="166936"/>
                  <a:pt x="1778784" y="167340"/>
                  <a:pt x="1778017" y="167681"/>
                </a:cubicBezTo>
                <a:cubicBezTo>
                  <a:pt x="1777250" y="168022"/>
                  <a:pt x="1776249" y="168278"/>
                  <a:pt x="1775014" y="168448"/>
                </a:cubicBezTo>
                <a:cubicBezTo>
                  <a:pt x="1773778" y="168618"/>
                  <a:pt x="1772266" y="168704"/>
                  <a:pt x="1770477" y="168704"/>
                </a:cubicBezTo>
                <a:cubicBezTo>
                  <a:pt x="1768517" y="168704"/>
                  <a:pt x="1766919" y="168618"/>
                  <a:pt x="1765684" y="168448"/>
                </a:cubicBezTo>
                <a:cubicBezTo>
                  <a:pt x="1764448" y="168278"/>
                  <a:pt x="1763469" y="168022"/>
                  <a:pt x="1762744" y="167681"/>
                </a:cubicBezTo>
                <a:cubicBezTo>
                  <a:pt x="1762020" y="167340"/>
                  <a:pt x="1761530" y="166936"/>
                  <a:pt x="1761275" y="166467"/>
                </a:cubicBezTo>
                <a:cubicBezTo>
                  <a:pt x="1761019" y="165998"/>
                  <a:pt x="1760891" y="165423"/>
                  <a:pt x="1760891" y="164742"/>
                </a:cubicBezTo>
                <a:lnTo>
                  <a:pt x="1760891" y="149533"/>
                </a:lnTo>
                <a:cubicBezTo>
                  <a:pt x="1754331" y="156820"/>
                  <a:pt x="1747855" y="162136"/>
                  <a:pt x="1741465" y="165480"/>
                </a:cubicBezTo>
                <a:cubicBezTo>
                  <a:pt x="1735074" y="168822"/>
                  <a:pt x="1728599" y="170493"/>
                  <a:pt x="1722038" y="170493"/>
                </a:cubicBezTo>
                <a:cubicBezTo>
                  <a:pt x="1714370" y="170493"/>
                  <a:pt x="1707916" y="169213"/>
                  <a:pt x="1702676" y="166655"/>
                </a:cubicBezTo>
                <a:cubicBezTo>
                  <a:pt x="1697436" y="164096"/>
                  <a:pt x="1693197" y="160621"/>
                  <a:pt x="1689959" y="156230"/>
                </a:cubicBezTo>
                <a:cubicBezTo>
                  <a:pt x="1686721" y="151837"/>
                  <a:pt x="1684400" y="146720"/>
                  <a:pt x="1682994" y="140878"/>
                </a:cubicBezTo>
                <a:cubicBezTo>
                  <a:pt x="1681588" y="135033"/>
                  <a:pt x="1680885" y="127932"/>
                  <a:pt x="1680885" y="119574"/>
                </a:cubicBezTo>
                <a:lnTo>
                  <a:pt x="1680885" y="49720"/>
                </a:lnTo>
                <a:cubicBezTo>
                  <a:pt x="1680885" y="49039"/>
                  <a:pt x="1681034" y="48464"/>
                  <a:pt x="1681332" y="47995"/>
                </a:cubicBezTo>
                <a:cubicBezTo>
                  <a:pt x="1681630" y="47524"/>
                  <a:pt x="1682206" y="47096"/>
                  <a:pt x="1683058" y="46713"/>
                </a:cubicBezTo>
                <a:cubicBezTo>
                  <a:pt x="1683910" y="46330"/>
                  <a:pt x="1685017" y="46074"/>
                  <a:pt x="1686380" y="45946"/>
                </a:cubicBezTo>
                <a:cubicBezTo>
                  <a:pt x="1687744" y="45818"/>
                  <a:pt x="1689448" y="45754"/>
                  <a:pt x="1691493" y="45754"/>
                </a:cubicBezTo>
                <a:cubicBezTo>
                  <a:pt x="1693538" y="45754"/>
                  <a:pt x="1695242" y="45818"/>
                  <a:pt x="1696605" y="45946"/>
                </a:cubicBezTo>
                <a:cubicBezTo>
                  <a:pt x="1697968" y="46074"/>
                  <a:pt x="1699055" y="46330"/>
                  <a:pt x="1699864" y="46713"/>
                </a:cubicBezTo>
                <a:cubicBezTo>
                  <a:pt x="1700673" y="47096"/>
                  <a:pt x="1701249" y="47524"/>
                  <a:pt x="1701589" y="47995"/>
                </a:cubicBezTo>
                <a:cubicBezTo>
                  <a:pt x="1701930" y="48464"/>
                  <a:pt x="1702101" y="49039"/>
                  <a:pt x="1702101" y="49720"/>
                </a:cubicBezTo>
                <a:lnTo>
                  <a:pt x="1702101" y="116770"/>
                </a:lnTo>
                <a:cubicBezTo>
                  <a:pt x="1702101" y="123510"/>
                  <a:pt x="1702591" y="128905"/>
                  <a:pt x="1703570" y="132958"/>
                </a:cubicBezTo>
                <a:cubicBezTo>
                  <a:pt x="1704550" y="137010"/>
                  <a:pt x="1706041" y="140466"/>
                  <a:pt x="1708044" y="143326"/>
                </a:cubicBezTo>
                <a:cubicBezTo>
                  <a:pt x="1710046" y="146183"/>
                  <a:pt x="1712581" y="148401"/>
                  <a:pt x="1715648" y="149980"/>
                </a:cubicBezTo>
                <a:cubicBezTo>
                  <a:pt x="1718715" y="151556"/>
                  <a:pt x="1722294" y="152344"/>
                  <a:pt x="1726384" y="152344"/>
                </a:cubicBezTo>
                <a:cubicBezTo>
                  <a:pt x="1731666" y="152344"/>
                  <a:pt x="1736928" y="150459"/>
                  <a:pt x="1742168" y="146689"/>
                </a:cubicBezTo>
                <a:cubicBezTo>
                  <a:pt x="1747408" y="142919"/>
                  <a:pt x="1752967" y="137391"/>
                  <a:pt x="1758846" y="130106"/>
                </a:cubicBezTo>
                <a:lnTo>
                  <a:pt x="1758846" y="49716"/>
                </a:lnTo>
                <a:cubicBezTo>
                  <a:pt x="1758846" y="49035"/>
                  <a:pt x="1758995" y="48460"/>
                  <a:pt x="1759294" y="47991"/>
                </a:cubicBezTo>
                <a:cubicBezTo>
                  <a:pt x="1759592" y="47522"/>
                  <a:pt x="1760167" y="47096"/>
                  <a:pt x="1761019" y="46713"/>
                </a:cubicBezTo>
                <a:cubicBezTo>
                  <a:pt x="1761871" y="46330"/>
                  <a:pt x="1762957" y="46074"/>
                  <a:pt x="1764278" y="45946"/>
                </a:cubicBezTo>
                <a:cubicBezTo>
                  <a:pt x="1765599" y="45818"/>
                  <a:pt x="1767324" y="45754"/>
                  <a:pt x="1769454" y="45754"/>
                </a:cubicBezTo>
                <a:cubicBezTo>
                  <a:pt x="1771499" y="45754"/>
                  <a:pt x="1773203" y="45818"/>
                  <a:pt x="1774566" y="45946"/>
                </a:cubicBezTo>
                <a:cubicBezTo>
                  <a:pt x="1775930" y="46074"/>
                  <a:pt x="1776995" y="46330"/>
                  <a:pt x="1777762" y="46713"/>
                </a:cubicBezTo>
                <a:cubicBezTo>
                  <a:pt x="1778528" y="47096"/>
                  <a:pt x="1779104" y="47522"/>
                  <a:pt x="1779487" y="47991"/>
                </a:cubicBezTo>
                <a:cubicBezTo>
                  <a:pt x="1779870" y="48460"/>
                  <a:pt x="1780062" y="49035"/>
                  <a:pt x="1780062" y="49716"/>
                </a:cubicBezTo>
                <a:lnTo>
                  <a:pt x="1780062" y="164742"/>
                </a:lnTo>
                <a:close/>
                <a:moveTo>
                  <a:pt x="1897965" y="147360"/>
                </a:moveTo>
                <a:cubicBezTo>
                  <a:pt x="1897965" y="148808"/>
                  <a:pt x="1897923" y="150065"/>
                  <a:pt x="1897837" y="151130"/>
                </a:cubicBezTo>
                <a:cubicBezTo>
                  <a:pt x="1897752" y="152195"/>
                  <a:pt x="1897603" y="153090"/>
                  <a:pt x="1897390" y="153814"/>
                </a:cubicBezTo>
                <a:cubicBezTo>
                  <a:pt x="1897177" y="154538"/>
                  <a:pt x="1896921" y="155177"/>
                  <a:pt x="1896623" y="155731"/>
                </a:cubicBezTo>
                <a:cubicBezTo>
                  <a:pt x="1896325" y="156285"/>
                  <a:pt x="1895643" y="157095"/>
                  <a:pt x="1894578" y="158160"/>
                </a:cubicBezTo>
                <a:cubicBezTo>
                  <a:pt x="1893513" y="159225"/>
                  <a:pt x="1891703" y="160545"/>
                  <a:pt x="1889147" y="162122"/>
                </a:cubicBezTo>
                <a:cubicBezTo>
                  <a:pt x="1886590" y="163698"/>
                  <a:pt x="1883715" y="165104"/>
                  <a:pt x="1880520" y="166339"/>
                </a:cubicBezTo>
                <a:cubicBezTo>
                  <a:pt x="1877325" y="167575"/>
                  <a:pt x="1873852" y="168576"/>
                  <a:pt x="1870104" y="169343"/>
                </a:cubicBezTo>
                <a:cubicBezTo>
                  <a:pt x="1866355" y="170109"/>
                  <a:pt x="1862478" y="170493"/>
                  <a:pt x="1858473" y="170493"/>
                </a:cubicBezTo>
                <a:cubicBezTo>
                  <a:pt x="1850208" y="170493"/>
                  <a:pt x="1842881" y="169127"/>
                  <a:pt x="1836491" y="166395"/>
                </a:cubicBezTo>
                <a:cubicBezTo>
                  <a:pt x="1830100" y="163663"/>
                  <a:pt x="1824754" y="159672"/>
                  <a:pt x="1820451" y="154421"/>
                </a:cubicBezTo>
                <a:cubicBezTo>
                  <a:pt x="1816148" y="149171"/>
                  <a:pt x="1812868" y="142724"/>
                  <a:pt x="1810610" y="135083"/>
                </a:cubicBezTo>
                <a:cubicBezTo>
                  <a:pt x="1808352" y="127441"/>
                  <a:pt x="1807223" y="118626"/>
                  <a:pt x="1807223" y="108639"/>
                </a:cubicBezTo>
                <a:cubicBezTo>
                  <a:pt x="1807223" y="97283"/>
                  <a:pt x="1808608" y="87528"/>
                  <a:pt x="1811377" y="79375"/>
                </a:cubicBezTo>
                <a:cubicBezTo>
                  <a:pt x="1814146" y="71222"/>
                  <a:pt x="1817937" y="64542"/>
                  <a:pt x="1822752" y="59334"/>
                </a:cubicBezTo>
                <a:cubicBezTo>
                  <a:pt x="1827566" y="54126"/>
                  <a:pt x="1833232" y="50262"/>
                  <a:pt x="1839750" y="47743"/>
                </a:cubicBezTo>
                <a:cubicBezTo>
                  <a:pt x="1846268" y="45225"/>
                  <a:pt x="1853318" y="43965"/>
                  <a:pt x="1860902" y="43965"/>
                </a:cubicBezTo>
                <a:cubicBezTo>
                  <a:pt x="1864565" y="43965"/>
                  <a:pt x="1868123" y="44306"/>
                  <a:pt x="1871573" y="44988"/>
                </a:cubicBezTo>
                <a:cubicBezTo>
                  <a:pt x="1875024" y="45669"/>
                  <a:pt x="1878198" y="46564"/>
                  <a:pt x="1881095" y="47672"/>
                </a:cubicBezTo>
                <a:cubicBezTo>
                  <a:pt x="1883992" y="48779"/>
                  <a:pt x="1886569" y="50057"/>
                  <a:pt x="1888827" y="51506"/>
                </a:cubicBezTo>
                <a:cubicBezTo>
                  <a:pt x="1891085" y="52954"/>
                  <a:pt x="1892725" y="54190"/>
                  <a:pt x="1893748" y="55212"/>
                </a:cubicBezTo>
                <a:cubicBezTo>
                  <a:pt x="1894770" y="56235"/>
                  <a:pt x="1895473" y="57044"/>
                  <a:pt x="1895856" y="57640"/>
                </a:cubicBezTo>
                <a:cubicBezTo>
                  <a:pt x="1896240" y="58237"/>
                  <a:pt x="1896559" y="58940"/>
                  <a:pt x="1896815" y="59749"/>
                </a:cubicBezTo>
                <a:cubicBezTo>
                  <a:pt x="1897071" y="60559"/>
                  <a:pt x="1897241" y="61475"/>
                  <a:pt x="1897326" y="62497"/>
                </a:cubicBezTo>
                <a:cubicBezTo>
                  <a:pt x="1897411" y="63519"/>
                  <a:pt x="1897454" y="64797"/>
                  <a:pt x="1897454" y="66331"/>
                </a:cubicBezTo>
                <a:cubicBezTo>
                  <a:pt x="1897454" y="69654"/>
                  <a:pt x="1897071" y="71976"/>
                  <a:pt x="1896304" y="73297"/>
                </a:cubicBezTo>
                <a:cubicBezTo>
                  <a:pt x="1895537" y="74617"/>
                  <a:pt x="1894600" y="75278"/>
                  <a:pt x="1893492" y="75278"/>
                </a:cubicBezTo>
                <a:cubicBezTo>
                  <a:pt x="1892214" y="75278"/>
                  <a:pt x="1890744" y="74575"/>
                  <a:pt x="1889083" y="73169"/>
                </a:cubicBezTo>
                <a:cubicBezTo>
                  <a:pt x="1887421" y="71763"/>
                  <a:pt x="1885312" y="70208"/>
                  <a:pt x="1882756" y="68504"/>
                </a:cubicBezTo>
                <a:cubicBezTo>
                  <a:pt x="1880200" y="66800"/>
                  <a:pt x="1877112" y="65245"/>
                  <a:pt x="1873490" y="63839"/>
                </a:cubicBezTo>
                <a:cubicBezTo>
                  <a:pt x="1869869" y="62433"/>
                  <a:pt x="1865588" y="61730"/>
                  <a:pt x="1860646" y="61730"/>
                </a:cubicBezTo>
                <a:cubicBezTo>
                  <a:pt x="1850507" y="61730"/>
                  <a:pt x="1842732" y="65640"/>
                  <a:pt x="1837321" y="73460"/>
                </a:cubicBezTo>
                <a:cubicBezTo>
                  <a:pt x="1831911" y="81278"/>
                  <a:pt x="1829206" y="92619"/>
                  <a:pt x="1829206" y="107485"/>
                </a:cubicBezTo>
                <a:cubicBezTo>
                  <a:pt x="1829206" y="114919"/>
                  <a:pt x="1829909" y="121434"/>
                  <a:pt x="1831314" y="127031"/>
                </a:cubicBezTo>
                <a:cubicBezTo>
                  <a:pt x="1832720" y="132628"/>
                  <a:pt x="1834787" y="137306"/>
                  <a:pt x="1837513" y="141066"/>
                </a:cubicBezTo>
                <a:cubicBezTo>
                  <a:pt x="1840240" y="144825"/>
                  <a:pt x="1843584" y="147624"/>
                  <a:pt x="1847546" y="149461"/>
                </a:cubicBezTo>
                <a:cubicBezTo>
                  <a:pt x="1851508" y="151298"/>
                  <a:pt x="1856045" y="152217"/>
                  <a:pt x="1861157" y="152217"/>
                </a:cubicBezTo>
                <a:cubicBezTo>
                  <a:pt x="1866014" y="152217"/>
                  <a:pt x="1870274" y="151450"/>
                  <a:pt x="1873938" y="149916"/>
                </a:cubicBezTo>
                <a:cubicBezTo>
                  <a:pt x="1877601" y="148382"/>
                  <a:pt x="1880775" y="146700"/>
                  <a:pt x="1883459" y="144868"/>
                </a:cubicBezTo>
                <a:cubicBezTo>
                  <a:pt x="1886143" y="143036"/>
                  <a:pt x="1888401" y="141374"/>
                  <a:pt x="1890233" y="139883"/>
                </a:cubicBezTo>
                <a:cubicBezTo>
                  <a:pt x="1892065" y="138392"/>
                  <a:pt x="1893492" y="137647"/>
                  <a:pt x="1894514" y="137647"/>
                </a:cubicBezTo>
                <a:cubicBezTo>
                  <a:pt x="1895111" y="137647"/>
                  <a:pt x="1895622" y="137817"/>
                  <a:pt x="1896048" y="138158"/>
                </a:cubicBezTo>
                <a:cubicBezTo>
                  <a:pt x="1896474" y="138499"/>
                  <a:pt x="1896836" y="139074"/>
                  <a:pt x="1897134" y="139883"/>
                </a:cubicBezTo>
                <a:cubicBezTo>
                  <a:pt x="1897433" y="140693"/>
                  <a:pt x="1897646" y="141715"/>
                  <a:pt x="1897773" y="142951"/>
                </a:cubicBezTo>
                <a:cubicBezTo>
                  <a:pt x="1897901" y="144186"/>
                  <a:pt x="1897965" y="145656"/>
                  <a:pt x="1897965" y="147360"/>
                </a:cubicBezTo>
                <a:close/>
                <a:moveTo>
                  <a:pt x="1984498" y="156434"/>
                </a:moveTo>
                <a:cubicBezTo>
                  <a:pt x="1984498" y="158905"/>
                  <a:pt x="1984328" y="160865"/>
                  <a:pt x="1983987" y="162313"/>
                </a:cubicBezTo>
                <a:cubicBezTo>
                  <a:pt x="1983646" y="163762"/>
                  <a:pt x="1983135" y="164827"/>
                  <a:pt x="1982453" y="165508"/>
                </a:cubicBezTo>
                <a:cubicBezTo>
                  <a:pt x="1981772" y="166190"/>
                  <a:pt x="1980749" y="166829"/>
                  <a:pt x="1979386" y="167425"/>
                </a:cubicBezTo>
                <a:cubicBezTo>
                  <a:pt x="1978023" y="168022"/>
                  <a:pt x="1976468" y="168512"/>
                  <a:pt x="1974721" y="168895"/>
                </a:cubicBezTo>
                <a:cubicBezTo>
                  <a:pt x="1972974" y="169279"/>
                  <a:pt x="1971121" y="169598"/>
                  <a:pt x="1969162" y="169854"/>
                </a:cubicBezTo>
                <a:cubicBezTo>
                  <a:pt x="1967202" y="170109"/>
                  <a:pt x="1965242" y="170237"/>
                  <a:pt x="1963282" y="170237"/>
                </a:cubicBezTo>
                <a:cubicBezTo>
                  <a:pt x="1957318" y="170237"/>
                  <a:pt x="1952206" y="169448"/>
                  <a:pt x="1947946" y="167869"/>
                </a:cubicBezTo>
                <a:cubicBezTo>
                  <a:pt x="1943686" y="166287"/>
                  <a:pt x="1940192" y="163895"/>
                  <a:pt x="1937466" y="160692"/>
                </a:cubicBezTo>
                <a:cubicBezTo>
                  <a:pt x="1934739" y="157489"/>
                  <a:pt x="1932758" y="153432"/>
                  <a:pt x="1931523" y="148522"/>
                </a:cubicBezTo>
                <a:cubicBezTo>
                  <a:pt x="1930287" y="143612"/>
                  <a:pt x="1929670" y="137826"/>
                  <a:pt x="1929670" y="131165"/>
                </a:cubicBezTo>
                <a:lnTo>
                  <a:pt x="1929670" y="63775"/>
                </a:lnTo>
                <a:lnTo>
                  <a:pt x="1913566" y="63775"/>
                </a:lnTo>
                <a:cubicBezTo>
                  <a:pt x="1912288" y="63775"/>
                  <a:pt x="1911266" y="63093"/>
                  <a:pt x="1910499" y="61730"/>
                </a:cubicBezTo>
                <a:cubicBezTo>
                  <a:pt x="1909732" y="60367"/>
                  <a:pt x="1909348" y="58152"/>
                  <a:pt x="1909348" y="55084"/>
                </a:cubicBezTo>
                <a:cubicBezTo>
                  <a:pt x="1909348" y="53465"/>
                  <a:pt x="1909455" y="52102"/>
                  <a:pt x="1909668" y="50994"/>
                </a:cubicBezTo>
                <a:cubicBezTo>
                  <a:pt x="1909881" y="49887"/>
                  <a:pt x="1910158" y="48971"/>
                  <a:pt x="1910499" y="48247"/>
                </a:cubicBezTo>
                <a:cubicBezTo>
                  <a:pt x="1910840" y="47522"/>
                  <a:pt x="1911287" y="47011"/>
                  <a:pt x="1911841" y="46713"/>
                </a:cubicBezTo>
                <a:cubicBezTo>
                  <a:pt x="1912394" y="46415"/>
                  <a:pt x="1913012" y="46266"/>
                  <a:pt x="1913694" y="46266"/>
                </a:cubicBezTo>
                <a:lnTo>
                  <a:pt x="1929670" y="46266"/>
                </a:lnTo>
                <a:lnTo>
                  <a:pt x="1929670" y="18915"/>
                </a:lnTo>
                <a:cubicBezTo>
                  <a:pt x="1929670" y="18319"/>
                  <a:pt x="1929819" y="17765"/>
                  <a:pt x="1930117" y="17254"/>
                </a:cubicBezTo>
                <a:cubicBezTo>
                  <a:pt x="1930415" y="16743"/>
                  <a:pt x="1930969" y="16295"/>
                  <a:pt x="1931778" y="15912"/>
                </a:cubicBezTo>
                <a:cubicBezTo>
                  <a:pt x="1932588" y="15528"/>
                  <a:pt x="1933674" y="15251"/>
                  <a:pt x="1935037" y="15081"/>
                </a:cubicBezTo>
                <a:cubicBezTo>
                  <a:pt x="1936401" y="14911"/>
                  <a:pt x="1938105" y="14825"/>
                  <a:pt x="1940150" y="14825"/>
                </a:cubicBezTo>
                <a:cubicBezTo>
                  <a:pt x="1942280" y="14825"/>
                  <a:pt x="1944026" y="14911"/>
                  <a:pt x="1945390" y="15081"/>
                </a:cubicBezTo>
                <a:cubicBezTo>
                  <a:pt x="1946753" y="15251"/>
                  <a:pt x="1947818" y="15528"/>
                  <a:pt x="1948585" y="15912"/>
                </a:cubicBezTo>
                <a:cubicBezTo>
                  <a:pt x="1949352" y="16295"/>
                  <a:pt x="1949905" y="16743"/>
                  <a:pt x="1950246" y="17254"/>
                </a:cubicBezTo>
                <a:cubicBezTo>
                  <a:pt x="1950587" y="17765"/>
                  <a:pt x="1950757" y="18319"/>
                  <a:pt x="1950757" y="18915"/>
                </a:cubicBezTo>
                <a:lnTo>
                  <a:pt x="1950757" y="46266"/>
                </a:lnTo>
                <a:lnTo>
                  <a:pt x="1980281" y="46266"/>
                </a:lnTo>
                <a:cubicBezTo>
                  <a:pt x="1980962" y="46266"/>
                  <a:pt x="1981559" y="46415"/>
                  <a:pt x="1982070" y="46713"/>
                </a:cubicBezTo>
                <a:cubicBezTo>
                  <a:pt x="1982581" y="47011"/>
                  <a:pt x="1983028" y="47522"/>
                  <a:pt x="1983412" y="48247"/>
                </a:cubicBezTo>
                <a:cubicBezTo>
                  <a:pt x="1983795" y="48971"/>
                  <a:pt x="1984072" y="49887"/>
                  <a:pt x="1984243" y="50994"/>
                </a:cubicBezTo>
                <a:cubicBezTo>
                  <a:pt x="1984413" y="52102"/>
                  <a:pt x="1984498" y="53465"/>
                  <a:pt x="1984498" y="55084"/>
                </a:cubicBezTo>
                <a:cubicBezTo>
                  <a:pt x="1984498" y="58152"/>
                  <a:pt x="1984115" y="60367"/>
                  <a:pt x="1983348" y="61730"/>
                </a:cubicBezTo>
                <a:cubicBezTo>
                  <a:pt x="1982581" y="63093"/>
                  <a:pt x="1981559" y="63775"/>
                  <a:pt x="1980281" y="63775"/>
                </a:cubicBezTo>
                <a:lnTo>
                  <a:pt x="1950757" y="63775"/>
                </a:lnTo>
                <a:lnTo>
                  <a:pt x="1950757" y="128121"/>
                </a:lnTo>
                <a:cubicBezTo>
                  <a:pt x="1950757" y="136066"/>
                  <a:pt x="1951929" y="142069"/>
                  <a:pt x="1954272" y="146130"/>
                </a:cubicBezTo>
                <a:cubicBezTo>
                  <a:pt x="1956615" y="150188"/>
                  <a:pt x="1960812" y="152217"/>
                  <a:pt x="1966861" y="152217"/>
                </a:cubicBezTo>
                <a:cubicBezTo>
                  <a:pt x="1968821" y="152217"/>
                  <a:pt x="1970567" y="152025"/>
                  <a:pt x="1972101" y="151641"/>
                </a:cubicBezTo>
                <a:cubicBezTo>
                  <a:pt x="1973635" y="151258"/>
                  <a:pt x="1974998" y="150853"/>
                  <a:pt x="1976191" y="150427"/>
                </a:cubicBezTo>
                <a:cubicBezTo>
                  <a:pt x="1977384" y="150001"/>
                  <a:pt x="1978406" y="149597"/>
                  <a:pt x="1979258" y="149213"/>
                </a:cubicBezTo>
                <a:cubicBezTo>
                  <a:pt x="1980110" y="148830"/>
                  <a:pt x="1980877" y="148638"/>
                  <a:pt x="1981559" y="148638"/>
                </a:cubicBezTo>
                <a:cubicBezTo>
                  <a:pt x="1981985" y="148638"/>
                  <a:pt x="1982389" y="148745"/>
                  <a:pt x="1982773" y="148958"/>
                </a:cubicBezTo>
                <a:cubicBezTo>
                  <a:pt x="1983156" y="149171"/>
                  <a:pt x="1983454" y="149575"/>
                  <a:pt x="1983667" y="150172"/>
                </a:cubicBezTo>
                <a:cubicBezTo>
                  <a:pt x="1983880" y="150768"/>
                  <a:pt x="1984072" y="151578"/>
                  <a:pt x="1984243" y="152600"/>
                </a:cubicBezTo>
                <a:cubicBezTo>
                  <a:pt x="1984413" y="153622"/>
                  <a:pt x="1984498" y="154901"/>
                  <a:pt x="1984498" y="156434"/>
                </a:cubicBezTo>
                <a:close/>
                <a:moveTo>
                  <a:pt x="2065853" y="103395"/>
                </a:moveTo>
                <a:cubicBezTo>
                  <a:pt x="2065853" y="106718"/>
                  <a:pt x="2065470" y="109018"/>
                  <a:pt x="2064703" y="110296"/>
                </a:cubicBezTo>
                <a:cubicBezTo>
                  <a:pt x="2063936" y="111574"/>
                  <a:pt x="2062829" y="112213"/>
                  <a:pt x="2061380" y="112213"/>
                </a:cubicBezTo>
                <a:lnTo>
                  <a:pt x="2007957" y="112213"/>
                </a:lnTo>
                <a:cubicBezTo>
                  <a:pt x="2006424" y="112213"/>
                  <a:pt x="2005273" y="111553"/>
                  <a:pt x="2004507" y="110232"/>
                </a:cubicBezTo>
                <a:cubicBezTo>
                  <a:pt x="2003740" y="108912"/>
                  <a:pt x="2003356" y="106633"/>
                  <a:pt x="2003356" y="103395"/>
                </a:cubicBezTo>
                <a:cubicBezTo>
                  <a:pt x="2003356" y="100157"/>
                  <a:pt x="2003740" y="97899"/>
                  <a:pt x="2004507" y="96621"/>
                </a:cubicBezTo>
                <a:cubicBezTo>
                  <a:pt x="2005273" y="95343"/>
                  <a:pt x="2006424" y="94704"/>
                  <a:pt x="2007957" y="94704"/>
                </a:cubicBezTo>
                <a:lnTo>
                  <a:pt x="2061380" y="94704"/>
                </a:lnTo>
                <a:cubicBezTo>
                  <a:pt x="2062062" y="94704"/>
                  <a:pt x="2062679" y="94832"/>
                  <a:pt x="2063233" y="95087"/>
                </a:cubicBezTo>
                <a:cubicBezTo>
                  <a:pt x="2063787" y="95343"/>
                  <a:pt x="2064256" y="95833"/>
                  <a:pt x="2064639" y="96557"/>
                </a:cubicBezTo>
                <a:cubicBezTo>
                  <a:pt x="2065023" y="97281"/>
                  <a:pt x="2065321" y="98197"/>
                  <a:pt x="2065534" y="99305"/>
                </a:cubicBezTo>
                <a:cubicBezTo>
                  <a:pt x="2065747" y="100413"/>
                  <a:pt x="2065853" y="101776"/>
                  <a:pt x="2065853" y="103395"/>
                </a:cubicBezTo>
                <a:close/>
                <a:moveTo>
                  <a:pt x="2192084" y="159246"/>
                </a:moveTo>
                <a:cubicBezTo>
                  <a:pt x="2192084" y="160865"/>
                  <a:pt x="2191956" y="162228"/>
                  <a:pt x="2191700" y="163336"/>
                </a:cubicBezTo>
                <a:cubicBezTo>
                  <a:pt x="2191445" y="164443"/>
                  <a:pt x="2191104" y="165338"/>
                  <a:pt x="2190678" y="166020"/>
                </a:cubicBezTo>
                <a:cubicBezTo>
                  <a:pt x="2190252" y="166701"/>
                  <a:pt x="2189762" y="167191"/>
                  <a:pt x="2189208" y="167489"/>
                </a:cubicBezTo>
                <a:cubicBezTo>
                  <a:pt x="2188654" y="167788"/>
                  <a:pt x="2188079" y="167937"/>
                  <a:pt x="2187483" y="167937"/>
                </a:cubicBezTo>
                <a:lnTo>
                  <a:pt x="2101086" y="167937"/>
                </a:lnTo>
                <a:cubicBezTo>
                  <a:pt x="2100490" y="167937"/>
                  <a:pt x="2099936" y="167788"/>
                  <a:pt x="2099425" y="167489"/>
                </a:cubicBezTo>
                <a:cubicBezTo>
                  <a:pt x="2098913" y="167191"/>
                  <a:pt x="2098424" y="166701"/>
                  <a:pt x="2097955" y="166020"/>
                </a:cubicBezTo>
                <a:cubicBezTo>
                  <a:pt x="2097486" y="165338"/>
                  <a:pt x="2097124" y="164443"/>
                  <a:pt x="2096869" y="163336"/>
                </a:cubicBezTo>
                <a:cubicBezTo>
                  <a:pt x="2096613" y="162228"/>
                  <a:pt x="2096485" y="160865"/>
                  <a:pt x="2096485" y="159246"/>
                </a:cubicBezTo>
                <a:cubicBezTo>
                  <a:pt x="2096485" y="157712"/>
                  <a:pt x="2096613" y="156392"/>
                  <a:pt x="2096869" y="155284"/>
                </a:cubicBezTo>
                <a:cubicBezTo>
                  <a:pt x="2097124" y="154176"/>
                  <a:pt x="2097444" y="153260"/>
                  <a:pt x="2097827" y="152536"/>
                </a:cubicBezTo>
                <a:cubicBezTo>
                  <a:pt x="2098211" y="151812"/>
                  <a:pt x="2098679" y="151258"/>
                  <a:pt x="2099233" y="150875"/>
                </a:cubicBezTo>
                <a:cubicBezTo>
                  <a:pt x="2099787" y="150491"/>
                  <a:pt x="2100405" y="150300"/>
                  <a:pt x="2101086" y="150300"/>
                </a:cubicBezTo>
                <a:lnTo>
                  <a:pt x="2135594" y="150300"/>
                </a:lnTo>
                <a:lnTo>
                  <a:pt x="2135594" y="24411"/>
                </a:lnTo>
                <a:lnTo>
                  <a:pt x="2103642" y="43582"/>
                </a:lnTo>
                <a:cubicBezTo>
                  <a:pt x="2102023" y="44434"/>
                  <a:pt x="2100724" y="44945"/>
                  <a:pt x="2099744" y="45115"/>
                </a:cubicBezTo>
                <a:cubicBezTo>
                  <a:pt x="2098764" y="45286"/>
                  <a:pt x="2097976" y="45094"/>
                  <a:pt x="2097380" y="44540"/>
                </a:cubicBezTo>
                <a:cubicBezTo>
                  <a:pt x="2096783" y="43986"/>
                  <a:pt x="2096379" y="43069"/>
                  <a:pt x="2096166" y="41788"/>
                </a:cubicBezTo>
                <a:cubicBezTo>
                  <a:pt x="2095953" y="40505"/>
                  <a:pt x="2095846" y="38881"/>
                  <a:pt x="2095846" y="36916"/>
                </a:cubicBezTo>
                <a:cubicBezTo>
                  <a:pt x="2095846" y="35462"/>
                  <a:pt x="2095910" y="34223"/>
                  <a:pt x="2096038" y="33198"/>
                </a:cubicBezTo>
                <a:cubicBezTo>
                  <a:pt x="2096166" y="32172"/>
                  <a:pt x="2096357" y="31318"/>
                  <a:pt x="2096613" y="30633"/>
                </a:cubicBezTo>
                <a:cubicBezTo>
                  <a:pt x="2096869" y="29949"/>
                  <a:pt x="2097231" y="29351"/>
                  <a:pt x="2097699" y="28840"/>
                </a:cubicBezTo>
                <a:cubicBezTo>
                  <a:pt x="2098168" y="28326"/>
                  <a:pt x="2098786" y="27814"/>
                  <a:pt x="2099552" y="27302"/>
                </a:cubicBezTo>
                <a:lnTo>
                  <a:pt x="2137639" y="2816"/>
                </a:lnTo>
                <a:cubicBezTo>
                  <a:pt x="2137979" y="2560"/>
                  <a:pt x="2138405" y="2347"/>
                  <a:pt x="2138917" y="2177"/>
                </a:cubicBezTo>
                <a:cubicBezTo>
                  <a:pt x="2139428" y="2004"/>
                  <a:pt x="2140067" y="1832"/>
                  <a:pt x="2140834" y="1661"/>
                </a:cubicBezTo>
                <a:cubicBezTo>
                  <a:pt x="2141601" y="1491"/>
                  <a:pt x="2142495" y="1385"/>
                  <a:pt x="2143518" y="1342"/>
                </a:cubicBezTo>
                <a:cubicBezTo>
                  <a:pt x="2144540" y="1299"/>
                  <a:pt x="2145818" y="1278"/>
                  <a:pt x="2147352" y="1278"/>
                </a:cubicBezTo>
                <a:cubicBezTo>
                  <a:pt x="2149397" y="1278"/>
                  <a:pt x="2151101" y="1363"/>
                  <a:pt x="2152464" y="1534"/>
                </a:cubicBezTo>
                <a:cubicBezTo>
                  <a:pt x="2153827" y="1704"/>
                  <a:pt x="2154892" y="1938"/>
                  <a:pt x="2155659" y="2237"/>
                </a:cubicBezTo>
                <a:cubicBezTo>
                  <a:pt x="2156426" y="2535"/>
                  <a:pt x="2156937" y="2920"/>
                  <a:pt x="2157193" y="3391"/>
                </a:cubicBezTo>
                <a:cubicBezTo>
                  <a:pt x="2157448" y="3859"/>
                  <a:pt x="2157576" y="4349"/>
                  <a:pt x="2157576" y="4861"/>
                </a:cubicBezTo>
                <a:lnTo>
                  <a:pt x="2157576" y="150300"/>
                </a:lnTo>
                <a:lnTo>
                  <a:pt x="2187483" y="150300"/>
                </a:lnTo>
                <a:cubicBezTo>
                  <a:pt x="2188164" y="150300"/>
                  <a:pt x="2188803" y="150491"/>
                  <a:pt x="2189400" y="150875"/>
                </a:cubicBezTo>
                <a:cubicBezTo>
                  <a:pt x="2189996" y="151258"/>
                  <a:pt x="2190486" y="151812"/>
                  <a:pt x="2190870" y="152536"/>
                </a:cubicBezTo>
                <a:cubicBezTo>
                  <a:pt x="2191253" y="153260"/>
                  <a:pt x="2191551" y="154176"/>
                  <a:pt x="2191764" y="155284"/>
                </a:cubicBezTo>
                <a:cubicBezTo>
                  <a:pt x="2191977" y="156392"/>
                  <a:pt x="2192084" y="157712"/>
                  <a:pt x="2192084" y="159246"/>
                </a:cubicBezTo>
                <a:close/>
                <a:moveTo>
                  <a:pt x="2338414" y="120521"/>
                </a:moveTo>
                <a:cubicBezTo>
                  <a:pt x="2338414" y="125718"/>
                  <a:pt x="2337754" y="130511"/>
                  <a:pt x="2336433" y="134899"/>
                </a:cubicBezTo>
                <a:cubicBezTo>
                  <a:pt x="2335112" y="139287"/>
                  <a:pt x="2333259" y="143228"/>
                  <a:pt x="2330874" y="146721"/>
                </a:cubicBezTo>
                <a:cubicBezTo>
                  <a:pt x="2328488" y="150214"/>
                  <a:pt x="2325612" y="153282"/>
                  <a:pt x="2322247" y="155923"/>
                </a:cubicBezTo>
                <a:cubicBezTo>
                  <a:pt x="2318881" y="158564"/>
                  <a:pt x="2315089" y="160780"/>
                  <a:pt x="2310872" y="162569"/>
                </a:cubicBezTo>
                <a:cubicBezTo>
                  <a:pt x="2306654" y="164358"/>
                  <a:pt x="2302139" y="165700"/>
                  <a:pt x="2297325" y="166595"/>
                </a:cubicBezTo>
                <a:cubicBezTo>
                  <a:pt x="2292510" y="167489"/>
                  <a:pt x="2286994" y="167937"/>
                  <a:pt x="2280774" y="167937"/>
                </a:cubicBezTo>
                <a:lnTo>
                  <a:pt x="2237575" y="167937"/>
                </a:lnTo>
                <a:cubicBezTo>
                  <a:pt x="2235616" y="167937"/>
                  <a:pt x="2233762" y="167276"/>
                  <a:pt x="2232016" y="165956"/>
                </a:cubicBezTo>
                <a:cubicBezTo>
                  <a:pt x="2230269" y="164635"/>
                  <a:pt x="2229396" y="162313"/>
                  <a:pt x="2229396" y="158990"/>
                </a:cubicBezTo>
                <a:lnTo>
                  <a:pt x="2229396" y="11503"/>
                </a:lnTo>
                <a:cubicBezTo>
                  <a:pt x="2229396" y="8180"/>
                  <a:pt x="2230269" y="5858"/>
                  <a:pt x="2232016" y="4537"/>
                </a:cubicBezTo>
                <a:cubicBezTo>
                  <a:pt x="2233762" y="3216"/>
                  <a:pt x="2235616" y="2556"/>
                  <a:pt x="2237575" y="2556"/>
                </a:cubicBezTo>
                <a:lnTo>
                  <a:pt x="2275150" y="2556"/>
                </a:lnTo>
                <a:cubicBezTo>
                  <a:pt x="2285034" y="2556"/>
                  <a:pt x="2293128" y="3493"/>
                  <a:pt x="2299433" y="5368"/>
                </a:cubicBezTo>
                <a:cubicBezTo>
                  <a:pt x="2305738" y="7242"/>
                  <a:pt x="2311000" y="9969"/>
                  <a:pt x="2315217" y="13547"/>
                </a:cubicBezTo>
                <a:cubicBezTo>
                  <a:pt x="2319435" y="17126"/>
                  <a:pt x="2322609" y="21514"/>
                  <a:pt x="2324739" y="26711"/>
                </a:cubicBezTo>
                <a:cubicBezTo>
                  <a:pt x="2326869" y="31909"/>
                  <a:pt x="2327934" y="37788"/>
                  <a:pt x="2327934" y="44349"/>
                </a:cubicBezTo>
                <a:cubicBezTo>
                  <a:pt x="2327934" y="48268"/>
                  <a:pt x="2327465" y="52017"/>
                  <a:pt x="2326528" y="55595"/>
                </a:cubicBezTo>
                <a:cubicBezTo>
                  <a:pt x="2325591" y="59174"/>
                  <a:pt x="2324206" y="62476"/>
                  <a:pt x="2322374" y="65500"/>
                </a:cubicBezTo>
                <a:cubicBezTo>
                  <a:pt x="2320543" y="68525"/>
                  <a:pt x="2318242" y="71230"/>
                  <a:pt x="2315473" y="73616"/>
                </a:cubicBezTo>
                <a:cubicBezTo>
                  <a:pt x="2312704" y="76002"/>
                  <a:pt x="2309530" y="77961"/>
                  <a:pt x="2305951" y="79495"/>
                </a:cubicBezTo>
                <a:cubicBezTo>
                  <a:pt x="2310467" y="80347"/>
                  <a:pt x="2314685" y="81902"/>
                  <a:pt x="2318604" y="84160"/>
                </a:cubicBezTo>
                <a:cubicBezTo>
                  <a:pt x="2322524" y="86418"/>
                  <a:pt x="2325953" y="89294"/>
                  <a:pt x="2328893" y="92787"/>
                </a:cubicBezTo>
                <a:cubicBezTo>
                  <a:pt x="2331832" y="96280"/>
                  <a:pt x="2334154" y="100370"/>
                  <a:pt x="2335858" y="105056"/>
                </a:cubicBezTo>
                <a:cubicBezTo>
                  <a:pt x="2337562" y="109742"/>
                  <a:pt x="2338414" y="114897"/>
                  <a:pt x="2338414" y="120521"/>
                </a:cubicBezTo>
                <a:moveTo>
                  <a:pt x="2305312" y="46521"/>
                </a:moveTo>
                <a:cubicBezTo>
                  <a:pt x="2305312" y="42517"/>
                  <a:pt x="2304759" y="38896"/>
                  <a:pt x="2303651" y="35658"/>
                </a:cubicBezTo>
                <a:cubicBezTo>
                  <a:pt x="2302543" y="32420"/>
                  <a:pt x="2300797" y="29672"/>
                  <a:pt x="2298411" y="27414"/>
                </a:cubicBezTo>
                <a:cubicBezTo>
                  <a:pt x="2296025" y="25156"/>
                  <a:pt x="2292915" y="23431"/>
                  <a:pt x="2289081" y="22238"/>
                </a:cubicBezTo>
                <a:cubicBezTo>
                  <a:pt x="2285247" y="21045"/>
                  <a:pt x="2280177" y="20449"/>
                  <a:pt x="2273872" y="20449"/>
                </a:cubicBezTo>
                <a:lnTo>
                  <a:pt x="2251123" y="20449"/>
                </a:lnTo>
                <a:lnTo>
                  <a:pt x="2251123" y="73999"/>
                </a:lnTo>
                <a:lnTo>
                  <a:pt x="2276173" y="73999"/>
                </a:lnTo>
                <a:cubicBezTo>
                  <a:pt x="2281881" y="73999"/>
                  <a:pt x="2286482" y="73254"/>
                  <a:pt x="2289976" y="71763"/>
                </a:cubicBezTo>
                <a:cubicBezTo>
                  <a:pt x="2293469" y="70272"/>
                  <a:pt x="2296366" y="68270"/>
                  <a:pt x="2298666" y="65756"/>
                </a:cubicBezTo>
                <a:cubicBezTo>
                  <a:pt x="2300967" y="63243"/>
                  <a:pt x="2302650" y="60303"/>
                  <a:pt x="2303715" y="56937"/>
                </a:cubicBezTo>
                <a:cubicBezTo>
                  <a:pt x="2304780" y="53572"/>
                  <a:pt x="2305312" y="50100"/>
                  <a:pt x="2305312" y="46521"/>
                </a:cubicBezTo>
                <a:moveTo>
                  <a:pt x="2315281" y="121799"/>
                </a:moveTo>
                <a:cubicBezTo>
                  <a:pt x="2315281" y="116857"/>
                  <a:pt x="2314493" y="112512"/>
                  <a:pt x="2312917" y="108763"/>
                </a:cubicBezTo>
                <a:cubicBezTo>
                  <a:pt x="2311341" y="105014"/>
                  <a:pt x="2309040" y="101861"/>
                  <a:pt x="2306015" y="99305"/>
                </a:cubicBezTo>
                <a:cubicBezTo>
                  <a:pt x="2302991" y="96749"/>
                  <a:pt x="2299199" y="94811"/>
                  <a:pt x="2294641" y="93490"/>
                </a:cubicBezTo>
                <a:cubicBezTo>
                  <a:pt x="2290082" y="92169"/>
                  <a:pt x="2284352" y="91509"/>
                  <a:pt x="2277451" y="91509"/>
                </a:cubicBezTo>
                <a:lnTo>
                  <a:pt x="2251123" y="91509"/>
                </a:lnTo>
                <a:lnTo>
                  <a:pt x="2251123" y="149788"/>
                </a:lnTo>
                <a:lnTo>
                  <a:pt x="2283074" y="149788"/>
                </a:lnTo>
                <a:cubicBezTo>
                  <a:pt x="2288101" y="149788"/>
                  <a:pt x="2292489" y="149192"/>
                  <a:pt x="2296238" y="147999"/>
                </a:cubicBezTo>
                <a:cubicBezTo>
                  <a:pt x="2299987" y="146806"/>
                  <a:pt x="2303289" y="145038"/>
                  <a:pt x="2306143" y="142695"/>
                </a:cubicBezTo>
                <a:cubicBezTo>
                  <a:pt x="2308997" y="140352"/>
                  <a:pt x="2311234" y="137434"/>
                  <a:pt x="2312853" y="133940"/>
                </a:cubicBezTo>
                <a:cubicBezTo>
                  <a:pt x="2314472" y="130447"/>
                  <a:pt x="2315281" y="126400"/>
                  <a:pt x="2315281" y="1217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CreateaLEGOmodeloftheinput.">
            <a:extLst xmlns:a="http://schemas.openxmlformats.org/drawingml/2006/main">
              <a:ext uri="{FF2B5EF4-FFF2-40B4-BE49-F238E27FC236}">
                <a16:creationId xmlns:a16="http://schemas.microsoft.com/office/drawing/2014/main" id="{27C2DE13-8341-4BB2-8D0E-97740F5F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0224" y="2139622"/>
            <a:ext cx="2229410" cy="141452"/>
          </a:xfrm>
          <a:custGeom xmlns:a="http://schemas.openxmlformats.org/drawingml/2006/main">
            <a:pathLst>
              <a:path w="2229410" h="141452">
                <a:moveTo>
                  <a:pt x="75296" y="97509"/>
                </a:moveTo>
                <a:cubicBezTo>
                  <a:pt x="75296" y="98364"/>
                  <a:pt x="75270" y="99112"/>
                  <a:pt x="75216" y="99754"/>
                </a:cubicBezTo>
                <a:cubicBezTo>
                  <a:pt x="75163" y="100395"/>
                  <a:pt x="75069" y="100957"/>
                  <a:pt x="74936" y="101438"/>
                </a:cubicBezTo>
                <a:cubicBezTo>
                  <a:pt x="74802" y="101919"/>
                  <a:pt x="74628" y="102347"/>
                  <a:pt x="74414" y="102721"/>
                </a:cubicBezTo>
                <a:cubicBezTo>
                  <a:pt x="74201" y="103095"/>
                  <a:pt x="73826" y="103552"/>
                  <a:pt x="73292" y="104091"/>
                </a:cubicBezTo>
                <a:cubicBezTo>
                  <a:pt x="72757" y="104629"/>
                  <a:pt x="71635" y="105450"/>
                  <a:pt x="69924" y="106555"/>
                </a:cubicBezTo>
                <a:cubicBezTo>
                  <a:pt x="68213" y="107659"/>
                  <a:pt x="66088" y="108737"/>
                  <a:pt x="63549" y="109787"/>
                </a:cubicBezTo>
                <a:cubicBezTo>
                  <a:pt x="61010" y="110838"/>
                  <a:pt x="58096" y="111727"/>
                  <a:pt x="54808" y="112454"/>
                </a:cubicBezTo>
                <a:cubicBezTo>
                  <a:pt x="51521" y="113182"/>
                  <a:pt x="47926" y="113546"/>
                  <a:pt x="44023" y="113546"/>
                </a:cubicBezTo>
                <a:cubicBezTo>
                  <a:pt x="37287" y="113546"/>
                  <a:pt x="31206" y="112423"/>
                  <a:pt x="25780" y="110178"/>
                </a:cubicBezTo>
                <a:cubicBezTo>
                  <a:pt x="20354" y="107933"/>
                  <a:pt x="15730" y="104619"/>
                  <a:pt x="11908" y="100235"/>
                </a:cubicBezTo>
                <a:cubicBezTo>
                  <a:pt x="8086" y="95851"/>
                  <a:pt x="5145" y="90439"/>
                  <a:pt x="3087" y="83997"/>
                </a:cubicBezTo>
                <a:cubicBezTo>
                  <a:pt x="1029" y="77555"/>
                  <a:pt x="0" y="70138"/>
                  <a:pt x="0" y="61745"/>
                </a:cubicBezTo>
                <a:cubicBezTo>
                  <a:pt x="0" y="53138"/>
                  <a:pt x="1109" y="45467"/>
                  <a:pt x="3328" y="38731"/>
                </a:cubicBezTo>
                <a:cubicBezTo>
                  <a:pt x="5546" y="31995"/>
                  <a:pt x="8660" y="26288"/>
                  <a:pt x="12670" y="21611"/>
                </a:cubicBezTo>
                <a:cubicBezTo>
                  <a:pt x="16679" y="16933"/>
                  <a:pt x="21477" y="13365"/>
                  <a:pt x="27063" y="10906"/>
                </a:cubicBezTo>
                <a:cubicBezTo>
                  <a:pt x="32650" y="8446"/>
                  <a:pt x="38838" y="7217"/>
                  <a:pt x="45627" y="7217"/>
                </a:cubicBezTo>
                <a:cubicBezTo>
                  <a:pt x="48621" y="7217"/>
                  <a:pt x="51534" y="7500"/>
                  <a:pt x="54367" y="8066"/>
                </a:cubicBezTo>
                <a:cubicBezTo>
                  <a:pt x="57201" y="8633"/>
                  <a:pt x="59820" y="9347"/>
                  <a:pt x="62226" y="10209"/>
                </a:cubicBezTo>
                <a:cubicBezTo>
                  <a:pt x="64631" y="11071"/>
                  <a:pt x="66770" y="12068"/>
                  <a:pt x="68641" y="13201"/>
                </a:cubicBezTo>
                <a:cubicBezTo>
                  <a:pt x="70512" y="14332"/>
                  <a:pt x="71808" y="15262"/>
                  <a:pt x="72530" y="15990"/>
                </a:cubicBezTo>
                <a:cubicBezTo>
                  <a:pt x="73252" y="16717"/>
                  <a:pt x="73719" y="17267"/>
                  <a:pt x="73933" y="17641"/>
                </a:cubicBezTo>
                <a:cubicBezTo>
                  <a:pt x="74147" y="18016"/>
                  <a:pt x="74321" y="18457"/>
                  <a:pt x="74454" y="18964"/>
                </a:cubicBezTo>
                <a:cubicBezTo>
                  <a:pt x="74588" y="19472"/>
                  <a:pt x="74695" y="20074"/>
                  <a:pt x="74775" y="20769"/>
                </a:cubicBezTo>
                <a:cubicBezTo>
                  <a:pt x="74855" y="21464"/>
                  <a:pt x="74896" y="22292"/>
                  <a:pt x="74896" y="23255"/>
                </a:cubicBezTo>
                <a:cubicBezTo>
                  <a:pt x="74896" y="24324"/>
                  <a:pt x="74842" y="25232"/>
                  <a:pt x="74735" y="25981"/>
                </a:cubicBezTo>
                <a:cubicBezTo>
                  <a:pt x="74628" y="26729"/>
                  <a:pt x="74468" y="27357"/>
                  <a:pt x="74254" y="27865"/>
                </a:cubicBezTo>
                <a:cubicBezTo>
                  <a:pt x="74040" y="28373"/>
                  <a:pt x="73786" y="28747"/>
                  <a:pt x="73492" y="28988"/>
                </a:cubicBezTo>
                <a:cubicBezTo>
                  <a:pt x="73198" y="29228"/>
                  <a:pt x="72837" y="29349"/>
                  <a:pt x="72410" y="29349"/>
                </a:cubicBezTo>
                <a:cubicBezTo>
                  <a:pt x="71661" y="29349"/>
                  <a:pt x="70619" y="28823"/>
                  <a:pt x="69282" y="27773"/>
                </a:cubicBezTo>
                <a:cubicBezTo>
                  <a:pt x="67946" y="26722"/>
                  <a:pt x="66222" y="25563"/>
                  <a:pt x="64110" y="24297"/>
                </a:cubicBezTo>
                <a:cubicBezTo>
                  <a:pt x="61999" y="23031"/>
                  <a:pt x="59433" y="21872"/>
                  <a:pt x="56412" y="20821"/>
                </a:cubicBezTo>
                <a:cubicBezTo>
                  <a:pt x="53392" y="19771"/>
                  <a:pt x="49770" y="19245"/>
                  <a:pt x="45547" y="19245"/>
                </a:cubicBezTo>
                <a:cubicBezTo>
                  <a:pt x="40949" y="19245"/>
                  <a:pt x="36766" y="20167"/>
                  <a:pt x="32997" y="22012"/>
                </a:cubicBezTo>
                <a:cubicBezTo>
                  <a:pt x="29229" y="23856"/>
                  <a:pt x="26008" y="26569"/>
                  <a:pt x="23335" y="30151"/>
                </a:cubicBezTo>
                <a:cubicBezTo>
                  <a:pt x="20662" y="33732"/>
                  <a:pt x="18590" y="38103"/>
                  <a:pt x="17120" y="43261"/>
                </a:cubicBezTo>
                <a:cubicBezTo>
                  <a:pt x="15650" y="48420"/>
                  <a:pt x="14915" y="54314"/>
                  <a:pt x="14915" y="60943"/>
                </a:cubicBezTo>
                <a:cubicBezTo>
                  <a:pt x="14915" y="67518"/>
                  <a:pt x="15623" y="73332"/>
                  <a:pt x="17040" y="78384"/>
                </a:cubicBezTo>
                <a:cubicBezTo>
                  <a:pt x="18457" y="83436"/>
                  <a:pt x="20488" y="87659"/>
                  <a:pt x="23134" y="91053"/>
                </a:cubicBezTo>
                <a:cubicBezTo>
                  <a:pt x="25780" y="94448"/>
                  <a:pt x="29028" y="97014"/>
                  <a:pt x="32877" y="98751"/>
                </a:cubicBezTo>
                <a:cubicBezTo>
                  <a:pt x="36726" y="100489"/>
                  <a:pt x="41083" y="101358"/>
                  <a:pt x="45948" y="101358"/>
                </a:cubicBezTo>
                <a:cubicBezTo>
                  <a:pt x="50064" y="101358"/>
                  <a:pt x="53659" y="100846"/>
                  <a:pt x="56733" y="99821"/>
                </a:cubicBezTo>
                <a:cubicBezTo>
                  <a:pt x="59807" y="98797"/>
                  <a:pt x="62426" y="97652"/>
                  <a:pt x="64591" y="96386"/>
                </a:cubicBezTo>
                <a:cubicBezTo>
                  <a:pt x="66756" y="95120"/>
                  <a:pt x="68534" y="93974"/>
                  <a:pt x="69924" y="92950"/>
                </a:cubicBezTo>
                <a:cubicBezTo>
                  <a:pt x="71314" y="91926"/>
                  <a:pt x="72410" y="91414"/>
                  <a:pt x="73212" y="91414"/>
                </a:cubicBezTo>
                <a:cubicBezTo>
                  <a:pt x="73586" y="91414"/>
                  <a:pt x="73907" y="91494"/>
                  <a:pt x="74174" y="91655"/>
                </a:cubicBezTo>
                <a:cubicBezTo>
                  <a:pt x="74441" y="91815"/>
                  <a:pt x="74655" y="92123"/>
                  <a:pt x="74815" y="92577"/>
                </a:cubicBezTo>
                <a:cubicBezTo>
                  <a:pt x="74976" y="93031"/>
                  <a:pt x="75096" y="93660"/>
                  <a:pt x="75176" y="94461"/>
                </a:cubicBezTo>
                <a:cubicBezTo>
                  <a:pt x="75256" y="95263"/>
                  <a:pt x="75296" y="96279"/>
                  <a:pt x="75296" y="97509"/>
                </a:cubicBezTo>
                <a:close/>
                <a:moveTo>
                  <a:pt x="131902" y="42820"/>
                </a:moveTo>
                <a:cubicBezTo>
                  <a:pt x="131902" y="43996"/>
                  <a:pt x="131876" y="44985"/>
                  <a:pt x="131822" y="45787"/>
                </a:cubicBezTo>
                <a:cubicBezTo>
                  <a:pt x="131769" y="46589"/>
                  <a:pt x="131662" y="47217"/>
                  <a:pt x="131501" y="47672"/>
                </a:cubicBezTo>
                <a:cubicBezTo>
                  <a:pt x="131341" y="48126"/>
                  <a:pt x="131141" y="48474"/>
                  <a:pt x="130900" y="48714"/>
                </a:cubicBezTo>
                <a:cubicBezTo>
                  <a:pt x="130659" y="48955"/>
                  <a:pt x="130325" y="49075"/>
                  <a:pt x="129898" y="49075"/>
                </a:cubicBezTo>
                <a:cubicBezTo>
                  <a:pt x="129470" y="49075"/>
                  <a:pt x="128949" y="48955"/>
                  <a:pt x="128334" y="48714"/>
                </a:cubicBezTo>
                <a:cubicBezTo>
                  <a:pt x="127719" y="48474"/>
                  <a:pt x="127024" y="48233"/>
                  <a:pt x="126249" y="47992"/>
                </a:cubicBezTo>
                <a:cubicBezTo>
                  <a:pt x="125474" y="47752"/>
                  <a:pt x="124605" y="47525"/>
                  <a:pt x="123643" y="47311"/>
                </a:cubicBezTo>
                <a:cubicBezTo>
                  <a:pt x="122681" y="47097"/>
                  <a:pt x="121638" y="46990"/>
                  <a:pt x="120516" y="46990"/>
                </a:cubicBezTo>
                <a:cubicBezTo>
                  <a:pt x="119179" y="46990"/>
                  <a:pt x="117869" y="47257"/>
                  <a:pt x="116586" y="47792"/>
                </a:cubicBezTo>
                <a:cubicBezTo>
                  <a:pt x="115303" y="48327"/>
                  <a:pt x="113954" y="49209"/>
                  <a:pt x="112537" y="50438"/>
                </a:cubicBezTo>
                <a:cubicBezTo>
                  <a:pt x="111120" y="51668"/>
                  <a:pt x="109637" y="53298"/>
                  <a:pt x="108086" y="55330"/>
                </a:cubicBezTo>
                <a:cubicBezTo>
                  <a:pt x="106536" y="57361"/>
                  <a:pt x="104826" y="59847"/>
                  <a:pt x="102954" y="62787"/>
                </a:cubicBezTo>
                <a:lnTo>
                  <a:pt x="102954" y="110258"/>
                </a:lnTo>
                <a:cubicBezTo>
                  <a:pt x="102954" y="110686"/>
                  <a:pt x="102848" y="111047"/>
                  <a:pt x="102634" y="111341"/>
                </a:cubicBezTo>
                <a:cubicBezTo>
                  <a:pt x="102420" y="111635"/>
                  <a:pt x="102072" y="111889"/>
                  <a:pt x="101591" y="112103"/>
                </a:cubicBezTo>
                <a:cubicBezTo>
                  <a:pt x="101110" y="112317"/>
                  <a:pt x="100442" y="112477"/>
                  <a:pt x="99587" y="112584"/>
                </a:cubicBezTo>
                <a:cubicBezTo>
                  <a:pt x="98731" y="112691"/>
                  <a:pt x="97635" y="112744"/>
                  <a:pt x="96299" y="112744"/>
                </a:cubicBezTo>
                <a:cubicBezTo>
                  <a:pt x="95016" y="112744"/>
                  <a:pt x="93947" y="112691"/>
                  <a:pt x="93091" y="112584"/>
                </a:cubicBezTo>
                <a:cubicBezTo>
                  <a:pt x="92236" y="112477"/>
                  <a:pt x="91554" y="112317"/>
                  <a:pt x="91047" y="112103"/>
                </a:cubicBezTo>
                <a:cubicBezTo>
                  <a:pt x="90539" y="111889"/>
                  <a:pt x="90191" y="111635"/>
                  <a:pt x="90004" y="111341"/>
                </a:cubicBezTo>
                <a:cubicBezTo>
                  <a:pt x="89817" y="111047"/>
                  <a:pt x="89723" y="110686"/>
                  <a:pt x="89723" y="110258"/>
                </a:cubicBezTo>
                <a:lnTo>
                  <a:pt x="89723" y="38089"/>
                </a:lnTo>
                <a:cubicBezTo>
                  <a:pt x="89723" y="37662"/>
                  <a:pt x="89804" y="37301"/>
                  <a:pt x="89964" y="37007"/>
                </a:cubicBezTo>
                <a:cubicBezTo>
                  <a:pt x="90124" y="36713"/>
                  <a:pt x="90445" y="36445"/>
                  <a:pt x="90926" y="36205"/>
                </a:cubicBezTo>
                <a:cubicBezTo>
                  <a:pt x="91407" y="35964"/>
                  <a:pt x="92022" y="35804"/>
                  <a:pt x="92771" y="35724"/>
                </a:cubicBezTo>
                <a:cubicBezTo>
                  <a:pt x="93519" y="35644"/>
                  <a:pt x="94508" y="35603"/>
                  <a:pt x="95738" y="35603"/>
                </a:cubicBezTo>
                <a:cubicBezTo>
                  <a:pt x="96914" y="35603"/>
                  <a:pt x="97889" y="35644"/>
                  <a:pt x="98664" y="35724"/>
                </a:cubicBezTo>
                <a:cubicBezTo>
                  <a:pt x="99440" y="35804"/>
                  <a:pt x="100041" y="35964"/>
                  <a:pt x="100469" y="36205"/>
                </a:cubicBezTo>
                <a:cubicBezTo>
                  <a:pt x="100896" y="36445"/>
                  <a:pt x="101204" y="36713"/>
                  <a:pt x="101391" y="37007"/>
                </a:cubicBezTo>
                <a:cubicBezTo>
                  <a:pt x="101578" y="37301"/>
                  <a:pt x="101671" y="37662"/>
                  <a:pt x="101671" y="38089"/>
                </a:cubicBezTo>
                <a:lnTo>
                  <a:pt x="101671" y="48594"/>
                </a:lnTo>
                <a:cubicBezTo>
                  <a:pt x="103649" y="45707"/>
                  <a:pt x="105507" y="43355"/>
                  <a:pt x="107245" y="41537"/>
                </a:cubicBezTo>
                <a:cubicBezTo>
                  <a:pt x="108982" y="39720"/>
                  <a:pt x="110626" y="38290"/>
                  <a:pt x="112176" y="37247"/>
                </a:cubicBezTo>
                <a:cubicBezTo>
                  <a:pt x="113726" y="36205"/>
                  <a:pt x="115263" y="35483"/>
                  <a:pt x="116787" y="35082"/>
                </a:cubicBezTo>
                <a:cubicBezTo>
                  <a:pt x="118310" y="34681"/>
                  <a:pt x="119847" y="34481"/>
                  <a:pt x="121398" y="34481"/>
                </a:cubicBezTo>
                <a:cubicBezTo>
                  <a:pt x="122093" y="34481"/>
                  <a:pt x="122881" y="34521"/>
                  <a:pt x="123763" y="34601"/>
                </a:cubicBezTo>
                <a:cubicBezTo>
                  <a:pt x="124645" y="34681"/>
                  <a:pt x="125567" y="34828"/>
                  <a:pt x="126530" y="35042"/>
                </a:cubicBezTo>
                <a:cubicBezTo>
                  <a:pt x="127492" y="35256"/>
                  <a:pt x="128361" y="35497"/>
                  <a:pt x="129136" y="35764"/>
                </a:cubicBezTo>
                <a:cubicBezTo>
                  <a:pt x="129911" y="36031"/>
                  <a:pt x="130459" y="36298"/>
                  <a:pt x="130780" y="36566"/>
                </a:cubicBezTo>
                <a:cubicBezTo>
                  <a:pt x="131100" y="36833"/>
                  <a:pt x="131314" y="37087"/>
                  <a:pt x="131421" y="37327"/>
                </a:cubicBezTo>
                <a:cubicBezTo>
                  <a:pt x="131528" y="37568"/>
                  <a:pt x="131622" y="37875"/>
                  <a:pt x="131702" y="38250"/>
                </a:cubicBezTo>
                <a:cubicBezTo>
                  <a:pt x="131782" y="38624"/>
                  <a:pt x="131835" y="39172"/>
                  <a:pt x="131862" y="39893"/>
                </a:cubicBezTo>
                <a:cubicBezTo>
                  <a:pt x="131889" y="40615"/>
                  <a:pt x="131902" y="41591"/>
                  <a:pt x="131902" y="42820"/>
                </a:cubicBezTo>
                <a:close/>
                <a:moveTo>
                  <a:pt x="205995" y="71047"/>
                </a:moveTo>
                <a:cubicBezTo>
                  <a:pt x="205995" y="73131"/>
                  <a:pt x="205474" y="74615"/>
                  <a:pt x="204431" y="75497"/>
                </a:cubicBezTo>
                <a:cubicBezTo>
                  <a:pt x="203389" y="76379"/>
                  <a:pt x="202199" y="76820"/>
                  <a:pt x="200863" y="76820"/>
                </a:cubicBezTo>
                <a:lnTo>
                  <a:pt x="153552" y="76820"/>
                </a:lnTo>
                <a:cubicBezTo>
                  <a:pt x="153552" y="80841"/>
                  <a:pt x="153953" y="84460"/>
                  <a:pt x="154755" y="87678"/>
                </a:cubicBezTo>
                <a:cubicBezTo>
                  <a:pt x="155557" y="90896"/>
                  <a:pt x="156893" y="93657"/>
                  <a:pt x="158764" y="95962"/>
                </a:cubicBezTo>
                <a:cubicBezTo>
                  <a:pt x="160635" y="98268"/>
                  <a:pt x="163068" y="100038"/>
                  <a:pt x="166061" y="101272"/>
                </a:cubicBezTo>
                <a:cubicBezTo>
                  <a:pt x="169055" y="102505"/>
                  <a:pt x="172717" y="103122"/>
                  <a:pt x="177047" y="103122"/>
                </a:cubicBezTo>
                <a:cubicBezTo>
                  <a:pt x="180468" y="103122"/>
                  <a:pt x="183516" y="102841"/>
                  <a:pt x="186188" y="102280"/>
                </a:cubicBezTo>
                <a:cubicBezTo>
                  <a:pt x="188861" y="101718"/>
                  <a:pt x="191174" y="101090"/>
                  <a:pt x="193125" y="100395"/>
                </a:cubicBezTo>
                <a:cubicBezTo>
                  <a:pt x="195076" y="99700"/>
                  <a:pt x="196680" y="99072"/>
                  <a:pt x="197936" y="98511"/>
                </a:cubicBezTo>
                <a:cubicBezTo>
                  <a:pt x="199192" y="97950"/>
                  <a:pt x="200141" y="97669"/>
                  <a:pt x="200783" y="97669"/>
                </a:cubicBezTo>
                <a:cubicBezTo>
                  <a:pt x="201157" y="97669"/>
                  <a:pt x="201491" y="97762"/>
                  <a:pt x="201785" y="97950"/>
                </a:cubicBezTo>
                <a:cubicBezTo>
                  <a:pt x="202079" y="98137"/>
                  <a:pt x="202306" y="98417"/>
                  <a:pt x="202467" y="98792"/>
                </a:cubicBezTo>
                <a:cubicBezTo>
                  <a:pt x="202627" y="99166"/>
                  <a:pt x="202747" y="99687"/>
                  <a:pt x="202827" y="100355"/>
                </a:cubicBezTo>
                <a:cubicBezTo>
                  <a:pt x="202908" y="101023"/>
                  <a:pt x="202948" y="101839"/>
                  <a:pt x="202948" y="102801"/>
                </a:cubicBezTo>
                <a:cubicBezTo>
                  <a:pt x="202948" y="103496"/>
                  <a:pt x="202921" y="104097"/>
                  <a:pt x="202868" y="104605"/>
                </a:cubicBezTo>
                <a:cubicBezTo>
                  <a:pt x="202814" y="105113"/>
                  <a:pt x="202747" y="105567"/>
                  <a:pt x="202667" y="105968"/>
                </a:cubicBezTo>
                <a:cubicBezTo>
                  <a:pt x="202587" y="106369"/>
                  <a:pt x="202453" y="106730"/>
                  <a:pt x="202266" y="107051"/>
                </a:cubicBezTo>
                <a:cubicBezTo>
                  <a:pt x="202079" y="107372"/>
                  <a:pt x="201839" y="107679"/>
                  <a:pt x="201544" y="107973"/>
                </a:cubicBezTo>
                <a:cubicBezTo>
                  <a:pt x="201250" y="108267"/>
                  <a:pt x="200382" y="108748"/>
                  <a:pt x="198938" y="109416"/>
                </a:cubicBezTo>
                <a:cubicBezTo>
                  <a:pt x="197495" y="110085"/>
                  <a:pt x="195624" y="110740"/>
                  <a:pt x="193325" y="111381"/>
                </a:cubicBezTo>
                <a:cubicBezTo>
                  <a:pt x="191027" y="112023"/>
                  <a:pt x="188367" y="112597"/>
                  <a:pt x="185347" y="113105"/>
                </a:cubicBezTo>
                <a:cubicBezTo>
                  <a:pt x="182326" y="113613"/>
                  <a:pt x="179105" y="113867"/>
                  <a:pt x="175684" y="113867"/>
                </a:cubicBezTo>
                <a:cubicBezTo>
                  <a:pt x="169750" y="113867"/>
                  <a:pt x="164551" y="113037"/>
                  <a:pt x="160087" y="111379"/>
                </a:cubicBezTo>
                <a:cubicBezTo>
                  <a:pt x="155624" y="109720"/>
                  <a:pt x="151868" y="107258"/>
                  <a:pt x="148821" y="103994"/>
                </a:cubicBezTo>
                <a:cubicBezTo>
                  <a:pt x="145774" y="100729"/>
                  <a:pt x="143475" y="96636"/>
                  <a:pt x="141925" y="91712"/>
                </a:cubicBezTo>
                <a:cubicBezTo>
                  <a:pt x="140374" y="86789"/>
                  <a:pt x="139599" y="81063"/>
                  <a:pt x="139599" y="74535"/>
                </a:cubicBezTo>
                <a:cubicBezTo>
                  <a:pt x="139599" y="68327"/>
                  <a:pt x="140401" y="62748"/>
                  <a:pt x="142005" y="57798"/>
                </a:cubicBezTo>
                <a:cubicBezTo>
                  <a:pt x="143609" y="52848"/>
                  <a:pt x="145921" y="48647"/>
                  <a:pt x="148941" y="45196"/>
                </a:cubicBezTo>
                <a:cubicBezTo>
                  <a:pt x="151962" y="41745"/>
                  <a:pt x="155610" y="39096"/>
                  <a:pt x="159887" y="37250"/>
                </a:cubicBezTo>
                <a:cubicBezTo>
                  <a:pt x="164164" y="35404"/>
                  <a:pt x="168948" y="34481"/>
                  <a:pt x="174240" y="34481"/>
                </a:cubicBezTo>
                <a:cubicBezTo>
                  <a:pt x="179907" y="34481"/>
                  <a:pt x="184732" y="35390"/>
                  <a:pt x="188714" y="37207"/>
                </a:cubicBezTo>
                <a:cubicBezTo>
                  <a:pt x="192697" y="39025"/>
                  <a:pt x="195971" y="41471"/>
                  <a:pt x="198537" y="44544"/>
                </a:cubicBezTo>
                <a:cubicBezTo>
                  <a:pt x="201103" y="47618"/>
                  <a:pt x="202988" y="51227"/>
                  <a:pt x="204191" y="55370"/>
                </a:cubicBezTo>
                <a:cubicBezTo>
                  <a:pt x="205394" y="59513"/>
                  <a:pt x="205995" y="63937"/>
                  <a:pt x="205995" y="68641"/>
                </a:cubicBezTo>
                <a:lnTo>
                  <a:pt x="205995" y="71047"/>
                </a:lnTo>
                <a:moveTo>
                  <a:pt x="192684" y="67117"/>
                </a:moveTo>
                <a:cubicBezTo>
                  <a:pt x="192844" y="60168"/>
                  <a:pt x="191307" y="54715"/>
                  <a:pt x="188073" y="50759"/>
                </a:cubicBezTo>
                <a:cubicBezTo>
                  <a:pt x="184839" y="46803"/>
                  <a:pt x="180041" y="44825"/>
                  <a:pt x="173679" y="44825"/>
                </a:cubicBezTo>
                <a:cubicBezTo>
                  <a:pt x="170418" y="44825"/>
                  <a:pt x="167558" y="45440"/>
                  <a:pt x="165099" y="46669"/>
                </a:cubicBezTo>
                <a:cubicBezTo>
                  <a:pt x="162640" y="47899"/>
                  <a:pt x="160582" y="49529"/>
                  <a:pt x="158925" y="51561"/>
                </a:cubicBezTo>
                <a:cubicBezTo>
                  <a:pt x="157267" y="53592"/>
                  <a:pt x="155984" y="55958"/>
                  <a:pt x="155076" y="58657"/>
                </a:cubicBezTo>
                <a:cubicBezTo>
                  <a:pt x="154167" y="61357"/>
                  <a:pt x="153659" y="64177"/>
                  <a:pt x="153552" y="67117"/>
                </a:cubicBezTo>
                <a:lnTo>
                  <a:pt x="192684" y="67117"/>
                </a:lnTo>
                <a:close/>
                <a:moveTo>
                  <a:pt x="277770" y="110339"/>
                </a:moveTo>
                <a:cubicBezTo>
                  <a:pt x="277770" y="110980"/>
                  <a:pt x="277556" y="111461"/>
                  <a:pt x="277129" y="111782"/>
                </a:cubicBezTo>
                <a:cubicBezTo>
                  <a:pt x="276701" y="112103"/>
                  <a:pt x="276113" y="112343"/>
                  <a:pt x="275365" y="112504"/>
                </a:cubicBezTo>
                <a:cubicBezTo>
                  <a:pt x="274616" y="112664"/>
                  <a:pt x="273520" y="112744"/>
                  <a:pt x="272077" y="112744"/>
                </a:cubicBezTo>
                <a:cubicBezTo>
                  <a:pt x="270687" y="112744"/>
                  <a:pt x="269578" y="112664"/>
                  <a:pt x="268749" y="112504"/>
                </a:cubicBezTo>
                <a:cubicBezTo>
                  <a:pt x="267920" y="112343"/>
                  <a:pt x="267319" y="112103"/>
                  <a:pt x="266945" y="111782"/>
                </a:cubicBezTo>
                <a:cubicBezTo>
                  <a:pt x="266571" y="111461"/>
                  <a:pt x="266383" y="110980"/>
                  <a:pt x="266383" y="110339"/>
                </a:cubicBezTo>
                <a:lnTo>
                  <a:pt x="266383" y="103122"/>
                </a:lnTo>
                <a:cubicBezTo>
                  <a:pt x="263229" y="106490"/>
                  <a:pt x="259715" y="109122"/>
                  <a:pt x="255839" y="111020"/>
                </a:cubicBezTo>
                <a:cubicBezTo>
                  <a:pt x="251963" y="112918"/>
                  <a:pt x="247860" y="113867"/>
                  <a:pt x="243530" y="113867"/>
                </a:cubicBezTo>
                <a:cubicBezTo>
                  <a:pt x="239734" y="113867"/>
                  <a:pt x="236300" y="113371"/>
                  <a:pt x="233226" y="112378"/>
                </a:cubicBezTo>
                <a:cubicBezTo>
                  <a:pt x="230152" y="111386"/>
                  <a:pt x="227532" y="109951"/>
                  <a:pt x="225367" y="108073"/>
                </a:cubicBezTo>
                <a:cubicBezTo>
                  <a:pt x="223202" y="106196"/>
                  <a:pt x="221518" y="103889"/>
                  <a:pt x="220316" y="101155"/>
                </a:cubicBezTo>
                <a:cubicBezTo>
                  <a:pt x="219113" y="98418"/>
                  <a:pt x="218511" y="95306"/>
                  <a:pt x="218511" y="91818"/>
                </a:cubicBezTo>
                <a:cubicBezTo>
                  <a:pt x="218511" y="87741"/>
                  <a:pt x="219340" y="84202"/>
                  <a:pt x="220997" y="81198"/>
                </a:cubicBezTo>
                <a:cubicBezTo>
                  <a:pt x="222654" y="78192"/>
                  <a:pt x="225033" y="75697"/>
                  <a:pt x="228134" y="73713"/>
                </a:cubicBezTo>
                <a:cubicBezTo>
                  <a:pt x="231234" y="71728"/>
                  <a:pt x="235030" y="70240"/>
                  <a:pt x="239521" y="69247"/>
                </a:cubicBezTo>
                <a:cubicBezTo>
                  <a:pt x="244011" y="68255"/>
                  <a:pt x="249063" y="67759"/>
                  <a:pt x="254676" y="67759"/>
                </a:cubicBezTo>
                <a:lnTo>
                  <a:pt x="264619" y="67759"/>
                </a:lnTo>
                <a:lnTo>
                  <a:pt x="264619" y="62166"/>
                </a:lnTo>
                <a:cubicBezTo>
                  <a:pt x="264619" y="59396"/>
                  <a:pt x="264325" y="56946"/>
                  <a:pt x="263737" y="54816"/>
                </a:cubicBezTo>
                <a:cubicBezTo>
                  <a:pt x="263149" y="52684"/>
                  <a:pt x="262200" y="50913"/>
                  <a:pt x="260891" y="49501"/>
                </a:cubicBezTo>
                <a:cubicBezTo>
                  <a:pt x="259581" y="48089"/>
                  <a:pt x="257884" y="47024"/>
                  <a:pt x="255799" y="46306"/>
                </a:cubicBezTo>
                <a:cubicBezTo>
                  <a:pt x="253714" y="45586"/>
                  <a:pt x="251148" y="45226"/>
                  <a:pt x="248101" y="45226"/>
                </a:cubicBezTo>
                <a:cubicBezTo>
                  <a:pt x="244840" y="45226"/>
                  <a:pt x="241913" y="45609"/>
                  <a:pt x="239320" y="46376"/>
                </a:cubicBezTo>
                <a:cubicBezTo>
                  <a:pt x="236727" y="47143"/>
                  <a:pt x="234455" y="47989"/>
                  <a:pt x="232504" y="48915"/>
                </a:cubicBezTo>
                <a:cubicBezTo>
                  <a:pt x="230553" y="49840"/>
                  <a:pt x="228922" y="50686"/>
                  <a:pt x="227613" y="51453"/>
                </a:cubicBezTo>
                <a:cubicBezTo>
                  <a:pt x="226303" y="52220"/>
                  <a:pt x="225327" y="52603"/>
                  <a:pt x="224686" y="52603"/>
                </a:cubicBezTo>
                <a:cubicBezTo>
                  <a:pt x="224258" y="52603"/>
                  <a:pt x="223884" y="52496"/>
                  <a:pt x="223563" y="52283"/>
                </a:cubicBezTo>
                <a:cubicBezTo>
                  <a:pt x="223242" y="52069"/>
                  <a:pt x="222962" y="51748"/>
                  <a:pt x="222721" y="51320"/>
                </a:cubicBezTo>
                <a:cubicBezTo>
                  <a:pt x="222481" y="50893"/>
                  <a:pt x="222307" y="50345"/>
                  <a:pt x="222200" y="49676"/>
                </a:cubicBezTo>
                <a:cubicBezTo>
                  <a:pt x="222093" y="49008"/>
                  <a:pt x="222040" y="48273"/>
                  <a:pt x="222040" y="47471"/>
                </a:cubicBezTo>
                <a:cubicBezTo>
                  <a:pt x="222040" y="46135"/>
                  <a:pt x="222133" y="45079"/>
                  <a:pt x="222320" y="44304"/>
                </a:cubicBezTo>
                <a:cubicBezTo>
                  <a:pt x="222507" y="43529"/>
                  <a:pt x="222962" y="42794"/>
                  <a:pt x="223683" y="42099"/>
                </a:cubicBezTo>
                <a:cubicBezTo>
                  <a:pt x="224405" y="41404"/>
                  <a:pt x="225648" y="40594"/>
                  <a:pt x="227412" y="39670"/>
                </a:cubicBezTo>
                <a:cubicBezTo>
                  <a:pt x="229176" y="38745"/>
                  <a:pt x="231208" y="37900"/>
                  <a:pt x="233506" y="37135"/>
                </a:cubicBezTo>
                <a:cubicBezTo>
                  <a:pt x="235805" y="36369"/>
                  <a:pt x="238318" y="35736"/>
                  <a:pt x="241044" y="35235"/>
                </a:cubicBezTo>
                <a:cubicBezTo>
                  <a:pt x="243770" y="34732"/>
                  <a:pt x="246524" y="34481"/>
                  <a:pt x="249303" y="34481"/>
                </a:cubicBezTo>
                <a:cubicBezTo>
                  <a:pt x="254489" y="34481"/>
                  <a:pt x="258899" y="35069"/>
                  <a:pt x="262534" y="36245"/>
                </a:cubicBezTo>
                <a:cubicBezTo>
                  <a:pt x="266170" y="37421"/>
                  <a:pt x="269110" y="39145"/>
                  <a:pt x="271355" y="41417"/>
                </a:cubicBezTo>
                <a:cubicBezTo>
                  <a:pt x="273600" y="43689"/>
                  <a:pt x="275231" y="46509"/>
                  <a:pt x="276247" y="49877"/>
                </a:cubicBezTo>
                <a:cubicBezTo>
                  <a:pt x="277262" y="53245"/>
                  <a:pt x="277770" y="57174"/>
                  <a:pt x="277770" y="61665"/>
                </a:cubicBezTo>
                <a:lnTo>
                  <a:pt x="277770" y="110339"/>
                </a:lnTo>
                <a:moveTo>
                  <a:pt x="264619" y="77301"/>
                </a:moveTo>
                <a:lnTo>
                  <a:pt x="253313" y="77301"/>
                </a:lnTo>
                <a:cubicBezTo>
                  <a:pt x="249678" y="77301"/>
                  <a:pt x="246524" y="77611"/>
                  <a:pt x="243851" y="78231"/>
                </a:cubicBezTo>
                <a:cubicBezTo>
                  <a:pt x="241178" y="78849"/>
                  <a:pt x="238959" y="79763"/>
                  <a:pt x="237195" y="80972"/>
                </a:cubicBezTo>
                <a:cubicBezTo>
                  <a:pt x="235431" y="82182"/>
                  <a:pt x="234135" y="83634"/>
                  <a:pt x="233306" y="85330"/>
                </a:cubicBezTo>
                <a:cubicBezTo>
                  <a:pt x="232477" y="87024"/>
                  <a:pt x="232063" y="88974"/>
                  <a:pt x="232063" y="91179"/>
                </a:cubicBezTo>
                <a:cubicBezTo>
                  <a:pt x="232063" y="94944"/>
                  <a:pt x="233252" y="97943"/>
                  <a:pt x="235631" y="100175"/>
                </a:cubicBezTo>
                <a:cubicBezTo>
                  <a:pt x="238010" y="102407"/>
                  <a:pt x="241338" y="103523"/>
                  <a:pt x="245615" y="103523"/>
                </a:cubicBezTo>
                <a:cubicBezTo>
                  <a:pt x="249090" y="103523"/>
                  <a:pt x="252310" y="102636"/>
                  <a:pt x="255277" y="100861"/>
                </a:cubicBezTo>
                <a:cubicBezTo>
                  <a:pt x="258244" y="99086"/>
                  <a:pt x="261358" y="96369"/>
                  <a:pt x="264619" y="92712"/>
                </a:cubicBezTo>
                <a:lnTo>
                  <a:pt x="264619" y="77301"/>
                </a:lnTo>
                <a:close/>
                <a:moveTo>
                  <a:pt x="339594" y="105046"/>
                </a:moveTo>
                <a:cubicBezTo>
                  <a:pt x="339594" y="106596"/>
                  <a:pt x="339487" y="107826"/>
                  <a:pt x="339273" y="108735"/>
                </a:cubicBezTo>
                <a:cubicBezTo>
                  <a:pt x="339060" y="109644"/>
                  <a:pt x="338739" y="110312"/>
                  <a:pt x="338311" y="110740"/>
                </a:cubicBezTo>
                <a:cubicBezTo>
                  <a:pt x="337884" y="111167"/>
                  <a:pt x="337242" y="111568"/>
                  <a:pt x="336387" y="111942"/>
                </a:cubicBezTo>
                <a:cubicBezTo>
                  <a:pt x="335531" y="112317"/>
                  <a:pt x="334556" y="112624"/>
                  <a:pt x="333460" y="112865"/>
                </a:cubicBezTo>
                <a:cubicBezTo>
                  <a:pt x="332364" y="113105"/>
                  <a:pt x="331201" y="113306"/>
                  <a:pt x="329972" y="113466"/>
                </a:cubicBezTo>
                <a:cubicBezTo>
                  <a:pt x="328742" y="113626"/>
                  <a:pt x="327513" y="113706"/>
                  <a:pt x="326283" y="113706"/>
                </a:cubicBezTo>
                <a:cubicBezTo>
                  <a:pt x="322541" y="113706"/>
                  <a:pt x="319333" y="113211"/>
                  <a:pt x="316660" y="112221"/>
                </a:cubicBezTo>
                <a:cubicBezTo>
                  <a:pt x="313988" y="111228"/>
                  <a:pt x="311796" y="109727"/>
                  <a:pt x="310085" y="107717"/>
                </a:cubicBezTo>
                <a:cubicBezTo>
                  <a:pt x="308374" y="105708"/>
                  <a:pt x="307131" y="103163"/>
                  <a:pt x="306356" y="100082"/>
                </a:cubicBezTo>
                <a:cubicBezTo>
                  <a:pt x="305581" y="97002"/>
                  <a:pt x="305194" y="93371"/>
                  <a:pt x="305194" y="89192"/>
                </a:cubicBezTo>
                <a:lnTo>
                  <a:pt x="305194" y="46910"/>
                </a:lnTo>
                <a:lnTo>
                  <a:pt x="295090" y="46910"/>
                </a:lnTo>
                <a:cubicBezTo>
                  <a:pt x="294288" y="46910"/>
                  <a:pt x="293647" y="46482"/>
                  <a:pt x="293165" y="45627"/>
                </a:cubicBezTo>
                <a:cubicBezTo>
                  <a:pt x="292684" y="44772"/>
                  <a:pt x="292444" y="43382"/>
                  <a:pt x="292444" y="41457"/>
                </a:cubicBezTo>
                <a:cubicBezTo>
                  <a:pt x="292444" y="40441"/>
                  <a:pt x="292511" y="39586"/>
                  <a:pt x="292644" y="38891"/>
                </a:cubicBezTo>
                <a:cubicBezTo>
                  <a:pt x="292778" y="38196"/>
                  <a:pt x="292952" y="37622"/>
                  <a:pt x="293165" y="37167"/>
                </a:cubicBezTo>
                <a:cubicBezTo>
                  <a:pt x="293379" y="36713"/>
                  <a:pt x="293660" y="36392"/>
                  <a:pt x="294007" y="36205"/>
                </a:cubicBezTo>
                <a:cubicBezTo>
                  <a:pt x="294355" y="36018"/>
                  <a:pt x="294742" y="35924"/>
                  <a:pt x="295170" y="35924"/>
                </a:cubicBezTo>
                <a:lnTo>
                  <a:pt x="305194" y="35924"/>
                </a:lnTo>
                <a:lnTo>
                  <a:pt x="305194" y="18764"/>
                </a:lnTo>
                <a:cubicBezTo>
                  <a:pt x="305194" y="18390"/>
                  <a:pt x="305287" y="18042"/>
                  <a:pt x="305474" y="17722"/>
                </a:cubicBezTo>
                <a:cubicBezTo>
                  <a:pt x="305661" y="17401"/>
                  <a:pt x="306009" y="17120"/>
                  <a:pt x="306517" y="16880"/>
                </a:cubicBezTo>
                <a:cubicBezTo>
                  <a:pt x="307025" y="16639"/>
                  <a:pt x="307706" y="16465"/>
                  <a:pt x="308562" y="16358"/>
                </a:cubicBezTo>
                <a:cubicBezTo>
                  <a:pt x="309417" y="16251"/>
                  <a:pt x="310486" y="16198"/>
                  <a:pt x="311769" y="16198"/>
                </a:cubicBezTo>
                <a:cubicBezTo>
                  <a:pt x="313105" y="16198"/>
                  <a:pt x="314201" y="16251"/>
                  <a:pt x="315057" y="16358"/>
                </a:cubicBezTo>
                <a:cubicBezTo>
                  <a:pt x="315912" y="16465"/>
                  <a:pt x="316580" y="16639"/>
                  <a:pt x="317061" y="16880"/>
                </a:cubicBezTo>
                <a:cubicBezTo>
                  <a:pt x="317543" y="17120"/>
                  <a:pt x="317890" y="17401"/>
                  <a:pt x="318104" y="17722"/>
                </a:cubicBezTo>
                <a:cubicBezTo>
                  <a:pt x="318318" y="18042"/>
                  <a:pt x="318425" y="18390"/>
                  <a:pt x="318425" y="18764"/>
                </a:cubicBezTo>
                <a:lnTo>
                  <a:pt x="318425" y="35924"/>
                </a:lnTo>
                <a:lnTo>
                  <a:pt x="336948" y="35924"/>
                </a:lnTo>
                <a:cubicBezTo>
                  <a:pt x="337376" y="35924"/>
                  <a:pt x="337750" y="36018"/>
                  <a:pt x="338071" y="36205"/>
                </a:cubicBezTo>
                <a:cubicBezTo>
                  <a:pt x="338391" y="36392"/>
                  <a:pt x="338672" y="36713"/>
                  <a:pt x="338913" y="37167"/>
                </a:cubicBezTo>
                <a:cubicBezTo>
                  <a:pt x="339153" y="37622"/>
                  <a:pt x="339327" y="38196"/>
                  <a:pt x="339434" y="38891"/>
                </a:cubicBezTo>
                <a:cubicBezTo>
                  <a:pt x="339541" y="39586"/>
                  <a:pt x="339594" y="40441"/>
                  <a:pt x="339594" y="41457"/>
                </a:cubicBezTo>
                <a:cubicBezTo>
                  <a:pt x="339594" y="43382"/>
                  <a:pt x="339354" y="44772"/>
                  <a:pt x="338873" y="45627"/>
                </a:cubicBezTo>
                <a:cubicBezTo>
                  <a:pt x="338391" y="46482"/>
                  <a:pt x="337750" y="46910"/>
                  <a:pt x="336948" y="46910"/>
                </a:cubicBezTo>
                <a:lnTo>
                  <a:pt x="318425" y="46910"/>
                </a:lnTo>
                <a:lnTo>
                  <a:pt x="318425" y="87282"/>
                </a:lnTo>
                <a:cubicBezTo>
                  <a:pt x="318425" y="92267"/>
                  <a:pt x="319160" y="96033"/>
                  <a:pt x="320630" y="98581"/>
                </a:cubicBezTo>
                <a:cubicBezTo>
                  <a:pt x="322100" y="101127"/>
                  <a:pt x="324733" y="102400"/>
                  <a:pt x="328528" y="102400"/>
                </a:cubicBezTo>
                <a:cubicBezTo>
                  <a:pt x="329758" y="102400"/>
                  <a:pt x="330854" y="102280"/>
                  <a:pt x="331816" y="102039"/>
                </a:cubicBezTo>
                <a:cubicBezTo>
                  <a:pt x="332778" y="101799"/>
                  <a:pt x="333634" y="101545"/>
                  <a:pt x="334382" y="101277"/>
                </a:cubicBezTo>
                <a:cubicBezTo>
                  <a:pt x="335130" y="101010"/>
                  <a:pt x="335772" y="100756"/>
                  <a:pt x="336307" y="100516"/>
                </a:cubicBezTo>
                <a:cubicBezTo>
                  <a:pt x="336841" y="100275"/>
                  <a:pt x="337322" y="100155"/>
                  <a:pt x="337750" y="100155"/>
                </a:cubicBezTo>
                <a:cubicBezTo>
                  <a:pt x="338017" y="100155"/>
                  <a:pt x="338271" y="100222"/>
                  <a:pt x="338512" y="100355"/>
                </a:cubicBezTo>
                <a:cubicBezTo>
                  <a:pt x="338752" y="100489"/>
                  <a:pt x="338939" y="100743"/>
                  <a:pt x="339073" y="101117"/>
                </a:cubicBezTo>
                <a:cubicBezTo>
                  <a:pt x="339207" y="101491"/>
                  <a:pt x="339327" y="101999"/>
                  <a:pt x="339434" y="102641"/>
                </a:cubicBezTo>
                <a:cubicBezTo>
                  <a:pt x="339541" y="103282"/>
                  <a:pt x="339594" y="104084"/>
                  <a:pt x="339594" y="105046"/>
                </a:cubicBezTo>
                <a:close/>
                <a:moveTo>
                  <a:pt x="418666" y="71047"/>
                </a:moveTo>
                <a:cubicBezTo>
                  <a:pt x="418666" y="73131"/>
                  <a:pt x="418145" y="74615"/>
                  <a:pt x="417103" y="75497"/>
                </a:cubicBezTo>
                <a:cubicBezTo>
                  <a:pt x="416060" y="76379"/>
                  <a:pt x="414871" y="76820"/>
                  <a:pt x="413534" y="76820"/>
                </a:cubicBezTo>
                <a:lnTo>
                  <a:pt x="366223" y="76820"/>
                </a:lnTo>
                <a:cubicBezTo>
                  <a:pt x="366223" y="80841"/>
                  <a:pt x="366624" y="84460"/>
                  <a:pt x="367426" y="87678"/>
                </a:cubicBezTo>
                <a:cubicBezTo>
                  <a:pt x="368228" y="90896"/>
                  <a:pt x="369565" y="93657"/>
                  <a:pt x="371436" y="95962"/>
                </a:cubicBezTo>
                <a:cubicBezTo>
                  <a:pt x="373307" y="98268"/>
                  <a:pt x="375739" y="100038"/>
                  <a:pt x="378733" y="101272"/>
                </a:cubicBezTo>
                <a:cubicBezTo>
                  <a:pt x="381726" y="102505"/>
                  <a:pt x="385388" y="103122"/>
                  <a:pt x="389719" y="103122"/>
                </a:cubicBezTo>
                <a:cubicBezTo>
                  <a:pt x="393140" y="103122"/>
                  <a:pt x="396187" y="102841"/>
                  <a:pt x="398860" y="102280"/>
                </a:cubicBezTo>
                <a:cubicBezTo>
                  <a:pt x="401533" y="101718"/>
                  <a:pt x="403845" y="101090"/>
                  <a:pt x="405796" y="100395"/>
                </a:cubicBezTo>
                <a:cubicBezTo>
                  <a:pt x="407747" y="99700"/>
                  <a:pt x="409351" y="99072"/>
                  <a:pt x="410607" y="98511"/>
                </a:cubicBezTo>
                <a:cubicBezTo>
                  <a:pt x="411864" y="97950"/>
                  <a:pt x="412813" y="97669"/>
                  <a:pt x="413454" y="97669"/>
                </a:cubicBezTo>
                <a:cubicBezTo>
                  <a:pt x="413828" y="97669"/>
                  <a:pt x="414162" y="97762"/>
                  <a:pt x="414456" y="97950"/>
                </a:cubicBezTo>
                <a:cubicBezTo>
                  <a:pt x="414751" y="98137"/>
                  <a:pt x="414978" y="98417"/>
                  <a:pt x="415138" y="98792"/>
                </a:cubicBezTo>
                <a:cubicBezTo>
                  <a:pt x="415298" y="99166"/>
                  <a:pt x="415419" y="99687"/>
                  <a:pt x="415499" y="100355"/>
                </a:cubicBezTo>
                <a:cubicBezTo>
                  <a:pt x="415579" y="101023"/>
                  <a:pt x="415619" y="101839"/>
                  <a:pt x="415619" y="102801"/>
                </a:cubicBezTo>
                <a:cubicBezTo>
                  <a:pt x="415619" y="103496"/>
                  <a:pt x="415592" y="104097"/>
                  <a:pt x="415539" y="104605"/>
                </a:cubicBezTo>
                <a:cubicBezTo>
                  <a:pt x="415486" y="105113"/>
                  <a:pt x="415419" y="105567"/>
                  <a:pt x="415339" y="105968"/>
                </a:cubicBezTo>
                <a:cubicBezTo>
                  <a:pt x="415258" y="106369"/>
                  <a:pt x="415125" y="106730"/>
                  <a:pt x="414938" y="107051"/>
                </a:cubicBezTo>
                <a:cubicBezTo>
                  <a:pt x="414751" y="107372"/>
                  <a:pt x="414510" y="107679"/>
                  <a:pt x="414216" y="107973"/>
                </a:cubicBezTo>
                <a:cubicBezTo>
                  <a:pt x="413922" y="108267"/>
                  <a:pt x="413053" y="108748"/>
                  <a:pt x="411610" y="109416"/>
                </a:cubicBezTo>
                <a:cubicBezTo>
                  <a:pt x="410166" y="110085"/>
                  <a:pt x="408295" y="110740"/>
                  <a:pt x="405997" y="111381"/>
                </a:cubicBezTo>
                <a:cubicBezTo>
                  <a:pt x="403698" y="112023"/>
                  <a:pt x="401038" y="112597"/>
                  <a:pt x="398018" y="113105"/>
                </a:cubicBezTo>
                <a:cubicBezTo>
                  <a:pt x="394998" y="113613"/>
                  <a:pt x="391777" y="113867"/>
                  <a:pt x="388355" y="113867"/>
                </a:cubicBezTo>
                <a:cubicBezTo>
                  <a:pt x="382421" y="113867"/>
                  <a:pt x="377223" y="113037"/>
                  <a:pt x="372759" y="111379"/>
                </a:cubicBezTo>
                <a:cubicBezTo>
                  <a:pt x="368295" y="109720"/>
                  <a:pt x="364539" y="107258"/>
                  <a:pt x="361492" y="103994"/>
                </a:cubicBezTo>
                <a:cubicBezTo>
                  <a:pt x="358445" y="100729"/>
                  <a:pt x="356146" y="96636"/>
                  <a:pt x="354596" y="91712"/>
                </a:cubicBezTo>
                <a:cubicBezTo>
                  <a:pt x="353046" y="86789"/>
                  <a:pt x="352271" y="81063"/>
                  <a:pt x="352271" y="74535"/>
                </a:cubicBezTo>
                <a:cubicBezTo>
                  <a:pt x="352271" y="68327"/>
                  <a:pt x="353073" y="62748"/>
                  <a:pt x="354676" y="57798"/>
                </a:cubicBezTo>
                <a:cubicBezTo>
                  <a:pt x="356280" y="52848"/>
                  <a:pt x="358592" y="48647"/>
                  <a:pt x="361613" y="45196"/>
                </a:cubicBezTo>
                <a:cubicBezTo>
                  <a:pt x="364633" y="41745"/>
                  <a:pt x="368282" y="39096"/>
                  <a:pt x="372558" y="37250"/>
                </a:cubicBezTo>
                <a:cubicBezTo>
                  <a:pt x="376835" y="35404"/>
                  <a:pt x="381620" y="34481"/>
                  <a:pt x="386912" y="34481"/>
                </a:cubicBezTo>
                <a:cubicBezTo>
                  <a:pt x="392579" y="34481"/>
                  <a:pt x="397403" y="35390"/>
                  <a:pt x="401386" y="37207"/>
                </a:cubicBezTo>
                <a:cubicBezTo>
                  <a:pt x="405369" y="39025"/>
                  <a:pt x="408643" y="41471"/>
                  <a:pt x="411209" y="44544"/>
                </a:cubicBezTo>
                <a:cubicBezTo>
                  <a:pt x="413775" y="47618"/>
                  <a:pt x="415659" y="51227"/>
                  <a:pt x="416862" y="55370"/>
                </a:cubicBezTo>
                <a:cubicBezTo>
                  <a:pt x="418065" y="59513"/>
                  <a:pt x="418666" y="63937"/>
                  <a:pt x="418666" y="68641"/>
                </a:cubicBezTo>
                <a:lnTo>
                  <a:pt x="418666" y="71047"/>
                </a:lnTo>
                <a:moveTo>
                  <a:pt x="405355" y="67117"/>
                </a:moveTo>
                <a:cubicBezTo>
                  <a:pt x="405516" y="60168"/>
                  <a:pt x="403979" y="54715"/>
                  <a:pt x="400744" y="50759"/>
                </a:cubicBezTo>
                <a:cubicBezTo>
                  <a:pt x="397510" y="46803"/>
                  <a:pt x="392712" y="44825"/>
                  <a:pt x="386351" y="44825"/>
                </a:cubicBezTo>
                <a:cubicBezTo>
                  <a:pt x="383090" y="44825"/>
                  <a:pt x="380230" y="45440"/>
                  <a:pt x="377771" y="46669"/>
                </a:cubicBezTo>
                <a:cubicBezTo>
                  <a:pt x="375311" y="47899"/>
                  <a:pt x="373253" y="49529"/>
                  <a:pt x="371596" y="51561"/>
                </a:cubicBezTo>
                <a:cubicBezTo>
                  <a:pt x="369939" y="53592"/>
                  <a:pt x="368656" y="55958"/>
                  <a:pt x="367747" y="58657"/>
                </a:cubicBezTo>
                <a:cubicBezTo>
                  <a:pt x="366838" y="61357"/>
                  <a:pt x="366330" y="64177"/>
                  <a:pt x="366223" y="67117"/>
                </a:cubicBezTo>
                <a:lnTo>
                  <a:pt x="405355" y="67117"/>
                </a:lnTo>
                <a:close/>
                <a:moveTo>
                  <a:pt x="527064" y="110339"/>
                </a:moveTo>
                <a:cubicBezTo>
                  <a:pt x="527064" y="110980"/>
                  <a:pt x="526850" y="111461"/>
                  <a:pt x="526422" y="111782"/>
                </a:cubicBezTo>
                <a:cubicBezTo>
                  <a:pt x="525994" y="112103"/>
                  <a:pt x="525406" y="112343"/>
                  <a:pt x="524658" y="112504"/>
                </a:cubicBezTo>
                <a:cubicBezTo>
                  <a:pt x="523910" y="112664"/>
                  <a:pt x="522814" y="112744"/>
                  <a:pt x="521370" y="112744"/>
                </a:cubicBezTo>
                <a:cubicBezTo>
                  <a:pt x="519980" y="112744"/>
                  <a:pt x="518871" y="112664"/>
                  <a:pt x="518042" y="112504"/>
                </a:cubicBezTo>
                <a:cubicBezTo>
                  <a:pt x="517214" y="112343"/>
                  <a:pt x="516612" y="112103"/>
                  <a:pt x="516238" y="111782"/>
                </a:cubicBezTo>
                <a:cubicBezTo>
                  <a:pt x="515864" y="111461"/>
                  <a:pt x="515677" y="110980"/>
                  <a:pt x="515677" y="110339"/>
                </a:cubicBezTo>
                <a:lnTo>
                  <a:pt x="515677" y="103122"/>
                </a:lnTo>
                <a:cubicBezTo>
                  <a:pt x="512523" y="106490"/>
                  <a:pt x="509008" y="109122"/>
                  <a:pt x="505132" y="111020"/>
                </a:cubicBezTo>
                <a:cubicBezTo>
                  <a:pt x="501256" y="112918"/>
                  <a:pt x="497154" y="113867"/>
                  <a:pt x="492823" y="113867"/>
                </a:cubicBezTo>
                <a:cubicBezTo>
                  <a:pt x="489028" y="113867"/>
                  <a:pt x="485593" y="113371"/>
                  <a:pt x="482519" y="112378"/>
                </a:cubicBezTo>
                <a:cubicBezTo>
                  <a:pt x="479445" y="111386"/>
                  <a:pt x="476826" y="109951"/>
                  <a:pt x="474661" y="108073"/>
                </a:cubicBezTo>
                <a:cubicBezTo>
                  <a:pt x="472496" y="106196"/>
                  <a:pt x="470812" y="103889"/>
                  <a:pt x="469609" y="101155"/>
                </a:cubicBezTo>
                <a:cubicBezTo>
                  <a:pt x="468406" y="98418"/>
                  <a:pt x="467805" y="95306"/>
                  <a:pt x="467805" y="91818"/>
                </a:cubicBezTo>
                <a:cubicBezTo>
                  <a:pt x="467805" y="87741"/>
                  <a:pt x="468633" y="84202"/>
                  <a:pt x="470291" y="81198"/>
                </a:cubicBezTo>
                <a:cubicBezTo>
                  <a:pt x="471948" y="78192"/>
                  <a:pt x="474327" y="75697"/>
                  <a:pt x="477427" y="73713"/>
                </a:cubicBezTo>
                <a:cubicBezTo>
                  <a:pt x="480528" y="71728"/>
                  <a:pt x="484323" y="70240"/>
                  <a:pt x="488814" y="69247"/>
                </a:cubicBezTo>
                <a:cubicBezTo>
                  <a:pt x="493304" y="68255"/>
                  <a:pt x="498356" y="67759"/>
                  <a:pt x="503969" y="67759"/>
                </a:cubicBezTo>
                <a:lnTo>
                  <a:pt x="513913" y="67759"/>
                </a:lnTo>
                <a:lnTo>
                  <a:pt x="513913" y="62166"/>
                </a:lnTo>
                <a:cubicBezTo>
                  <a:pt x="513913" y="59396"/>
                  <a:pt x="513619" y="56946"/>
                  <a:pt x="513031" y="54816"/>
                </a:cubicBezTo>
                <a:cubicBezTo>
                  <a:pt x="512443" y="52684"/>
                  <a:pt x="511494" y="50913"/>
                  <a:pt x="510184" y="49501"/>
                </a:cubicBezTo>
                <a:cubicBezTo>
                  <a:pt x="508874" y="48089"/>
                  <a:pt x="507177" y="47024"/>
                  <a:pt x="505092" y="46306"/>
                </a:cubicBezTo>
                <a:cubicBezTo>
                  <a:pt x="503007" y="45586"/>
                  <a:pt x="500441" y="45226"/>
                  <a:pt x="497394" y="45226"/>
                </a:cubicBezTo>
                <a:cubicBezTo>
                  <a:pt x="494133" y="45226"/>
                  <a:pt x="491206" y="45609"/>
                  <a:pt x="488613" y="46376"/>
                </a:cubicBezTo>
                <a:cubicBezTo>
                  <a:pt x="486021" y="47143"/>
                  <a:pt x="483749" y="47989"/>
                  <a:pt x="481798" y="48915"/>
                </a:cubicBezTo>
                <a:cubicBezTo>
                  <a:pt x="479846" y="49840"/>
                  <a:pt x="478216" y="50686"/>
                  <a:pt x="476906" y="51453"/>
                </a:cubicBezTo>
                <a:cubicBezTo>
                  <a:pt x="475596" y="52220"/>
                  <a:pt x="474621" y="52603"/>
                  <a:pt x="473979" y="52603"/>
                </a:cubicBezTo>
                <a:cubicBezTo>
                  <a:pt x="473552" y="52603"/>
                  <a:pt x="473177" y="52496"/>
                  <a:pt x="472857" y="52283"/>
                </a:cubicBezTo>
                <a:cubicBezTo>
                  <a:pt x="472536" y="52069"/>
                  <a:pt x="472255" y="51748"/>
                  <a:pt x="472015" y="51320"/>
                </a:cubicBezTo>
                <a:cubicBezTo>
                  <a:pt x="471774" y="50893"/>
                  <a:pt x="471600" y="50345"/>
                  <a:pt x="471493" y="49676"/>
                </a:cubicBezTo>
                <a:cubicBezTo>
                  <a:pt x="471386" y="49008"/>
                  <a:pt x="471333" y="48273"/>
                  <a:pt x="471333" y="47471"/>
                </a:cubicBezTo>
                <a:cubicBezTo>
                  <a:pt x="471333" y="46135"/>
                  <a:pt x="471427" y="45079"/>
                  <a:pt x="471614" y="44304"/>
                </a:cubicBezTo>
                <a:cubicBezTo>
                  <a:pt x="471801" y="43529"/>
                  <a:pt x="472255" y="42794"/>
                  <a:pt x="472977" y="42099"/>
                </a:cubicBezTo>
                <a:cubicBezTo>
                  <a:pt x="473699" y="41404"/>
                  <a:pt x="474941" y="40594"/>
                  <a:pt x="476706" y="39670"/>
                </a:cubicBezTo>
                <a:cubicBezTo>
                  <a:pt x="478470" y="38745"/>
                  <a:pt x="480501" y="37900"/>
                  <a:pt x="482800" y="37135"/>
                </a:cubicBezTo>
                <a:cubicBezTo>
                  <a:pt x="485099" y="36369"/>
                  <a:pt x="487611" y="35736"/>
                  <a:pt x="490338" y="35235"/>
                </a:cubicBezTo>
                <a:cubicBezTo>
                  <a:pt x="493064" y="34732"/>
                  <a:pt x="495817" y="34481"/>
                  <a:pt x="498597" y="34481"/>
                </a:cubicBezTo>
                <a:cubicBezTo>
                  <a:pt x="503782" y="34481"/>
                  <a:pt x="508193" y="35069"/>
                  <a:pt x="511828" y="36245"/>
                </a:cubicBezTo>
                <a:cubicBezTo>
                  <a:pt x="515463" y="37421"/>
                  <a:pt x="518403" y="39145"/>
                  <a:pt x="520649" y="41417"/>
                </a:cubicBezTo>
                <a:cubicBezTo>
                  <a:pt x="522894" y="43689"/>
                  <a:pt x="524524" y="46509"/>
                  <a:pt x="525540" y="49877"/>
                </a:cubicBezTo>
                <a:cubicBezTo>
                  <a:pt x="526556" y="53245"/>
                  <a:pt x="527064" y="57174"/>
                  <a:pt x="527064" y="61665"/>
                </a:cubicBezTo>
                <a:lnTo>
                  <a:pt x="527064" y="110339"/>
                </a:lnTo>
                <a:moveTo>
                  <a:pt x="513913" y="77301"/>
                </a:moveTo>
                <a:lnTo>
                  <a:pt x="502606" y="77301"/>
                </a:lnTo>
                <a:cubicBezTo>
                  <a:pt x="498971" y="77301"/>
                  <a:pt x="495817" y="77611"/>
                  <a:pt x="493144" y="78231"/>
                </a:cubicBezTo>
                <a:cubicBezTo>
                  <a:pt x="490471" y="78849"/>
                  <a:pt x="488253" y="79763"/>
                  <a:pt x="486489" y="80972"/>
                </a:cubicBezTo>
                <a:cubicBezTo>
                  <a:pt x="484724" y="82182"/>
                  <a:pt x="483428" y="83634"/>
                  <a:pt x="482599" y="85330"/>
                </a:cubicBezTo>
                <a:cubicBezTo>
                  <a:pt x="481771" y="87024"/>
                  <a:pt x="481356" y="88974"/>
                  <a:pt x="481356" y="91179"/>
                </a:cubicBezTo>
                <a:cubicBezTo>
                  <a:pt x="481356" y="94944"/>
                  <a:pt x="482546" y="97943"/>
                  <a:pt x="484925" y="100175"/>
                </a:cubicBezTo>
                <a:cubicBezTo>
                  <a:pt x="487304" y="102407"/>
                  <a:pt x="490632" y="103523"/>
                  <a:pt x="494908" y="103523"/>
                </a:cubicBezTo>
                <a:cubicBezTo>
                  <a:pt x="498383" y="103523"/>
                  <a:pt x="501604" y="102636"/>
                  <a:pt x="504571" y="100861"/>
                </a:cubicBezTo>
                <a:cubicBezTo>
                  <a:pt x="507538" y="99086"/>
                  <a:pt x="510652" y="96369"/>
                  <a:pt x="513913" y="92712"/>
                </a:cubicBezTo>
                <a:lnTo>
                  <a:pt x="513913" y="77301"/>
                </a:lnTo>
                <a:close/>
                <a:moveTo>
                  <a:pt x="643804" y="106249"/>
                </a:moveTo>
                <a:cubicBezTo>
                  <a:pt x="643804" y="107318"/>
                  <a:pt x="643751" y="108214"/>
                  <a:pt x="643644" y="108935"/>
                </a:cubicBezTo>
                <a:cubicBezTo>
                  <a:pt x="643537" y="109657"/>
                  <a:pt x="643363" y="110272"/>
                  <a:pt x="643122" y="110780"/>
                </a:cubicBezTo>
                <a:cubicBezTo>
                  <a:pt x="642882" y="111287"/>
                  <a:pt x="642588" y="111662"/>
                  <a:pt x="642240" y="111902"/>
                </a:cubicBezTo>
                <a:cubicBezTo>
                  <a:pt x="641893" y="112143"/>
                  <a:pt x="641479" y="112263"/>
                  <a:pt x="640997" y="112263"/>
                </a:cubicBezTo>
                <a:lnTo>
                  <a:pt x="595130" y="112263"/>
                </a:lnTo>
                <a:cubicBezTo>
                  <a:pt x="593900" y="112263"/>
                  <a:pt x="592738" y="111849"/>
                  <a:pt x="591642" y="111020"/>
                </a:cubicBezTo>
                <a:cubicBezTo>
                  <a:pt x="590546" y="110192"/>
                  <a:pt x="589998" y="108735"/>
                  <a:pt x="589998" y="106650"/>
                </a:cubicBezTo>
                <a:lnTo>
                  <a:pt x="589998" y="10585"/>
                </a:lnTo>
                <a:cubicBezTo>
                  <a:pt x="589998" y="10157"/>
                  <a:pt x="590105" y="9783"/>
                  <a:pt x="590319" y="9462"/>
                </a:cubicBezTo>
                <a:cubicBezTo>
                  <a:pt x="590533" y="9141"/>
                  <a:pt x="590907" y="8888"/>
                  <a:pt x="591441" y="8700"/>
                </a:cubicBezTo>
                <a:cubicBezTo>
                  <a:pt x="591976" y="8513"/>
                  <a:pt x="592698" y="8353"/>
                  <a:pt x="593606" y="8219"/>
                </a:cubicBezTo>
                <a:cubicBezTo>
                  <a:pt x="594515" y="8086"/>
                  <a:pt x="595611" y="8019"/>
                  <a:pt x="596894" y="8019"/>
                </a:cubicBezTo>
                <a:cubicBezTo>
                  <a:pt x="598231" y="8019"/>
                  <a:pt x="599340" y="8086"/>
                  <a:pt x="600222" y="8219"/>
                </a:cubicBezTo>
                <a:cubicBezTo>
                  <a:pt x="601104" y="8353"/>
                  <a:pt x="601812" y="8513"/>
                  <a:pt x="602347" y="8700"/>
                </a:cubicBezTo>
                <a:cubicBezTo>
                  <a:pt x="602881" y="8888"/>
                  <a:pt x="603256" y="9141"/>
                  <a:pt x="603470" y="9462"/>
                </a:cubicBezTo>
                <a:cubicBezTo>
                  <a:pt x="603683" y="9783"/>
                  <a:pt x="603790" y="10157"/>
                  <a:pt x="603790" y="10585"/>
                </a:cubicBezTo>
                <a:lnTo>
                  <a:pt x="603790" y="100315"/>
                </a:lnTo>
                <a:lnTo>
                  <a:pt x="640997" y="100315"/>
                </a:lnTo>
                <a:cubicBezTo>
                  <a:pt x="641479" y="100315"/>
                  <a:pt x="641893" y="100435"/>
                  <a:pt x="642240" y="100676"/>
                </a:cubicBezTo>
                <a:cubicBezTo>
                  <a:pt x="642588" y="100917"/>
                  <a:pt x="642882" y="101264"/>
                  <a:pt x="643122" y="101718"/>
                </a:cubicBezTo>
                <a:cubicBezTo>
                  <a:pt x="643363" y="102173"/>
                  <a:pt x="643537" y="102774"/>
                  <a:pt x="643644" y="103523"/>
                </a:cubicBezTo>
                <a:cubicBezTo>
                  <a:pt x="643751" y="104271"/>
                  <a:pt x="643804" y="105180"/>
                  <a:pt x="643804" y="106249"/>
                </a:cubicBezTo>
                <a:close/>
                <a:moveTo>
                  <a:pt x="714408" y="106570"/>
                </a:moveTo>
                <a:cubicBezTo>
                  <a:pt x="714408" y="107532"/>
                  <a:pt x="714355" y="108374"/>
                  <a:pt x="714248" y="109096"/>
                </a:cubicBezTo>
                <a:cubicBezTo>
                  <a:pt x="714141" y="109817"/>
                  <a:pt x="713954" y="110419"/>
                  <a:pt x="713687" y="110900"/>
                </a:cubicBezTo>
                <a:cubicBezTo>
                  <a:pt x="713419" y="111381"/>
                  <a:pt x="713112" y="111729"/>
                  <a:pt x="712765" y="111942"/>
                </a:cubicBezTo>
                <a:cubicBezTo>
                  <a:pt x="712417" y="112156"/>
                  <a:pt x="712030" y="112263"/>
                  <a:pt x="711602" y="112263"/>
                </a:cubicBezTo>
                <a:lnTo>
                  <a:pt x="661805" y="112263"/>
                </a:lnTo>
                <a:cubicBezTo>
                  <a:pt x="660576" y="112263"/>
                  <a:pt x="659413" y="111849"/>
                  <a:pt x="658317" y="111020"/>
                </a:cubicBezTo>
                <a:cubicBezTo>
                  <a:pt x="657221" y="110192"/>
                  <a:pt x="656673" y="108735"/>
                  <a:pt x="656673" y="106650"/>
                </a:cubicBezTo>
                <a:lnTo>
                  <a:pt x="656673" y="14113"/>
                </a:lnTo>
                <a:cubicBezTo>
                  <a:pt x="656673" y="12028"/>
                  <a:pt x="657221" y="10571"/>
                  <a:pt x="658317" y="9743"/>
                </a:cubicBezTo>
                <a:cubicBezTo>
                  <a:pt x="659413" y="8914"/>
                  <a:pt x="660576" y="8500"/>
                  <a:pt x="661805" y="8500"/>
                </a:cubicBezTo>
                <a:lnTo>
                  <a:pt x="711041" y="8500"/>
                </a:lnTo>
                <a:cubicBezTo>
                  <a:pt x="711468" y="8500"/>
                  <a:pt x="711856" y="8607"/>
                  <a:pt x="712203" y="8821"/>
                </a:cubicBezTo>
                <a:cubicBezTo>
                  <a:pt x="712551" y="9035"/>
                  <a:pt x="712831" y="9382"/>
                  <a:pt x="713045" y="9863"/>
                </a:cubicBezTo>
                <a:cubicBezTo>
                  <a:pt x="713259" y="10344"/>
                  <a:pt x="713433" y="10946"/>
                  <a:pt x="713566" y="11667"/>
                </a:cubicBezTo>
                <a:cubicBezTo>
                  <a:pt x="713700" y="12389"/>
                  <a:pt x="713767" y="13284"/>
                  <a:pt x="713767" y="14354"/>
                </a:cubicBezTo>
                <a:cubicBezTo>
                  <a:pt x="713767" y="15316"/>
                  <a:pt x="713700" y="16158"/>
                  <a:pt x="713566" y="16880"/>
                </a:cubicBezTo>
                <a:cubicBezTo>
                  <a:pt x="713433" y="17601"/>
                  <a:pt x="713259" y="18189"/>
                  <a:pt x="713045" y="18644"/>
                </a:cubicBezTo>
                <a:cubicBezTo>
                  <a:pt x="712831" y="19098"/>
                  <a:pt x="712551" y="19432"/>
                  <a:pt x="712203" y="19646"/>
                </a:cubicBezTo>
                <a:cubicBezTo>
                  <a:pt x="711856" y="19860"/>
                  <a:pt x="711468" y="19967"/>
                  <a:pt x="711041" y="19967"/>
                </a:cubicBezTo>
                <a:lnTo>
                  <a:pt x="670465" y="19967"/>
                </a:lnTo>
                <a:lnTo>
                  <a:pt x="670465" y="52523"/>
                </a:lnTo>
                <a:lnTo>
                  <a:pt x="705267" y="52523"/>
                </a:lnTo>
                <a:cubicBezTo>
                  <a:pt x="705695" y="52523"/>
                  <a:pt x="706082" y="52643"/>
                  <a:pt x="706430" y="52884"/>
                </a:cubicBezTo>
                <a:cubicBezTo>
                  <a:pt x="706777" y="53125"/>
                  <a:pt x="707071" y="53459"/>
                  <a:pt x="707312" y="53886"/>
                </a:cubicBezTo>
                <a:cubicBezTo>
                  <a:pt x="707552" y="54314"/>
                  <a:pt x="707726" y="54902"/>
                  <a:pt x="707833" y="55650"/>
                </a:cubicBezTo>
                <a:cubicBezTo>
                  <a:pt x="707940" y="56399"/>
                  <a:pt x="707993" y="57281"/>
                  <a:pt x="707993" y="58297"/>
                </a:cubicBezTo>
                <a:cubicBezTo>
                  <a:pt x="707993" y="59259"/>
                  <a:pt x="707940" y="60087"/>
                  <a:pt x="707833" y="60782"/>
                </a:cubicBezTo>
                <a:cubicBezTo>
                  <a:pt x="707726" y="61477"/>
                  <a:pt x="707552" y="62039"/>
                  <a:pt x="707312" y="62466"/>
                </a:cubicBezTo>
                <a:cubicBezTo>
                  <a:pt x="707071" y="62894"/>
                  <a:pt x="706777" y="63201"/>
                  <a:pt x="706430" y="63389"/>
                </a:cubicBezTo>
                <a:cubicBezTo>
                  <a:pt x="706082" y="63576"/>
                  <a:pt x="705695" y="63669"/>
                  <a:pt x="705267" y="63669"/>
                </a:cubicBezTo>
                <a:lnTo>
                  <a:pt x="670465" y="63669"/>
                </a:lnTo>
                <a:lnTo>
                  <a:pt x="670465" y="100796"/>
                </a:lnTo>
                <a:lnTo>
                  <a:pt x="711602" y="100796"/>
                </a:lnTo>
                <a:cubicBezTo>
                  <a:pt x="712030" y="100796"/>
                  <a:pt x="712417" y="100903"/>
                  <a:pt x="712765" y="101117"/>
                </a:cubicBezTo>
                <a:cubicBezTo>
                  <a:pt x="713112" y="101331"/>
                  <a:pt x="713419" y="101665"/>
                  <a:pt x="713687" y="102119"/>
                </a:cubicBezTo>
                <a:cubicBezTo>
                  <a:pt x="713954" y="102574"/>
                  <a:pt x="714141" y="103162"/>
                  <a:pt x="714248" y="103883"/>
                </a:cubicBezTo>
                <a:cubicBezTo>
                  <a:pt x="714355" y="104605"/>
                  <a:pt x="714408" y="105501"/>
                  <a:pt x="714408" y="106570"/>
                </a:cubicBezTo>
                <a:close/>
                <a:moveTo>
                  <a:pt x="813609" y="22613"/>
                </a:moveTo>
                <a:cubicBezTo>
                  <a:pt x="813609" y="23629"/>
                  <a:pt x="813555" y="24524"/>
                  <a:pt x="813448" y="25299"/>
                </a:cubicBezTo>
                <a:cubicBezTo>
                  <a:pt x="813342" y="26074"/>
                  <a:pt x="813181" y="26716"/>
                  <a:pt x="812967" y="27224"/>
                </a:cubicBezTo>
                <a:cubicBezTo>
                  <a:pt x="812753" y="27732"/>
                  <a:pt x="812486" y="28093"/>
                  <a:pt x="812165" y="28306"/>
                </a:cubicBezTo>
                <a:cubicBezTo>
                  <a:pt x="811845" y="28520"/>
                  <a:pt x="811497" y="28627"/>
                  <a:pt x="811123" y="28627"/>
                </a:cubicBezTo>
                <a:cubicBezTo>
                  <a:pt x="810481" y="28627"/>
                  <a:pt x="809412" y="28119"/>
                  <a:pt x="807915" y="27104"/>
                </a:cubicBezTo>
                <a:cubicBezTo>
                  <a:pt x="806419" y="26088"/>
                  <a:pt x="804414" y="24965"/>
                  <a:pt x="801901" y="23736"/>
                </a:cubicBezTo>
                <a:cubicBezTo>
                  <a:pt x="799389" y="22506"/>
                  <a:pt x="796382" y="21383"/>
                  <a:pt x="792880" y="20368"/>
                </a:cubicBezTo>
                <a:cubicBezTo>
                  <a:pt x="789379" y="19352"/>
                  <a:pt x="785222" y="18844"/>
                  <a:pt x="780411" y="18844"/>
                </a:cubicBezTo>
                <a:cubicBezTo>
                  <a:pt x="774691" y="18844"/>
                  <a:pt x="769559" y="19887"/>
                  <a:pt x="765015" y="21971"/>
                </a:cubicBezTo>
                <a:cubicBezTo>
                  <a:pt x="760471" y="24056"/>
                  <a:pt x="756622" y="26943"/>
                  <a:pt x="753468" y="30632"/>
                </a:cubicBezTo>
                <a:cubicBezTo>
                  <a:pt x="750314" y="34320"/>
                  <a:pt x="747895" y="38704"/>
                  <a:pt x="746211" y="43783"/>
                </a:cubicBezTo>
                <a:cubicBezTo>
                  <a:pt x="744527" y="48861"/>
                  <a:pt x="743685" y="54367"/>
                  <a:pt x="743685" y="60301"/>
                </a:cubicBezTo>
                <a:cubicBezTo>
                  <a:pt x="743685" y="66930"/>
                  <a:pt x="744607" y="72811"/>
                  <a:pt x="746451" y="77943"/>
                </a:cubicBezTo>
                <a:cubicBezTo>
                  <a:pt x="748296" y="83075"/>
                  <a:pt x="750848" y="87405"/>
                  <a:pt x="754109" y="90933"/>
                </a:cubicBezTo>
                <a:cubicBezTo>
                  <a:pt x="757370" y="94461"/>
                  <a:pt x="761259" y="97134"/>
                  <a:pt x="765777" y="98952"/>
                </a:cubicBezTo>
                <a:cubicBezTo>
                  <a:pt x="770294" y="100770"/>
                  <a:pt x="775252" y="101678"/>
                  <a:pt x="780652" y="101678"/>
                </a:cubicBezTo>
                <a:cubicBezTo>
                  <a:pt x="783859" y="101678"/>
                  <a:pt x="787107" y="101291"/>
                  <a:pt x="790394" y="100516"/>
                </a:cubicBezTo>
                <a:cubicBezTo>
                  <a:pt x="793682" y="99740"/>
                  <a:pt x="796743" y="98578"/>
                  <a:pt x="799576" y="97027"/>
                </a:cubicBezTo>
                <a:lnTo>
                  <a:pt x="799576" y="66797"/>
                </a:lnTo>
                <a:lnTo>
                  <a:pt x="775520" y="66797"/>
                </a:lnTo>
                <a:cubicBezTo>
                  <a:pt x="774611" y="66797"/>
                  <a:pt x="773929" y="66342"/>
                  <a:pt x="773475" y="65433"/>
                </a:cubicBezTo>
                <a:cubicBezTo>
                  <a:pt x="773020" y="64525"/>
                  <a:pt x="772793" y="63108"/>
                  <a:pt x="772793" y="61183"/>
                </a:cubicBezTo>
                <a:cubicBezTo>
                  <a:pt x="772793" y="60168"/>
                  <a:pt x="772847" y="59299"/>
                  <a:pt x="772954" y="58577"/>
                </a:cubicBezTo>
                <a:cubicBezTo>
                  <a:pt x="773060" y="57856"/>
                  <a:pt x="773234" y="57268"/>
                  <a:pt x="773475" y="56813"/>
                </a:cubicBezTo>
                <a:cubicBezTo>
                  <a:pt x="773715" y="56359"/>
                  <a:pt x="773996" y="56025"/>
                  <a:pt x="774317" y="55811"/>
                </a:cubicBezTo>
                <a:cubicBezTo>
                  <a:pt x="774637" y="55597"/>
                  <a:pt x="775038" y="55490"/>
                  <a:pt x="775520" y="55490"/>
                </a:cubicBezTo>
                <a:lnTo>
                  <a:pt x="808477" y="55490"/>
                </a:lnTo>
                <a:cubicBezTo>
                  <a:pt x="809065" y="55490"/>
                  <a:pt x="809653" y="55597"/>
                  <a:pt x="810241" y="55811"/>
                </a:cubicBezTo>
                <a:cubicBezTo>
                  <a:pt x="810829" y="56025"/>
                  <a:pt x="811364" y="56345"/>
                  <a:pt x="811845" y="56773"/>
                </a:cubicBezTo>
                <a:cubicBezTo>
                  <a:pt x="812326" y="57201"/>
                  <a:pt x="812700" y="57789"/>
                  <a:pt x="812967" y="58537"/>
                </a:cubicBezTo>
                <a:cubicBezTo>
                  <a:pt x="813235" y="59286"/>
                  <a:pt x="813368" y="60141"/>
                  <a:pt x="813368" y="61103"/>
                </a:cubicBezTo>
                <a:lnTo>
                  <a:pt x="813368" y="100636"/>
                </a:lnTo>
                <a:cubicBezTo>
                  <a:pt x="813368" y="102026"/>
                  <a:pt x="813128" y="103229"/>
                  <a:pt x="812647" y="104244"/>
                </a:cubicBezTo>
                <a:cubicBezTo>
                  <a:pt x="812165" y="105260"/>
                  <a:pt x="811150" y="106155"/>
                  <a:pt x="809599" y="106931"/>
                </a:cubicBezTo>
                <a:cubicBezTo>
                  <a:pt x="808049" y="107706"/>
                  <a:pt x="806044" y="108548"/>
                  <a:pt x="803585" y="109457"/>
                </a:cubicBezTo>
                <a:cubicBezTo>
                  <a:pt x="801126" y="110365"/>
                  <a:pt x="798587" y="111140"/>
                  <a:pt x="795967" y="111782"/>
                </a:cubicBezTo>
                <a:cubicBezTo>
                  <a:pt x="793348" y="112423"/>
                  <a:pt x="790702" y="112905"/>
                  <a:pt x="788029" y="113225"/>
                </a:cubicBezTo>
                <a:cubicBezTo>
                  <a:pt x="785356" y="113546"/>
                  <a:pt x="782710" y="113706"/>
                  <a:pt x="780090" y="113706"/>
                </a:cubicBezTo>
                <a:cubicBezTo>
                  <a:pt x="772071" y="113706"/>
                  <a:pt x="764908" y="112464"/>
                  <a:pt x="758600" y="109978"/>
                </a:cubicBezTo>
                <a:cubicBezTo>
                  <a:pt x="752292" y="107492"/>
                  <a:pt x="746959" y="103950"/>
                  <a:pt x="742602" y="99353"/>
                </a:cubicBezTo>
                <a:cubicBezTo>
                  <a:pt x="738246" y="94755"/>
                  <a:pt x="734918" y="89249"/>
                  <a:pt x="732619" y="82834"/>
                </a:cubicBezTo>
                <a:cubicBezTo>
                  <a:pt x="730320" y="76419"/>
                  <a:pt x="729171" y="69256"/>
                  <a:pt x="729171" y="61344"/>
                </a:cubicBezTo>
                <a:cubicBezTo>
                  <a:pt x="729171" y="53111"/>
                  <a:pt x="730414" y="45654"/>
                  <a:pt x="732900" y="38971"/>
                </a:cubicBezTo>
                <a:cubicBezTo>
                  <a:pt x="735385" y="32289"/>
                  <a:pt x="738887" y="26596"/>
                  <a:pt x="743404" y="21891"/>
                </a:cubicBezTo>
                <a:cubicBezTo>
                  <a:pt x="747922" y="17187"/>
                  <a:pt x="753348" y="13538"/>
                  <a:pt x="759682" y="10946"/>
                </a:cubicBezTo>
                <a:cubicBezTo>
                  <a:pt x="766017" y="8353"/>
                  <a:pt x="773034" y="7057"/>
                  <a:pt x="780732" y="7057"/>
                </a:cubicBezTo>
                <a:cubicBezTo>
                  <a:pt x="784688" y="7057"/>
                  <a:pt x="788403" y="7404"/>
                  <a:pt x="791878" y="8099"/>
                </a:cubicBezTo>
                <a:cubicBezTo>
                  <a:pt x="795353" y="8794"/>
                  <a:pt x="798440" y="9609"/>
                  <a:pt x="801140" y="10545"/>
                </a:cubicBezTo>
                <a:cubicBezTo>
                  <a:pt x="803839" y="11480"/>
                  <a:pt x="806111" y="12496"/>
                  <a:pt x="807956" y="13592"/>
                </a:cubicBezTo>
                <a:cubicBezTo>
                  <a:pt x="809800" y="14688"/>
                  <a:pt x="811070" y="15583"/>
                  <a:pt x="811764" y="16278"/>
                </a:cubicBezTo>
                <a:cubicBezTo>
                  <a:pt x="812459" y="16973"/>
                  <a:pt x="812941" y="17775"/>
                  <a:pt x="813208" y="18684"/>
                </a:cubicBezTo>
                <a:cubicBezTo>
                  <a:pt x="813475" y="19593"/>
                  <a:pt x="813609" y="20902"/>
                  <a:pt x="813609" y="22613"/>
                </a:cubicBezTo>
                <a:close/>
                <a:moveTo>
                  <a:pt x="926215" y="59176"/>
                </a:moveTo>
                <a:cubicBezTo>
                  <a:pt x="926215" y="67583"/>
                  <a:pt x="925226" y="75159"/>
                  <a:pt x="923248" y="81904"/>
                </a:cubicBezTo>
                <a:cubicBezTo>
                  <a:pt x="921270" y="88650"/>
                  <a:pt x="918317" y="94392"/>
                  <a:pt x="914388" y="99130"/>
                </a:cubicBezTo>
                <a:cubicBezTo>
                  <a:pt x="910458" y="103868"/>
                  <a:pt x="905527" y="107509"/>
                  <a:pt x="899593" y="110053"/>
                </a:cubicBezTo>
                <a:cubicBezTo>
                  <a:pt x="893659" y="112596"/>
                  <a:pt x="886736" y="113867"/>
                  <a:pt x="878824" y="113867"/>
                </a:cubicBezTo>
                <a:cubicBezTo>
                  <a:pt x="871019" y="113867"/>
                  <a:pt x="864270" y="112702"/>
                  <a:pt x="858577" y="110374"/>
                </a:cubicBezTo>
                <a:cubicBezTo>
                  <a:pt x="852884" y="108045"/>
                  <a:pt x="848179" y="104659"/>
                  <a:pt x="844464" y="100215"/>
                </a:cubicBezTo>
                <a:cubicBezTo>
                  <a:pt x="840748" y="95771"/>
                  <a:pt x="837982" y="90257"/>
                  <a:pt x="836164" y="83671"/>
                </a:cubicBezTo>
                <a:cubicBezTo>
                  <a:pt x="834347" y="77086"/>
                  <a:pt x="833438" y="69510"/>
                  <a:pt x="833438" y="60943"/>
                </a:cubicBezTo>
                <a:cubicBezTo>
                  <a:pt x="833438" y="52752"/>
                  <a:pt x="834427" y="45310"/>
                  <a:pt x="836405" y="38618"/>
                </a:cubicBezTo>
                <a:cubicBezTo>
                  <a:pt x="838383" y="31926"/>
                  <a:pt x="841350" y="26237"/>
                  <a:pt x="845306" y="21553"/>
                </a:cubicBezTo>
                <a:cubicBezTo>
                  <a:pt x="849262" y="16869"/>
                  <a:pt x="854207" y="13255"/>
                  <a:pt x="860141" y="10713"/>
                </a:cubicBezTo>
                <a:cubicBezTo>
                  <a:pt x="866074" y="8168"/>
                  <a:pt x="872997" y="6896"/>
                  <a:pt x="880909" y="6896"/>
                </a:cubicBezTo>
                <a:cubicBezTo>
                  <a:pt x="888554" y="6896"/>
                  <a:pt x="895209" y="8047"/>
                  <a:pt x="900876" y="10349"/>
                </a:cubicBezTo>
                <a:cubicBezTo>
                  <a:pt x="906543" y="12651"/>
                  <a:pt x="911260" y="16011"/>
                  <a:pt x="915029" y="20428"/>
                </a:cubicBezTo>
                <a:cubicBezTo>
                  <a:pt x="918798" y="24845"/>
                  <a:pt x="921605" y="30306"/>
                  <a:pt x="923449" y="36811"/>
                </a:cubicBezTo>
                <a:cubicBezTo>
                  <a:pt x="925293" y="43317"/>
                  <a:pt x="926215" y="50771"/>
                  <a:pt x="926215" y="59176"/>
                </a:cubicBezTo>
                <a:moveTo>
                  <a:pt x="911701" y="60141"/>
                </a:moveTo>
                <a:cubicBezTo>
                  <a:pt x="911701" y="54249"/>
                  <a:pt x="911180" y="48772"/>
                  <a:pt x="910138" y="43710"/>
                </a:cubicBezTo>
                <a:cubicBezTo>
                  <a:pt x="909095" y="38648"/>
                  <a:pt x="907358" y="34256"/>
                  <a:pt x="904925" y="30534"/>
                </a:cubicBezTo>
                <a:cubicBezTo>
                  <a:pt x="902493" y="26812"/>
                  <a:pt x="899246" y="23907"/>
                  <a:pt x="895183" y="21819"/>
                </a:cubicBezTo>
                <a:cubicBezTo>
                  <a:pt x="891120" y="19729"/>
                  <a:pt x="886095" y="18684"/>
                  <a:pt x="880107" y="18684"/>
                </a:cubicBezTo>
                <a:cubicBezTo>
                  <a:pt x="874120" y="18684"/>
                  <a:pt x="869095" y="19809"/>
                  <a:pt x="865032" y="22059"/>
                </a:cubicBezTo>
                <a:cubicBezTo>
                  <a:pt x="860969" y="24308"/>
                  <a:pt x="857668" y="27307"/>
                  <a:pt x="855129" y="31058"/>
                </a:cubicBezTo>
                <a:cubicBezTo>
                  <a:pt x="852590" y="34807"/>
                  <a:pt x="850772" y="39185"/>
                  <a:pt x="849676" y="44194"/>
                </a:cubicBezTo>
                <a:cubicBezTo>
                  <a:pt x="848580" y="49200"/>
                  <a:pt x="848032" y="54463"/>
                  <a:pt x="848032" y="59981"/>
                </a:cubicBezTo>
                <a:cubicBezTo>
                  <a:pt x="848032" y="66087"/>
                  <a:pt x="848540" y="71711"/>
                  <a:pt x="849556" y="76853"/>
                </a:cubicBezTo>
                <a:cubicBezTo>
                  <a:pt x="850571" y="81995"/>
                  <a:pt x="852282" y="86427"/>
                  <a:pt x="854688" y="90149"/>
                </a:cubicBezTo>
                <a:cubicBezTo>
                  <a:pt x="857093" y="93871"/>
                  <a:pt x="860314" y="96763"/>
                  <a:pt x="864350" y="98827"/>
                </a:cubicBezTo>
                <a:cubicBezTo>
                  <a:pt x="868387" y="100888"/>
                  <a:pt x="873452" y="101919"/>
                  <a:pt x="879546" y="101919"/>
                </a:cubicBezTo>
                <a:cubicBezTo>
                  <a:pt x="885587" y="101919"/>
                  <a:pt x="890665" y="100795"/>
                  <a:pt x="894782" y="98546"/>
                </a:cubicBezTo>
                <a:cubicBezTo>
                  <a:pt x="898898" y="96296"/>
                  <a:pt x="902212" y="93256"/>
                  <a:pt x="904725" y="89427"/>
                </a:cubicBezTo>
                <a:cubicBezTo>
                  <a:pt x="907238" y="85596"/>
                  <a:pt x="909028" y="81164"/>
                  <a:pt x="910098" y="76128"/>
                </a:cubicBezTo>
                <a:cubicBezTo>
                  <a:pt x="911167" y="71093"/>
                  <a:pt x="911701" y="65764"/>
                  <a:pt x="911701" y="60141"/>
                </a:cubicBezTo>
                <a:close/>
                <a:moveTo>
                  <a:pt x="1084410" y="110258"/>
                </a:moveTo>
                <a:cubicBezTo>
                  <a:pt x="1084410" y="110686"/>
                  <a:pt x="1084304" y="111047"/>
                  <a:pt x="1084090" y="111341"/>
                </a:cubicBezTo>
                <a:cubicBezTo>
                  <a:pt x="1083876" y="111635"/>
                  <a:pt x="1083528" y="111889"/>
                  <a:pt x="1083047" y="112103"/>
                </a:cubicBezTo>
                <a:cubicBezTo>
                  <a:pt x="1082566" y="112317"/>
                  <a:pt x="1081898" y="112477"/>
                  <a:pt x="1081043" y="112584"/>
                </a:cubicBezTo>
                <a:cubicBezTo>
                  <a:pt x="1080187" y="112691"/>
                  <a:pt x="1079118" y="112744"/>
                  <a:pt x="1077835" y="112744"/>
                </a:cubicBezTo>
                <a:cubicBezTo>
                  <a:pt x="1076499" y="112744"/>
                  <a:pt x="1075403" y="112691"/>
                  <a:pt x="1074547" y="112584"/>
                </a:cubicBezTo>
                <a:cubicBezTo>
                  <a:pt x="1073692" y="112477"/>
                  <a:pt x="1073010" y="112317"/>
                  <a:pt x="1072503" y="112103"/>
                </a:cubicBezTo>
                <a:cubicBezTo>
                  <a:pt x="1071995" y="111889"/>
                  <a:pt x="1071634" y="111635"/>
                  <a:pt x="1071420" y="111341"/>
                </a:cubicBezTo>
                <a:cubicBezTo>
                  <a:pt x="1071206" y="111047"/>
                  <a:pt x="1071099" y="110686"/>
                  <a:pt x="1071099" y="110258"/>
                </a:cubicBezTo>
                <a:lnTo>
                  <a:pt x="1071099" y="66396"/>
                </a:lnTo>
                <a:cubicBezTo>
                  <a:pt x="1071099" y="63348"/>
                  <a:pt x="1070832" y="60569"/>
                  <a:pt x="1070297" y="58056"/>
                </a:cubicBezTo>
                <a:cubicBezTo>
                  <a:pt x="1069763" y="55544"/>
                  <a:pt x="1068907" y="53378"/>
                  <a:pt x="1067731" y="51561"/>
                </a:cubicBezTo>
                <a:cubicBezTo>
                  <a:pt x="1066555" y="49743"/>
                  <a:pt x="1065058" y="48353"/>
                  <a:pt x="1063241" y="47391"/>
                </a:cubicBezTo>
                <a:cubicBezTo>
                  <a:pt x="1061423" y="46429"/>
                  <a:pt x="1059285" y="45948"/>
                  <a:pt x="1056826" y="45948"/>
                </a:cubicBezTo>
                <a:cubicBezTo>
                  <a:pt x="1053779" y="45948"/>
                  <a:pt x="1050718" y="47124"/>
                  <a:pt x="1047644" y="49476"/>
                </a:cubicBezTo>
                <a:cubicBezTo>
                  <a:pt x="1044570" y="51828"/>
                  <a:pt x="1041189" y="55276"/>
                  <a:pt x="1037500" y="59820"/>
                </a:cubicBezTo>
                <a:lnTo>
                  <a:pt x="1037500" y="110258"/>
                </a:lnTo>
                <a:cubicBezTo>
                  <a:pt x="1037500" y="110686"/>
                  <a:pt x="1037394" y="111047"/>
                  <a:pt x="1037180" y="111341"/>
                </a:cubicBezTo>
                <a:cubicBezTo>
                  <a:pt x="1036966" y="111635"/>
                  <a:pt x="1036605" y="111889"/>
                  <a:pt x="1036097" y="112103"/>
                </a:cubicBezTo>
                <a:cubicBezTo>
                  <a:pt x="1035589" y="112317"/>
                  <a:pt x="1034908" y="112477"/>
                  <a:pt x="1034052" y="112584"/>
                </a:cubicBezTo>
                <a:cubicBezTo>
                  <a:pt x="1033197" y="112691"/>
                  <a:pt x="1032128" y="112744"/>
                  <a:pt x="1030845" y="112744"/>
                </a:cubicBezTo>
                <a:cubicBezTo>
                  <a:pt x="1029615" y="112744"/>
                  <a:pt x="1028560" y="112691"/>
                  <a:pt x="1027677" y="112584"/>
                </a:cubicBezTo>
                <a:cubicBezTo>
                  <a:pt x="1026795" y="112477"/>
                  <a:pt x="1026100" y="112317"/>
                  <a:pt x="1025593" y="112103"/>
                </a:cubicBezTo>
                <a:cubicBezTo>
                  <a:pt x="1025085" y="111889"/>
                  <a:pt x="1024737" y="111635"/>
                  <a:pt x="1024550" y="111341"/>
                </a:cubicBezTo>
                <a:cubicBezTo>
                  <a:pt x="1024363" y="111047"/>
                  <a:pt x="1024269" y="110686"/>
                  <a:pt x="1024269" y="110258"/>
                </a:cubicBezTo>
                <a:lnTo>
                  <a:pt x="1024269" y="66396"/>
                </a:lnTo>
                <a:cubicBezTo>
                  <a:pt x="1024269" y="63348"/>
                  <a:pt x="1023975" y="60569"/>
                  <a:pt x="1023387" y="58056"/>
                </a:cubicBezTo>
                <a:cubicBezTo>
                  <a:pt x="1022799" y="55544"/>
                  <a:pt x="1021917" y="53378"/>
                  <a:pt x="1020741" y="51561"/>
                </a:cubicBezTo>
                <a:cubicBezTo>
                  <a:pt x="1019565" y="49743"/>
                  <a:pt x="1018082" y="48353"/>
                  <a:pt x="1016291" y="47391"/>
                </a:cubicBezTo>
                <a:cubicBezTo>
                  <a:pt x="1014500" y="46429"/>
                  <a:pt x="1012375" y="45948"/>
                  <a:pt x="1009916" y="45948"/>
                </a:cubicBezTo>
                <a:cubicBezTo>
                  <a:pt x="1006869" y="45948"/>
                  <a:pt x="1003795" y="47124"/>
                  <a:pt x="1000694" y="49476"/>
                </a:cubicBezTo>
                <a:cubicBezTo>
                  <a:pt x="997594" y="51828"/>
                  <a:pt x="994226" y="55276"/>
                  <a:pt x="990591" y="59820"/>
                </a:cubicBezTo>
                <a:lnTo>
                  <a:pt x="990591" y="110258"/>
                </a:lnTo>
                <a:cubicBezTo>
                  <a:pt x="990591" y="110686"/>
                  <a:pt x="990484" y="111047"/>
                  <a:pt x="990270" y="111341"/>
                </a:cubicBezTo>
                <a:cubicBezTo>
                  <a:pt x="990056" y="111635"/>
                  <a:pt x="989708" y="111889"/>
                  <a:pt x="989227" y="112103"/>
                </a:cubicBezTo>
                <a:cubicBezTo>
                  <a:pt x="988746" y="112317"/>
                  <a:pt x="988078" y="112477"/>
                  <a:pt x="987223" y="112584"/>
                </a:cubicBezTo>
                <a:cubicBezTo>
                  <a:pt x="986367" y="112691"/>
                  <a:pt x="985271" y="112744"/>
                  <a:pt x="983935" y="112744"/>
                </a:cubicBezTo>
                <a:cubicBezTo>
                  <a:pt x="982652" y="112744"/>
                  <a:pt x="981583" y="112691"/>
                  <a:pt x="980727" y="112584"/>
                </a:cubicBezTo>
                <a:cubicBezTo>
                  <a:pt x="979872" y="112477"/>
                  <a:pt x="979191" y="112317"/>
                  <a:pt x="978683" y="112103"/>
                </a:cubicBezTo>
                <a:cubicBezTo>
                  <a:pt x="978175" y="111889"/>
                  <a:pt x="977827" y="111635"/>
                  <a:pt x="977640" y="111341"/>
                </a:cubicBezTo>
                <a:cubicBezTo>
                  <a:pt x="977453" y="111047"/>
                  <a:pt x="977360" y="110686"/>
                  <a:pt x="977360" y="110258"/>
                </a:cubicBezTo>
                <a:lnTo>
                  <a:pt x="977360" y="38089"/>
                </a:lnTo>
                <a:cubicBezTo>
                  <a:pt x="977360" y="37662"/>
                  <a:pt x="977440" y="37301"/>
                  <a:pt x="977600" y="37007"/>
                </a:cubicBezTo>
                <a:cubicBezTo>
                  <a:pt x="977760" y="36713"/>
                  <a:pt x="978081" y="36445"/>
                  <a:pt x="978562" y="36205"/>
                </a:cubicBezTo>
                <a:cubicBezTo>
                  <a:pt x="979043" y="35964"/>
                  <a:pt x="979658" y="35804"/>
                  <a:pt x="980407" y="35724"/>
                </a:cubicBezTo>
                <a:cubicBezTo>
                  <a:pt x="981155" y="35644"/>
                  <a:pt x="982144" y="35603"/>
                  <a:pt x="983374" y="35603"/>
                </a:cubicBezTo>
                <a:cubicBezTo>
                  <a:pt x="984550" y="35603"/>
                  <a:pt x="985525" y="35644"/>
                  <a:pt x="986301" y="35724"/>
                </a:cubicBezTo>
                <a:cubicBezTo>
                  <a:pt x="987076" y="35804"/>
                  <a:pt x="987677" y="35964"/>
                  <a:pt x="988105" y="36205"/>
                </a:cubicBezTo>
                <a:cubicBezTo>
                  <a:pt x="988532" y="36445"/>
                  <a:pt x="988840" y="36713"/>
                  <a:pt x="989027" y="37007"/>
                </a:cubicBezTo>
                <a:cubicBezTo>
                  <a:pt x="989214" y="37301"/>
                  <a:pt x="989308" y="37662"/>
                  <a:pt x="989308" y="38089"/>
                </a:cubicBezTo>
                <a:lnTo>
                  <a:pt x="989308" y="47632"/>
                </a:lnTo>
                <a:cubicBezTo>
                  <a:pt x="993370" y="43088"/>
                  <a:pt x="997313" y="39760"/>
                  <a:pt x="1001135" y="37648"/>
                </a:cubicBezTo>
                <a:cubicBezTo>
                  <a:pt x="1004958" y="35537"/>
                  <a:pt x="1008820" y="34481"/>
                  <a:pt x="1012722" y="34481"/>
                </a:cubicBezTo>
                <a:cubicBezTo>
                  <a:pt x="1015716" y="34481"/>
                  <a:pt x="1018402" y="34828"/>
                  <a:pt x="1020781" y="35523"/>
                </a:cubicBezTo>
                <a:cubicBezTo>
                  <a:pt x="1023160" y="36218"/>
                  <a:pt x="1025258" y="37194"/>
                  <a:pt x="1027076" y="38450"/>
                </a:cubicBezTo>
                <a:cubicBezTo>
                  <a:pt x="1028894" y="39706"/>
                  <a:pt x="1030444" y="41203"/>
                  <a:pt x="1031727" y="42941"/>
                </a:cubicBezTo>
                <a:cubicBezTo>
                  <a:pt x="1033010" y="44678"/>
                  <a:pt x="1034079" y="46616"/>
                  <a:pt x="1034934" y="48754"/>
                </a:cubicBezTo>
                <a:cubicBezTo>
                  <a:pt x="1037340" y="46135"/>
                  <a:pt x="1039625" y="43916"/>
                  <a:pt x="1041791" y="42099"/>
                </a:cubicBezTo>
                <a:cubicBezTo>
                  <a:pt x="1043956" y="40281"/>
                  <a:pt x="1046041" y="38811"/>
                  <a:pt x="1048045" y="37688"/>
                </a:cubicBezTo>
                <a:cubicBezTo>
                  <a:pt x="1050050" y="36566"/>
                  <a:pt x="1052001" y="35750"/>
                  <a:pt x="1053899" y="35243"/>
                </a:cubicBezTo>
                <a:cubicBezTo>
                  <a:pt x="1055797" y="34735"/>
                  <a:pt x="1057708" y="34481"/>
                  <a:pt x="1059632" y="34481"/>
                </a:cubicBezTo>
                <a:cubicBezTo>
                  <a:pt x="1064283" y="34481"/>
                  <a:pt x="1068186" y="35296"/>
                  <a:pt x="1071340" y="36927"/>
                </a:cubicBezTo>
                <a:cubicBezTo>
                  <a:pt x="1074494" y="38557"/>
                  <a:pt x="1077047" y="40735"/>
                  <a:pt x="1078998" y="43462"/>
                </a:cubicBezTo>
                <a:cubicBezTo>
                  <a:pt x="1080949" y="46188"/>
                  <a:pt x="1082339" y="49382"/>
                  <a:pt x="1083168" y="53044"/>
                </a:cubicBezTo>
                <a:cubicBezTo>
                  <a:pt x="1083996" y="56706"/>
                  <a:pt x="1084410" y="60569"/>
                  <a:pt x="1084410" y="64631"/>
                </a:cubicBezTo>
                <a:lnTo>
                  <a:pt x="1084410" y="110258"/>
                </a:lnTo>
                <a:close/>
                <a:moveTo>
                  <a:pt x="1178156" y="73412"/>
                </a:moveTo>
                <a:cubicBezTo>
                  <a:pt x="1178156" y="79298"/>
                  <a:pt x="1177381" y="84715"/>
                  <a:pt x="1175831" y="89665"/>
                </a:cubicBezTo>
                <a:cubicBezTo>
                  <a:pt x="1174280" y="94615"/>
                  <a:pt x="1171968" y="98883"/>
                  <a:pt x="1168894" y="102470"/>
                </a:cubicBezTo>
                <a:cubicBezTo>
                  <a:pt x="1165821" y="106055"/>
                  <a:pt x="1161972" y="108851"/>
                  <a:pt x="1157347" y="110857"/>
                </a:cubicBezTo>
                <a:cubicBezTo>
                  <a:pt x="1152723" y="112864"/>
                  <a:pt x="1147364" y="113867"/>
                  <a:pt x="1141270" y="113867"/>
                </a:cubicBezTo>
                <a:cubicBezTo>
                  <a:pt x="1135336" y="113867"/>
                  <a:pt x="1130164" y="112984"/>
                  <a:pt x="1125753" y="111218"/>
                </a:cubicBezTo>
                <a:cubicBezTo>
                  <a:pt x="1121343" y="109452"/>
                  <a:pt x="1117668" y="106884"/>
                  <a:pt x="1114727" y="103513"/>
                </a:cubicBezTo>
                <a:cubicBezTo>
                  <a:pt x="1111787" y="100141"/>
                  <a:pt x="1109595" y="96048"/>
                  <a:pt x="1108152" y="91231"/>
                </a:cubicBezTo>
                <a:cubicBezTo>
                  <a:pt x="1106709" y="86415"/>
                  <a:pt x="1105987" y="80956"/>
                  <a:pt x="1105987" y="74855"/>
                </a:cubicBezTo>
                <a:cubicBezTo>
                  <a:pt x="1105987" y="68970"/>
                  <a:pt x="1106749" y="63552"/>
                  <a:pt x="1108272" y="58602"/>
                </a:cubicBezTo>
                <a:cubicBezTo>
                  <a:pt x="1109796" y="53652"/>
                  <a:pt x="1112095" y="49385"/>
                  <a:pt x="1115169" y="45800"/>
                </a:cubicBezTo>
                <a:cubicBezTo>
                  <a:pt x="1118242" y="42213"/>
                  <a:pt x="1122078" y="39430"/>
                  <a:pt x="1126675" y="37450"/>
                </a:cubicBezTo>
                <a:cubicBezTo>
                  <a:pt x="1131273" y="35471"/>
                  <a:pt x="1136646" y="34481"/>
                  <a:pt x="1142793" y="34481"/>
                </a:cubicBezTo>
                <a:cubicBezTo>
                  <a:pt x="1148727" y="34481"/>
                  <a:pt x="1153899" y="35364"/>
                  <a:pt x="1158310" y="37130"/>
                </a:cubicBezTo>
                <a:cubicBezTo>
                  <a:pt x="1162720" y="38895"/>
                  <a:pt x="1166395" y="41464"/>
                  <a:pt x="1169335" y="44835"/>
                </a:cubicBezTo>
                <a:cubicBezTo>
                  <a:pt x="1172276" y="48206"/>
                  <a:pt x="1174481" y="52300"/>
                  <a:pt x="1175951" y="57116"/>
                </a:cubicBezTo>
                <a:cubicBezTo>
                  <a:pt x="1177421" y="61933"/>
                  <a:pt x="1178156" y="67365"/>
                  <a:pt x="1178156" y="73412"/>
                </a:cubicBezTo>
                <a:moveTo>
                  <a:pt x="1164203" y="74294"/>
                </a:moveTo>
                <a:cubicBezTo>
                  <a:pt x="1164203" y="70387"/>
                  <a:pt x="1163843" y="66693"/>
                  <a:pt x="1163121" y="63213"/>
                </a:cubicBezTo>
                <a:cubicBezTo>
                  <a:pt x="1162399" y="59733"/>
                  <a:pt x="1161210" y="56682"/>
                  <a:pt x="1159553" y="54059"/>
                </a:cubicBezTo>
                <a:cubicBezTo>
                  <a:pt x="1157895" y="51436"/>
                  <a:pt x="1155650" y="49362"/>
                  <a:pt x="1152817" y="47837"/>
                </a:cubicBezTo>
                <a:cubicBezTo>
                  <a:pt x="1149983" y="46310"/>
                  <a:pt x="1146455" y="45547"/>
                  <a:pt x="1142232" y="45547"/>
                </a:cubicBezTo>
                <a:cubicBezTo>
                  <a:pt x="1138329" y="45547"/>
                  <a:pt x="1134975" y="46243"/>
                  <a:pt x="1132168" y="47634"/>
                </a:cubicBezTo>
                <a:cubicBezTo>
                  <a:pt x="1129362" y="49026"/>
                  <a:pt x="1127050" y="50994"/>
                  <a:pt x="1125232" y="53538"/>
                </a:cubicBezTo>
                <a:cubicBezTo>
                  <a:pt x="1123414" y="56081"/>
                  <a:pt x="1122065" y="59092"/>
                  <a:pt x="1121183" y="62572"/>
                </a:cubicBezTo>
                <a:cubicBezTo>
                  <a:pt x="1120301" y="66050"/>
                  <a:pt x="1119859" y="69850"/>
                  <a:pt x="1119859" y="73973"/>
                </a:cubicBezTo>
                <a:cubicBezTo>
                  <a:pt x="1119859" y="77934"/>
                  <a:pt x="1120220" y="81655"/>
                  <a:pt x="1120942" y="85135"/>
                </a:cubicBezTo>
                <a:cubicBezTo>
                  <a:pt x="1121664" y="88614"/>
                  <a:pt x="1122867" y="91652"/>
                  <a:pt x="1124550" y="94248"/>
                </a:cubicBezTo>
                <a:cubicBezTo>
                  <a:pt x="1126234" y="96844"/>
                  <a:pt x="1128493" y="98906"/>
                  <a:pt x="1131326" y="100433"/>
                </a:cubicBezTo>
                <a:cubicBezTo>
                  <a:pt x="1134160" y="101958"/>
                  <a:pt x="1137688" y="102721"/>
                  <a:pt x="1141911" y="102721"/>
                </a:cubicBezTo>
                <a:cubicBezTo>
                  <a:pt x="1145760" y="102721"/>
                  <a:pt x="1149101" y="102025"/>
                  <a:pt x="1151935" y="100633"/>
                </a:cubicBezTo>
                <a:cubicBezTo>
                  <a:pt x="1154768" y="99242"/>
                  <a:pt x="1157093" y="97288"/>
                  <a:pt x="1158911" y="94772"/>
                </a:cubicBezTo>
                <a:cubicBezTo>
                  <a:pt x="1160729" y="92255"/>
                  <a:pt x="1162065" y="89257"/>
                  <a:pt x="1162920" y="85779"/>
                </a:cubicBezTo>
                <a:cubicBezTo>
                  <a:pt x="1163776" y="82299"/>
                  <a:pt x="1164203" y="78471"/>
                  <a:pt x="1164203" y="74294"/>
                </a:cubicBezTo>
                <a:close/>
                <a:moveTo>
                  <a:pt x="1258097" y="110256"/>
                </a:moveTo>
                <a:cubicBezTo>
                  <a:pt x="1258097" y="110684"/>
                  <a:pt x="1258003" y="111059"/>
                  <a:pt x="1257816" y="111381"/>
                </a:cubicBezTo>
                <a:cubicBezTo>
                  <a:pt x="1257629" y="111702"/>
                  <a:pt x="1257308" y="111956"/>
                  <a:pt x="1256854" y="112143"/>
                </a:cubicBezTo>
                <a:cubicBezTo>
                  <a:pt x="1256399" y="112330"/>
                  <a:pt x="1255798" y="112477"/>
                  <a:pt x="1255050" y="112584"/>
                </a:cubicBezTo>
                <a:cubicBezTo>
                  <a:pt x="1254301" y="112691"/>
                  <a:pt x="1253392" y="112744"/>
                  <a:pt x="1252323" y="112744"/>
                </a:cubicBezTo>
                <a:cubicBezTo>
                  <a:pt x="1251200" y="112744"/>
                  <a:pt x="1250265" y="112691"/>
                  <a:pt x="1249517" y="112584"/>
                </a:cubicBezTo>
                <a:cubicBezTo>
                  <a:pt x="1248768" y="112479"/>
                  <a:pt x="1248153" y="112333"/>
                  <a:pt x="1247672" y="112148"/>
                </a:cubicBezTo>
                <a:cubicBezTo>
                  <a:pt x="1247191" y="111961"/>
                  <a:pt x="1246844" y="111708"/>
                  <a:pt x="1246630" y="111389"/>
                </a:cubicBezTo>
                <a:cubicBezTo>
                  <a:pt x="1246416" y="111069"/>
                  <a:pt x="1246309" y="110698"/>
                  <a:pt x="1246309" y="110273"/>
                </a:cubicBezTo>
                <a:lnTo>
                  <a:pt x="1246309" y="100784"/>
                </a:lnTo>
                <a:cubicBezTo>
                  <a:pt x="1242513" y="104903"/>
                  <a:pt x="1238571" y="108114"/>
                  <a:pt x="1234481" y="110416"/>
                </a:cubicBezTo>
                <a:cubicBezTo>
                  <a:pt x="1230392" y="112717"/>
                  <a:pt x="1225915" y="113867"/>
                  <a:pt x="1221050" y="113867"/>
                </a:cubicBezTo>
                <a:cubicBezTo>
                  <a:pt x="1215757" y="113867"/>
                  <a:pt x="1211240" y="112837"/>
                  <a:pt x="1207498" y="110777"/>
                </a:cubicBezTo>
                <a:cubicBezTo>
                  <a:pt x="1203756" y="108717"/>
                  <a:pt x="1200722" y="105935"/>
                  <a:pt x="1198397" y="102430"/>
                </a:cubicBezTo>
                <a:cubicBezTo>
                  <a:pt x="1196071" y="98924"/>
                  <a:pt x="1194374" y="94803"/>
                  <a:pt x="1193305" y="90069"/>
                </a:cubicBezTo>
                <a:cubicBezTo>
                  <a:pt x="1192236" y="85332"/>
                  <a:pt x="1191701" y="80342"/>
                  <a:pt x="1191701" y="75096"/>
                </a:cubicBezTo>
                <a:cubicBezTo>
                  <a:pt x="1191701" y="68890"/>
                  <a:pt x="1192369" y="63285"/>
                  <a:pt x="1193706" y="58282"/>
                </a:cubicBezTo>
                <a:cubicBezTo>
                  <a:pt x="1195042" y="53278"/>
                  <a:pt x="1197020" y="49011"/>
                  <a:pt x="1199640" y="45479"/>
                </a:cubicBezTo>
                <a:cubicBezTo>
                  <a:pt x="1202259" y="41946"/>
                  <a:pt x="1205507" y="39229"/>
                  <a:pt x="1209382" y="37330"/>
                </a:cubicBezTo>
                <a:cubicBezTo>
                  <a:pt x="1213258" y="35431"/>
                  <a:pt x="1217735" y="34481"/>
                  <a:pt x="1222814" y="34481"/>
                </a:cubicBezTo>
                <a:cubicBezTo>
                  <a:pt x="1227037" y="34481"/>
                  <a:pt x="1230900" y="35404"/>
                  <a:pt x="1234401" y="37250"/>
                </a:cubicBezTo>
                <a:cubicBezTo>
                  <a:pt x="1237903" y="39096"/>
                  <a:pt x="1241364" y="41811"/>
                  <a:pt x="1244785" y="45396"/>
                </a:cubicBezTo>
                <a:lnTo>
                  <a:pt x="1244785" y="3373"/>
                </a:lnTo>
                <a:cubicBezTo>
                  <a:pt x="1244785" y="2999"/>
                  <a:pt x="1244879" y="2638"/>
                  <a:pt x="1245066" y="2290"/>
                </a:cubicBezTo>
                <a:cubicBezTo>
                  <a:pt x="1245253" y="1941"/>
                  <a:pt x="1245614" y="1673"/>
                  <a:pt x="1246149" y="1486"/>
                </a:cubicBezTo>
                <a:cubicBezTo>
                  <a:pt x="1246683" y="1297"/>
                  <a:pt x="1247365" y="1136"/>
                  <a:pt x="1248193" y="1002"/>
                </a:cubicBezTo>
                <a:cubicBezTo>
                  <a:pt x="1249022" y="869"/>
                  <a:pt x="1250078" y="802"/>
                  <a:pt x="1251361" y="802"/>
                </a:cubicBezTo>
                <a:cubicBezTo>
                  <a:pt x="1252697" y="802"/>
                  <a:pt x="1253793" y="869"/>
                  <a:pt x="1254649" y="1002"/>
                </a:cubicBezTo>
                <a:cubicBezTo>
                  <a:pt x="1255504" y="1136"/>
                  <a:pt x="1256172" y="1296"/>
                  <a:pt x="1256653" y="1483"/>
                </a:cubicBezTo>
                <a:cubicBezTo>
                  <a:pt x="1257134" y="1671"/>
                  <a:pt x="1257495" y="1939"/>
                  <a:pt x="1257736" y="2288"/>
                </a:cubicBezTo>
                <a:cubicBezTo>
                  <a:pt x="1257976" y="2635"/>
                  <a:pt x="1258097" y="2996"/>
                  <a:pt x="1258097" y="3370"/>
                </a:cubicBezTo>
                <a:lnTo>
                  <a:pt x="1258097" y="110256"/>
                </a:lnTo>
                <a:moveTo>
                  <a:pt x="1244785" y="59525"/>
                </a:moveTo>
                <a:cubicBezTo>
                  <a:pt x="1241204" y="55079"/>
                  <a:pt x="1237742" y="51692"/>
                  <a:pt x="1234401" y="49363"/>
                </a:cubicBezTo>
                <a:cubicBezTo>
                  <a:pt x="1231060" y="47033"/>
                  <a:pt x="1227572" y="45867"/>
                  <a:pt x="1223937" y="45867"/>
                </a:cubicBezTo>
                <a:cubicBezTo>
                  <a:pt x="1220569" y="45867"/>
                  <a:pt x="1217709" y="46671"/>
                  <a:pt x="1215356" y="48278"/>
                </a:cubicBezTo>
                <a:cubicBezTo>
                  <a:pt x="1213004" y="49884"/>
                  <a:pt x="1211093" y="51998"/>
                  <a:pt x="1209623" y="54621"/>
                </a:cubicBezTo>
                <a:cubicBezTo>
                  <a:pt x="1208153" y="57243"/>
                  <a:pt x="1207084" y="60214"/>
                  <a:pt x="1206416" y="63534"/>
                </a:cubicBezTo>
                <a:cubicBezTo>
                  <a:pt x="1205747" y="66853"/>
                  <a:pt x="1205413" y="70226"/>
                  <a:pt x="1205413" y="73653"/>
                </a:cubicBezTo>
                <a:cubicBezTo>
                  <a:pt x="1205413" y="77293"/>
                  <a:pt x="1205694" y="80853"/>
                  <a:pt x="1206255" y="84333"/>
                </a:cubicBezTo>
                <a:cubicBezTo>
                  <a:pt x="1206816" y="87812"/>
                  <a:pt x="1207792" y="90904"/>
                  <a:pt x="1209182" y="93607"/>
                </a:cubicBezTo>
                <a:cubicBezTo>
                  <a:pt x="1210572" y="96310"/>
                  <a:pt x="1212416" y="98478"/>
                  <a:pt x="1214715" y="100112"/>
                </a:cubicBezTo>
                <a:cubicBezTo>
                  <a:pt x="1217014" y="101744"/>
                  <a:pt x="1219900" y="102560"/>
                  <a:pt x="1223375" y="102560"/>
                </a:cubicBezTo>
                <a:cubicBezTo>
                  <a:pt x="1225139" y="102560"/>
                  <a:pt x="1226837" y="102320"/>
                  <a:pt x="1228467" y="101839"/>
                </a:cubicBezTo>
                <a:cubicBezTo>
                  <a:pt x="1230098" y="101356"/>
                  <a:pt x="1231768" y="100552"/>
                  <a:pt x="1233479" y="99428"/>
                </a:cubicBezTo>
                <a:cubicBezTo>
                  <a:pt x="1235190" y="98304"/>
                  <a:pt x="1236981" y="96844"/>
                  <a:pt x="1238852" y="95050"/>
                </a:cubicBezTo>
                <a:cubicBezTo>
                  <a:pt x="1240723" y="93256"/>
                  <a:pt x="1242701" y="91047"/>
                  <a:pt x="1244785" y="88422"/>
                </a:cubicBezTo>
                <a:lnTo>
                  <a:pt x="1244785" y="59525"/>
                </a:lnTo>
                <a:close/>
                <a:moveTo>
                  <a:pt x="1343088" y="71047"/>
                </a:moveTo>
                <a:cubicBezTo>
                  <a:pt x="1343088" y="73131"/>
                  <a:pt x="1342567" y="74615"/>
                  <a:pt x="1341525" y="75497"/>
                </a:cubicBezTo>
                <a:cubicBezTo>
                  <a:pt x="1340482" y="76379"/>
                  <a:pt x="1339293" y="76820"/>
                  <a:pt x="1337956" y="76820"/>
                </a:cubicBezTo>
                <a:lnTo>
                  <a:pt x="1290645" y="76820"/>
                </a:lnTo>
                <a:cubicBezTo>
                  <a:pt x="1290645" y="80841"/>
                  <a:pt x="1291046" y="84460"/>
                  <a:pt x="1291848" y="87678"/>
                </a:cubicBezTo>
                <a:cubicBezTo>
                  <a:pt x="1292650" y="90896"/>
                  <a:pt x="1293986" y="93657"/>
                  <a:pt x="1295857" y="95962"/>
                </a:cubicBezTo>
                <a:cubicBezTo>
                  <a:pt x="1297729" y="98268"/>
                  <a:pt x="1300161" y="100038"/>
                  <a:pt x="1303155" y="101272"/>
                </a:cubicBezTo>
                <a:cubicBezTo>
                  <a:pt x="1306148" y="102505"/>
                  <a:pt x="1309810" y="103122"/>
                  <a:pt x="1314140" y="103122"/>
                </a:cubicBezTo>
                <a:cubicBezTo>
                  <a:pt x="1317562" y="103122"/>
                  <a:pt x="1320609" y="102841"/>
                  <a:pt x="1323282" y="102280"/>
                </a:cubicBezTo>
                <a:cubicBezTo>
                  <a:pt x="1325955" y="101718"/>
                  <a:pt x="1328267" y="101090"/>
                  <a:pt x="1330218" y="100395"/>
                </a:cubicBezTo>
                <a:cubicBezTo>
                  <a:pt x="1332169" y="99700"/>
                  <a:pt x="1333773" y="99072"/>
                  <a:pt x="1335029" y="98511"/>
                </a:cubicBezTo>
                <a:cubicBezTo>
                  <a:pt x="1336286" y="97950"/>
                  <a:pt x="1337234" y="97669"/>
                  <a:pt x="1337876" y="97669"/>
                </a:cubicBezTo>
                <a:cubicBezTo>
                  <a:pt x="1338250" y="97669"/>
                  <a:pt x="1338584" y="97762"/>
                  <a:pt x="1338878" y="97950"/>
                </a:cubicBezTo>
                <a:cubicBezTo>
                  <a:pt x="1339172" y="98137"/>
                  <a:pt x="1339400" y="98417"/>
                  <a:pt x="1339560" y="98792"/>
                </a:cubicBezTo>
                <a:cubicBezTo>
                  <a:pt x="1339720" y="99166"/>
                  <a:pt x="1339841" y="99687"/>
                  <a:pt x="1339921" y="100355"/>
                </a:cubicBezTo>
                <a:cubicBezTo>
                  <a:pt x="1340001" y="101023"/>
                  <a:pt x="1340041" y="101839"/>
                  <a:pt x="1340041" y="102801"/>
                </a:cubicBezTo>
                <a:cubicBezTo>
                  <a:pt x="1340041" y="103496"/>
                  <a:pt x="1340014" y="104097"/>
                  <a:pt x="1339961" y="104605"/>
                </a:cubicBezTo>
                <a:cubicBezTo>
                  <a:pt x="1339907" y="105113"/>
                  <a:pt x="1339841" y="105567"/>
                  <a:pt x="1339760" y="105968"/>
                </a:cubicBezTo>
                <a:cubicBezTo>
                  <a:pt x="1339680" y="106369"/>
                  <a:pt x="1339547" y="106730"/>
                  <a:pt x="1339359" y="107051"/>
                </a:cubicBezTo>
                <a:cubicBezTo>
                  <a:pt x="1339172" y="107372"/>
                  <a:pt x="1338932" y="107679"/>
                  <a:pt x="1338638" y="107973"/>
                </a:cubicBezTo>
                <a:cubicBezTo>
                  <a:pt x="1338344" y="108267"/>
                  <a:pt x="1337475" y="108748"/>
                  <a:pt x="1336032" y="109416"/>
                </a:cubicBezTo>
                <a:cubicBezTo>
                  <a:pt x="1334588" y="110085"/>
                  <a:pt x="1332717" y="110740"/>
                  <a:pt x="1330418" y="111381"/>
                </a:cubicBezTo>
                <a:cubicBezTo>
                  <a:pt x="1328120" y="112023"/>
                  <a:pt x="1325460" y="112597"/>
                  <a:pt x="1322440" y="113105"/>
                </a:cubicBezTo>
                <a:cubicBezTo>
                  <a:pt x="1319419" y="113613"/>
                  <a:pt x="1316198" y="113867"/>
                  <a:pt x="1312777" y="113867"/>
                </a:cubicBezTo>
                <a:cubicBezTo>
                  <a:pt x="1306843" y="113867"/>
                  <a:pt x="1301644" y="113037"/>
                  <a:pt x="1297181" y="111379"/>
                </a:cubicBezTo>
                <a:cubicBezTo>
                  <a:pt x="1292717" y="109720"/>
                  <a:pt x="1288961" y="107258"/>
                  <a:pt x="1285914" y="103994"/>
                </a:cubicBezTo>
                <a:cubicBezTo>
                  <a:pt x="1282867" y="100729"/>
                  <a:pt x="1280568" y="96636"/>
                  <a:pt x="1279018" y="91712"/>
                </a:cubicBezTo>
                <a:cubicBezTo>
                  <a:pt x="1277468" y="86789"/>
                  <a:pt x="1276693" y="81063"/>
                  <a:pt x="1276693" y="74535"/>
                </a:cubicBezTo>
                <a:cubicBezTo>
                  <a:pt x="1276693" y="68327"/>
                  <a:pt x="1277494" y="62748"/>
                  <a:pt x="1279098" y="57798"/>
                </a:cubicBezTo>
                <a:cubicBezTo>
                  <a:pt x="1280702" y="52848"/>
                  <a:pt x="1283014" y="48647"/>
                  <a:pt x="1286034" y="45196"/>
                </a:cubicBezTo>
                <a:cubicBezTo>
                  <a:pt x="1289055" y="41745"/>
                  <a:pt x="1292703" y="39096"/>
                  <a:pt x="1296980" y="37250"/>
                </a:cubicBezTo>
                <a:cubicBezTo>
                  <a:pt x="1301257" y="35404"/>
                  <a:pt x="1306041" y="34481"/>
                  <a:pt x="1311334" y="34481"/>
                </a:cubicBezTo>
                <a:cubicBezTo>
                  <a:pt x="1317000" y="34481"/>
                  <a:pt x="1321825" y="35390"/>
                  <a:pt x="1325808" y="37207"/>
                </a:cubicBezTo>
                <a:cubicBezTo>
                  <a:pt x="1329790" y="39025"/>
                  <a:pt x="1333065" y="41471"/>
                  <a:pt x="1335631" y="44544"/>
                </a:cubicBezTo>
                <a:cubicBezTo>
                  <a:pt x="1338197" y="47618"/>
                  <a:pt x="1340081" y="51227"/>
                  <a:pt x="1341284" y="55370"/>
                </a:cubicBezTo>
                <a:cubicBezTo>
                  <a:pt x="1342487" y="59513"/>
                  <a:pt x="1343088" y="63937"/>
                  <a:pt x="1343088" y="68641"/>
                </a:cubicBezTo>
                <a:lnTo>
                  <a:pt x="1343088" y="71047"/>
                </a:lnTo>
                <a:moveTo>
                  <a:pt x="1329777" y="67117"/>
                </a:moveTo>
                <a:cubicBezTo>
                  <a:pt x="1329937" y="60168"/>
                  <a:pt x="1328400" y="54715"/>
                  <a:pt x="1325166" y="50759"/>
                </a:cubicBezTo>
                <a:cubicBezTo>
                  <a:pt x="1321932" y="46803"/>
                  <a:pt x="1317134" y="44825"/>
                  <a:pt x="1310772" y="44825"/>
                </a:cubicBezTo>
                <a:cubicBezTo>
                  <a:pt x="1307511" y="44825"/>
                  <a:pt x="1304651" y="45440"/>
                  <a:pt x="1302192" y="46669"/>
                </a:cubicBezTo>
                <a:cubicBezTo>
                  <a:pt x="1299733" y="47899"/>
                  <a:pt x="1297675" y="49529"/>
                  <a:pt x="1296018" y="51561"/>
                </a:cubicBezTo>
                <a:cubicBezTo>
                  <a:pt x="1294361" y="53592"/>
                  <a:pt x="1293078" y="55958"/>
                  <a:pt x="1292169" y="58657"/>
                </a:cubicBezTo>
                <a:cubicBezTo>
                  <a:pt x="1291260" y="61357"/>
                  <a:pt x="1290752" y="64177"/>
                  <a:pt x="1290645" y="67117"/>
                </a:cubicBezTo>
                <a:lnTo>
                  <a:pt x="1329777" y="67117"/>
                </a:lnTo>
                <a:close/>
                <a:moveTo>
                  <a:pt x="1373727" y="110256"/>
                </a:moveTo>
                <a:cubicBezTo>
                  <a:pt x="1373727" y="110684"/>
                  <a:pt x="1373620" y="111045"/>
                  <a:pt x="1373406" y="111341"/>
                </a:cubicBezTo>
                <a:cubicBezTo>
                  <a:pt x="1373192" y="111635"/>
                  <a:pt x="1372845" y="111889"/>
                  <a:pt x="1372364" y="112103"/>
                </a:cubicBezTo>
                <a:cubicBezTo>
                  <a:pt x="1371883" y="112317"/>
                  <a:pt x="1371214" y="112477"/>
                  <a:pt x="1370359" y="112584"/>
                </a:cubicBezTo>
                <a:cubicBezTo>
                  <a:pt x="1369504" y="112691"/>
                  <a:pt x="1368408" y="112744"/>
                  <a:pt x="1367071" y="112744"/>
                </a:cubicBezTo>
                <a:cubicBezTo>
                  <a:pt x="1365788" y="112744"/>
                  <a:pt x="1364719" y="112691"/>
                  <a:pt x="1363864" y="112584"/>
                </a:cubicBezTo>
                <a:cubicBezTo>
                  <a:pt x="1363009" y="112477"/>
                  <a:pt x="1362327" y="112317"/>
                  <a:pt x="1361819" y="112103"/>
                </a:cubicBezTo>
                <a:cubicBezTo>
                  <a:pt x="1361311" y="111889"/>
                  <a:pt x="1360964" y="111635"/>
                  <a:pt x="1360777" y="111341"/>
                </a:cubicBezTo>
                <a:cubicBezTo>
                  <a:pt x="1360590" y="111045"/>
                  <a:pt x="1360496" y="110684"/>
                  <a:pt x="1360496" y="110256"/>
                </a:cubicBezTo>
                <a:lnTo>
                  <a:pt x="1360496" y="3050"/>
                </a:lnTo>
                <a:cubicBezTo>
                  <a:pt x="1360496" y="2622"/>
                  <a:pt x="1360590" y="2248"/>
                  <a:pt x="1360777" y="1927"/>
                </a:cubicBezTo>
                <a:cubicBezTo>
                  <a:pt x="1360964" y="1605"/>
                  <a:pt x="1361311" y="1336"/>
                  <a:pt x="1361819" y="1123"/>
                </a:cubicBezTo>
                <a:cubicBezTo>
                  <a:pt x="1362327" y="909"/>
                  <a:pt x="1363009" y="748"/>
                  <a:pt x="1363864" y="642"/>
                </a:cubicBezTo>
                <a:cubicBezTo>
                  <a:pt x="1364719" y="535"/>
                  <a:pt x="1365788" y="481"/>
                  <a:pt x="1367071" y="481"/>
                </a:cubicBezTo>
                <a:cubicBezTo>
                  <a:pt x="1368408" y="481"/>
                  <a:pt x="1369504" y="535"/>
                  <a:pt x="1370359" y="642"/>
                </a:cubicBezTo>
                <a:cubicBezTo>
                  <a:pt x="1371214" y="748"/>
                  <a:pt x="1371883" y="909"/>
                  <a:pt x="1372364" y="1123"/>
                </a:cubicBezTo>
                <a:cubicBezTo>
                  <a:pt x="1372845" y="1336"/>
                  <a:pt x="1373192" y="1605"/>
                  <a:pt x="1373406" y="1927"/>
                </a:cubicBezTo>
                <a:cubicBezTo>
                  <a:pt x="1373620" y="2248"/>
                  <a:pt x="1373727" y="2622"/>
                  <a:pt x="1373727" y="3050"/>
                </a:cubicBezTo>
                <a:lnTo>
                  <a:pt x="1373727" y="110256"/>
                </a:lnTo>
                <a:close/>
                <a:moveTo>
                  <a:pt x="1500530" y="73412"/>
                </a:moveTo>
                <a:cubicBezTo>
                  <a:pt x="1500530" y="79298"/>
                  <a:pt x="1499754" y="84715"/>
                  <a:pt x="1498204" y="89665"/>
                </a:cubicBezTo>
                <a:cubicBezTo>
                  <a:pt x="1496654" y="94615"/>
                  <a:pt x="1494342" y="98883"/>
                  <a:pt x="1491268" y="102470"/>
                </a:cubicBezTo>
                <a:cubicBezTo>
                  <a:pt x="1488194" y="106055"/>
                  <a:pt x="1484345" y="108851"/>
                  <a:pt x="1479721" y="110857"/>
                </a:cubicBezTo>
                <a:cubicBezTo>
                  <a:pt x="1475097" y="112864"/>
                  <a:pt x="1469737" y="113867"/>
                  <a:pt x="1463643" y="113867"/>
                </a:cubicBezTo>
                <a:cubicBezTo>
                  <a:pt x="1457709" y="113867"/>
                  <a:pt x="1452537" y="112984"/>
                  <a:pt x="1448127" y="111218"/>
                </a:cubicBezTo>
                <a:cubicBezTo>
                  <a:pt x="1443716" y="109452"/>
                  <a:pt x="1440041" y="106884"/>
                  <a:pt x="1437101" y="103513"/>
                </a:cubicBezTo>
                <a:cubicBezTo>
                  <a:pt x="1434161" y="100141"/>
                  <a:pt x="1431969" y="96048"/>
                  <a:pt x="1430525" y="91231"/>
                </a:cubicBezTo>
                <a:cubicBezTo>
                  <a:pt x="1429082" y="86415"/>
                  <a:pt x="1428360" y="80956"/>
                  <a:pt x="1428360" y="74855"/>
                </a:cubicBezTo>
                <a:cubicBezTo>
                  <a:pt x="1428360" y="68970"/>
                  <a:pt x="1429122" y="63552"/>
                  <a:pt x="1430646" y="58602"/>
                </a:cubicBezTo>
                <a:cubicBezTo>
                  <a:pt x="1432169" y="53652"/>
                  <a:pt x="1434468" y="49385"/>
                  <a:pt x="1437542" y="45800"/>
                </a:cubicBezTo>
                <a:cubicBezTo>
                  <a:pt x="1440616" y="42213"/>
                  <a:pt x="1444451" y="39430"/>
                  <a:pt x="1449049" y="37450"/>
                </a:cubicBezTo>
                <a:cubicBezTo>
                  <a:pt x="1453646" y="35471"/>
                  <a:pt x="1459019" y="34481"/>
                  <a:pt x="1465167" y="34481"/>
                </a:cubicBezTo>
                <a:cubicBezTo>
                  <a:pt x="1471101" y="34481"/>
                  <a:pt x="1476273" y="35364"/>
                  <a:pt x="1480683" y="37130"/>
                </a:cubicBezTo>
                <a:cubicBezTo>
                  <a:pt x="1485093" y="38895"/>
                  <a:pt x="1488769" y="41464"/>
                  <a:pt x="1491709" y="44835"/>
                </a:cubicBezTo>
                <a:cubicBezTo>
                  <a:pt x="1494649" y="48206"/>
                  <a:pt x="1496854" y="52300"/>
                  <a:pt x="1498324" y="57116"/>
                </a:cubicBezTo>
                <a:cubicBezTo>
                  <a:pt x="1499795" y="61933"/>
                  <a:pt x="1500530" y="67365"/>
                  <a:pt x="1500530" y="73412"/>
                </a:cubicBezTo>
                <a:moveTo>
                  <a:pt x="1486577" y="74294"/>
                </a:moveTo>
                <a:cubicBezTo>
                  <a:pt x="1486577" y="70387"/>
                  <a:pt x="1486216" y="66693"/>
                  <a:pt x="1485494" y="63213"/>
                </a:cubicBezTo>
                <a:cubicBezTo>
                  <a:pt x="1484773" y="59733"/>
                  <a:pt x="1483583" y="56682"/>
                  <a:pt x="1481926" y="54059"/>
                </a:cubicBezTo>
                <a:cubicBezTo>
                  <a:pt x="1480269" y="51436"/>
                  <a:pt x="1478023" y="49362"/>
                  <a:pt x="1475190" y="47837"/>
                </a:cubicBezTo>
                <a:cubicBezTo>
                  <a:pt x="1472357" y="46310"/>
                  <a:pt x="1468829" y="45547"/>
                  <a:pt x="1464605" y="45547"/>
                </a:cubicBezTo>
                <a:cubicBezTo>
                  <a:pt x="1460703" y="45547"/>
                  <a:pt x="1457348" y="46243"/>
                  <a:pt x="1454542" y="47634"/>
                </a:cubicBezTo>
                <a:cubicBezTo>
                  <a:pt x="1451735" y="49026"/>
                  <a:pt x="1449423" y="50994"/>
                  <a:pt x="1447606" y="53538"/>
                </a:cubicBezTo>
                <a:cubicBezTo>
                  <a:pt x="1445788" y="56081"/>
                  <a:pt x="1444438" y="59092"/>
                  <a:pt x="1443556" y="62572"/>
                </a:cubicBezTo>
                <a:cubicBezTo>
                  <a:pt x="1442674" y="66050"/>
                  <a:pt x="1442233" y="69850"/>
                  <a:pt x="1442233" y="73973"/>
                </a:cubicBezTo>
                <a:cubicBezTo>
                  <a:pt x="1442233" y="77934"/>
                  <a:pt x="1442594" y="81655"/>
                  <a:pt x="1443315" y="85135"/>
                </a:cubicBezTo>
                <a:cubicBezTo>
                  <a:pt x="1444037" y="88614"/>
                  <a:pt x="1445240" y="91652"/>
                  <a:pt x="1446924" y="94248"/>
                </a:cubicBezTo>
                <a:cubicBezTo>
                  <a:pt x="1448608" y="96844"/>
                  <a:pt x="1450866" y="98906"/>
                  <a:pt x="1453700" y="100433"/>
                </a:cubicBezTo>
                <a:cubicBezTo>
                  <a:pt x="1456533" y="101958"/>
                  <a:pt x="1460061" y="102721"/>
                  <a:pt x="1464285" y="102721"/>
                </a:cubicBezTo>
                <a:cubicBezTo>
                  <a:pt x="1468134" y="102721"/>
                  <a:pt x="1471475" y="102025"/>
                  <a:pt x="1474308" y="100633"/>
                </a:cubicBezTo>
                <a:cubicBezTo>
                  <a:pt x="1477141" y="99242"/>
                  <a:pt x="1479467" y="97288"/>
                  <a:pt x="1481284" y="94772"/>
                </a:cubicBezTo>
                <a:cubicBezTo>
                  <a:pt x="1483102" y="92255"/>
                  <a:pt x="1484439" y="89257"/>
                  <a:pt x="1485294" y="85779"/>
                </a:cubicBezTo>
                <a:cubicBezTo>
                  <a:pt x="1486149" y="82299"/>
                  <a:pt x="1486577" y="78471"/>
                  <a:pt x="1486577" y="74294"/>
                </a:cubicBezTo>
                <a:close/>
                <a:moveTo>
                  <a:pt x="1558178" y="8420"/>
                </a:moveTo>
                <a:cubicBezTo>
                  <a:pt x="1558178" y="9435"/>
                  <a:pt x="1558124" y="10251"/>
                  <a:pt x="1558017" y="10865"/>
                </a:cubicBezTo>
                <a:cubicBezTo>
                  <a:pt x="1557910" y="11480"/>
                  <a:pt x="1557790" y="11975"/>
                  <a:pt x="1557656" y="12349"/>
                </a:cubicBezTo>
                <a:cubicBezTo>
                  <a:pt x="1557523" y="12723"/>
                  <a:pt x="1557349" y="12977"/>
                  <a:pt x="1557135" y="13111"/>
                </a:cubicBezTo>
                <a:cubicBezTo>
                  <a:pt x="1556921" y="13244"/>
                  <a:pt x="1556654" y="13311"/>
                  <a:pt x="1556333" y="13311"/>
                </a:cubicBezTo>
                <a:cubicBezTo>
                  <a:pt x="1555959" y="13311"/>
                  <a:pt x="1555491" y="13191"/>
                  <a:pt x="1554930" y="12950"/>
                </a:cubicBezTo>
                <a:cubicBezTo>
                  <a:pt x="1554369" y="12710"/>
                  <a:pt x="1553687" y="12442"/>
                  <a:pt x="1552885" y="12148"/>
                </a:cubicBezTo>
                <a:cubicBezTo>
                  <a:pt x="1552083" y="11854"/>
                  <a:pt x="1551134" y="11587"/>
                  <a:pt x="1550038" y="11347"/>
                </a:cubicBezTo>
                <a:cubicBezTo>
                  <a:pt x="1548943" y="11106"/>
                  <a:pt x="1547673" y="10986"/>
                  <a:pt x="1546230" y="10986"/>
                </a:cubicBezTo>
                <a:cubicBezTo>
                  <a:pt x="1544252" y="10986"/>
                  <a:pt x="1542568" y="11306"/>
                  <a:pt x="1541178" y="11945"/>
                </a:cubicBezTo>
                <a:cubicBezTo>
                  <a:pt x="1539788" y="12585"/>
                  <a:pt x="1538665" y="13584"/>
                  <a:pt x="1537810" y="14943"/>
                </a:cubicBezTo>
                <a:cubicBezTo>
                  <a:pt x="1536954" y="16301"/>
                  <a:pt x="1536340" y="18059"/>
                  <a:pt x="1535966" y="20217"/>
                </a:cubicBezTo>
                <a:cubicBezTo>
                  <a:pt x="1535591" y="22376"/>
                  <a:pt x="1535404" y="25000"/>
                  <a:pt x="1535404" y="28091"/>
                </a:cubicBezTo>
                <a:lnTo>
                  <a:pt x="1535404" y="35924"/>
                </a:lnTo>
                <a:lnTo>
                  <a:pt x="1551522" y="35924"/>
                </a:lnTo>
                <a:cubicBezTo>
                  <a:pt x="1551950" y="35924"/>
                  <a:pt x="1552310" y="36018"/>
                  <a:pt x="1552605" y="36205"/>
                </a:cubicBezTo>
                <a:cubicBezTo>
                  <a:pt x="1552899" y="36392"/>
                  <a:pt x="1553166" y="36713"/>
                  <a:pt x="1553406" y="37167"/>
                </a:cubicBezTo>
                <a:cubicBezTo>
                  <a:pt x="1553647" y="37622"/>
                  <a:pt x="1553834" y="38196"/>
                  <a:pt x="1553968" y="38891"/>
                </a:cubicBezTo>
                <a:cubicBezTo>
                  <a:pt x="1554101" y="39586"/>
                  <a:pt x="1554168" y="40441"/>
                  <a:pt x="1554168" y="41457"/>
                </a:cubicBezTo>
                <a:cubicBezTo>
                  <a:pt x="1554168" y="43382"/>
                  <a:pt x="1553928" y="44772"/>
                  <a:pt x="1553446" y="45627"/>
                </a:cubicBezTo>
                <a:cubicBezTo>
                  <a:pt x="1552965" y="46482"/>
                  <a:pt x="1552324" y="46910"/>
                  <a:pt x="1551522" y="46910"/>
                </a:cubicBezTo>
                <a:lnTo>
                  <a:pt x="1535404" y="46910"/>
                </a:lnTo>
                <a:lnTo>
                  <a:pt x="1535404" y="110256"/>
                </a:lnTo>
                <a:cubicBezTo>
                  <a:pt x="1535404" y="110684"/>
                  <a:pt x="1535297" y="111045"/>
                  <a:pt x="1535083" y="111341"/>
                </a:cubicBezTo>
                <a:cubicBezTo>
                  <a:pt x="1534870" y="111635"/>
                  <a:pt x="1534509" y="111889"/>
                  <a:pt x="1534001" y="112103"/>
                </a:cubicBezTo>
                <a:cubicBezTo>
                  <a:pt x="1533493" y="112317"/>
                  <a:pt x="1532811" y="112477"/>
                  <a:pt x="1531956" y="112584"/>
                </a:cubicBezTo>
                <a:cubicBezTo>
                  <a:pt x="1531101" y="112691"/>
                  <a:pt x="1530032" y="112744"/>
                  <a:pt x="1528749" y="112744"/>
                </a:cubicBezTo>
                <a:cubicBezTo>
                  <a:pt x="1527466" y="112744"/>
                  <a:pt x="1526396" y="112691"/>
                  <a:pt x="1525541" y="112584"/>
                </a:cubicBezTo>
                <a:cubicBezTo>
                  <a:pt x="1524686" y="112477"/>
                  <a:pt x="1524004" y="112317"/>
                  <a:pt x="1523496" y="112103"/>
                </a:cubicBezTo>
                <a:cubicBezTo>
                  <a:pt x="1522988" y="111889"/>
                  <a:pt x="1522628" y="111635"/>
                  <a:pt x="1522414" y="111341"/>
                </a:cubicBezTo>
                <a:cubicBezTo>
                  <a:pt x="1522200" y="111045"/>
                  <a:pt x="1522093" y="110684"/>
                  <a:pt x="1522093" y="110256"/>
                </a:cubicBezTo>
                <a:lnTo>
                  <a:pt x="1522093" y="46910"/>
                </a:lnTo>
                <a:lnTo>
                  <a:pt x="1511909" y="46910"/>
                </a:lnTo>
                <a:cubicBezTo>
                  <a:pt x="1511054" y="46910"/>
                  <a:pt x="1510412" y="46482"/>
                  <a:pt x="1509985" y="45627"/>
                </a:cubicBezTo>
                <a:cubicBezTo>
                  <a:pt x="1509557" y="44772"/>
                  <a:pt x="1509343" y="43382"/>
                  <a:pt x="1509343" y="41457"/>
                </a:cubicBezTo>
                <a:cubicBezTo>
                  <a:pt x="1509343" y="40441"/>
                  <a:pt x="1509397" y="39586"/>
                  <a:pt x="1509503" y="38891"/>
                </a:cubicBezTo>
                <a:cubicBezTo>
                  <a:pt x="1509610" y="38196"/>
                  <a:pt x="1509771" y="37622"/>
                  <a:pt x="1509985" y="37167"/>
                </a:cubicBezTo>
                <a:cubicBezTo>
                  <a:pt x="1510198" y="36713"/>
                  <a:pt x="1510466" y="36392"/>
                  <a:pt x="1510786" y="36205"/>
                </a:cubicBezTo>
                <a:cubicBezTo>
                  <a:pt x="1511107" y="36018"/>
                  <a:pt x="1511481" y="35924"/>
                  <a:pt x="1511909" y="35924"/>
                </a:cubicBezTo>
                <a:lnTo>
                  <a:pt x="1522093" y="35924"/>
                </a:lnTo>
                <a:lnTo>
                  <a:pt x="1522093" y="28484"/>
                </a:lnTo>
                <a:cubicBezTo>
                  <a:pt x="1522093" y="23469"/>
                  <a:pt x="1522561" y="19162"/>
                  <a:pt x="1523496" y="15561"/>
                </a:cubicBezTo>
                <a:cubicBezTo>
                  <a:pt x="1524432" y="11961"/>
                  <a:pt x="1525862" y="9014"/>
                  <a:pt x="1527786" y="6721"/>
                </a:cubicBezTo>
                <a:cubicBezTo>
                  <a:pt x="1529711" y="4427"/>
                  <a:pt x="1532130" y="2734"/>
                  <a:pt x="1535043" y="1641"/>
                </a:cubicBezTo>
                <a:cubicBezTo>
                  <a:pt x="1537957" y="547"/>
                  <a:pt x="1541392" y="0"/>
                  <a:pt x="1545347" y="0"/>
                </a:cubicBezTo>
                <a:cubicBezTo>
                  <a:pt x="1547219" y="0"/>
                  <a:pt x="1549036" y="174"/>
                  <a:pt x="1550800" y="521"/>
                </a:cubicBezTo>
                <a:cubicBezTo>
                  <a:pt x="1552564" y="869"/>
                  <a:pt x="1553928" y="1243"/>
                  <a:pt x="1554890" y="1644"/>
                </a:cubicBezTo>
                <a:cubicBezTo>
                  <a:pt x="1555852" y="2045"/>
                  <a:pt x="1556494" y="2406"/>
                  <a:pt x="1556814" y="2726"/>
                </a:cubicBezTo>
                <a:cubicBezTo>
                  <a:pt x="1557135" y="3047"/>
                  <a:pt x="1557402" y="3461"/>
                  <a:pt x="1557616" y="3969"/>
                </a:cubicBezTo>
                <a:cubicBezTo>
                  <a:pt x="1557830" y="4477"/>
                  <a:pt x="1557977" y="5092"/>
                  <a:pt x="1558057" y="5814"/>
                </a:cubicBezTo>
                <a:cubicBezTo>
                  <a:pt x="1558137" y="6535"/>
                  <a:pt x="1558178" y="7404"/>
                  <a:pt x="1558178" y="8420"/>
                </a:cubicBezTo>
                <a:close/>
                <a:moveTo>
                  <a:pt x="1641241" y="105046"/>
                </a:moveTo>
                <a:cubicBezTo>
                  <a:pt x="1641241" y="106596"/>
                  <a:pt x="1641135" y="107826"/>
                  <a:pt x="1640921" y="108735"/>
                </a:cubicBezTo>
                <a:cubicBezTo>
                  <a:pt x="1640707" y="109644"/>
                  <a:pt x="1640386" y="110312"/>
                  <a:pt x="1639958" y="110740"/>
                </a:cubicBezTo>
                <a:cubicBezTo>
                  <a:pt x="1639531" y="111167"/>
                  <a:pt x="1638889" y="111568"/>
                  <a:pt x="1638034" y="111942"/>
                </a:cubicBezTo>
                <a:cubicBezTo>
                  <a:pt x="1637179" y="112317"/>
                  <a:pt x="1636203" y="112624"/>
                  <a:pt x="1635107" y="112865"/>
                </a:cubicBezTo>
                <a:cubicBezTo>
                  <a:pt x="1634011" y="113105"/>
                  <a:pt x="1632848" y="113306"/>
                  <a:pt x="1631619" y="113466"/>
                </a:cubicBezTo>
                <a:cubicBezTo>
                  <a:pt x="1630389" y="113626"/>
                  <a:pt x="1629160" y="113706"/>
                  <a:pt x="1627930" y="113706"/>
                </a:cubicBezTo>
                <a:cubicBezTo>
                  <a:pt x="1624188" y="113706"/>
                  <a:pt x="1620981" y="113211"/>
                  <a:pt x="1618308" y="112221"/>
                </a:cubicBezTo>
                <a:cubicBezTo>
                  <a:pt x="1615635" y="111228"/>
                  <a:pt x="1613443" y="109727"/>
                  <a:pt x="1611732" y="107717"/>
                </a:cubicBezTo>
                <a:cubicBezTo>
                  <a:pt x="1610022" y="105708"/>
                  <a:pt x="1608779" y="103163"/>
                  <a:pt x="1608004" y="100082"/>
                </a:cubicBezTo>
                <a:cubicBezTo>
                  <a:pt x="1607228" y="97002"/>
                  <a:pt x="1606841" y="93371"/>
                  <a:pt x="1606841" y="89192"/>
                </a:cubicBezTo>
                <a:lnTo>
                  <a:pt x="1606841" y="46910"/>
                </a:lnTo>
                <a:lnTo>
                  <a:pt x="1596737" y="46910"/>
                </a:lnTo>
                <a:cubicBezTo>
                  <a:pt x="1595935" y="46910"/>
                  <a:pt x="1595294" y="46482"/>
                  <a:pt x="1594813" y="45627"/>
                </a:cubicBezTo>
                <a:cubicBezTo>
                  <a:pt x="1594332" y="44772"/>
                  <a:pt x="1594091" y="43382"/>
                  <a:pt x="1594091" y="41457"/>
                </a:cubicBezTo>
                <a:cubicBezTo>
                  <a:pt x="1594091" y="40441"/>
                  <a:pt x="1594158" y="39586"/>
                  <a:pt x="1594291" y="38891"/>
                </a:cubicBezTo>
                <a:cubicBezTo>
                  <a:pt x="1594425" y="38196"/>
                  <a:pt x="1594599" y="37622"/>
                  <a:pt x="1594813" y="37167"/>
                </a:cubicBezTo>
                <a:cubicBezTo>
                  <a:pt x="1595027" y="36713"/>
                  <a:pt x="1595307" y="36392"/>
                  <a:pt x="1595655" y="36205"/>
                </a:cubicBezTo>
                <a:cubicBezTo>
                  <a:pt x="1596002" y="36018"/>
                  <a:pt x="1596390" y="35924"/>
                  <a:pt x="1596817" y="35924"/>
                </a:cubicBezTo>
                <a:lnTo>
                  <a:pt x="1606841" y="35924"/>
                </a:lnTo>
                <a:lnTo>
                  <a:pt x="1606841" y="18764"/>
                </a:lnTo>
                <a:cubicBezTo>
                  <a:pt x="1606841" y="18390"/>
                  <a:pt x="1606934" y="18042"/>
                  <a:pt x="1607122" y="17722"/>
                </a:cubicBezTo>
                <a:cubicBezTo>
                  <a:pt x="1607309" y="17401"/>
                  <a:pt x="1607656" y="17120"/>
                  <a:pt x="1608164" y="16880"/>
                </a:cubicBezTo>
                <a:cubicBezTo>
                  <a:pt x="1608672" y="16639"/>
                  <a:pt x="1609353" y="16465"/>
                  <a:pt x="1610209" y="16358"/>
                </a:cubicBezTo>
                <a:cubicBezTo>
                  <a:pt x="1611064" y="16251"/>
                  <a:pt x="1612133" y="16198"/>
                  <a:pt x="1613416" y="16198"/>
                </a:cubicBezTo>
                <a:cubicBezTo>
                  <a:pt x="1614753" y="16198"/>
                  <a:pt x="1615849" y="16251"/>
                  <a:pt x="1616704" y="16358"/>
                </a:cubicBezTo>
                <a:cubicBezTo>
                  <a:pt x="1617559" y="16465"/>
                  <a:pt x="1618228" y="16639"/>
                  <a:pt x="1618709" y="16880"/>
                </a:cubicBezTo>
                <a:cubicBezTo>
                  <a:pt x="1619190" y="17120"/>
                  <a:pt x="1619537" y="17401"/>
                  <a:pt x="1619751" y="17722"/>
                </a:cubicBezTo>
                <a:cubicBezTo>
                  <a:pt x="1619965" y="18042"/>
                  <a:pt x="1620072" y="18390"/>
                  <a:pt x="1620072" y="18764"/>
                </a:cubicBezTo>
                <a:lnTo>
                  <a:pt x="1620072" y="35924"/>
                </a:lnTo>
                <a:lnTo>
                  <a:pt x="1638595" y="35924"/>
                </a:lnTo>
                <a:cubicBezTo>
                  <a:pt x="1639023" y="35924"/>
                  <a:pt x="1639397" y="36018"/>
                  <a:pt x="1639718" y="36205"/>
                </a:cubicBezTo>
                <a:cubicBezTo>
                  <a:pt x="1640039" y="36392"/>
                  <a:pt x="1640319" y="36713"/>
                  <a:pt x="1640560" y="37167"/>
                </a:cubicBezTo>
                <a:cubicBezTo>
                  <a:pt x="1640800" y="37622"/>
                  <a:pt x="1640974" y="38196"/>
                  <a:pt x="1641081" y="38891"/>
                </a:cubicBezTo>
                <a:cubicBezTo>
                  <a:pt x="1641188" y="39586"/>
                  <a:pt x="1641241" y="40441"/>
                  <a:pt x="1641241" y="41457"/>
                </a:cubicBezTo>
                <a:cubicBezTo>
                  <a:pt x="1641241" y="43382"/>
                  <a:pt x="1641001" y="44772"/>
                  <a:pt x="1640520" y="45627"/>
                </a:cubicBezTo>
                <a:cubicBezTo>
                  <a:pt x="1640039" y="46482"/>
                  <a:pt x="1639397" y="46910"/>
                  <a:pt x="1638595" y="46910"/>
                </a:cubicBezTo>
                <a:lnTo>
                  <a:pt x="1620072" y="46910"/>
                </a:lnTo>
                <a:lnTo>
                  <a:pt x="1620072" y="87282"/>
                </a:lnTo>
                <a:cubicBezTo>
                  <a:pt x="1620072" y="92267"/>
                  <a:pt x="1620807" y="96033"/>
                  <a:pt x="1622277" y="98581"/>
                </a:cubicBezTo>
                <a:cubicBezTo>
                  <a:pt x="1623747" y="101127"/>
                  <a:pt x="1626380" y="102400"/>
                  <a:pt x="1630176" y="102400"/>
                </a:cubicBezTo>
                <a:cubicBezTo>
                  <a:pt x="1631405" y="102400"/>
                  <a:pt x="1632501" y="102280"/>
                  <a:pt x="1633463" y="102039"/>
                </a:cubicBezTo>
                <a:cubicBezTo>
                  <a:pt x="1634426" y="101799"/>
                  <a:pt x="1635281" y="101545"/>
                  <a:pt x="1636029" y="101277"/>
                </a:cubicBezTo>
                <a:cubicBezTo>
                  <a:pt x="1636778" y="101010"/>
                  <a:pt x="1637419" y="100756"/>
                  <a:pt x="1637954" y="100516"/>
                </a:cubicBezTo>
                <a:cubicBezTo>
                  <a:pt x="1638488" y="100275"/>
                  <a:pt x="1638970" y="100155"/>
                  <a:pt x="1639397" y="100155"/>
                </a:cubicBezTo>
                <a:cubicBezTo>
                  <a:pt x="1639664" y="100155"/>
                  <a:pt x="1639918" y="100222"/>
                  <a:pt x="1640159" y="100355"/>
                </a:cubicBezTo>
                <a:cubicBezTo>
                  <a:pt x="1640400" y="100489"/>
                  <a:pt x="1640587" y="100743"/>
                  <a:pt x="1640720" y="101117"/>
                </a:cubicBezTo>
                <a:cubicBezTo>
                  <a:pt x="1640854" y="101491"/>
                  <a:pt x="1640974" y="101999"/>
                  <a:pt x="1641081" y="102641"/>
                </a:cubicBezTo>
                <a:cubicBezTo>
                  <a:pt x="1641188" y="103282"/>
                  <a:pt x="1641241" y="104084"/>
                  <a:pt x="1641241" y="105046"/>
                </a:cubicBezTo>
                <a:close/>
                <a:moveTo>
                  <a:pt x="1720874" y="110258"/>
                </a:moveTo>
                <a:cubicBezTo>
                  <a:pt x="1720874" y="110686"/>
                  <a:pt x="1720767" y="111047"/>
                  <a:pt x="1720554" y="111341"/>
                </a:cubicBezTo>
                <a:cubicBezTo>
                  <a:pt x="1720340" y="111635"/>
                  <a:pt x="1719992" y="111889"/>
                  <a:pt x="1719511" y="112103"/>
                </a:cubicBezTo>
                <a:cubicBezTo>
                  <a:pt x="1719030" y="112317"/>
                  <a:pt x="1718362" y="112477"/>
                  <a:pt x="1717506" y="112584"/>
                </a:cubicBezTo>
                <a:cubicBezTo>
                  <a:pt x="1716651" y="112691"/>
                  <a:pt x="1715582" y="112744"/>
                  <a:pt x="1714299" y="112744"/>
                </a:cubicBezTo>
                <a:cubicBezTo>
                  <a:pt x="1712962" y="112744"/>
                  <a:pt x="1711867" y="112691"/>
                  <a:pt x="1711011" y="112584"/>
                </a:cubicBezTo>
                <a:cubicBezTo>
                  <a:pt x="1710156" y="112477"/>
                  <a:pt x="1709488" y="112317"/>
                  <a:pt x="1709007" y="112103"/>
                </a:cubicBezTo>
                <a:cubicBezTo>
                  <a:pt x="1708525" y="111889"/>
                  <a:pt x="1708178" y="111635"/>
                  <a:pt x="1707964" y="111341"/>
                </a:cubicBezTo>
                <a:cubicBezTo>
                  <a:pt x="1707750" y="111047"/>
                  <a:pt x="1707643" y="110686"/>
                  <a:pt x="1707643" y="110258"/>
                </a:cubicBezTo>
                <a:lnTo>
                  <a:pt x="1707643" y="67999"/>
                </a:lnTo>
                <a:cubicBezTo>
                  <a:pt x="1707643" y="63883"/>
                  <a:pt x="1707323" y="60569"/>
                  <a:pt x="1706681" y="58056"/>
                </a:cubicBezTo>
                <a:cubicBezTo>
                  <a:pt x="1706040" y="55544"/>
                  <a:pt x="1705104" y="53378"/>
                  <a:pt x="1703875" y="51561"/>
                </a:cubicBezTo>
                <a:cubicBezTo>
                  <a:pt x="1702645" y="49743"/>
                  <a:pt x="1701055" y="48353"/>
                  <a:pt x="1699103" y="47391"/>
                </a:cubicBezTo>
                <a:cubicBezTo>
                  <a:pt x="1697152" y="46429"/>
                  <a:pt x="1694893" y="45948"/>
                  <a:pt x="1692327" y="45948"/>
                </a:cubicBezTo>
                <a:cubicBezTo>
                  <a:pt x="1689013" y="45948"/>
                  <a:pt x="1685699" y="47124"/>
                  <a:pt x="1682384" y="49476"/>
                </a:cubicBezTo>
                <a:cubicBezTo>
                  <a:pt x="1679070" y="51828"/>
                  <a:pt x="1675595" y="55276"/>
                  <a:pt x="1671960" y="59820"/>
                </a:cubicBezTo>
                <a:lnTo>
                  <a:pt x="1671960" y="110258"/>
                </a:lnTo>
                <a:cubicBezTo>
                  <a:pt x="1671960" y="110686"/>
                  <a:pt x="1671853" y="111047"/>
                  <a:pt x="1671639" y="111341"/>
                </a:cubicBezTo>
                <a:cubicBezTo>
                  <a:pt x="1671425" y="111635"/>
                  <a:pt x="1671078" y="111889"/>
                  <a:pt x="1670597" y="112103"/>
                </a:cubicBezTo>
                <a:cubicBezTo>
                  <a:pt x="1670115" y="112317"/>
                  <a:pt x="1669447" y="112477"/>
                  <a:pt x="1668592" y="112584"/>
                </a:cubicBezTo>
                <a:cubicBezTo>
                  <a:pt x="1667736" y="112691"/>
                  <a:pt x="1666641" y="112744"/>
                  <a:pt x="1665304" y="112744"/>
                </a:cubicBezTo>
                <a:cubicBezTo>
                  <a:pt x="1664021" y="112744"/>
                  <a:pt x="1662952" y="112691"/>
                  <a:pt x="1662097" y="112584"/>
                </a:cubicBezTo>
                <a:cubicBezTo>
                  <a:pt x="1661241" y="112477"/>
                  <a:pt x="1660560" y="112317"/>
                  <a:pt x="1660052" y="112103"/>
                </a:cubicBezTo>
                <a:cubicBezTo>
                  <a:pt x="1659544" y="111889"/>
                  <a:pt x="1659196" y="111635"/>
                  <a:pt x="1659009" y="111341"/>
                </a:cubicBezTo>
                <a:cubicBezTo>
                  <a:pt x="1658822" y="111045"/>
                  <a:pt x="1658729" y="110684"/>
                  <a:pt x="1658729" y="110256"/>
                </a:cubicBezTo>
                <a:lnTo>
                  <a:pt x="1658729" y="3050"/>
                </a:lnTo>
                <a:cubicBezTo>
                  <a:pt x="1658729" y="2622"/>
                  <a:pt x="1658822" y="2248"/>
                  <a:pt x="1659009" y="1927"/>
                </a:cubicBezTo>
                <a:cubicBezTo>
                  <a:pt x="1659196" y="1605"/>
                  <a:pt x="1659544" y="1336"/>
                  <a:pt x="1660052" y="1123"/>
                </a:cubicBezTo>
                <a:cubicBezTo>
                  <a:pt x="1660560" y="909"/>
                  <a:pt x="1661241" y="748"/>
                  <a:pt x="1662097" y="642"/>
                </a:cubicBezTo>
                <a:cubicBezTo>
                  <a:pt x="1662952" y="535"/>
                  <a:pt x="1664021" y="481"/>
                  <a:pt x="1665304" y="481"/>
                </a:cubicBezTo>
                <a:cubicBezTo>
                  <a:pt x="1666641" y="481"/>
                  <a:pt x="1667736" y="535"/>
                  <a:pt x="1668592" y="642"/>
                </a:cubicBezTo>
                <a:cubicBezTo>
                  <a:pt x="1669447" y="748"/>
                  <a:pt x="1670115" y="910"/>
                  <a:pt x="1670597" y="1125"/>
                </a:cubicBezTo>
                <a:cubicBezTo>
                  <a:pt x="1671078" y="1339"/>
                  <a:pt x="1671425" y="1606"/>
                  <a:pt x="1671639" y="1927"/>
                </a:cubicBezTo>
                <a:cubicBezTo>
                  <a:pt x="1671853" y="2248"/>
                  <a:pt x="1671960" y="2623"/>
                  <a:pt x="1671960" y="3052"/>
                </a:cubicBezTo>
                <a:lnTo>
                  <a:pt x="1671960" y="46349"/>
                </a:lnTo>
                <a:cubicBezTo>
                  <a:pt x="1675755" y="42339"/>
                  <a:pt x="1679578" y="39359"/>
                  <a:pt x="1683427" y="37408"/>
                </a:cubicBezTo>
                <a:cubicBezTo>
                  <a:pt x="1687276" y="35456"/>
                  <a:pt x="1691151" y="34481"/>
                  <a:pt x="1695054" y="34481"/>
                </a:cubicBezTo>
                <a:cubicBezTo>
                  <a:pt x="1699865" y="34481"/>
                  <a:pt x="1703915" y="35296"/>
                  <a:pt x="1707202" y="36927"/>
                </a:cubicBezTo>
                <a:cubicBezTo>
                  <a:pt x="1710490" y="38557"/>
                  <a:pt x="1713150" y="40735"/>
                  <a:pt x="1715181" y="43462"/>
                </a:cubicBezTo>
                <a:cubicBezTo>
                  <a:pt x="1717212" y="46188"/>
                  <a:pt x="1718669" y="49382"/>
                  <a:pt x="1719551" y="53044"/>
                </a:cubicBezTo>
                <a:cubicBezTo>
                  <a:pt x="1720433" y="56706"/>
                  <a:pt x="1720874" y="61130"/>
                  <a:pt x="1720874" y="66315"/>
                </a:cubicBezTo>
                <a:lnTo>
                  <a:pt x="1720874" y="110258"/>
                </a:lnTo>
                <a:close/>
                <a:moveTo>
                  <a:pt x="1805217" y="71047"/>
                </a:moveTo>
                <a:cubicBezTo>
                  <a:pt x="1805217" y="73131"/>
                  <a:pt x="1804696" y="74615"/>
                  <a:pt x="1803654" y="75497"/>
                </a:cubicBezTo>
                <a:cubicBezTo>
                  <a:pt x="1802611" y="76379"/>
                  <a:pt x="1801422" y="76820"/>
                  <a:pt x="1800085" y="76820"/>
                </a:cubicBezTo>
                <a:lnTo>
                  <a:pt x="1752774" y="76820"/>
                </a:lnTo>
                <a:cubicBezTo>
                  <a:pt x="1752774" y="80841"/>
                  <a:pt x="1753175" y="84460"/>
                  <a:pt x="1753977" y="87678"/>
                </a:cubicBezTo>
                <a:cubicBezTo>
                  <a:pt x="1754779" y="90896"/>
                  <a:pt x="1756116" y="93657"/>
                  <a:pt x="1757987" y="95962"/>
                </a:cubicBezTo>
                <a:cubicBezTo>
                  <a:pt x="1759858" y="98268"/>
                  <a:pt x="1762290" y="100038"/>
                  <a:pt x="1765284" y="101272"/>
                </a:cubicBezTo>
                <a:cubicBezTo>
                  <a:pt x="1768277" y="102505"/>
                  <a:pt x="1771939" y="103122"/>
                  <a:pt x="1776270" y="103122"/>
                </a:cubicBezTo>
                <a:cubicBezTo>
                  <a:pt x="1779691" y="103122"/>
                  <a:pt x="1782738" y="102841"/>
                  <a:pt x="1785411" y="102280"/>
                </a:cubicBezTo>
                <a:cubicBezTo>
                  <a:pt x="1788084" y="101718"/>
                  <a:pt x="1790396" y="101090"/>
                  <a:pt x="1792347" y="100395"/>
                </a:cubicBezTo>
                <a:cubicBezTo>
                  <a:pt x="1794298" y="99700"/>
                  <a:pt x="1795902" y="99072"/>
                  <a:pt x="1797158" y="98511"/>
                </a:cubicBezTo>
                <a:cubicBezTo>
                  <a:pt x="1798415" y="97950"/>
                  <a:pt x="1799364" y="97669"/>
                  <a:pt x="1800005" y="97669"/>
                </a:cubicBezTo>
                <a:cubicBezTo>
                  <a:pt x="1800379" y="97669"/>
                  <a:pt x="1800713" y="97762"/>
                  <a:pt x="1801007" y="97950"/>
                </a:cubicBezTo>
                <a:cubicBezTo>
                  <a:pt x="1801302" y="98137"/>
                  <a:pt x="1801529" y="98417"/>
                  <a:pt x="1801689" y="98792"/>
                </a:cubicBezTo>
                <a:cubicBezTo>
                  <a:pt x="1801849" y="99166"/>
                  <a:pt x="1801970" y="99687"/>
                  <a:pt x="1802050" y="100355"/>
                </a:cubicBezTo>
                <a:cubicBezTo>
                  <a:pt x="1802130" y="101023"/>
                  <a:pt x="1802170" y="101839"/>
                  <a:pt x="1802170" y="102801"/>
                </a:cubicBezTo>
                <a:cubicBezTo>
                  <a:pt x="1802170" y="103496"/>
                  <a:pt x="1802143" y="104097"/>
                  <a:pt x="1802090" y="104605"/>
                </a:cubicBezTo>
                <a:cubicBezTo>
                  <a:pt x="1802037" y="105113"/>
                  <a:pt x="1801970" y="105567"/>
                  <a:pt x="1801890" y="105968"/>
                </a:cubicBezTo>
                <a:cubicBezTo>
                  <a:pt x="1801809" y="106369"/>
                  <a:pt x="1801676" y="106730"/>
                  <a:pt x="1801489" y="107051"/>
                </a:cubicBezTo>
                <a:cubicBezTo>
                  <a:pt x="1801302" y="107372"/>
                  <a:pt x="1801061" y="107679"/>
                  <a:pt x="1800767" y="107973"/>
                </a:cubicBezTo>
                <a:cubicBezTo>
                  <a:pt x="1800473" y="108267"/>
                  <a:pt x="1799604" y="108748"/>
                  <a:pt x="1798161" y="109416"/>
                </a:cubicBezTo>
                <a:cubicBezTo>
                  <a:pt x="1796717" y="110085"/>
                  <a:pt x="1794846" y="110740"/>
                  <a:pt x="1792548" y="111381"/>
                </a:cubicBezTo>
                <a:cubicBezTo>
                  <a:pt x="1790249" y="112023"/>
                  <a:pt x="1787589" y="112597"/>
                  <a:pt x="1784569" y="113105"/>
                </a:cubicBezTo>
                <a:cubicBezTo>
                  <a:pt x="1781549" y="113613"/>
                  <a:pt x="1778328" y="113867"/>
                  <a:pt x="1774906" y="113867"/>
                </a:cubicBezTo>
                <a:cubicBezTo>
                  <a:pt x="1768972" y="113867"/>
                  <a:pt x="1763774" y="113037"/>
                  <a:pt x="1759310" y="111379"/>
                </a:cubicBezTo>
                <a:cubicBezTo>
                  <a:pt x="1754846" y="109720"/>
                  <a:pt x="1751091" y="107258"/>
                  <a:pt x="1748043" y="103994"/>
                </a:cubicBezTo>
                <a:cubicBezTo>
                  <a:pt x="1744996" y="100729"/>
                  <a:pt x="1742698" y="96636"/>
                  <a:pt x="1741147" y="91712"/>
                </a:cubicBezTo>
                <a:cubicBezTo>
                  <a:pt x="1739597" y="86789"/>
                  <a:pt x="1738822" y="81063"/>
                  <a:pt x="1738822" y="74535"/>
                </a:cubicBezTo>
                <a:cubicBezTo>
                  <a:pt x="1738822" y="68327"/>
                  <a:pt x="1739624" y="62748"/>
                  <a:pt x="1741227" y="57798"/>
                </a:cubicBezTo>
                <a:cubicBezTo>
                  <a:pt x="1742831" y="52848"/>
                  <a:pt x="1745143" y="48647"/>
                  <a:pt x="1748164" y="45196"/>
                </a:cubicBezTo>
                <a:cubicBezTo>
                  <a:pt x="1751184" y="41745"/>
                  <a:pt x="1754833" y="39096"/>
                  <a:pt x="1759109" y="37250"/>
                </a:cubicBezTo>
                <a:cubicBezTo>
                  <a:pt x="1763386" y="35404"/>
                  <a:pt x="1768171" y="34481"/>
                  <a:pt x="1773463" y="34481"/>
                </a:cubicBezTo>
                <a:cubicBezTo>
                  <a:pt x="1779130" y="34481"/>
                  <a:pt x="1783954" y="35390"/>
                  <a:pt x="1787937" y="37207"/>
                </a:cubicBezTo>
                <a:cubicBezTo>
                  <a:pt x="1791920" y="39025"/>
                  <a:pt x="1795194" y="41471"/>
                  <a:pt x="1797760" y="44544"/>
                </a:cubicBezTo>
                <a:cubicBezTo>
                  <a:pt x="1800326" y="47618"/>
                  <a:pt x="1802210" y="51227"/>
                  <a:pt x="1803413" y="55370"/>
                </a:cubicBezTo>
                <a:cubicBezTo>
                  <a:pt x="1804616" y="59513"/>
                  <a:pt x="1805217" y="63937"/>
                  <a:pt x="1805217" y="68641"/>
                </a:cubicBezTo>
                <a:lnTo>
                  <a:pt x="1805217" y="71047"/>
                </a:lnTo>
                <a:moveTo>
                  <a:pt x="1791906" y="67117"/>
                </a:moveTo>
                <a:cubicBezTo>
                  <a:pt x="1792067" y="60168"/>
                  <a:pt x="1790530" y="54715"/>
                  <a:pt x="1787295" y="50759"/>
                </a:cubicBezTo>
                <a:cubicBezTo>
                  <a:pt x="1784061" y="46803"/>
                  <a:pt x="1779263" y="44825"/>
                  <a:pt x="1772902" y="44825"/>
                </a:cubicBezTo>
                <a:cubicBezTo>
                  <a:pt x="1769641" y="44825"/>
                  <a:pt x="1766781" y="45440"/>
                  <a:pt x="1764322" y="46669"/>
                </a:cubicBezTo>
                <a:cubicBezTo>
                  <a:pt x="1761862" y="47899"/>
                  <a:pt x="1759804" y="49529"/>
                  <a:pt x="1758147" y="51561"/>
                </a:cubicBezTo>
                <a:cubicBezTo>
                  <a:pt x="1756490" y="53592"/>
                  <a:pt x="1755207" y="55958"/>
                  <a:pt x="1754298" y="58657"/>
                </a:cubicBezTo>
                <a:cubicBezTo>
                  <a:pt x="1753389" y="61357"/>
                  <a:pt x="1752881" y="64177"/>
                  <a:pt x="1752774" y="67117"/>
                </a:cubicBezTo>
                <a:lnTo>
                  <a:pt x="1791906" y="67117"/>
                </a:lnTo>
                <a:close/>
                <a:moveTo>
                  <a:pt x="1878390" y="110258"/>
                </a:moveTo>
                <a:cubicBezTo>
                  <a:pt x="1878390" y="110686"/>
                  <a:pt x="1878283" y="111047"/>
                  <a:pt x="1878070" y="111341"/>
                </a:cubicBezTo>
                <a:cubicBezTo>
                  <a:pt x="1877856" y="111635"/>
                  <a:pt x="1877508" y="111889"/>
                  <a:pt x="1877027" y="112103"/>
                </a:cubicBezTo>
                <a:cubicBezTo>
                  <a:pt x="1876546" y="112317"/>
                  <a:pt x="1875878" y="112477"/>
                  <a:pt x="1875022" y="112584"/>
                </a:cubicBezTo>
                <a:cubicBezTo>
                  <a:pt x="1874167" y="112691"/>
                  <a:pt x="1873071" y="112744"/>
                  <a:pt x="1871735" y="112744"/>
                </a:cubicBezTo>
                <a:cubicBezTo>
                  <a:pt x="1870452" y="112744"/>
                  <a:pt x="1869383" y="112691"/>
                  <a:pt x="1868527" y="112584"/>
                </a:cubicBezTo>
                <a:cubicBezTo>
                  <a:pt x="1867672" y="112477"/>
                  <a:pt x="1866990" y="112317"/>
                  <a:pt x="1866482" y="112103"/>
                </a:cubicBezTo>
                <a:cubicBezTo>
                  <a:pt x="1865975" y="111889"/>
                  <a:pt x="1865627" y="111635"/>
                  <a:pt x="1865440" y="111341"/>
                </a:cubicBezTo>
                <a:cubicBezTo>
                  <a:pt x="1865253" y="111047"/>
                  <a:pt x="1865159" y="110686"/>
                  <a:pt x="1865159" y="110258"/>
                </a:cubicBezTo>
                <a:lnTo>
                  <a:pt x="1865159" y="38089"/>
                </a:lnTo>
                <a:cubicBezTo>
                  <a:pt x="1865159" y="37715"/>
                  <a:pt x="1865253" y="37368"/>
                  <a:pt x="1865440" y="37047"/>
                </a:cubicBezTo>
                <a:cubicBezTo>
                  <a:pt x="1865627" y="36726"/>
                  <a:pt x="1865975" y="36459"/>
                  <a:pt x="1866482" y="36245"/>
                </a:cubicBezTo>
                <a:cubicBezTo>
                  <a:pt x="1866990" y="36031"/>
                  <a:pt x="1867672" y="35871"/>
                  <a:pt x="1868527" y="35764"/>
                </a:cubicBezTo>
                <a:cubicBezTo>
                  <a:pt x="1869383" y="35657"/>
                  <a:pt x="1870452" y="35603"/>
                  <a:pt x="1871735" y="35603"/>
                </a:cubicBezTo>
                <a:cubicBezTo>
                  <a:pt x="1873071" y="35603"/>
                  <a:pt x="1874167" y="35657"/>
                  <a:pt x="1875022" y="35764"/>
                </a:cubicBezTo>
                <a:cubicBezTo>
                  <a:pt x="1875878" y="35871"/>
                  <a:pt x="1876546" y="36031"/>
                  <a:pt x="1877027" y="36245"/>
                </a:cubicBezTo>
                <a:cubicBezTo>
                  <a:pt x="1877508" y="36459"/>
                  <a:pt x="1877856" y="36726"/>
                  <a:pt x="1878070" y="37047"/>
                </a:cubicBezTo>
                <a:cubicBezTo>
                  <a:pt x="1878283" y="37368"/>
                  <a:pt x="1878390" y="37715"/>
                  <a:pt x="1878390" y="38089"/>
                </a:cubicBezTo>
                <a:lnTo>
                  <a:pt x="1878390" y="110258"/>
                </a:lnTo>
                <a:moveTo>
                  <a:pt x="1879914" y="13632"/>
                </a:moveTo>
                <a:cubicBezTo>
                  <a:pt x="1879914" y="16733"/>
                  <a:pt x="1879326" y="18844"/>
                  <a:pt x="1878150" y="19967"/>
                </a:cubicBezTo>
                <a:cubicBezTo>
                  <a:pt x="1876974" y="21089"/>
                  <a:pt x="1874809" y="21651"/>
                  <a:pt x="1871655" y="21651"/>
                </a:cubicBezTo>
                <a:cubicBezTo>
                  <a:pt x="1868554" y="21651"/>
                  <a:pt x="1866429" y="21103"/>
                  <a:pt x="1865280" y="20007"/>
                </a:cubicBezTo>
                <a:cubicBezTo>
                  <a:pt x="1864130" y="18911"/>
                  <a:pt x="1863556" y="16839"/>
                  <a:pt x="1863556" y="13792"/>
                </a:cubicBezTo>
                <a:cubicBezTo>
                  <a:pt x="1863556" y="10692"/>
                  <a:pt x="1864144" y="8580"/>
                  <a:pt x="1865320" y="7457"/>
                </a:cubicBezTo>
                <a:cubicBezTo>
                  <a:pt x="1866496" y="6335"/>
                  <a:pt x="1868661" y="5774"/>
                  <a:pt x="1871815" y="5774"/>
                </a:cubicBezTo>
                <a:cubicBezTo>
                  <a:pt x="1874916" y="5774"/>
                  <a:pt x="1877041" y="6321"/>
                  <a:pt x="1878190" y="7417"/>
                </a:cubicBezTo>
                <a:cubicBezTo>
                  <a:pt x="1879339" y="8513"/>
                  <a:pt x="1879914" y="10585"/>
                  <a:pt x="1879914" y="13632"/>
                </a:cubicBezTo>
                <a:close/>
                <a:moveTo>
                  <a:pt x="1963763" y="110258"/>
                </a:moveTo>
                <a:cubicBezTo>
                  <a:pt x="1963763" y="110686"/>
                  <a:pt x="1963656" y="111047"/>
                  <a:pt x="1963443" y="111341"/>
                </a:cubicBezTo>
                <a:cubicBezTo>
                  <a:pt x="1963229" y="111635"/>
                  <a:pt x="1962881" y="111889"/>
                  <a:pt x="1962400" y="112103"/>
                </a:cubicBezTo>
                <a:cubicBezTo>
                  <a:pt x="1961919" y="112317"/>
                  <a:pt x="1961251" y="112477"/>
                  <a:pt x="1960395" y="112584"/>
                </a:cubicBezTo>
                <a:cubicBezTo>
                  <a:pt x="1959540" y="112691"/>
                  <a:pt x="1958471" y="112744"/>
                  <a:pt x="1957188" y="112744"/>
                </a:cubicBezTo>
                <a:cubicBezTo>
                  <a:pt x="1955851" y="112744"/>
                  <a:pt x="1954756" y="112691"/>
                  <a:pt x="1953900" y="112584"/>
                </a:cubicBezTo>
                <a:cubicBezTo>
                  <a:pt x="1953045" y="112477"/>
                  <a:pt x="1952377" y="112317"/>
                  <a:pt x="1951895" y="112103"/>
                </a:cubicBezTo>
                <a:cubicBezTo>
                  <a:pt x="1951414" y="111889"/>
                  <a:pt x="1951067" y="111635"/>
                  <a:pt x="1950853" y="111341"/>
                </a:cubicBezTo>
                <a:cubicBezTo>
                  <a:pt x="1950639" y="111047"/>
                  <a:pt x="1950532" y="110686"/>
                  <a:pt x="1950532" y="110258"/>
                </a:cubicBezTo>
                <a:lnTo>
                  <a:pt x="1950532" y="67999"/>
                </a:lnTo>
                <a:cubicBezTo>
                  <a:pt x="1950532" y="63883"/>
                  <a:pt x="1950212" y="60569"/>
                  <a:pt x="1949570" y="58056"/>
                </a:cubicBezTo>
                <a:cubicBezTo>
                  <a:pt x="1948929" y="55544"/>
                  <a:pt x="1947993" y="53378"/>
                  <a:pt x="1946763" y="51561"/>
                </a:cubicBezTo>
                <a:cubicBezTo>
                  <a:pt x="1945534" y="49743"/>
                  <a:pt x="1943943" y="48353"/>
                  <a:pt x="1941992" y="47391"/>
                </a:cubicBezTo>
                <a:cubicBezTo>
                  <a:pt x="1940041" y="46429"/>
                  <a:pt x="1937782" y="45948"/>
                  <a:pt x="1935216" y="45948"/>
                </a:cubicBezTo>
                <a:cubicBezTo>
                  <a:pt x="1931902" y="45948"/>
                  <a:pt x="1928588" y="47124"/>
                  <a:pt x="1925273" y="49476"/>
                </a:cubicBezTo>
                <a:cubicBezTo>
                  <a:pt x="1921959" y="51828"/>
                  <a:pt x="1918484" y="55276"/>
                  <a:pt x="1914849" y="59820"/>
                </a:cubicBezTo>
                <a:lnTo>
                  <a:pt x="1914849" y="110258"/>
                </a:lnTo>
                <a:cubicBezTo>
                  <a:pt x="1914849" y="110686"/>
                  <a:pt x="1914742" y="111047"/>
                  <a:pt x="1914528" y="111341"/>
                </a:cubicBezTo>
                <a:cubicBezTo>
                  <a:pt x="1914314" y="111635"/>
                  <a:pt x="1913967" y="111889"/>
                  <a:pt x="1913485" y="112103"/>
                </a:cubicBezTo>
                <a:cubicBezTo>
                  <a:pt x="1913004" y="112317"/>
                  <a:pt x="1912336" y="112477"/>
                  <a:pt x="1911481" y="112584"/>
                </a:cubicBezTo>
                <a:cubicBezTo>
                  <a:pt x="1910625" y="112691"/>
                  <a:pt x="1909530" y="112744"/>
                  <a:pt x="1908193" y="112744"/>
                </a:cubicBezTo>
                <a:cubicBezTo>
                  <a:pt x="1906910" y="112744"/>
                  <a:pt x="1905841" y="112691"/>
                  <a:pt x="1904986" y="112584"/>
                </a:cubicBezTo>
                <a:cubicBezTo>
                  <a:pt x="1904130" y="112477"/>
                  <a:pt x="1903449" y="112317"/>
                  <a:pt x="1902941" y="112103"/>
                </a:cubicBezTo>
                <a:cubicBezTo>
                  <a:pt x="1902433" y="111889"/>
                  <a:pt x="1902085" y="111635"/>
                  <a:pt x="1901898" y="111341"/>
                </a:cubicBezTo>
                <a:cubicBezTo>
                  <a:pt x="1901711" y="111047"/>
                  <a:pt x="1901618" y="110686"/>
                  <a:pt x="1901618" y="110258"/>
                </a:cubicBezTo>
                <a:lnTo>
                  <a:pt x="1901618" y="38089"/>
                </a:lnTo>
                <a:cubicBezTo>
                  <a:pt x="1901618" y="37662"/>
                  <a:pt x="1901698" y="37301"/>
                  <a:pt x="1901858" y="37007"/>
                </a:cubicBezTo>
                <a:cubicBezTo>
                  <a:pt x="1902019" y="36713"/>
                  <a:pt x="1902339" y="36445"/>
                  <a:pt x="1902820" y="36205"/>
                </a:cubicBezTo>
                <a:cubicBezTo>
                  <a:pt x="1903302" y="35964"/>
                  <a:pt x="1903916" y="35804"/>
                  <a:pt x="1904665" y="35724"/>
                </a:cubicBezTo>
                <a:cubicBezTo>
                  <a:pt x="1905413" y="35644"/>
                  <a:pt x="1906402" y="35603"/>
                  <a:pt x="1907632" y="35603"/>
                </a:cubicBezTo>
                <a:cubicBezTo>
                  <a:pt x="1908808" y="35603"/>
                  <a:pt x="1909783" y="35644"/>
                  <a:pt x="1910559" y="35724"/>
                </a:cubicBezTo>
                <a:cubicBezTo>
                  <a:pt x="1911334" y="35804"/>
                  <a:pt x="1911935" y="35964"/>
                  <a:pt x="1912363" y="36205"/>
                </a:cubicBezTo>
                <a:cubicBezTo>
                  <a:pt x="1912790" y="36445"/>
                  <a:pt x="1913098" y="36713"/>
                  <a:pt x="1913285" y="37007"/>
                </a:cubicBezTo>
                <a:cubicBezTo>
                  <a:pt x="1913472" y="37301"/>
                  <a:pt x="1913566" y="37662"/>
                  <a:pt x="1913566" y="38089"/>
                </a:cubicBezTo>
                <a:lnTo>
                  <a:pt x="1913566" y="47632"/>
                </a:lnTo>
                <a:cubicBezTo>
                  <a:pt x="1917628" y="43088"/>
                  <a:pt x="1921678" y="39760"/>
                  <a:pt x="1925714" y="37648"/>
                </a:cubicBezTo>
                <a:cubicBezTo>
                  <a:pt x="1929750" y="35537"/>
                  <a:pt x="1933826" y="34481"/>
                  <a:pt x="1937943" y="34481"/>
                </a:cubicBezTo>
                <a:cubicBezTo>
                  <a:pt x="1942754" y="34481"/>
                  <a:pt x="1946804" y="35296"/>
                  <a:pt x="1950091" y="36927"/>
                </a:cubicBezTo>
                <a:cubicBezTo>
                  <a:pt x="1953379" y="38557"/>
                  <a:pt x="1956039" y="40735"/>
                  <a:pt x="1958070" y="43462"/>
                </a:cubicBezTo>
                <a:cubicBezTo>
                  <a:pt x="1960101" y="46188"/>
                  <a:pt x="1961558" y="49382"/>
                  <a:pt x="1962440" y="53044"/>
                </a:cubicBezTo>
                <a:cubicBezTo>
                  <a:pt x="1963322" y="56706"/>
                  <a:pt x="1963763" y="61103"/>
                  <a:pt x="1963763" y="66235"/>
                </a:cubicBezTo>
                <a:lnTo>
                  <a:pt x="1963763" y="110258"/>
                </a:lnTo>
                <a:close/>
                <a:moveTo>
                  <a:pt x="2053245" y="73091"/>
                </a:moveTo>
                <a:cubicBezTo>
                  <a:pt x="2053245" y="79404"/>
                  <a:pt x="2052564" y="85076"/>
                  <a:pt x="2051201" y="90106"/>
                </a:cubicBezTo>
                <a:cubicBezTo>
                  <a:pt x="2049837" y="95136"/>
                  <a:pt x="2047833" y="99405"/>
                  <a:pt x="2045186" y="102911"/>
                </a:cubicBezTo>
                <a:cubicBezTo>
                  <a:pt x="2042540" y="106416"/>
                  <a:pt x="2039266" y="109118"/>
                  <a:pt x="2035363" y="111018"/>
                </a:cubicBezTo>
                <a:cubicBezTo>
                  <a:pt x="2031461" y="112917"/>
                  <a:pt x="2026997" y="113867"/>
                  <a:pt x="2021972" y="113867"/>
                </a:cubicBezTo>
                <a:cubicBezTo>
                  <a:pt x="2019834" y="113867"/>
                  <a:pt x="2017856" y="113653"/>
                  <a:pt x="2016038" y="113225"/>
                </a:cubicBezTo>
                <a:cubicBezTo>
                  <a:pt x="2014221" y="112798"/>
                  <a:pt x="2012443" y="112129"/>
                  <a:pt x="2010706" y="111221"/>
                </a:cubicBezTo>
                <a:cubicBezTo>
                  <a:pt x="2008968" y="110310"/>
                  <a:pt x="2007244" y="109159"/>
                  <a:pt x="2005534" y="107768"/>
                </a:cubicBezTo>
                <a:cubicBezTo>
                  <a:pt x="2003823" y="106376"/>
                  <a:pt x="2002005" y="104744"/>
                  <a:pt x="2000081" y="102871"/>
                </a:cubicBezTo>
                <a:lnTo>
                  <a:pt x="2000081" y="138891"/>
                </a:lnTo>
                <a:cubicBezTo>
                  <a:pt x="2000081" y="139317"/>
                  <a:pt x="1999974" y="139690"/>
                  <a:pt x="1999760" y="140011"/>
                </a:cubicBezTo>
                <a:cubicBezTo>
                  <a:pt x="1999546" y="140331"/>
                  <a:pt x="1999199" y="140598"/>
                  <a:pt x="1998718" y="140810"/>
                </a:cubicBezTo>
                <a:cubicBezTo>
                  <a:pt x="1998236" y="141024"/>
                  <a:pt x="1997568" y="141184"/>
                  <a:pt x="1996713" y="141291"/>
                </a:cubicBezTo>
                <a:cubicBezTo>
                  <a:pt x="1995857" y="141398"/>
                  <a:pt x="1994762" y="141452"/>
                  <a:pt x="1993425" y="141452"/>
                </a:cubicBezTo>
                <a:cubicBezTo>
                  <a:pt x="1992142" y="141452"/>
                  <a:pt x="1991073" y="141398"/>
                  <a:pt x="1990218" y="141291"/>
                </a:cubicBezTo>
                <a:cubicBezTo>
                  <a:pt x="1989362" y="141184"/>
                  <a:pt x="1988681" y="141024"/>
                  <a:pt x="1988173" y="140810"/>
                </a:cubicBezTo>
                <a:cubicBezTo>
                  <a:pt x="1987665" y="140596"/>
                  <a:pt x="1987317" y="140329"/>
                  <a:pt x="1987130" y="140008"/>
                </a:cubicBezTo>
                <a:cubicBezTo>
                  <a:pt x="1986943" y="139687"/>
                  <a:pt x="1986850" y="139313"/>
                  <a:pt x="1986850" y="138886"/>
                </a:cubicBezTo>
                <a:lnTo>
                  <a:pt x="1986850" y="38089"/>
                </a:lnTo>
                <a:cubicBezTo>
                  <a:pt x="1986850" y="37608"/>
                  <a:pt x="1986930" y="37221"/>
                  <a:pt x="1987090" y="36927"/>
                </a:cubicBezTo>
                <a:cubicBezTo>
                  <a:pt x="1987251" y="36633"/>
                  <a:pt x="1987571" y="36379"/>
                  <a:pt x="1988053" y="36165"/>
                </a:cubicBezTo>
                <a:cubicBezTo>
                  <a:pt x="1988534" y="35951"/>
                  <a:pt x="1989148" y="35804"/>
                  <a:pt x="1989897" y="35724"/>
                </a:cubicBezTo>
                <a:cubicBezTo>
                  <a:pt x="1990645" y="35644"/>
                  <a:pt x="1991554" y="35603"/>
                  <a:pt x="1992623" y="35603"/>
                </a:cubicBezTo>
                <a:cubicBezTo>
                  <a:pt x="1993746" y="35603"/>
                  <a:pt x="1994668" y="35644"/>
                  <a:pt x="1995390" y="35724"/>
                </a:cubicBezTo>
                <a:cubicBezTo>
                  <a:pt x="1996111" y="35804"/>
                  <a:pt x="1996713" y="35951"/>
                  <a:pt x="1997194" y="36165"/>
                </a:cubicBezTo>
                <a:cubicBezTo>
                  <a:pt x="1997675" y="36379"/>
                  <a:pt x="1998009" y="36633"/>
                  <a:pt x="1998196" y="36929"/>
                </a:cubicBezTo>
                <a:cubicBezTo>
                  <a:pt x="1998383" y="37223"/>
                  <a:pt x="1998477" y="37611"/>
                  <a:pt x="1998477" y="38092"/>
                </a:cubicBezTo>
                <a:lnTo>
                  <a:pt x="1998477" y="47805"/>
                </a:lnTo>
                <a:cubicBezTo>
                  <a:pt x="2000669" y="45558"/>
                  <a:pt x="2002780" y="43605"/>
                  <a:pt x="2004812" y="41946"/>
                </a:cubicBezTo>
                <a:cubicBezTo>
                  <a:pt x="2006843" y="40287"/>
                  <a:pt x="2008888" y="38910"/>
                  <a:pt x="2010946" y="37814"/>
                </a:cubicBezTo>
                <a:cubicBezTo>
                  <a:pt x="2013004" y="36716"/>
                  <a:pt x="2015116" y="35887"/>
                  <a:pt x="2017281" y="35325"/>
                </a:cubicBezTo>
                <a:cubicBezTo>
                  <a:pt x="2019446" y="34762"/>
                  <a:pt x="2021731" y="34481"/>
                  <a:pt x="2024137" y="34481"/>
                </a:cubicBezTo>
                <a:cubicBezTo>
                  <a:pt x="2029376" y="34481"/>
                  <a:pt x="2033840" y="35497"/>
                  <a:pt x="2037528" y="37530"/>
                </a:cubicBezTo>
                <a:cubicBezTo>
                  <a:pt x="2041217" y="39564"/>
                  <a:pt x="2044224" y="42347"/>
                  <a:pt x="2046550" y="45880"/>
                </a:cubicBezTo>
                <a:cubicBezTo>
                  <a:pt x="2048875" y="49412"/>
                  <a:pt x="2050572" y="53519"/>
                  <a:pt x="2051642" y="58201"/>
                </a:cubicBezTo>
                <a:cubicBezTo>
                  <a:pt x="2052711" y="62882"/>
                  <a:pt x="2053245" y="67846"/>
                  <a:pt x="2053245" y="73091"/>
                </a:cubicBezTo>
                <a:moveTo>
                  <a:pt x="2039293" y="74615"/>
                </a:moveTo>
                <a:cubicBezTo>
                  <a:pt x="2039293" y="70921"/>
                  <a:pt x="2039012" y="67348"/>
                  <a:pt x="2038451" y="63895"/>
                </a:cubicBezTo>
                <a:cubicBezTo>
                  <a:pt x="2037889" y="60442"/>
                  <a:pt x="2036927" y="57377"/>
                  <a:pt x="2035564" y="54701"/>
                </a:cubicBezTo>
                <a:cubicBezTo>
                  <a:pt x="2034201" y="52024"/>
                  <a:pt x="2032370" y="49884"/>
                  <a:pt x="2030071" y="48278"/>
                </a:cubicBezTo>
                <a:cubicBezTo>
                  <a:pt x="2027772" y="46671"/>
                  <a:pt x="2024912" y="45867"/>
                  <a:pt x="2021491" y="45867"/>
                </a:cubicBezTo>
                <a:cubicBezTo>
                  <a:pt x="2019780" y="45867"/>
                  <a:pt x="2018096" y="46122"/>
                  <a:pt x="2016439" y="46632"/>
                </a:cubicBezTo>
                <a:cubicBezTo>
                  <a:pt x="2014782" y="47140"/>
                  <a:pt x="2013098" y="47942"/>
                  <a:pt x="2011387" y="49040"/>
                </a:cubicBezTo>
                <a:cubicBezTo>
                  <a:pt x="2009677" y="50138"/>
                  <a:pt x="2007886" y="51583"/>
                  <a:pt x="2006015" y="53378"/>
                </a:cubicBezTo>
                <a:cubicBezTo>
                  <a:pt x="2004144" y="55172"/>
                  <a:pt x="2002166" y="57381"/>
                  <a:pt x="2000081" y="60006"/>
                </a:cubicBezTo>
                <a:lnTo>
                  <a:pt x="2000081" y="88743"/>
                </a:lnTo>
                <a:cubicBezTo>
                  <a:pt x="2003716" y="93188"/>
                  <a:pt x="2007164" y="96590"/>
                  <a:pt x="2010425" y="98947"/>
                </a:cubicBezTo>
                <a:cubicBezTo>
                  <a:pt x="2013686" y="101302"/>
                  <a:pt x="2017107" y="102480"/>
                  <a:pt x="2020689" y="102480"/>
                </a:cubicBezTo>
                <a:cubicBezTo>
                  <a:pt x="2024003" y="102480"/>
                  <a:pt x="2026850" y="101677"/>
                  <a:pt x="2029229" y="100072"/>
                </a:cubicBezTo>
                <a:cubicBezTo>
                  <a:pt x="2031608" y="98465"/>
                  <a:pt x="2033532" y="96323"/>
                  <a:pt x="2035003" y="93647"/>
                </a:cubicBezTo>
                <a:cubicBezTo>
                  <a:pt x="2036473" y="90971"/>
                  <a:pt x="2037555" y="87973"/>
                  <a:pt x="2038250" y="84653"/>
                </a:cubicBezTo>
                <a:cubicBezTo>
                  <a:pt x="2038945" y="81334"/>
                  <a:pt x="2039293" y="77988"/>
                  <a:pt x="2039293" y="74615"/>
                </a:cubicBezTo>
                <a:close/>
                <a:moveTo>
                  <a:pt x="2133907" y="110258"/>
                </a:moveTo>
                <a:cubicBezTo>
                  <a:pt x="2133907" y="110686"/>
                  <a:pt x="2133813" y="111047"/>
                  <a:pt x="2133626" y="111341"/>
                </a:cubicBezTo>
                <a:cubicBezTo>
                  <a:pt x="2133439" y="111635"/>
                  <a:pt x="2133105" y="111889"/>
                  <a:pt x="2132624" y="112103"/>
                </a:cubicBezTo>
                <a:cubicBezTo>
                  <a:pt x="2132143" y="112317"/>
                  <a:pt x="2131515" y="112477"/>
                  <a:pt x="2130740" y="112584"/>
                </a:cubicBezTo>
                <a:cubicBezTo>
                  <a:pt x="2129964" y="112691"/>
                  <a:pt x="2129016" y="112744"/>
                  <a:pt x="2127893" y="112744"/>
                </a:cubicBezTo>
                <a:cubicBezTo>
                  <a:pt x="2126663" y="112744"/>
                  <a:pt x="2125661" y="112691"/>
                  <a:pt x="2124886" y="112584"/>
                </a:cubicBezTo>
                <a:cubicBezTo>
                  <a:pt x="2124111" y="112477"/>
                  <a:pt x="2123496" y="112317"/>
                  <a:pt x="2123042" y="112103"/>
                </a:cubicBezTo>
                <a:cubicBezTo>
                  <a:pt x="2122587" y="111889"/>
                  <a:pt x="2122280" y="111635"/>
                  <a:pt x="2122119" y="111341"/>
                </a:cubicBezTo>
                <a:cubicBezTo>
                  <a:pt x="2121959" y="111047"/>
                  <a:pt x="2121879" y="110686"/>
                  <a:pt x="2121879" y="110258"/>
                </a:cubicBezTo>
                <a:lnTo>
                  <a:pt x="2121879" y="100716"/>
                </a:lnTo>
                <a:cubicBezTo>
                  <a:pt x="2117762" y="105288"/>
                  <a:pt x="2113700" y="108624"/>
                  <a:pt x="2109690" y="110722"/>
                </a:cubicBezTo>
                <a:cubicBezTo>
                  <a:pt x="2105681" y="112819"/>
                  <a:pt x="2101618" y="113867"/>
                  <a:pt x="2097502" y="113867"/>
                </a:cubicBezTo>
                <a:cubicBezTo>
                  <a:pt x="2092690" y="113867"/>
                  <a:pt x="2088641" y="113064"/>
                  <a:pt x="2085353" y="111459"/>
                </a:cubicBezTo>
                <a:cubicBezTo>
                  <a:pt x="2082065" y="109853"/>
                  <a:pt x="2079406" y="107673"/>
                  <a:pt x="2077374" y="104918"/>
                </a:cubicBezTo>
                <a:cubicBezTo>
                  <a:pt x="2075343" y="102162"/>
                  <a:pt x="2073886" y="98951"/>
                  <a:pt x="2073004" y="95286"/>
                </a:cubicBezTo>
                <a:cubicBezTo>
                  <a:pt x="2072122" y="91619"/>
                  <a:pt x="2071681" y="87163"/>
                  <a:pt x="2071681" y="81919"/>
                </a:cubicBezTo>
                <a:lnTo>
                  <a:pt x="2071681" y="38092"/>
                </a:lnTo>
                <a:cubicBezTo>
                  <a:pt x="2071681" y="37664"/>
                  <a:pt x="2071775" y="37303"/>
                  <a:pt x="2071962" y="37009"/>
                </a:cubicBezTo>
                <a:cubicBezTo>
                  <a:pt x="2072149" y="36714"/>
                  <a:pt x="2072510" y="36445"/>
                  <a:pt x="2073044" y="36205"/>
                </a:cubicBezTo>
                <a:cubicBezTo>
                  <a:pt x="2073579" y="35964"/>
                  <a:pt x="2074274" y="35804"/>
                  <a:pt x="2075129" y="35724"/>
                </a:cubicBezTo>
                <a:cubicBezTo>
                  <a:pt x="2075985" y="35644"/>
                  <a:pt x="2077054" y="35603"/>
                  <a:pt x="2078337" y="35603"/>
                </a:cubicBezTo>
                <a:cubicBezTo>
                  <a:pt x="2079620" y="35603"/>
                  <a:pt x="2080689" y="35644"/>
                  <a:pt x="2081544" y="35724"/>
                </a:cubicBezTo>
                <a:cubicBezTo>
                  <a:pt x="2082400" y="35804"/>
                  <a:pt x="2083081" y="35964"/>
                  <a:pt x="2083589" y="36205"/>
                </a:cubicBezTo>
                <a:cubicBezTo>
                  <a:pt x="2084097" y="36445"/>
                  <a:pt x="2084458" y="36714"/>
                  <a:pt x="2084672" y="37009"/>
                </a:cubicBezTo>
                <a:cubicBezTo>
                  <a:pt x="2084885" y="37303"/>
                  <a:pt x="2084992" y="37664"/>
                  <a:pt x="2084992" y="38092"/>
                </a:cubicBezTo>
                <a:lnTo>
                  <a:pt x="2084992" y="80160"/>
                </a:lnTo>
                <a:cubicBezTo>
                  <a:pt x="2084992" y="84389"/>
                  <a:pt x="2085300" y="87774"/>
                  <a:pt x="2085915" y="90317"/>
                </a:cubicBezTo>
                <a:cubicBezTo>
                  <a:pt x="2086529" y="92859"/>
                  <a:pt x="2087465" y="95028"/>
                  <a:pt x="2088721" y="96822"/>
                </a:cubicBezTo>
                <a:cubicBezTo>
                  <a:pt x="2089977" y="98614"/>
                  <a:pt x="2091568" y="100006"/>
                  <a:pt x="2093492" y="100997"/>
                </a:cubicBezTo>
                <a:cubicBezTo>
                  <a:pt x="2095417" y="101986"/>
                  <a:pt x="2097662" y="102480"/>
                  <a:pt x="2100228" y="102480"/>
                </a:cubicBezTo>
                <a:cubicBezTo>
                  <a:pt x="2103542" y="102480"/>
                  <a:pt x="2106844" y="101297"/>
                  <a:pt x="2110131" y="98932"/>
                </a:cubicBezTo>
                <a:cubicBezTo>
                  <a:pt x="2113419" y="96566"/>
                  <a:pt x="2116907" y="93098"/>
                  <a:pt x="2120596" y="88527"/>
                </a:cubicBezTo>
                <a:lnTo>
                  <a:pt x="2120596" y="38089"/>
                </a:lnTo>
                <a:cubicBezTo>
                  <a:pt x="2120596" y="37662"/>
                  <a:pt x="2120689" y="37301"/>
                  <a:pt x="2120876" y="37007"/>
                </a:cubicBezTo>
                <a:cubicBezTo>
                  <a:pt x="2121064" y="36713"/>
                  <a:pt x="2121424" y="36445"/>
                  <a:pt x="2121959" y="36205"/>
                </a:cubicBezTo>
                <a:cubicBezTo>
                  <a:pt x="2122494" y="35964"/>
                  <a:pt x="2123175" y="35804"/>
                  <a:pt x="2124004" y="35724"/>
                </a:cubicBezTo>
                <a:cubicBezTo>
                  <a:pt x="2124832" y="35644"/>
                  <a:pt x="2125915" y="35603"/>
                  <a:pt x="2127251" y="35603"/>
                </a:cubicBezTo>
                <a:cubicBezTo>
                  <a:pt x="2128534" y="35603"/>
                  <a:pt x="2129604" y="35644"/>
                  <a:pt x="2130459" y="35724"/>
                </a:cubicBezTo>
                <a:cubicBezTo>
                  <a:pt x="2131314" y="35804"/>
                  <a:pt x="2131982" y="35964"/>
                  <a:pt x="2132464" y="36205"/>
                </a:cubicBezTo>
                <a:cubicBezTo>
                  <a:pt x="2132945" y="36445"/>
                  <a:pt x="2133306" y="36713"/>
                  <a:pt x="2133546" y="37007"/>
                </a:cubicBezTo>
                <a:cubicBezTo>
                  <a:pt x="2133787" y="37301"/>
                  <a:pt x="2133907" y="37662"/>
                  <a:pt x="2133907" y="38089"/>
                </a:cubicBezTo>
                <a:lnTo>
                  <a:pt x="2133907" y="110258"/>
                </a:lnTo>
                <a:close/>
                <a:moveTo>
                  <a:pt x="2194843" y="105046"/>
                </a:moveTo>
                <a:cubicBezTo>
                  <a:pt x="2194843" y="106596"/>
                  <a:pt x="2194736" y="107826"/>
                  <a:pt x="2194522" y="108735"/>
                </a:cubicBezTo>
                <a:cubicBezTo>
                  <a:pt x="2194308" y="109644"/>
                  <a:pt x="2193987" y="110312"/>
                  <a:pt x="2193560" y="110740"/>
                </a:cubicBezTo>
                <a:cubicBezTo>
                  <a:pt x="2193132" y="111167"/>
                  <a:pt x="2192491" y="111568"/>
                  <a:pt x="2191635" y="111942"/>
                </a:cubicBezTo>
                <a:cubicBezTo>
                  <a:pt x="2190780" y="112317"/>
                  <a:pt x="2189804" y="112624"/>
                  <a:pt x="2188708" y="112865"/>
                </a:cubicBezTo>
                <a:cubicBezTo>
                  <a:pt x="2187612" y="113105"/>
                  <a:pt x="2186450" y="113306"/>
                  <a:pt x="2185220" y="113466"/>
                </a:cubicBezTo>
                <a:cubicBezTo>
                  <a:pt x="2183991" y="113626"/>
                  <a:pt x="2182761" y="113706"/>
                  <a:pt x="2181531" y="113706"/>
                </a:cubicBezTo>
                <a:cubicBezTo>
                  <a:pt x="2177789" y="113706"/>
                  <a:pt x="2174582" y="113211"/>
                  <a:pt x="2171909" y="112221"/>
                </a:cubicBezTo>
                <a:cubicBezTo>
                  <a:pt x="2169236" y="111228"/>
                  <a:pt x="2167044" y="109727"/>
                  <a:pt x="2165334" y="107717"/>
                </a:cubicBezTo>
                <a:cubicBezTo>
                  <a:pt x="2163623" y="105708"/>
                  <a:pt x="2162380" y="103163"/>
                  <a:pt x="2161605" y="100082"/>
                </a:cubicBezTo>
                <a:cubicBezTo>
                  <a:pt x="2160830" y="97002"/>
                  <a:pt x="2160442" y="93371"/>
                  <a:pt x="2160442" y="89192"/>
                </a:cubicBezTo>
                <a:lnTo>
                  <a:pt x="2160442" y="46910"/>
                </a:lnTo>
                <a:lnTo>
                  <a:pt x="2150338" y="46910"/>
                </a:lnTo>
                <a:cubicBezTo>
                  <a:pt x="2149537" y="46910"/>
                  <a:pt x="2148895" y="46482"/>
                  <a:pt x="2148414" y="45627"/>
                </a:cubicBezTo>
                <a:cubicBezTo>
                  <a:pt x="2147933" y="44772"/>
                  <a:pt x="2147692" y="43382"/>
                  <a:pt x="2147692" y="41457"/>
                </a:cubicBezTo>
                <a:cubicBezTo>
                  <a:pt x="2147692" y="40441"/>
                  <a:pt x="2147759" y="39586"/>
                  <a:pt x="2147893" y="38891"/>
                </a:cubicBezTo>
                <a:cubicBezTo>
                  <a:pt x="2148026" y="38196"/>
                  <a:pt x="2148200" y="37622"/>
                  <a:pt x="2148414" y="37167"/>
                </a:cubicBezTo>
                <a:cubicBezTo>
                  <a:pt x="2148628" y="36713"/>
                  <a:pt x="2148908" y="36392"/>
                  <a:pt x="2149256" y="36205"/>
                </a:cubicBezTo>
                <a:cubicBezTo>
                  <a:pt x="2149603" y="36018"/>
                  <a:pt x="2149991" y="35924"/>
                  <a:pt x="2150419" y="35924"/>
                </a:cubicBezTo>
                <a:lnTo>
                  <a:pt x="2160442" y="35924"/>
                </a:lnTo>
                <a:lnTo>
                  <a:pt x="2160442" y="18764"/>
                </a:lnTo>
                <a:cubicBezTo>
                  <a:pt x="2160442" y="18390"/>
                  <a:pt x="2160536" y="18042"/>
                  <a:pt x="2160723" y="17722"/>
                </a:cubicBezTo>
                <a:cubicBezTo>
                  <a:pt x="2160910" y="17401"/>
                  <a:pt x="2161257" y="17120"/>
                  <a:pt x="2161765" y="16880"/>
                </a:cubicBezTo>
                <a:cubicBezTo>
                  <a:pt x="2162273" y="16639"/>
                  <a:pt x="2162955" y="16465"/>
                  <a:pt x="2163810" y="16358"/>
                </a:cubicBezTo>
                <a:cubicBezTo>
                  <a:pt x="2164665" y="16251"/>
                  <a:pt x="2165734" y="16198"/>
                  <a:pt x="2167017" y="16198"/>
                </a:cubicBezTo>
                <a:cubicBezTo>
                  <a:pt x="2168354" y="16198"/>
                  <a:pt x="2169450" y="16251"/>
                  <a:pt x="2170305" y="16358"/>
                </a:cubicBezTo>
                <a:cubicBezTo>
                  <a:pt x="2171161" y="16465"/>
                  <a:pt x="2171829" y="16639"/>
                  <a:pt x="2172310" y="16880"/>
                </a:cubicBezTo>
                <a:cubicBezTo>
                  <a:pt x="2172791" y="17120"/>
                  <a:pt x="2173138" y="17401"/>
                  <a:pt x="2173352" y="17722"/>
                </a:cubicBezTo>
                <a:cubicBezTo>
                  <a:pt x="2173566" y="18042"/>
                  <a:pt x="2173673" y="18390"/>
                  <a:pt x="2173673" y="18764"/>
                </a:cubicBezTo>
                <a:lnTo>
                  <a:pt x="2173673" y="35924"/>
                </a:lnTo>
                <a:lnTo>
                  <a:pt x="2192196" y="35924"/>
                </a:lnTo>
                <a:cubicBezTo>
                  <a:pt x="2192624" y="35924"/>
                  <a:pt x="2192998" y="36018"/>
                  <a:pt x="2193319" y="36205"/>
                </a:cubicBezTo>
                <a:cubicBezTo>
                  <a:pt x="2193640" y="36392"/>
                  <a:pt x="2193921" y="36713"/>
                  <a:pt x="2194161" y="37167"/>
                </a:cubicBezTo>
                <a:cubicBezTo>
                  <a:pt x="2194402" y="37622"/>
                  <a:pt x="2194575" y="38196"/>
                  <a:pt x="2194682" y="38891"/>
                </a:cubicBezTo>
                <a:cubicBezTo>
                  <a:pt x="2194789" y="39586"/>
                  <a:pt x="2194843" y="40441"/>
                  <a:pt x="2194843" y="41457"/>
                </a:cubicBezTo>
                <a:cubicBezTo>
                  <a:pt x="2194843" y="43382"/>
                  <a:pt x="2194602" y="44772"/>
                  <a:pt x="2194121" y="45627"/>
                </a:cubicBezTo>
                <a:cubicBezTo>
                  <a:pt x="2193640" y="46482"/>
                  <a:pt x="2192998" y="46910"/>
                  <a:pt x="2192196" y="46910"/>
                </a:cubicBezTo>
                <a:lnTo>
                  <a:pt x="2173673" y="46910"/>
                </a:lnTo>
                <a:lnTo>
                  <a:pt x="2173673" y="87282"/>
                </a:lnTo>
                <a:cubicBezTo>
                  <a:pt x="2173673" y="92267"/>
                  <a:pt x="2174408" y="96033"/>
                  <a:pt x="2175878" y="98581"/>
                </a:cubicBezTo>
                <a:cubicBezTo>
                  <a:pt x="2177348" y="101127"/>
                  <a:pt x="2179981" y="102400"/>
                  <a:pt x="2183777" y="102400"/>
                </a:cubicBezTo>
                <a:cubicBezTo>
                  <a:pt x="2185006" y="102400"/>
                  <a:pt x="2186102" y="102280"/>
                  <a:pt x="2187064" y="102039"/>
                </a:cubicBezTo>
                <a:cubicBezTo>
                  <a:pt x="2188027" y="101799"/>
                  <a:pt x="2188882" y="101545"/>
                  <a:pt x="2189630" y="101277"/>
                </a:cubicBezTo>
                <a:cubicBezTo>
                  <a:pt x="2190379" y="101010"/>
                  <a:pt x="2191020" y="100756"/>
                  <a:pt x="2191555" y="100516"/>
                </a:cubicBezTo>
                <a:cubicBezTo>
                  <a:pt x="2192090" y="100275"/>
                  <a:pt x="2192571" y="100155"/>
                  <a:pt x="2192998" y="100155"/>
                </a:cubicBezTo>
                <a:cubicBezTo>
                  <a:pt x="2193266" y="100155"/>
                  <a:pt x="2193520" y="100222"/>
                  <a:pt x="2193760" y="100355"/>
                </a:cubicBezTo>
                <a:cubicBezTo>
                  <a:pt x="2194001" y="100489"/>
                  <a:pt x="2194188" y="100743"/>
                  <a:pt x="2194321" y="101117"/>
                </a:cubicBezTo>
                <a:cubicBezTo>
                  <a:pt x="2194455" y="101491"/>
                  <a:pt x="2194575" y="101999"/>
                  <a:pt x="2194682" y="102641"/>
                </a:cubicBezTo>
                <a:cubicBezTo>
                  <a:pt x="2194789" y="103282"/>
                  <a:pt x="2194843" y="104084"/>
                  <a:pt x="2194843" y="105046"/>
                </a:cubicBezTo>
                <a:close/>
                <a:moveTo>
                  <a:pt x="2229410" y="103563"/>
                </a:moveTo>
                <a:cubicBezTo>
                  <a:pt x="2229410" y="107375"/>
                  <a:pt x="2228782" y="109912"/>
                  <a:pt x="2227526" y="111173"/>
                </a:cubicBezTo>
                <a:cubicBezTo>
                  <a:pt x="2226270" y="112434"/>
                  <a:pt x="2223984" y="113065"/>
                  <a:pt x="2220670" y="113065"/>
                </a:cubicBezTo>
                <a:cubicBezTo>
                  <a:pt x="2217462" y="113065"/>
                  <a:pt x="2215244" y="112448"/>
                  <a:pt x="2214014" y="111213"/>
                </a:cubicBezTo>
                <a:cubicBezTo>
                  <a:pt x="2212785" y="109979"/>
                  <a:pt x="2212170" y="107509"/>
                  <a:pt x="2212170" y="103803"/>
                </a:cubicBezTo>
                <a:cubicBezTo>
                  <a:pt x="2212170" y="99991"/>
                  <a:pt x="2212798" y="97454"/>
                  <a:pt x="2214054" y="96193"/>
                </a:cubicBezTo>
                <a:cubicBezTo>
                  <a:pt x="2215311" y="94932"/>
                  <a:pt x="2217596" y="94301"/>
                  <a:pt x="2220910" y="94301"/>
                </a:cubicBezTo>
                <a:cubicBezTo>
                  <a:pt x="2224118" y="94301"/>
                  <a:pt x="2226336" y="94918"/>
                  <a:pt x="2227566" y="96153"/>
                </a:cubicBezTo>
                <a:cubicBezTo>
                  <a:pt x="2228795" y="97387"/>
                  <a:pt x="2229410" y="99857"/>
                  <a:pt x="2229410" y="1035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Formatyourresponseasalistof">
            <a:extLst xmlns:a="http://schemas.openxmlformats.org/drawingml/2006/main">
              <a:ext uri="{FF2B5EF4-FFF2-40B4-BE49-F238E27FC236}">
                <a16:creationId xmlns:a16="http://schemas.microsoft.com/office/drawing/2014/main" id="{27A28432-7A1E-4B29-ACAC-A44AE05E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255" y="2334120"/>
            <a:ext cx="2130234" cy="141626"/>
          </a:xfrm>
          <a:custGeom xmlns:a="http://schemas.openxmlformats.org/drawingml/2006/main">
            <a:pathLst>
              <a:path w="2130234" h="141626">
                <a:moveTo>
                  <a:pt x="54595" y="14452"/>
                </a:moveTo>
                <a:cubicBezTo>
                  <a:pt x="54595" y="15469"/>
                  <a:pt x="54542" y="16352"/>
                  <a:pt x="54435" y="17101"/>
                </a:cubicBezTo>
                <a:cubicBezTo>
                  <a:pt x="54327" y="17850"/>
                  <a:pt x="54140" y="18453"/>
                  <a:pt x="53873" y="18908"/>
                </a:cubicBezTo>
                <a:cubicBezTo>
                  <a:pt x="53605" y="19363"/>
                  <a:pt x="53297" y="19697"/>
                  <a:pt x="52949" y="19911"/>
                </a:cubicBezTo>
                <a:cubicBezTo>
                  <a:pt x="52601" y="20125"/>
                  <a:pt x="52240" y="20232"/>
                  <a:pt x="51865" y="20232"/>
                </a:cubicBezTo>
                <a:lnTo>
                  <a:pt x="13809" y="20232"/>
                </a:lnTo>
                <a:lnTo>
                  <a:pt x="13809" y="55478"/>
                </a:lnTo>
                <a:lnTo>
                  <a:pt x="49778" y="55478"/>
                </a:lnTo>
                <a:cubicBezTo>
                  <a:pt x="50153" y="55478"/>
                  <a:pt x="50514" y="55572"/>
                  <a:pt x="50862" y="55759"/>
                </a:cubicBezTo>
                <a:cubicBezTo>
                  <a:pt x="51210" y="55947"/>
                  <a:pt x="51517" y="56254"/>
                  <a:pt x="51785" y="56683"/>
                </a:cubicBezTo>
                <a:cubicBezTo>
                  <a:pt x="52053" y="57111"/>
                  <a:pt x="52240" y="57686"/>
                  <a:pt x="52347" y="58409"/>
                </a:cubicBezTo>
                <a:cubicBezTo>
                  <a:pt x="52454" y="59131"/>
                  <a:pt x="52508" y="60055"/>
                  <a:pt x="52508" y="61179"/>
                </a:cubicBezTo>
                <a:cubicBezTo>
                  <a:pt x="52508" y="62196"/>
                  <a:pt x="52454" y="63065"/>
                  <a:pt x="52347" y="63788"/>
                </a:cubicBezTo>
                <a:cubicBezTo>
                  <a:pt x="52240" y="64511"/>
                  <a:pt x="52053" y="65099"/>
                  <a:pt x="51785" y="65554"/>
                </a:cubicBezTo>
                <a:cubicBezTo>
                  <a:pt x="51517" y="66009"/>
                  <a:pt x="51210" y="66357"/>
                  <a:pt x="50862" y="66598"/>
                </a:cubicBezTo>
                <a:cubicBezTo>
                  <a:pt x="50514" y="66839"/>
                  <a:pt x="50153" y="66959"/>
                  <a:pt x="49778" y="66959"/>
                </a:cubicBezTo>
                <a:lnTo>
                  <a:pt x="13809" y="66959"/>
                </a:lnTo>
                <a:lnTo>
                  <a:pt x="13809" y="110309"/>
                </a:lnTo>
                <a:cubicBezTo>
                  <a:pt x="13809" y="110686"/>
                  <a:pt x="13702" y="111048"/>
                  <a:pt x="13488" y="111396"/>
                </a:cubicBezTo>
                <a:cubicBezTo>
                  <a:pt x="13274" y="111744"/>
                  <a:pt x="12899" y="112012"/>
                  <a:pt x="12364" y="112201"/>
                </a:cubicBezTo>
                <a:cubicBezTo>
                  <a:pt x="11829" y="112388"/>
                  <a:pt x="11133" y="112549"/>
                  <a:pt x="10277" y="112683"/>
                </a:cubicBezTo>
                <a:cubicBezTo>
                  <a:pt x="9420" y="112817"/>
                  <a:pt x="8296" y="112883"/>
                  <a:pt x="6905" y="112883"/>
                </a:cubicBezTo>
                <a:cubicBezTo>
                  <a:pt x="5620" y="112883"/>
                  <a:pt x="4523" y="112817"/>
                  <a:pt x="3613" y="112683"/>
                </a:cubicBezTo>
                <a:cubicBezTo>
                  <a:pt x="2703" y="112549"/>
                  <a:pt x="1980" y="112388"/>
                  <a:pt x="1445" y="112201"/>
                </a:cubicBezTo>
                <a:cubicBezTo>
                  <a:pt x="910" y="112014"/>
                  <a:pt x="535" y="111746"/>
                  <a:pt x="321" y="111398"/>
                </a:cubicBezTo>
                <a:cubicBezTo>
                  <a:pt x="107" y="111050"/>
                  <a:pt x="0" y="110689"/>
                  <a:pt x="0" y="110314"/>
                </a:cubicBezTo>
                <a:lnTo>
                  <a:pt x="0" y="14130"/>
                </a:lnTo>
                <a:cubicBezTo>
                  <a:pt x="0" y="12043"/>
                  <a:pt x="549" y="10584"/>
                  <a:pt x="1646" y="9755"/>
                </a:cubicBezTo>
                <a:cubicBezTo>
                  <a:pt x="2743" y="8925"/>
                  <a:pt x="3907" y="8510"/>
                  <a:pt x="5138" y="8510"/>
                </a:cubicBezTo>
                <a:lnTo>
                  <a:pt x="51865" y="8510"/>
                </a:lnTo>
                <a:cubicBezTo>
                  <a:pt x="52240" y="8510"/>
                  <a:pt x="52601" y="8617"/>
                  <a:pt x="52949" y="8832"/>
                </a:cubicBezTo>
                <a:cubicBezTo>
                  <a:pt x="53297" y="9046"/>
                  <a:pt x="53605" y="9394"/>
                  <a:pt x="53873" y="9875"/>
                </a:cubicBezTo>
                <a:cubicBezTo>
                  <a:pt x="54140" y="10357"/>
                  <a:pt x="54327" y="10986"/>
                  <a:pt x="54435" y="11762"/>
                </a:cubicBezTo>
                <a:cubicBezTo>
                  <a:pt x="54542" y="12538"/>
                  <a:pt x="54595" y="13435"/>
                  <a:pt x="54595" y="14452"/>
                </a:cubicBezTo>
                <a:close/>
                <a:moveTo>
                  <a:pt x="138680" y="73503"/>
                </a:moveTo>
                <a:cubicBezTo>
                  <a:pt x="138680" y="79395"/>
                  <a:pt x="137904" y="84820"/>
                  <a:pt x="136352" y="89776"/>
                </a:cubicBezTo>
                <a:cubicBezTo>
                  <a:pt x="134800" y="94732"/>
                  <a:pt x="132485" y="99005"/>
                  <a:pt x="129407" y="102597"/>
                </a:cubicBezTo>
                <a:cubicBezTo>
                  <a:pt x="126329" y="106186"/>
                  <a:pt x="122476" y="108985"/>
                  <a:pt x="117846" y="110994"/>
                </a:cubicBezTo>
                <a:cubicBezTo>
                  <a:pt x="113216" y="113003"/>
                  <a:pt x="107850" y="114007"/>
                  <a:pt x="101748" y="114007"/>
                </a:cubicBezTo>
                <a:cubicBezTo>
                  <a:pt x="95807" y="114007"/>
                  <a:pt x="90628" y="113123"/>
                  <a:pt x="86213" y="111355"/>
                </a:cubicBezTo>
                <a:cubicBezTo>
                  <a:pt x="81797" y="109587"/>
                  <a:pt x="78117" y="107016"/>
                  <a:pt x="75173" y="103640"/>
                </a:cubicBezTo>
                <a:cubicBezTo>
                  <a:pt x="72229" y="100265"/>
                  <a:pt x="70035" y="96166"/>
                  <a:pt x="68590" y="91344"/>
                </a:cubicBezTo>
                <a:cubicBezTo>
                  <a:pt x="67144" y="86522"/>
                  <a:pt x="66422" y="81056"/>
                  <a:pt x="66422" y="74948"/>
                </a:cubicBezTo>
                <a:cubicBezTo>
                  <a:pt x="66422" y="69055"/>
                  <a:pt x="67185" y="63631"/>
                  <a:pt x="68710" y="58675"/>
                </a:cubicBezTo>
                <a:cubicBezTo>
                  <a:pt x="70236" y="53719"/>
                  <a:pt x="72537" y="49446"/>
                  <a:pt x="75615" y="45856"/>
                </a:cubicBezTo>
                <a:cubicBezTo>
                  <a:pt x="78692" y="42265"/>
                  <a:pt x="82533" y="39479"/>
                  <a:pt x="87136" y="37497"/>
                </a:cubicBezTo>
                <a:cubicBezTo>
                  <a:pt x="91739" y="35514"/>
                  <a:pt x="97118" y="34523"/>
                  <a:pt x="103274" y="34523"/>
                </a:cubicBezTo>
                <a:cubicBezTo>
                  <a:pt x="109215" y="34523"/>
                  <a:pt x="114393" y="35407"/>
                  <a:pt x="118809" y="37175"/>
                </a:cubicBezTo>
                <a:cubicBezTo>
                  <a:pt x="123225" y="38943"/>
                  <a:pt x="126905" y="41515"/>
                  <a:pt x="129849" y="44890"/>
                </a:cubicBezTo>
                <a:cubicBezTo>
                  <a:pt x="132792" y="48266"/>
                  <a:pt x="135000" y="52365"/>
                  <a:pt x="136472" y="57187"/>
                </a:cubicBezTo>
                <a:cubicBezTo>
                  <a:pt x="137944" y="62009"/>
                  <a:pt x="138680" y="67448"/>
                  <a:pt x="138680" y="73503"/>
                </a:cubicBezTo>
                <a:moveTo>
                  <a:pt x="124710" y="74386"/>
                </a:moveTo>
                <a:cubicBezTo>
                  <a:pt x="124710" y="70474"/>
                  <a:pt x="124349" y="66775"/>
                  <a:pt x="123626" y="63291"/>
                </a:cubicBezTo>
                <a:cubicBezTo>
                  <a:pt x="122904" y="59807"/>
                  <a:pt x="121713" y="56752"/>
                  <a:pt x="120054" y="54126"/>
                </a:cubicBezTo>
                <a:cubicBezTo>
                  <a:pt x="118394" y="51500"/>
                  <a:pt x="116146" y="49423"/>
                  <a:pt x="113309" y="47896"/>
                </a:cubicBezTo>
                <a:cubicBezTo>
                  <a:pt x="110473" y="46367"/>
                  <a:pt x="106940" y="45603"/>
                  <a:pt x="102712" y="45603"/>
                </a:cubicBezTo>
                <a:cubicBezTo>
                  <a:pt x="98804" y="45603"/>
                  <a:pt x="95446" y="46300"/>
                  <a:pt x="92636" y="47693"/>
                </a:cubicBezTo>
                <a:cubicBezTo>
                  <a:pt x="89826" y="49086"/>
                  <a:pt x="87511" y="51057"/>
                  <a:pt x="85691" y="53604"/>
                </a:cubicBezTo>
                <a:cubicBezTo>
                  <a:pt x="83871" y="56150"/>
                  <a:pt x="82519" y="59165"/>
                  <a:pt x="81636" y="62649"/>
                </a:cubicBezTo>
                <a:cubicBezTo>
                  <a:pt x="80753" y="66131"/>
                  <a:pt x="80312" y="69937"/>
                  <a:pt x="80312" y="74065"/>
                </a:cubicBezTo>
                <a:cubicBezTo>
                  <a:pt x="80312" y="78031"/>
                  <a:pt x="80673" y="81756"/>
                  <a:pt x="81395" y="85240"/>
                </a:cubicBezTo>
                <a:cubicBezTo>
                  <a:pt x="82118" y="88724"/>
                  <a:pt x="83322" y="91765"/>
                  <a:pt x="85008" y="94365"/>
                </a:cubicBezTo>
                <a:cubicBezTo>
                  <a:pt x="86694" y="96964"/>
                  <a:pt x="88956" y="99028"/>
                  <a:pt x="91793" y="100557"/>
                </a:cubicBezTo>
                <a:cubicBezTo>
                  <a:pt x="94629" y="102084"/>
                  <a:pt x="98162" y="102848"/>
                  <a:pt x="102390" y="102848"/>
                </a:cubicBezTo>
                <a:cubicBezTo>
                  <a:pt x="106244" y="102848"/>
                  <a:pt x="109589" y="102151"/>
                  <a:pt x="112426" y="100758"/>
                </a:cubicBezTo>
                <a:cubicBezTo>
                  <a:pt x="115263" y="99364"/>
                  <a:pt x="117591" y="97408"/>
                  <a:pt x="119411" y="94889"/>
                </a:cubicBezTo>
                <a:cubicBezTo>
                  <a:pt x="121231" y="92368"/>
                  <a:pt x="122569" y="89367"/>
                  <a:pt x="123426" y="85884"/>
                </a:cubicBezTo>
                <a:cubicBezTo>
                  <a:pt x="124282" y="82400"/>
                  <a:pt x="124710" y="78567"/>
                  <a:pt x="124710" y="74386"/>
                </a:cubicBezTo>
                <a:close/>
                <a:moveTo>
                  <a:pt x="198884" y="42873"/>
                </a:moveTo>
                <a:cubicBezTo>
                  <a:pt x="198884" y="44051"/>
                  <a:pt x="198858" y="45041"/>
                  <a:pt x="198804" y="45844"/>
                </a:cubicBezTo>
                <a:cubicBezTo>
                  <a:pt x="198751" y="46647"/>
                  <a:pt x="198644" y="47276"/>
                  <a:pt x="198483" y="47731"/>
                </a:cubicBezTo>
                <a:cubicBezTo>
                  <a:pt x="198322" y="48186"/>
                  <a:pt x="198122" y="48533"/>
                  <a:pt x="197881" y="48774"/>
                </a:cubicBezTo>
                <a:cubicBezTo>
                  <a:pt x="197640" y="49015"/>
                  <a:pt x="197305" y="49136"/>
                  <a:pt x="196877" y="49136"/>
                </a:cubicBezTo>
                <a:cubicBezTo>
                  <a:pt x="196449" y="49136"/>
                  <a:pt x="195927" y="49015"/>
                  <a:pt x="195312" y="48774"/>
                </a:cubicBezTo>
                <a:cubicBezTo>
                  <a:pt x="194696" y="48533"/>
                  <a:pt x="194000" y="48293"/>
                  <a:pt x="193224" y="48052"/>
                </a:cubicBezTo>
                <a:cubicBezTo>
                  <a:pt x="192448" y="47811"/>
                  <a:pt x="191578" y="47583"/>
                  <a:pt x="190615" y="47369"/>
                </a:cubicBezTo>
                <a:cubicBezTo>
                  <a:pt x="189651" y="47155"/>
                  <a:pt x="188608" y="47048"/>
                  <a:pt x="187484" y="47048"/>
                </a:cubicBezTo>
                <a:cubicBezTo>
                  <a:pt x="186146" y="47048"/>
                  <a:pt x="184834" y="47316"/>
                  <a:pt x="183550" y="47851"/>
                </a:cubicBezTo>
                <a:cubicBezTo>
                  <a:pt x="182265" y="48386"/>
                  <a:pt x="180913" y="49269"/>
                  <a:pt x="179495" y="50500"/>
                </a:cubicBezTo>
                <a:cubicBezTo>
                  <a:pt x="178077" y="51732"/>
                  <a:pt x="176591" y="53364"/>
                  <a:pt x="175039" y="55398"/>
                </a:cubicBezTo>
                <a:cubicBezTo>
                  <a:pt x="173487" y="57432"/>
                  <a:pt x="171774" y="59921"/>
                  <a:pt x="169901" y="62865"/>
                </a:cubicBezTo>
                <a:lnTo>
                  <a:pt x="169901" y="110395"/>
                </a:lnTo>
                <a:cubicBezTo>
                  <a:pt x="169901" y="110823"/>
                  <a:pt x="169794" y="111184"/>
                  <a:pt x="169580" y="111478"/>
                </a:cubicBezTo>
                <a:cubicBezTo>
                  <a:pt x="169366" y="111773"/>
                  <a:pt x="169018" y="112027"/>
                  <a:pt x="168536" y="112241"/>
                </a:cubicBezTo>
                <a:cubicBezTo>
                  <a:pt x="168054" y="112455"/>
                  <a:pt x="167385" y="112616"/>
                  <a:pt x="166529" y="112723"/>
                </a:cubicBezTo>
                <a:cubicBezTo>
                  <a:pt x="165672" y="112830"/>
                  <a:pt x="164575" y="112883"/>
                  <a:pt x="163237" y="112883"/>
                </a:cubicBezTo>
                <a:cubicBezTo>
                  <a:pt x="161952" y="112883"/>
                  <a:pt x="160882" y="112830"/>
                  <a:pt x="160026" y="112723"/>
                </a:cubicBezTo>
                <a:cubicBezTo>
                  <a:pt x="159169" y="112616"/>
                  <a:pt x="158487" y="112455"/>
                  <a:pt x="157978" y="112241"/>
                </a:cubicBezTo>
                <a:cubicBezTo>
                  <a:pt x="157470" y="112027"/>
                  <a:pt x="157122" y="111773"/>
                  <a:pt x="156934" y="111478"/>
                </a:cubicBezTo>
                <a:cubicBezTo>
                  <a:pt x="156747" y="111184"/>
                  <a:pt x="156653" y="110823"/>
                  <a:pt x="156653" y="110395"/>
                </a:cubicBezTo>
                <a:lnTo>
                  <a:pt x="156653" y="38136"/>
                </a:lnTo>
                <a:cubicBezTo>
                  <a:pt x="156653" y="37708"/>
                  <a:pt x="156734" y="37347"/>
                  <a:pt x="156894" y="37052"/>
                </a:cubicBezTo>
                <a:cubicBezTo>
                  <a:pt x="157055" y="36758"/>
                  <a:pt x="157376" y="36490"/>
                  <a:pt x="157858" y="36250"/>
                </a:cubicBezTo>
                <a:cubicBezTo>
                  <a:pt x="158339" y="36009"/>
                  <a:pt x="158955" y="35848"/>
                  <a:pt x="159704" y="35768"/>
                </a:cubicBezTo>
                <a:cubicBezTo>
                  <a:pt x="160454" y="35688"/>
                  <a:pt x="161444" y="35647"/>
                  <a:pt x="162675" y="35647"/>
                </a:cubicBezTo>
                <a:cubicBezTo>
                  <a:pt x="163853" y="35647"/>
                  <a:pt x="164829" y="35688"/>
                  <a:pt x="165605" y="35768"/>
                </a:cubicBezTo>
                <a:cubicBezTo>
                  <a:pt x="166382" y="35848"/>
                  <a:pt x="166984" y="36009"/>
                  <a:pt x="167412" y="36250"/>
                </a:cubicBezTo>
                <a:cubicBezTo>
                  <a:pt x="167840" y="36490"/>
                  <a:pt x="168148" y="36758"/>
                  <a:pt x="168335" y="37052"/>
                </a:cubicBezTo>
                <a:cubicBezTo>
                  <a:pt x="168523" y="37347"/>
                  <a:pt x="168616" y="37708"/>
                  <a:pt x="168616" y="38136"/>
                </a:cubicBezTo>
                <a:lnTo>
                  <a:pt x="168616" y="48654"/>
                </a:lnTo>
                <a:cubicBezTo>
                  <a:pt x="170597" y="45764"/>
                  <a:pt x="172457" y="43408"/>
                  <a:pt x="174196" y="41589"/>
                </a:cubicBezTo>
                <a:cubicBezTo>
                  <a:pt x="175936" y="39769"/>
                  <a:pt x="177582" y="38337"/>
                  <a:pt x="179134" y="37293"/>
                </a:cubicBezTo>
                <a:cubicBezTo>
                  <a:pt x="180686" y="36250"/>
                  <a:pt x="182225" y="35527"/>
                  <a:pt x="183750" y="35126"/>
                </a:cubicBezTo>
                <a:cubicBezTo>
                  <a:pt x="185276" y="34724"/>
                  <a:pt x="186815" y="34523"/>
                  <a:pt x="188367" y="34523"/>
                </a:cubicBezTo>
                <a:cubicBezTo>
                  <a:pt x="189063" y="34523"/>
                  <a:pt x="189852" y="34564"/>
                  <a:pt x="190735" y="34644"/>
                </a:cubicBezTo>
                <a:cubicBezTo>
                  <a:pt x="191618" y="34724"/>
                  <a:pt x="192542" y="34871"/>
                  <a:pt x="193505" y="35085"/>
                </a:cubicBezTo>
                <a:cubicBezTo>
                  <a:pt x="194469" y="35299"/>
                  <a:pt x="195338" y="35540"/>
                  <a:pt x="196114" y="35808"/>
                </a:cubicBezTo>
                <a:cubicBezTo>
                  <a:pt x="196891" y="36076"/>
                  <a:pt x="197439" y="36343"/>
                  <a:pt x="197760" y="36611"/>
                </a:cubicBezTo>
                <a:cubicBezTo>
                  <a:pt x="198082" y="36878"/>
                  <a:pt x="198296" y="37133"/>
                  <a:pt x="198403" y="37374"/>
                </a:cubicBezTo>
                <a:cubicBezTo>
                  <a:pt x="198510" y="37614"/>
                  <a:pt x="198603" y="37922"/>
                  <a:pt x="198684" y="38297"/>
                </a:cubicBezTo>
                <a:cubicBezTo>
                  <a:pt x="198764" y="38672"/>
                  <a:pt x="198817" y="39220"/>
                  <a:pt x="198844" y="39943"/>
                </a:cubicBezTo>
                <a:cubicBezTo>
                  <a:pt x="198871" y="40665"/>
                  <a:pt x="198884" y="41642"/>
                  <a:pt x="198884" y="42873"/>
                </a:cubicBezTo>
                <a:close/>
                <a:moveTo>
                  <a:pt x="318591" y="110395"/>
                </a:moveTo>
                <a:cubicBezTo>
                  <a:pt x="318591" y="110823"/>
                  <a:pt x="318484" y="111184"/>
                  <a:pt x="318270" y="111478"/>
                </a:cubicBezTo>
                <a:cubicBezTo>
                  <a:pt x="318056" y="111773"/>
                  <a:pt x="317708" y="112027"/>
                  <a:pt x="317226" y="112241"/>
                </a:cubicBezTo>
                <a:cubicBezTo>
                  <a:pt x="316744" y="112455"/>
                  <a:pt x="316075" y="112616"/>
                  <a:pt x="315219" y="112723"/>
                </a:cubicBezTo>
                <a:cubicBezTo>
                  <a:pt x="314363" y="112830"/>
                  <a:pt x="313292" y="112883"/>
                  <a:pt x="312008" y="112883"/>
                </a:cubicBezTo>
                <a:cubicBezTo>
                  <a:pt x="310669" y="112883"/>
                  <a:pt x="309572" y="112830"/>
                  <a:pt x="308716" y="112723"/>
                </a:cubicBezTo>
                <a:cubicBezTo>
                  <a:pt x="307859" y="112616"/>
                  <a:pt x="307177" y="112455"/>
                  <a:pt x="306668" y="112241"/>
                </a:cubicBezTo>
                <a:cubicBezTo>
                  <a:pt x="306160" y="112027"/>
                  <a:pt x="305799" y="111773"/>
                  <a:pt x="305585" y="111478"/>
                </a:cubicBezTo>
                <a:cubicBezTo>
                  <a:pt x="305370" y="111184"/>
                  <a:pt x="305263" y="110823"/>
                  <a:pt x="305263" y="110395"/>
                </a:cubicBezTo>
                <a:lnTo>
                  <a:pt x="305263" y="66478"/>
                </a:lnTo>
                <a:cubicBezTo>
                  <a:pt x="305263" y="63427"/>
                  <a:pt x="304996" y="60643"/>
                  <a:pt x="304461" y="58128"/>
                </a:cubicBezTo>
                <a:cubicBezTo>
                  <a:pt x="303925" y="55612"/>
                  <a:pt x="303069" y="53444"/>
                  <a:pt x="301891" y="51625"/>
                </a:cubicBezTo>
                <a:cubicBezTo>
                  <a:pt x="300714" y="49805"/>
                  <a:pt x="299215" y="48413"/>
                  <a:pt x="297395" y="47450"/>
                </a:cubicBezTo>
                <a:cubicBezTo>
                  <a:pt x="295575" y="46486"/>
                  <a:pt x="293434" y="46004"/>
                  <a:pt x="290972" y="46004"/>
                </a:cubicBezTo>
                <a:cubicBezTo>
                  <a:pt x="287921" y="46004"/>
                  <a:pt x="284857" y="47182"/>
                  <a:pt x="281780" y="49537"/>
                </a:cubicBezTo>
                <a:cubicBezTo>
                  <a:pt x="278702" y="51892"/>
                  <a:pt x="275316" y="55344"/>
                  <a:pt x="271623" y="59894"/>
                </a:cubicBezTo>
                <a:lnTo>
                  <a:pt x="271623" y="110395"/>
                </a:lnTo>
                <a:cubicBezTo>
                  <a:pt x="271623" y="110823"/>
                  <a:pt x="271516" y="111184"/>
                  <a:pt x="271302" y="111478"/>
                </a:cubicBezTo>
                <a:cubicBezTo>
                  <a:pt x="271088" y="111773"/>
                  <a:pt x="270727" y="112027"/>
                  <a:pt x="270218" y="112241"/>
                </a:cubicBezTo>
                <a:cubicBezTo>
                  <a:pt x="269710" y="112455"/>
                  <a:pt x="269027" y="112616"/>
                  <a:pt x="268171" y="112723"/>
                </a:cubicBezTo>
                <a:cubicBezTo>
                  <a:pt x="267314" y="112830"/>
                  <a:pt x="266244" y="112883"/>
                  <a:pt x="264959" y="112883"/>
                </a:cubicBezTo>
                <a:cubicBezTo>
                  <a:pt x="263728" y="112883"/>
                  <a:pt x="262671" y="112830"/>
                  <a:pt x="261788" y="112723"/>
                </a:cubicBezTo>
                <a:cubicBezTo>
                  <a:pt x="260905" y="112616"/>
                  <a:pt x="260209" y="112455"/>
                  <a:pt x="259701" y="112241"/>
                </a:cubicBezTo>
                <a:cubicBezTo>
                  <a:pt x="259192" y="112027"/>
                  <a:pt x="258844" y="111773"/>
                  <a:pt x="258657" y="111478"/>
                </a:cubicBezTo>
                <a:cubicBezTo>
                  <a:pt x="258470" y="111184"/>
                  <a:pt x="258376" y="110823"/>
                  <a:pt x="258376" y="110395"/>
                </a:cubicBezTo>
                <a:lnTo>
                  <a:pt x="258376" y="66478"/>
                </a:lnTo>
                <a:cubicBezTo>
                  <a:pt x="258376" y="63427"/>
                  <a:pt x="258081" y="60643"/>
                  <a:pt x="257493" y="58128"/>
                </a:cubicBezTo>
                <a:cubicBezTo>
                  <a:pt x="256904" y="55612"/>
                  <a:pt x="256021" y="53444"/>
                  <a:pt x="254843" y="51625"/>
                </a:cubicBezTo>
                <a:cubicBezTo>
                  <a:pt x="253666" y="49805"/>
                  <a:pt x="252180" y="48413"/>
                  <a:pt x="250387" y="47450"/>
                </a:cubicBezTo>
                <a:cubicBezTo>
                  <a:pt x="248594" y="46486"/>
                  <a:pt x="246467" y="46004"/>
                  <a:pt x="244005" y="46004"/>
                </a:cubicBezTo>
                <a:cubicBezTo>
                  <a:pt x="240954" y="46004"/>
                  <a:pt x="237876" y="47182"/>
                  <a:pt x="234772" y="49537"/>
                </a:cubicBezTo>
                <a:cubicBezTo>
                  <a:pt x="231667" y="51892"/>
                  <a:pt x="228295" y="55344"/>
                  <a:pt x="224655" y="59894"/>
                </a:cubicBezTo>
                <a:lnTo>
                  <a:pt x="224655" y="110395"/>
                </a:lnTo>
                <a:cubicBezTo>
                  <a:pt x="224655" y="110823"/>
                  <a:pt x="224548" y="111184"/>
                  <a:pt x="224334" y="111478"/>
                </a:cubicBezTo>
                <a:cubicBezTo>
                  <a:pt x="224120" y="111773"/>
                  <a:pt x="223772" y="112027"/>
                  <a:pt x="223290" y="112241"/>
                </a:cubicBezTo>
                <a:cubicBezTo>
                  <a:pt x="222809" y="112455"/>
                  <a:pt x="222140" y="112616"/>
                  <a:pt x="221283" y="112723"/>
                </a:cubicBezTo>
                <a:cubicBezTo>
                  <a:pt x="220427" y="112830"/>
                  <a:pt x="219330" y="112883"/>
                  <a:pt x="217992" y="112883"/>
                </a:cubicBezTo>
                <a:cubicBezTo>
                  <a:pt x="216707" y="112883"/>
                  <a:pt x="215636" y="112830"/>
                  <a:pt x="214780" y="112723"/>
                </a:cubicBezTo>
                <a:cubicBezTo>
                  <a:pt x="213924" y="112616"/>
                  <a:pt x="213241" y="112455"/>
                  <a:pt x="212733" y="112241"/>
                </a:cubicBezTo>
                <a:cubicBezTo>
                  <a:pt x="212224" y="112027"/>
                  <a:pt x="211876" y="111773"/>
                  <a:pt x="211689" y="111478"/>
                </a:cubicBezTo>
                <a:cubicBezTo>
                  <a:pt x="211502" y="111184"/>
                  <a:pt x="211408" y="110823"/>
                  <a:pt x="211408" y="110395"/>
                </a:cubicBezTo>
                <a:lnTo>
                  <a:pt x="211408" y="38136"/>
                </a:lnTo>
                <a:cubicBezTo>
                  <a:pt x="211408" y="37708"/>
                  <a:pt x="211488" y="37347"/>
                  <a:pt x="211649" y="37052"/>
                </a:cubicBezTo>
                <a:cubicBezTo>
                  <a:pt x="211809" y="36758"/>
                  <a:pt x="212131" y="36490"/>
                  <a:pt x="212612" y="36250"/>
                </a:cubicBezTo>
                <a:cubicBezTo>
                  <a:pt x="213094" y="36009"/>
                  <a:pt x="213710" y="35848"/>
                  <a:pt x="214459" y="35768"/>
                </a:cubicBezTo>
                <a:cubicBezTo>
                  <a:pt x="215208" y="35688"/>
                  <a:pt x="216198" y="35647"/>
                  <a:pt x="217430" y="35647"/>
                </a:cubicBezTo>
                <a:cubicBezTo>
                  <a:pt x="218607" y="35647"/>
                  <a:pt x="219584" y="35688"/>
                  <a:pt x="220360" y="35768"/>
                </a:cubicBezTo>
                <a:cubicBezTo>
                  <a:pt x="221136" y="35848"/>
                  <a:pt x="221738" y="36009"/>
                  <a:pt x="222166" y="36250"/>
                </a:cubicBezTo>
                <a:cubicBezTo>
                  <a:pt x="222595" y="36490"/>
                  <a:pt x="222902" y="36758"/>
                  <a:pt x="223090" y="37052"/>
                </a:cubicBezTo>
                <a:cubicBezTo>
                  <a:pt x="223277" y="37347"/>
                  <a:pt x="223371" y="37708"/>
                  <a:pt x="223371" y="38136"/>
                </a:cubicBezTo>
                <a:lnTo>
                  <a:pt x="223371" y="47690"/>
                </a:lnTo>
                <a:cubicBezTo>
                  <a:pt x="227439" y="43141"/>
                  <a:pt x="231386" y="39809"/>
                  <a:pt x="235213" y="37695"/>
                </a:cubicBezTo>
                <a:cubicBezTo>
                  <a:pt x="239040" y="35580"/>
                  <a:pt x="242907" y="34523"/>
                  <a:pt x="246815" y="34523"/>
                </a:cubicBezTo>
                <a:cubicBezTo>
                  <a:pt x="249812" y="34523"/>
                  <a:pt x="252502" y="34871"/>
                  <a:pt x="254883" y="35567"/>
                </a:cubicBezTo>
                <a:cubicBezTo>
                  <a:pt x="257265" y="36263"/>
                  <a:pt x="259366" y="37240"/>
                  <a:pt x="261186" y="38498"/>
                </a:cubicBezTo>
                <a:cubicBezTo>
                  <a:pt x="263006" y="39755"/>
                  <a:pt x="264558" y="41254"/>
                  <a:pt x="265843" y="42994"/>
                </a:cubicBezTo>
                <a:cubicBezTo>
                  <a:pt x="267127" y="44733"/>
                  <a:pt x="268198" y="46673"/>
                  <a:pt x="269054" y="48814"/>
                </a:cubicBezTo>
                <a:cubicBezTo>
                  <a:pt x="271463" y="46192"/>
                  <a:pt x="273751" y="43970"/>
                  <a:pt x="275919" y="42151"/>
                </a:cubicBezTo>
                <a:cubicBezTo>
                  <a:pt x="278086" y="40331"/>
                  <a:pt x="280174" y="38859"/>
                  <a:pt x="282181" y="37735"/>
                </a:cubicBezTo>
                <a:cubicBezTo>
                  <a:pt x="284188" y="36611"/>
                  <a:pt x="286142" y="35795"/>
                  <a:pt x="288042" y="35286"/>
                </a:cubicBezTo>
                <a:cubicBezTo>
                  <a:pt x="289942" y="34778"/>
                  <a:pt x="291856" y="34523"/>
                  <a:pt x="293782" y="34523"/>
                </a:cubicBezTo>
                <a:cubicBezTo>
                  <a:pt x="298439" y="34523"/>
                  <a:pt x="302346" y="35340"/>
                  <a:pt x="305504" y="36972"/>
                </a:cubicBezTo>
                <a:cubicBezTo>
                  <a:pt x="308662" y="38605"/>
                  <a:pt x="311218" y="40786"/>
                  <a:pt x="313172" y="43516"/>
                </a:cubicBezTo>
                <a:cubicBezTo>
                  <a:pt x="315125" y="46245"/>
                  <a:pt x="316517" y="49443"/>
                  <a:pt x="317347" y="53110"/>
                </a:cubicBezTo>
                <a:cubicBezTo>
                  <a:pt x="318176" y="56776"/>
                  <a:pt x="318591" y="60643"/>
                  <a:pt x="318591" y="64711"/>
                </a:cubicBezTo>
                <a:lnTo>
                  <a:pt x="318591" y="110395"/>
                </a:lnTo>
                <a:close/>
                <a:moveTo>
                  <a:pt x="399522" y="110475"/>
                </a:moveTo>
                <a:cubicBezTo>
                  <a:pt x="399522" y="111117"/>
                  <a:pt x="399308" y="111599"/>
                  <a:pt x="398880" y="111920"/>
                </a:cubicBezTo>
                <a:cubicBezTo>
                  <a:pt x="398452" y="112241"/>
                  <a:pt x="397863" y="112482"/>
                  <a:pt x="397114" y="112643"/>
                </a:cubicBezTo>
                <a:cubicBezTo>
                  <a:pt x="396364" y="112803"/>
                  <a:pt x="395267" y="112883"/>
                  <a:pt x="393822" y="112883"/>
                </a:cubicBezTo>
                <a:cubicBezTo>
                  <a:pt x="392430" y="112883"/>
                  <a:pt x="391320" y="112803"/>
                  <a:pt x="390490" y="112643"/>
                </a:cubicBezTo>
                <a:cubicBezTo>
                  <a:pt x="389661" y="112482"/>
                  <a:pt x="389058" y="112241"/>
                  <a:pt x="388684" y="111920"/>
                </a:cubicBezTo>
                <a:cubicBezTo>
                  <a:pt x="388309" y="111599"/>
                  <a:pt x="388122" y="111117"/>
                  <a:pt x="388122" y="110475"/>
                </a:cubicBezTo>
                <a:lnTo>
                  <a:pt x="388122" y="103249"/>
                </a:lnTo>
                <a:cubicBezTo>
                  <a:pt x="384964" y="106621"/>
                  <a:pt x="381444" y="109257"/>
                  <a:pt x="377564" y="111157"/>
                </a:cubicBezTo>
                <a:cubicBezTo>
                  <a:pt x="373683" y="113057"/>
                  <a:pt x="369575" y="114007"/>
                  <a:pt x="365240" y="114007"/>
                </a:cubicBezTo>
                <a:cubicBezTo>
                  <a:pt x="361440" y="114007"/>
                  <a:pt x="358001" y="113511"/>
                  <a:pt x="354923" y="112517"/>
                </a:cubicBezTo>
                <a:cubicBezTo>
                  <a:pt x="351845" y="111524"/>
                  <a:pt x="349223" y="110087"/>
                  <a:pt x="347055" y="108207"/>
                </a:cubicBezTo>
                <a:cubicBezTo>
                  <a:pt x="344887" y="106327"/>
                  <a:pt x="343201" y="104018"/>
                  <a:pt x="341997" y="101279"/>
                </a:cubicBezTo>
                <a:cubicBezTo>
                  <a:pt x="340793" y="98540"/>
                  <a:pt x="340190" y="95424"/>
                  <a:pt x="340190" y="91931"/>
                </a:cubicBezTo>
                <a:cubicBezTo>
                  <a:pt x="340190" y="87850"/>
                  <a:pt x="341020" y="84305"/>
                  <a:pt x="342679" y="81298"/>
                </a:cubicBezTo>
                <a:cubicBezTo>
                  <a:pt x="344339" y="78289"/>
                  <a:pt x="346720" y="75791"/>
                  <a:pt x="349825" y="73804"/>
                </a:cubicBezTo>
                <a:cubicBezTo>
                  <a:pt x="352929" y="71817"/>
                  <a:pt x="356729" y="70326"/>
                  <a:pt x="361226" y="69333"/>
                </a:cubicBezTo>
                <a:cubicBezTo>
                  <a:pt x="365722" y="68339"/>
                  <a:pt x="370780" y="67842"/>
                  <a:pt x="376400" y="67842"/>
                </a:cubicBezTo>
                <a:lnTo>
                  <a:pt x="386355" y="67842"/>
                </a:lnTo>
                <a:lnTo>
                  <a:pt x="386355" y="62242"/>
                </a:lnTo>
                <a:cubicBezTo>
                  <a:pt x="386355" y="59469"/>
                  <a:pt x="386061" y="57016"/>
                  <a:pt x="385472" y="54884"/>
                </a:cubicBezTo>
                <a:cubicBezTo>
                  <a:pt x="384883" y="52749"/>
                  <a:pt x="383933" y="50976"/>
                  <a:pt x="382622" y="49562"/>
                </a:cubicBezTo>
                <a:cubicBezTo>
                  <a:pt x="381311" y="48149"/>
                  <a:pt x="379611" y="47082"/>
                  <a:pt x="377524" y="46363"/>
                </a:cubicBezTo>
                <a:cubicBezTo>
                  <a:pt x="375436" y="45642"/>
                  <a:pt x="372867" y="45282"/>
                  <a:pt x="369816" y="45282"/>
                </a:cubicBezTo>
                <a:cubicBezTo>
                  <a:pt x="366551" y="45282"/>
                  <a:pt x="363621" y="45666"/>
                  <a:pt x="361025" y="46433"/>
                </a:cubicBezTo>
                <a:cubicBezTo>
                  <a:pt x="358429" y="47201"/>
                  <a:pt x="356154" y="48048"/>
                  <a:pt x="354200" y="48975"/>
                </a:cubicBezTo>
                <a:cubicBezTo>
                  <a:pt x="352247" y="49902"/>
                  <a:pt x="350614" y="50749"/>
                  <a:pt x="349303" y="51517"/>
                </a:cubicBezTo>
                <a:cubicBezTo>
                  <a:pt x="347992" y="52284"/>
                  <a:pt x="347015" y="52668"/>
                  <a:pt x="346372" y="52668"/>
                </a:cubicBezTo>
                <a:cubicBezTo>
                  <a:pt x="345944" y="52668"/>
                  <a:pt x="345570" y="52561"/>
                  <a:pt x="345248" y="52347"/>
                </a:cubicBezTo>
                <a:cubicBezTo>
                  <a:pt x="344927" y="52133"/>
                  <a:pt x="344646" y="51812"/>
                  <a:pt x="344405" y="51384"/>
                </a:cubicBezTo>
                <a:cubicBezTo>
                  <a:pt x="344165" y="50955"/>
                  <a:pt x="343991" y="50407"/>
                  <a:pt x="343884" y="49738"/>
                </a:cubicBezTo>
                <a:cubicBezTo>
                  <a:pt x="343777" y="49069"/>
                  <a:pt x="343723" y="48333"/>
                  <a:pt x="343723" y="47530"/>
                </a:cubicBezTo>
                <a:cubicBezTo>
                  <a:pt x="343723" y="46192"/>
                  <a:pt x="343817" y="45135"/>
                  <a:pt x="344004" y="44359"/>
                </a:cubicBezTo>
                <a:cubicBezTo>
                  <a:pt x="344191" y="43582"/>
                  <a:pt x="344646" y="42846"/>
                  <a:pt x="345369" y="42151"/>
                </a:cubicBezTo>
                <a:cubicBezTo>
                  <a:pt x="346091" y="41455"/>
                  <a:pt x="347336" y="40644"/>
                  <a:pt x="349102" y="39719"/>
                </a:cubicBezTo>
                <a:cubicBezTo>
                  <a:pt x="350869" y="38793"/>
                  <a:pt x="352902" y="37946"/>
                  <a:pt x="355204" y="37180"/>
                </a:cubicBezTo>
                <a:cubicBezTo>
                  <a:pt x="357506" y="36414"/>
                  <a:pt x="360021" y="35780"/>
                  <a:pt x="362751" y="35279"/>
                </a:cubicBezTo>
                <a:cubicBezTo>
                  <a:pt x="365481" y="34775"/>
                  <a:pt x="368237" y="34523"/>
                  <a:pt x="371021" y="34523"/>
                </a:cubicBezTo>
                <a:cubicBezTo>
                  <a:pt x="376212" y="34523"/>
                  <a:pt x="380628" y="35112"/>
                  <a:pt x="384268" y="36290"/>
                </a:cubicBezTo>
                <a:cubicBezTo>
                  <a:pt x="387908" y="37467"/>
                  <a:pt x="390851" y="39193"/>
                  <a:pt x="393099" y="41468"/>
                </a:cubicBezTo>
                <a:cubicBezTo>
                  <a:pt x="395347" y="43743"/>
                  <a:pt x="396980" y="46566"/>
                  <a:pt x="397997" y="49938"/>
                </a:cubicBezTo>
                <a:cubicBezTo>
                  <a:pt x="399014" y="53311"/>
                  <a:pt x="399522" y="57245"/>
                  <a:pt x="399522" y="61741"/>
                </a:cubicBezTo>
                <a:lnTo>
                  <a:pt x="399522" y="110475"/>
                </a:lnTo>
                <a:moveTo>
                  <a:pt x="386355" y="77397"/>
                </a:moveTo>
                <a:lnTo>
                  <a:pt x="375035" y="77397"/>
                </a:lnTo>
                <a:cubicBezTo>
                  <a:pt x="371395" y="77397"/>
                  <a:pt x="368237" y="77707"/>
                  <a:pt x="365561" y="78327"/>
                </a:cubicBezTo>
                <a:cubicBezTo>
                  <a:pt x="362885" y="78946"/>
                  <a:pt x="360664" y="79861"/>
                  <a:pt x="358897" y="81072"/>
                </a:cubicBezTo>
                <a:cubicBezTo>
                  <a:pt x="357131" y="82283"/>
                  <a:pt x="355833" y="83738"/>
                  <a:pt x="355003" y="85435"/>
                </a:cubicBezTo>
                <a:cubicBezTo>
                  <a:pt x="354174" y="87131"/>
                  <a:pt x="353759" y="89083"/>
                  <a:pt x="353759" y="91291"/>
                </a:cubicBezTo>
                <a:cubicBezTo>
                  <a:pt x="353759" y="95061"/>
                  <a:pt x="354950" y="98064"/>
                  <a:pt x="357332" y="100298"/>
                </a:cubicBezTo>
                <a:cubicBezTo>
                  <a:pt x="359713" y="102533"/>
                  <a:pt x="363045" y="103650"/>
                  <a:pt x="367327" y="103650"/>
                </a:cubicBezTo>
                <a:cubicBezTo>
                  <a:pt x="370806" y="103650"/>
                  <a:pt x="374031" y="102762"/>
                  <a:pt x="377002" y="100986"/>
                </a:cubicBezTo>
                <a:cubicBezTo>
                  <a:pt x="379973" y="99208"/>
                  <a:pt x="383090" y="96488"/>
                  <a:pt x="386355" y="92827"/>
                </a:cubicBezTo>
                <a:lnTo>
                  <a:pt x="386355" y="77397"/>
                </a:lnTo>
                <a:close/>
                <a:moveTo>
                  <a:pt x="455668" y="105176"/>
                </a:moveTo>
                <a:cubicBezTo>
                  <a:pt x="455668" y="106728"/>
                  <a:pt x="455561" y="107959"/>
                  <a:pt x="455347" y="108869"/>
                </a:cubicBezTo>
                <a:cubicBezTo>
                  <a:pt x="455133" y="109779"/>
                  <a:pt x="454812" y="110448"/>
                  <a:pt x="454384" y="110876"/>
                </a:cubicBezTo>
                <a:cubicBezTo>
                  <a:pt x="453956" y="111304"/>
                  <a:pt x="453313" y="111706"/>
                  <a:pt x="452457" y="112081"/>
                </a:cubicBezTo>
                <a:cubicBezTo>
                  <a:pt x="451601" y="112455"/>
                  <a:pt x="450624" y="112763"/>
                  <a:pt x="449526" y="113004"/>
                </a:cubicBezTo>
                <a:cubicBezTo>
                  <a:pt x="448429" y="113245"/>
                  <a:pt x="447265" y="113445"/>
                  <a:pt x="446034" y="113606"/>
                </a:cubicBezTo>
                <a:cubicBezTo>
                  <a:pt x="444803" y="113767"/>
                  <a:pt x="443572" y="113847"/>
                  <a:pt x="442341" y="113847"/>
                </a:cubicBezTo>
                <a:cubicBezTo>
                  <a:pt x="438594" y="113847"/>
                  <a:pt x="435383" y="113351"/>
                  <a:pt x="432706" y="112359"/>
                </a:cubicBezTo>
                <a:cubicBezTo>
                  <a:pt x="430030" y="111366"/>
                  <a:pt x="427836" y="109863"/>
                  <a:pt x="426123" y="107850"/>
                </a:cubicBezTo>
                <a:cubicBezTo>
                  <a:pt x="424410" y="105838"/>
                  <a:pt x="423166" y="103290"/>
                  <a:pt x="422389" y="100206"/>
                </a:cubicBezTo>
                <a:cubicBezTo>
                  <a:pt x="421613" y="97121"/>
                  <a:pt x="421225" y="93487"/>
                  <a:pt x="421225" y="89302"/>
                </a:cubicBezTo>
                <a:lnTo>
                  <a:pt x="421225" y="46968"/>
                </a:lnTo>
                <a:lnTo>
                  <a:pt x="411109" y="46968"/>
                </a:lnTo>
                <a:cubicBezTo>
                  <a:pt x="410306" y="46968"/>
                  <a:pt x="409664" y="46540"/>
                  <a:pt x="409182" y="45683"/>
                </a:cubicBezTo>
                <a:cubicBezTo>
                  <a:pt x="408701" y="44827"/>
                  <a:pt x="408460" y="43435"/>
                  <a:pt x="408460" y="41508"/>
                </a:cubicBezTo>
                <a:cubicBezTo>
                  <a:pt x="408460" y="40491"/>
                  <a:pt x="408527" y="39635"/>
                  <a:pt x="408660" y="38939"/>
                </a:cubicBezTo>
                <a:cubicBezTo>
                  <a:pt x="408794" y="38243"/>
                  <a:pt x="408968" y="37668"/>
                  <a:pt x="409182" y="37213"/>
                </a:cubicBezTo>
                <a:cubicBezTo>
                  <a:pt x="409396" y="36758"/>
                  <a:pt x="409677" y="36437"/>
                  <a:pt x="410025" y="36250"/>
                </a:cubicBezTo>
                <a:cubicBezTo>
                  <a:pt x="410373" y="36062"/>
                  <a:pt x="410761" y="35969"/>
                  <a:pt x="411189" y="35969"/>
                </a:cubicBezTo>
                <a:lnTo>
                  <a:pt x="421225" y="35969"/>
                </a:lnTo>
                <a:lnTo>
                  <a:pt x="421225" y="18787"/>
                </a:lnTo>
                <a:cubicBezTo>
                  <a:pt x="421225" y="18412"/>
                  <a:pt x="421319" y="18065"/>
                  <a:pt x="421506" y="17743"/>
                </a:cubicBezTo>
                <a:cubicBezTo>
                  <a:pt x="421694" y="17422"/>
                  <a:pt x="422042" y="17141"/>
                  <a:pt x="422550" y="16900"/>
                </a:cubicBezTo>
                <a:cubicBezTo>
                  <a:pt x="423059" y="16660"/>
                  <a:pt x="423741" y="16486"/>
                  <a:pt x="424597" y="16379"/>
                </a:cubicBezTo>
                <a:cubicBezTo>
                  <a:pt x="425454" y="16271"/>
                  <a:pt x="426524" y="16218"/>
                  <a:pt x="427809" y="16218"/>
                </a:cubicBezTo>
                <a:cubicBezTo>
                  <a:pt x="429147" y="16218"/>
                  <a:pt x="430244" y="16271"/>
                  <a:pt x="431101" y="16379"/>
                </a:cubicBezTo>
                <a:cubicBezTo>
                  <a:pt x="431957" y="16486"/>
                  <a:pt x="432626" y="16660"/>
                  <a:pt x="433108" y="16900"/>
                </a:cubicBezTo>
                <a:cubicBezTo>
                  <a:pt x="433590" y="17141"/>
                  <a:pt x="433937" y="17422"/>
                  <a:pt x="434152" y="17743"/>
                </a:cubicBezTo>
                <a:cubicBezTo>
                  <a:pt x="434366" y="18065"/>
                  <a:pt x="434473" y="18412"/>
                  <a:pt x="434473" y="18787"/>
                </a:cubicBezTo>
                <a:lnTo>
                  <a:pt x="434473" y="35969"/>
                </a:lnTo>
                <a:lnTo>
                  <a:pt x="453019" y="35969"/>
                </a:lnTo>
                <a:cubicBezTo>
                  <a:pt x="453447" y="35969"/>
                  <a:pt x="453822" y="36062"/>
                  <a:pt x="454143" y="36250"/>
                </a:cubicBezTo>
                <a:cubicBezTo>
                  <a:pt x="454464" y="36437"/>
                  <a:pt x="454745" y="36758"/>
                  <a:pt x="454986" y="37213"/>
                </a:cubicBezTo>
                <a:cubicBezTo>
                  <a:pt x="455227" y="37668"/>
                  <a:pt x="455401" y="38243"/>
                  <a:pt x="455508" y="38939"/>
                </a:cubicBezTo>
                <a:cubicBezTo>
                  <a:pt x="455615" y="39635"/>
                  <a:pt x="455668" y="40491"/>
                  <a:pt x="455668" y="41508"/>
                </a:cubicBezTo>
                <a:cubicBezTo>
                  <a:pt x="455668" y="43435"/>
                  <a:pt x="455428" y="44827"/>
                  <a:pt x="454946" y="45683"/>
                </a:cubicBezTo>
                <a:cubicBezTo>
                  <a:pt x="454464" y="46540"/>
                  <a:pt x="453822" y="46968"/>
                  <a:pt x="453019" y="46968"/>
                </a:cubicBezTo>
                <a:lnTo>
                  <a:pt x="434473" y="46968"/>
                </a:lnTo>
                <a:lnTo>
                  <a:pt x="434473" y="87390"/>
                </a:lnTo>
                <a:cubicBezTo>
                  <a:pt x="434473" y="92381"/>
                  <a:pt x="435209" y="96152"/>
                  <a:pt x="436681" y="98703"/>
                </a:cubicBezTo>
                <a:cubicBezTo>
                  <a:pt x="438152" y="101252"/>
                  <a:pt x="440789" y="102526"/>
                  <a:pt x="444589" y="102526"/>
                </a:cubicBezTo>
                <a:cubicBezTo>
                  <a:pt x="445820" y="102526"/>
                  <a:pt x="446917" y="102406"/>
                  <a:pt x="447881" y="102165"/>
                </a:cubicBezTo>
                <a:cubicBezTo>
                  <a:pt x="448844" y="101924"/>
                  <a:pt x="449700" y="101670"/>
                  <a:pt x="450450" y="101402"/>
                </a:cubicBezTo>
                <a:cubicBezTo>
                  <a:pt x="451199" y="101135"/>
                  <a:pt x="451841" y="100881"/>
                  <a:pt x="452377" y="100640"/>
                </a:cubicBezTo>
                <a:cubicBezTo>
                  <a:pt x="452912" y="100399"/>
                  <a:pt x="453394" y="100278"/>
                  <a:pt x="453822" y="100278"/>
                </a:cubicBezTo>
                <a:cubicBezTo>
                  <a:pt x="454089" y="100278"/>
                  <a:pt x="454344" y="100345"/>
                  <a:pt x="454585" y="100479"/>
                </a:cubicBezTo>
                <a:cubicBezTo>
                  <a:pt x="454825" y="100613"/>
                  <a:pt x="455013" y="100867"/>
                  <a:pt x="455147" y="101242"/>
                </a:cubicBezTo>
                <a:cubicBezTo>
                  <a:pt x="455280" y="101616"/>
                  <a:pt x="455401" y="102125"/>
                  <a:pt x="455508" y="102767"/>
                </a:cubicBezTo>
                <a:cubicBezTo>
                  <a:pt x="455615" y="103410"/>
                  <a:pt x="455668" y="104212"/>
                  <a:pt x="455668" y="105176"/>
                </a:cubicBezTo>
                <a:close/>
                <a:moveTo>
                  <a:pt x="542269" y="112402"/>
                </a:moveTo>
                <a:lnTo>
                  <a:pt x="532634" y="138977"/>
                </a:lnTo>
                <a:cubicBezTo>
                  <a:pt x="532313" y="139833"/>
                  <a:pt x="531497" y="140489"/>
                  <a:pt x="530186" y="140944"/>
                </a:cubicBezTo>
                <a:cubicBezTo>
                  <a:pt x="528874" y="141399"/>
                  <a:pt x="526881" y="141626"/>
                  <a:pt x="524204" y="141626"/>
                </a:cubicBezTo>
                <a:cubicBezTo>
                  <a:pt x="522813" y="141626"/>
                  <a:pt x="521689" y="141559"/>
                  <a:pt x="520832" y="141425"/>
                </a:cubicBezTo>
                <a:cubicBezTo>
                  <a:pt x="519976" y="141292"/>
                  <a:pt x="519320" y="141064"/>
                  <a:pt x="518865" y="140743"/>
                </a:cubicBezTo>
                <a:cubicBezTo>
                  <a:pt x="518410" y="140422"/>
                  <a:pt x="518156" y="139994"/>
                  <a:pt x="518103" y="139458"/>
                </a:cubicBezTo>
                <a:cubicBezTo>
                  <a:pt x="518049" y="138923"/>
                  <a:pt x="518183" y="138281"/>
                  <a:pt x="518504" y="137532"/>
                </a:cubicBezTo>
                <a:lnTo>
                  <a:pt x="528460" y="112402"/>
                </a:lnTo>
                <a:cubicBezTo>
                  <a:pt x="527978" y="112188"/>
                  <a:pt x="527523" y="111840"/>
                  <a:pt x="527095" y="111358"/>
                </a:cubicBezTo>
                <a:cubicBezTo>
                  <a:pt x="526666" y="110876"/>
                  <a:pt x="526372" y="110368"/>
                  <a:pt x="526212" y="109833"/>
                </a:cubicBezTo>
                <a:lnTo>
                  <a:pt x="500439" y="40786"/>
                </a:lnTo>
                <a:cubicBezTo>
                  <a:pt x="500011" y="39662"/>
                  <a:pt x="499797" y="38779"/>
                  <a:pt x="499797" y="38136"/>
                </a:cubicBezTo>
                <a:cubicBezTo>
                  <a:pt x="499797" y="37494"/>
                  <a:pt x="500011" y="36986"/>
                  <a:pt x="500439" y="36611"/>
                </a:cubicBezTo>
                <a:cubicBezTo>
                  <a:pt x="500868" y="36236"/>
                  <a:pt x="501563" y="35982"/>
                  <a:pt x="502527" y="35848"/>
                </a:cubicBezTo>
                <a:cubicBezTo>
                  <a:pt x="503490" y="35714"/>
                  <a:pt x="504775" y="35647"/>
                  <a:pt x="506381" y="35647"/>
                </a:cubicBezTo>
                <a:cubicBezTo>
                  <a:pt x="507986" y="35647"/>
                  <a:pt x="509244" y="35688"/>
                  <a:pt x="510154" y="35768"/>
                </a:cubicBezTo>
                <a:cubicBezTo>
                  <a:pt x="511064" y="35848"/>
                  <a:pt x="511787" y="35995"/>
                  <a:pt x="512322" y="36209"/>
                </a:cubicBezTo>
                <a:cubicBezTo>
                  <a:pt x="512857" y="36424"/>
                  <a:pt x="513245" y="36731"/>
                  <a:pt x="513486" y="37133"/>
                </a:cubicBezTo>
                <a:cubicBezTo>
                  <a:pt x="513727" y="37534"/>
                  <a:pt x="513981" y="38083"/>
                  <a:pt x="514249" y="38779"/>
                </a:cubicBezTo>
                <a:lnTo>
                  <a:pt x="534883" y="96746"/>
                </a:lnTo>
                <a:lnTo>
                  <a:pt x="535123" y="96746"/>
                </a:lnTo>
                <a:lnTo>
                  <a:pt x="555035" y="38457"/>
                </a:lnTo>
                <a:cubicBezTo>
                  <a:pt x="555356" y="37440"/>
                  <a:pt x="555744" y="36785"/>
                  <a:pt x="556199" y="36490"/>
                </a:cubicBezTo>
                <a:cubicBezTo>
                  <a:pt x="556654" y="36196"/>
                  <a:pt x="557336" y="35982"/>
                  <a:pt x="558246" y="35848"/>
                </a:cubicBezTo>
                <a:cubicBezTo>
                  <a:pt x="559156" y="35714"/>
                  <a:pt x="560467" y="35647"/>
                  <a:pt x="562180" y="35647"/>
                </a:cubicBezTo>
                <a:cubicBezTo>
                  <a:pt x="563679" y="35647"/>
                  <a:pt x="564910" y="35714"/>
                  <a:pt x="565873" y="35848"/>
                </a:cubicBezTo>
                <a:cubicBezTo>
                  <a:pt x="566837" y="35982"/>
                  <a:pt x="567546" y="36236"/>
                  <a:pt x="568001" y="36611"/>
                </a:cubicBezTo>
                <a:cubicBezTo>
                  <a:pt x="568456" y="36986"/>
                  <a:pt x="568683" y="37494"/>
                  <a:pt x="568683" y="38136"/>
                </a:cubicBezTo>
                <a:cubicBezTo>
                  <a:pt x="568683" y="38779"/>
                  <a:pt x="568523" y="39581"/>
                  <a:pt x="568202" y="40545"/>
                </a:cubicBezTo>
                <a:lnTo>
                  <a:pt x="542269" y="112402"/>
                </a:lnTo>
                <a:close/>
                <a:moveTo>
                  <a:pt x="649557" y="73503"/>
                </a:moveTo>
                <a:cubicBezTo>
                  <a:pt x="649557" y="79395"/>
                  <a:pt x="648781" y="84820"/>
                  <a:pt x="647229" y="89776"/>
                </a:cubicBezTo>
                <a:cubicBezTo>
                  <a:pt x="645677" y="94732"/>
                  <a:pt x="643362" y="99005"/>
                  <a:pt x="640284" y="102597"/>
                </a:cubicBezTo>
                <a:cubicBezTo>
                  <a:pt x="637207" y="106186"/>
                  <a:pt x="633353" y="108985"/>
                  <a:pt x="628723" y="110994"/>
                </a:cubicBezTo>
                <a:cubicBezTo>
                  <a:pt x="624093" y="113003"/>
                  <a:pt x="618727" y="114007"/>
                  <a:pt x="612625" y="114007"/>
                </a:cubicBezTo>
                <a:cubicBezTo>
                  <a:pt x="606684" y="114007"/>
                  <a:pt x="601506" y="113123"/>
                  <a:pt x="597090" y="111355"/>
                </a:cubicBezTo>
                <a:cubicBezTo>
                  <a:pt x="592674" y="109587"/>
                  <a:pt x="588994" y="107016"/>
                  <a:pt x="586050" y="103640"/>
                </a:cubicBezTo>
                <a:cubicBezTo>
                  <a:pt x="583107" y="100265"/>
                  <a:pt x="580912" y="96166"/>
                  <a:pt x="579467" y="91344"/>
                </a:cubicBezTo>
                <a:cubicBezTo>
                  <a:pt x="578022" y="86522"/>
                  <a:pt x="577299" y="81056"/>
                  <a:pt x="577299" y="74948"/>
                </a:cubicBezTo>
                <a:cubicBezTo>
                  <a:pt x="577299" y="69055"/>
                  <a:pt x="578062" y="63631"/>
                  <a:pt x="579587" y="58675"/>
                </a:cubicBezTo>
                <a:cubicBezTo>
                  <a:pt x="581113" y="53719"/>
                  <a:pt x="583414" y="49446"/>
                  <a:pt x="586492" y="45856"/>
                </a:cubicBezTo>
                <a:cubicBezTo>
                  <a:pt x="589570" y="42265"/>
                  <a:pt x="593410" y="39479"/>
                  <a:pt x="598013" y="37497"/>
                </a:cubicBezTo>
                <a:cubicBezTo>
                  <a:pt x="602616" y="35514"/>
                  <a:pt x="607996" y="34523"/>
                  <a:pt x="614151" y="34523"/>
                </a:cubicBezTo>
                <a:cubicBezTo>
                  <a:pt x="620092" y="34523"/>
                  <a:pt x="625271" y="35407"/>
                  <a:pt x="629686" y="37175"/>
                </a:cubicBezTo>
                <a:cubicBezTo>
                  <a:pt x="634102" y="38943"/>
                  <a:pt x="637782" y="41515"/>
                  <a:pt x="640726" y="44890"/>
                </a:cubicBezTo>
                <a:cubicBezTo>
                  <a:pt x="643670" y="48266"/>
                  <a:pt x="645878" y="52365"/>
                  <a:pt x="647350" y="57187"/>
                </a:cubicBezTo>
                <a:cubicBezTo>
                  <a:pt x="648821" y="62009"/>
                  <a:pt x="649557" y="67448"/>
                  <a:pt x="649557" y="73503"/>
                </a:cubicBezTo>
                <a:moveTo>
                  <a:pt x="635587" y="74386"/>
                </a:moveTo>
                <a:cubicBezTo>
                  <a:pt x="635587" y="70474"/>
                  <a:pt x="635226" y="66775"/>
                  <a:pt x="634504" y="63291"/>
                </a:cubicBezTo>
                <a:cubicBezTo>
                  <a:pt x="633781" y="59807"/>
                  <a:pt x="632590" y="56752"/>
                  <a:pt x="630931" y="54126"/>
                </a:cubicBezTo>
                <a:cubicBezTo>
                  <a:pt x="629272" y="51500"/>
                  <a:pt x="627024" y="49423"/>
                  <a:pt x="624187" y="47896"/>
                </a:cubicBezTo>
                <a:cubicBezTo>
                  <a:pt x="621350" y="46367"/>
                  <a:pt x="617817" y="45603"/>
                  <a:pt x="613589" y="45603"/>
                </a:cubicBezTo>
                <a:cubicBezTo>
                  <a:pt x="609682" y="45603"/>
                  <a:pt x="606323" y="46300"/>
                  <a:pt x="603513" y="47693"/>
                </a:cubicBezTo>
                <a:cubicBezTo>
                  <a:pt x="600703" y="49086"/>
                  <a:pt x="598388" y="51057"/>
                  <a:pt x="596568" y="53604"/>
                </a:cubicBezTo>
                <a:cubicBezTo>
                  <a:pt x="594748" y="56150"/>
                  <a:pt x="593397" y="59165"/>
                  <a:pt x="592514" y="62649"/>
                </a:cubicBezTo>
                <a:cubicBezTo>
                  <a:pt x="591630" y="66131"/>
                  <a:pt x="591189" y="69937"/>
                  <a:pt x="591189" y="74065"/>
                </a:cubicBezTo>
                <a:cubicBezTo>
                  <a:pt x="591189" y="78031"/>
                  <a:pt x="591550" y="81756"/>
                  <a:pt x="592273" y="85240"/>
                </a:cubicBezTo>
                <a:cubicBezTo>
                  <a:pt x="592995" y="88724"/>
                  <a:pt x="594200" y="91765"/>
                  <a:pt x="595886" y="94365"/>
                </a:cubicBezTo>
                <a:cubicBezTo>
                  <a:pt x="597572" y="96964"/>
                  <a:pt x="599833" y="99028"/>
                  <a:pt x="602670" y="100557"/>
                </a:cubicBezTo>
                <a:cubicBezTo>
                  <a:pt x="605507" y="102084"/>
                  <a:pt x="609039" y="102848"/>
                  <a:pt x="613268" y="102848"/>
                </a:cubicBezTo>
                <a:cubicBezTo>
                  <a:pt x="617121" y="102848"/>
                  <a:pt x="620467" y="102151"/>
                  <a:pt x="623304" y="100758"/>
                </a:cubicBezTo>
                <a:cubicBezTo>
                  <a:pt x="626140" y="99364"/>
                  <a:pt x="628469" y="97408"/>
                  <a:pt x="630289" y="94889"/>
                </a:cubicBezTo>
                <a:cubicBezTo>
                  <a:pt x="632108" y="92368"/>
                  <a:pt x="633446" y="89367"/>
                  <a:pt x="634303" y="85884"/>
                </a:cubicBezTo>
                <a:cubicBezTo>
                  <a:pt x="635159" y="82400"/>
                  <a:pt x="635587" y="78567"/>
                  <a:pt x="635587" y="74386"/>
                </a:cubicBezTo>
                <a:close/>
                <a:moveTo>
                  <a:pt x="729432" y="110395"/>
                </a:moveTo>
                <a:cubicBezTo>
                  <a:pt x="729432" y="110823"/>
                  <a:pt x="729338" y="111184"/>
                  <a:pt x="729151" y="111478"/>
                </a:cubicBezTo>
                <a:cubicBezTo>
                  <a:pt x="728963" y="111773"/>
                  <a:pt x="728629" y="112027"/>
                  <a:pt x="728147" y="112241"/>
                </a:cubicBezTo>
                <a:cubicBezTo>
                  <a:pt x="727665" y="112455"/>
                  <a:pt x="727036" y="112616"/>
                  <a:pt x="726260" y="112723"/>
                </a:cubicBezTo>
                <a:cubicBezTo>
                  <a:pt x="725484" y="112830"/>
                  <a:pt x="724534" y="112883"/>
                  <a:pt x="723410" y="112883"/>
                </a:cubicBezTo>
                <a:cubicBezTo>
                  <a:pt x="722179" y="112883"/>
                  <a:pt x="721176" y="112830"/>
                  <a:pt x="720399" y="112723"/>
                </a:cubicBezTo>
                <a:cubicBezTo>
                  <a:pt x="719623" y="112616"/>
                  <a:pt x="719008" y="112455"/>
                  <a:pt x="718553" y="112241"/>
                </a:cubicBezTo>
                <a:cubicBezTo>
                  <a:pt x="718098" y="112027"/>
                  <a:pt x="717790" y="111773"/>
                  <a:pt x="717630" y="111478"/>
                </a:cubicBezTo>
                <a:cubicBezTo>
                  <a:pt x="717469" y="111184"/>
                  <a:pt x="717389" y="110823"/>
                  <a:pt x="717389" y="110395"/>
                </a:cubicBezTo>
                <a:lnTo>
                  <a:pt x="717389" y="100840"/>
                </a:lnTo>
                <a:cubicBezTo>
                  <a:pt x="713267" y="105418"/>
                  <a:pt x="709199" y="108758"/>
                  <a:pt x="705185" y="110859"/>
                </a:cubicBezTo>
                <a:cubicBezTo>
                  <a:pt x="701171" y="112958"/>
                  <a:pt x="697103" y="114007"/>
                  <a:pt x="692981" y="114007"/>
                </a:cubicBezTo>
                <a:cubicBezTo>
                  <a:pt x="688164" y="114007"/>
                  <a:pt x="684110" y="113204"/>
                  <a:pt x="680818" y="111596"/>
                </a:cubicBezTo>
                <a:cubicBezTo>
                  <a:pt x="677526" y="109989"/>
                  <a:pt x="674863" y="107806"/>
                  <a:pt x="672829" y="105048"/>
                </a:cubicBezTo>
                <a:cubicBezTo>
                  <a:pt x="670795" y="102288"/>
                  <a:pt x="669337" y="99073"/>
                  <a:pt x="668454" y="95403"/>
                </a:cubicBezTo>
                <a:cubicBezTo>
                  <a:pt x="667571" y="91732"/>
                  <a:pt x="667129" y="87271"/>
                  <a:pt x="667129" y="82021"/>
                </a:cubicBezTo>
                <a:lnTo>
                  <a:pt x="667129" y="38139"/>
                </a:lnTo>
                <a:cubicBezTo>
                  <a:pt x="667129" y="37711"/>
                  <a:pt x="667223" y="37349"/>
                  <a:pt x="667410" y="37055"/>
                </a:cubicBezTo>
                <a:cubicBezTo>
                  <a:pt x="667597" y="36759"/>
                  <a:pt x="667959" y="36490"/>
                  <a:pt x="668494" y="36250"/>
                </a:cubicBezTo>
                <a:cubicBezTo>
                  <a:pt x="669029" y="36009"/>
                  <a:pt x="669725" y="35848"/>
                  <a:pt x="670581" y="35768"/>
                </a:cubicBezTo>
                <a:cubicBezTo>
                  <a:pt x="671438" y="35688"/>
                  <a:pt x="672508" y="35647"/>
                  <a:pt x="673793" y="35647"/>
                </a:cubicBezTo>
                <a:cubicBezTo>
                  <a:pt x="675077" y="35647"/>
                  <a:pt x="676148" y="35688"/>
                  <a:pt x="677004" y="35768"/>
                </a:cubicBezTo>
                <a:cubicBezTo>
                  <a:pt x="677861" y="35848"/>
                  <a:pt x="678543" y="36009"/>
                  <a:pt x="679052" y="36250"/>
                </a:cubicBezTo>
                <a:cubicBezTo>
                  <a:pt x="679560" y="36490"/>
                  <a:pt x="679921" y="36759"/>
                  <a:pt x="680136" y="37055"/>
                </a:cubicBezTo>
                <a:cubicBezTo>
                  <a:pt x="680350" y="37349"/>
                  <a:pt x="680457" y="37711"/>
                  <a:pt x="680457" y="38139"/>
                </a:cubicBezTo>
                <a:lnTo>
                  <a:pt x="680457" y="80259"/>
                </a:lnTo>
                <a:cubicBezTo>
                  <a:pt x="680457" y="84493"/>
                  <a:pt x="680764" y="87882"/>
                  <a:pt x="681380" y="90428"/>
                </a:cubicBezTo>
                <a:cubicBezTo>
                  <a:pt x="681995" y="92974"/>
                  <a:pt x="682932" y="95145"/>
                  <a:pt x="684190" y="96941"/>
                </a:cubicBezTo>
                <a:cubicBezTo>
                  <a:pt x="685448" y="98736"/>
                  <a:pt x="687040" y="100130"/>
                  <a:pt x="688967" y="101121"/>
                </a:cubicBezTo>
                <a:cubicBezTo>
                  <a:pt x="690894" y="102112"/>
                  <a:pt x="693142" y="102607"/>
                  <a:pt x="695711" y="102607"/>
                </a:cubicBezTo>
                <a:cubicBezTo>
                  <a:pt x="699030" y="102607"/>
                  <a:pt x="702335" y="101422"/>
                  <a:pt x="705627" y="99054"/>
                </a:cubicBezTo>
                <a:cubicBezTo>
                  <a:pt x="708918" y="96686"/>
                  <a:pt x="712411" y="93213"/>
                  <a:pt x="716104" y="88637"/>
                </a:cubicBezTo>
                <a:lnTo>
                  <a:pt x="716104" y="38136"/>
                </a:lnTo>
                <a:cubicBezTo>
                  <a:pt x="716104" y="37708"/>
                  <a:pt x="716198" y="37347"/>
                  <a:pt x="716385" y="37052"/>
                </a:cubicBezTo>
                <a:cubicBezTo>
                  <a:pt x="716572" y="36758"/>
                  <a:pt x="716934" y="36490"/>
                  <a:pt x="717469" y="36250"/>
                </a:cubicBezTo>
                <a:cubicBezTo>
                  <a:pt x="718004" y="36009"/>
                  <a:pt x="718687" y="35848"/>
                  <a:pt x="719516" y="35768"/>
                </a:cubicBezTo>
                <a:cubicBezTo>
                  <a:pt x="720346" y="35688"/>
                  <a:pt x="721430" y="35647"/>
                  <a:pt x="722768" y="35647"/>
                </a:cubicBezTo>
                <a:cubicBezTo>
                  <a:pt x="724052" y="35647"/>
                  <a:pt x="725123" y="35688"/>
                  <a:pt x="725979" y="35768"/>
                </a:cubicBezTo>
                <a:cubicBezTo>
                  <a:pt x="726836" y="35848"/>
                  <a:pt x="727505" y="36009"/>
                  <a:pt x="727987" y="36250"/>
                </a:cubicBezTo>
                <a:cubicBezTo>
                  <a:pt x="728468" y="36490"/>
                  <a:pt x="728830" y="36758"/>
                  <a:pt x="729070" y="37052"/>
                </a:cubicBezTo>
                <a:cubicBezTo>
                  <a:pt x="729311" y="37347"/>
                  <a:pt x="729432" y="37708"/>
                  <a:pt x="729432" y="38136"/>
                </a:cubicBezTo>
                <a:lnTo>
                  <a:pt x="729432" y="110395"/>
                </a:lnTo>
                <a:close/>
                <a:moveTo>
                  <a:pt x="794935" y="42873"/>
                </a:moveTo>
                <a:cubicBezTo>
                  <a:pt x="794935" y="44051"/>
                  <a:pt x="794908" y="45041"/>
                  <a:pt x="794855" y="45844"/>
                </a:cubicBezTo>
                <a:cubicBezTo>
                  <a:pt x="794801" y="46647"/>
                  <a:pt x="794694" y="47276"/>
                  <a:pt x="794533" y="47731"/>
                </a:cubicBezTo>
                <a:cubicBezTo>
                  <a:pt x="794373" y="48186"/>
                  <a:pt x="794172" y="48533"/>
                  <a:pt x="793931" y="48774"/>
                </a:cubicBezTo>
                <a:cubicBezTo>
                  <a:pt x="793690" y="49015"/>
                  <a:pt x="793356" y="49136"/>
                  <a:pt x="792928" y="49136"/>
                </a:cubicBezTo>
                <a:cubicBezTo>
                  <a:pt x="792500" y="49136"/>
                  <a:pt x="791978" y="49015"/>
                  <a:pt x="791362" y="48774"/>
                </a:cubicBezTo>
                <a:cubicBezTo>
                  <a:pt x="790747" y="48533"/>
                  <a:pt x="790051" y="48293"/>
                  <a:pt x="789275" y="48052"/>
                </a:cubicBezTo>
                <a:cubicBezTo>
                  <a:pt x="788499" y="47811"/>
                  <a:pt x="787629" y="47583"/>
                  <a:pt x="786665" y="47369"/>
                </a:cubicBezTo>
                <a:cubicBezTo>
                  <a:pt x="785702" y="47155"/>
                  <a:pt x="784658" y="47048"/>
                  <a:pt x="783534" y="47048"/>
                </a:cubicBezTo>
                <a:cubicBezTo>
                  <a:pt x="782196" y="47048"/>
                  <a:pt x="780885" y="47316"/>
                  <a:pt x="779600" y="47851"/>
                </a:cubicBezTo>
                <a:cubicBezTo>
                  <a:pt x="778315" y="48386"/>
                  <a:pt x="776964" y="49269"/>
                  <a:pt x="775546" y="50500"/>
                </a:cubicBezTo>
                <a:cubicBezTo>
                  <a:pt x="774127" y="51732"/>
                  <a:pt x="772642" y="53364"/>
                  <a:pt x="771090" y="55398"/>
                </a:cubicBezTo>
                <a:cubicBezTo>
                  <a:pt x="769537" y="57432"/>
                  <a:pt x="767825" y="59921"/>
                  <a:pt x="765951" y="62865"/>
                </a:cubicBezTo>
                <a:lnTo>
                  <a:pt x="765951" y="110395"/>
                </a:lnTo>
                <a:cubicBezTo>
                  <a:pt x="765951" y="110823"/>
                  <a:pt x="765844" y="111184"/>
                  <a:pt x="765630" y="111478"/>
                </a:cubicBezTo>
                <a:cubicBezTo>
                  <a:pt x="765416" y="111773"/>
                  <a:pt x="765068" y="112027"/>
                  <a:pt x="764586" y="112241"/>
                </a:cubicBezTo>
                <a:cubicBezTo>
                  <a:pt x="764105" y="112455"/>
                  <a:pt x="763436" y="112616"/>
                  <a:pt x="762579" y="112723"/>
                </a:cubicBezTo>
                <a:cubicBezTo>
                  <a:pt x="761723" y="112830"/>
                  <a:pt x="760626" y="112883"/>
                  <a:pt x="759287" y="112883"/>
                </a:cubicBezTo>
                <a:cubicBezTo>
                  <a:pt x="758003" y="112883"/>
                  <a:pt x="756932" y="112830"/>
                  <a:pt x="756076" y="112723"/>
                </a:cubicBezTo>
                <a:cubicBezTo>
                  <a:pt x="755220" y="112616"/>
                  <a:pt x="754537" y="112455"/>
                  <a:pt x="754029" y="112241"/>
                </a:cubicBezTo>
                <a:cubicBezTo>
                  <a:pt x="753520" y="112027"/>
                  <a:pt x="753172" y="111773"/>
                  <a:pt x="752985" y="111478"/>
                </a:cubicBezTo>
                <a:cubicBezTo>
                  <a:pt x="752798" y="111184"/>
                  <a:pt x="752704" y="110823"/>
                  <a:pt x="752704" y="110395"/>
                </a:cubicBezTo>
                <a:lnTo>
                  <a:pt x="752704" y="38136"/>
                </a:lnTo>
                <a:cubicBezTo>
                  <a:pt x="752704" y="37708"/>
                  <a:pt x="752784" y="37347"/>
                  <a:pt x="752945" y="37052"/>
                </a:cubicBezTo>
                <a:cubicBezTo>
                  <a:pt x="753105" y="36758"/>
                  <a:pt x="753427" y="36490"/>
                  <a:pt x="753908" y="36250"/>
                </a:cubicBezTo>
                <a:cubicBezTo>
                  <a:pt x="754390" y="36009"/>
                  <a:pt x="755006" y="35848"/>
                  <a:pt x="755755" y="35768"/>
                </a:cubicBezTo>
                <a:cubicBezTo>
                  <a:pt x="756504" y="35688"/>
                  <a:pt x="757494" y="35647"/>
                  <a:pt x="758725" y="35647"/>
                </a:cubicBezTo>
                <a:cubicBezTo>
                  <a:pt x="759903" y="35647"/>
                  <a:pt x="760880" y="35688"/>
                  <a:pt x="761656" y="35768"/>
                </a:cubicBezTo>
                <a:cubicBezTo>
                  <a:pt x="762432" y="35848"/>
                  <a:pt x="763034" y="36009"/>
                  <a:pt x="763462" y="36250"/>
                </a:cubicBezTo>
                <a:cubicBezTo>
                  <a:pt x="763891" y="36490"/>
                  <a:pt x="764198" y="36758"/>
                  <a:pt x="764386" y="37052"/>
                </a:cubicBezTo>
                <a:cubicBezTo>
                  <a:pt x="764573" y="37347"/>
                  <a:pt x="764667" y="37708"/>
                  <a:pt x="764667" y="38136"/>
                </a:cubicBezTo>
                <a:lnTo>
                  <a:pt x="764667" y="48654"/>
                </a:lnTo>
                <a:cubicBezTo>
                  <a:pt x="766647" y="45764"/>
                  <a:pt x="768507" y="43408"/>
                  <a:pt x="770247" y="41589"/>
                </a:cubicBezTo>
                <a:cubicBezTo>
                  <a:pt x="771986" y="39769"/>
                  <a:pt x="773632" y="38337"/>
                  <a:pt x="775184" y="37293"/>
                </a:cubicBezTo>
                <a:cubicBezTo>
                  <a:pt x="776737" y="36250"/>
                  <a:pt x="778275" y="35527"/>
                  <a:pt x="779801" y="35126"/>
                </a:cubicBezTo>
                <a:cubicBezTo>
                  <a:pt x="781326" y="34724"/>
                  <a:pt x="782865" y="34523"/>
                  <a:pt x="784417" y="34523"/>
                </a:cubicBezTo>
                <a:cubicBezTo>
                  <a:pt x="785113" y="34523"/>
                  <a:pt x="785903" y="34564"/>
                  <a:pt x="786786" y="34644"/>
                </a:cubicBezTo>
                <a:cubicBezTo>
                  <a:pt x="787669" y="34724"/>
                  <a:pt x="788592" y="34871"/>
                  <a:pt x="789556" y="35085"/>
                </a:cubicBezTo>
                <a:cubicBezTo>
                  <a:pt x="790519" y="35299"/>
                  <a:pt x="791389" y="35540"/>
                  <a:pt x="792165" y="35808"/>
                </a:cubicBezTo>
                <a:cubicBezTo>
                  <a:pt x="792941" y="36076"/>
                  <a:pt x="793490" y="36343"/>
                  <a:pt x="793811" y="36611"/>
                </a:cubicBezTo>
                <a:cubicBezTo>
                  <a:pt x="794132" y="36878"/>
                  <a:pt x="794346" y="37133"/>
                  <a:pt x="794453" y="37374"/>
                </a:cubicBezTo>
                <a:cubicBezTo>
                  <a:pt x="794560" y="37614"/>
                  <a:pt x="794654" y="37922"/>
                  <a:pt x="794734" y="38297"/>
                </a:cubicBezTo>
                <a:cubicBezTo>
                  <a:pt x="794814" y="38672"/>
                  <a:pt x="794868" y="39220"/>
                  <a:pt x="794895" y="39943"/>
                </a:cubicBezTo>
                <a:cubicBezTo>
                  <a:pt x="794922" y="40665"/>
                  <a:pt x="794935" y="41642"/>
                  <a:pt x="794935" y="42873"/>
                </a:cubicBezTo>
                <a:close/>
                <a:moveTo>
                  <a:pt x="886192" y="42873"/>
                </a:moveTo>
                <a:cubicBezTo>
                  <a:pt x="886192" y="44051"/>
                  <a:pt x="886166" y="45041"/>
                  <a:pt x="886112" y="45844"/>
                </a:cubicBezTo>
                <a:cubicBezTo>
                  <a:pt x="886058" y="46647"/>
                  <a:pt x="885951" y="47276"/>
                  <a:pt x="885791" y="47731"/>
                </a:cubicBezTo>
                <a:cubicBezTo>
                  <a:pt x="885630" y="48186"/>
                  <a:pt x="885430" y="48533"/>
                  <a:pt x="885189" y="48774"/>
                </a:cubicBezTo>
                <a:cubicBezTo>
                  <a:pt x="884948" y="49015"/>
                  <a:pt x="884613" y="49136"/>
                  <a:pt x="884185" y="49136"/>
                </a:cubicBezTo>
                <a:cubicBezTo>
                  <a:pt x="883757" y="49136"/>
                  <a:pt x="883235" y="49015"/>
                  <a:pt x="882620" y="48774"/>
                </a:cubicBezTo>
                <a:cubicBezTo>
                  <a:pt x="882004" y="48533"/>
                  <a:pt x="881308" y="48293"/>
                  <a:pt x="880532" y="48052"/>
                </a:cubicBezTo>
                <a:cubicBezTo>
                  <a:pt x="879756" y="47811"/>
                  <a:pt x="878886" y="47583"/>
                  <a:pt x="877923" y="47369"/>
                </a:cubicBezTo>
                <a:cubicBezTo>
                  <a:pt x="876959" y="47155"/>
                  <a:pt x="875916" y="47048"/>
                  <a:pt x="874792" y="47048"/>
                </a:cubicBezTo>
                <a:cubicBezTo>
                  <a:pt x="873453" y="47048"/>
                  <a:pt x="872142" y="47316"/>
                  <a:pt x="870857" y="47851"/>
                </a:cubicBezTo>
                <a:cubicBezTo>
                  <a:pt x="869573" y="48386"/>
                  <a:pt x="868221" y="49269"/>
                  <a:pt x="866803" y="50500"/>
                </a:cubicBezTo>
                <a:cubicBezTo>
                  <a:pt x="865385" y="51732"/>
                  <a:pt x="863899" y="53364"/>
                  <a:pt x="862347" y="55398"/>
                </a:cubicBezTo>
                <a:cubicBezTo>
                  <a:pt x="860795" y="57432"/>
                  <a:pt x="859082" y="59921"/>
                  <a:pt x="857209" y="62865"/>
                </a:cubicBezTo>
                <a:lnTo>
                  <a:pt x="857209" y="110395"/>
                </a:lnTo>
                <a:cubicBezTo>
                  <a:pt x="857209" y="110823"/>
                  <a:pt x="857102" y="111184"/>
                  <a:pt x="856888" y="111478"/>
                </a:cubicBezTo>
                <a:cubicBezTo>
                  <a:pt x="856673" y="111773"/>
                  <a:pt x="856326" y="112027"/>
                  <a:pt x="855844" y="112241"/>
                </a:cubicBezTo>
                <a:cubicBezTo>
                  <a:pt x="855362" y="112455"/>
                  <a:pt x="854693" y="112616"/>
                  <a:pt x="853837" y="112723"/>
                </a:cubicBezTo>
                <a:cubicBezTo>
                  <a:pt x="852980" y="112830"/>
                  <a:pt x="851883" y="112883"/>
                  <a:pt x="850545" y="112883"/>
                </a:cubicBezTo>
                <a:cubicBezTo>
                  <a:pt x="849260" y="112883"/>
                  <a:pt x="848190" y="112830"/>
                  <a:pt x="847333" y="112723"/>
                </a:cubicBezTo>
                <a:cubicBezTo>
                  <a:pt x="846477" y="112616"/>
                  <a:pt x="845795" y="112455"/>
                  <a:pt x="845286" y="112241"/>
                </a:cubicBezTo>
                <a:cubicBezTo>
                  <a:pt x="844778" y="112027"/>
                  <a:pt x="844430" y="111773"/>
                  <a:pt x="844242" y="111478"/>
                </a:cubicBezTo>
                <a:cubicBezTo>
                  <a:pt x="844055" y="111184"/>
                  <a:pt x="843961" y="110823"/>
                  <a:pt x="843961" y="110395"/>
                </a:cubicBezTo>
                <a:lnTo>
                  <a:pt x="843961" y="38136"/>
                </a:lnTo>
                <a:cubicBezTo>
                  <a:pt x="843961" y="37708"/>
                  <a:pt x="844042" y="37347"/>
                  <a:pt x="844202" y="37052"/>
                </a:cubicBezTo>
                <a:cubicBezTo>
                  <a:pt x="844363" y="36758"/>
                  <a:pt x="844684" y="36490"/>
                  <a:pt x="845166" y="36250"/>
                </a:cubicBezTo>
                <a:cubicBezTo>
                  <a:pt x="845647" y="36009"/>
                  <a:pt x="846263" y="35848"/>
                  <a:pt x="847012" y="35768"/>
                </a:cubicBezTo>
                <a:cubicBezTo>
                  <a:pt x="847762" y="35688"/>
                  <a:pt x="848752" y="35647"/>
                  <a:pt x="849983" y="35647"/>
                </a:cubicBezTo>
                <a:cubicBezTo>
                  <a:pt x="851160" y="35647"/>
                  <a:pt x="852137" y="35688"/>
                  <a:pt x="852913" y="35768"/>
                </a:cubicBezTo>
                <a:cubicBezTo>
                  <a:pt x="853689" y="35848"/>
                  <a:pt x="854292" y="36009"/>
                  <a:pt x="854720" y="36250"/>
                </a:cubicBezTo>
                <a:cubicBezTo>
                  <a:pt x="855148" y="36490"/>
                  <a:pt x="855456" y="36758"/>
                  <a:pt x="855643" y="37052"/>
                </a:cubicBezTo>
                <a:cubicBezTo>
                  <a:pt x="855830" y="37347"/>
                  <a:pt x="855924" y="37708"/>
                  <a:pt x="855924" y="38136"/>
                </a:cubicBezTo>
                <a:lnTo>
                  <a:pt x="855924" y="48654"/>
                </a:lnTo>
                <a:cubicBezTo>
                  <a:pt x="857905" y="45764"/>
                  <a:pt x="859765" y="43408"/>
                  <a:pt x="861504" y="41589"/>
                </a:cubicBezTo>
                <a:cubicBezTo>
                  <a:pt x="863244" y="39769"/>
                  <a:pt x="864889" y="38337"/>
                  <a:pt x="866442" y="37293"/>
                </a:cubicBezTo>
                <a:cubicBezTo>
                  <a:pt x="867994" y="36250"/>
                  <a:pt x="869533" y="35527"/>
                  <a:pt x="871058" y="35126"/>
                </a:cubicBezTo>
                <a:cubicBezTo>
                  <a:pt x="872584" y="34724"/>
                  <a:pt x="874122" y="34523"/>
                  <a:pt x="875675" y="34523"/>
                </a:cubicBezTo>
                <a:cubicBezTo>
                  <a:pt x="876371" y="34523"/>
                  <a:pt x="877160" y="34564"/>
                  <a:pt x="878043" y="34644"/>
                </a:cubicBezTo>
                <a:cubicBezTo>
                  <a:pt x="878926" y="34724"/>
                  <a:pt x="879850" y="34871"/>
                  <a:pt x="880813" y="35085"/>
                </a:cubicBezTo>
                <a:cubicBezTo>
                  <a:pt x="881777" y="35299"/>
                  <a:pt x="882646" y="35540"/>
                  <a:pt x="883422" y="35808"/>
                </a:cubicBezTo>
                <a:cubicBezTo>
                  <a:pt x="884199" y="36076"/>
                  <a:pt x="884747" y="36343"/>
                  <a:pt x="885068" y="36611"/>
                </a:cubicBezTo>
                <a:cubicBezTo>
                  <a:pt x="885389" y="36878"/>
                  <a:pt x="885604" y="37133"/>
                  <a:pt x="885711" y="37374"/>
                </a:cubicBezTo>
                <a:cubicBezTo>
                  <a:pt x="885818" y="37614"/>
                  <a:pt x="885911" y="37922"/>
                  <a:pt x="885992" y="38297"/>
                </a:cubicBezTo>
                <a:cubicBezTo>
                  <a:pt x="886072" y="38672"/>
                  <a:pt x="886125" y="39220"/>
                  <a:pt x="886152" y="39943"/>
                </a:cubicBezTo>
                <a:cubicBezTo>
                  <a:pt x="886179" y="40665"/>
                  <a:pt x="886192" y="41642"/>
                  <a:pt x="886192" y="42873"/>
                </a:cubicBezTo>
                <a:close/>
                <a:moveTo>
                  <a:pt x="960376" y="71134"/>
                </a:moveTo>
                <a:cubicBezTo>
                  <a:pt x="960376" y="73222"/>
                  <a:pt x="959854" y="74707"/>
                  <a:pt x="958810" y="75590"/>
                </a:cubicBezTo>
                <a:cubicBezTo>
                  <a:pt x="957767" y="76473"/>
                  <a:pt x="956576" y="76915"/>
                  <a:pt x="955238" y="76915"/>
                </a:cubicBezTo>
                <a:lnTo>
                  <a:pt x="907868" y="76915"/>
                </a:lnTo>
                <a:cubicBezTo>
                  <a:pt x="907868" y="80941"/>
                  <a:pt x="908270" y="84565"/>
                  <a:pt x="909073" y="87786"/>
                </a:cubicBezTo>
                <a:cubicBezTo>
                  <a:pt x="909876" y="91008"/>
                  <a:pt x="911214" y="93773"/>
                  <a:pt x="913087" y="96081"/>
                </a:cubicBezTo>
                <a:cubicBezTo>
                  <a:pt x="914960" y="98389"/>
                  <a:pt x="917396" y="100161"/>
                  <a:pt x="920393" y="101397"/>
                </a:cubicBezTo>
                <a:cubicBezTo>
                  <a:pt x="923390" y="102632"/>
                  <a:pt x="927057" y="103249"/>
                  <a:pt x="931392" y="103249"/>
                </a:cubicBezTo>
                <a:cubicBezTo>
                  <a:pt x="934818" y="103249"/>
                  <a:pt x="937869" y="102968"/>
                  <a:pt x="940545" y="102406"/>
                </a:cubicBezTo>
                <a:cubicBezTo>
                  <a:pt x="943221" y="101844"/>
                  <a:pt x="945536" y="101215"/>
                  <a:pt x="947490" y="100519"/>
                </a:cubicBezTo>
                <a:cubicBezTo>
                  <a:pt x="949444" y="99823"/>
                  <a:pt x="951049" y="99195"/>
                  <a:pt x="952307" y="98632"/>
                </a:cubicBezTo>
                <a:cubicBezTo>
                  <a:pt x="953565" y="98070"/>
                  <a:pt x="954515" y="97789"/>
                  <a:pt x="955157" y="97789"/>
                </a:cubicBezTo>
                <a:cubicBezTo>
                  <a:pt x="955532" y="97789"/>
                  <a:pt x="955867" y="97883"/>
                  <a:pt x="956161" y="98070"/>
                </a:cubicBezTo>
                <a:cubicBezTo>
                  <a:pt x="956455" y="98258"/>
                  <a:pt x="956683" y="98539"/>
                  <a:pt x="956843" y="98914"/>
                </a:cubicBezTo>
                <a:cubicBezTo>
                  <a:pt x="957004" y="99288"/>
                  <a:pt x="957124" y="99810"/>
                  <a:pt x="957205" y="100479"/>
                </a:cubicBezTo>
                <a:cubicBezTo>
                  <a:pt x="957285" y="101148"/>
                  <a:pt x="957325" y="101964"/>
                  <a:pt x="957325" y="102928"/>
                </a:cubicBezTo>
                <a:cubicBezTo>
                  <a:pt x="957325" y="103624"/>
                  <a:pt x="957298" y="104226"/>
                  <a:pt x="957245" y="104734"/>
                </a:cubicBezTo>
                <a:cubicBezTo>
                  <a:pt x="957191" y="105243"/>
                  <a:pt x="957124" y="105698"/>
                  <a:pt x="957044" y="106099"/>
                </a:cubicBezTo>
                <a:cubicBezTo>
                  <a:pt x="956964" y="106501"/>
                  <a:pt x="956830" y="106862"/>
                  <a:pt x="956643" y="107183"/>
                </a:cubicBezTo>
                <a:cubicBezTo>
                  <a:pt x="956455" y="107504"/>
                  <a:pt x="956214" y="107812"/>
                  <a:pt x="955920" y="108106"/>
                </a:cubicBezTo>
                <a:cubicBezTo>
                  <a:pt x="955626" y="108401"/>
                  <a:pt x="954756" y="108882"/>
                  <a:pt x="953311" y="109552"/>
                </a:cubicBezTo>
                <a:cubicBezTo>
                  <a:pt x="951866" y="110221"/>
                  <a:pt x="949992" y="110876"/>
                  <a:pt x="947691" y="111519"/>
                </a:cubicBezTo>
                <a:cubicBezTo>
                  <a:pt x="945389" y="112161"/>
                  <a:pt x="942726" y="112736"/>
                  <a:pt x="939702" y="113245"/>
                </a:cubicBezTo>
                <a:cubicBezTo>
                  <a:pt x="936678" y="113753"/>
                  <a:pt x="933453" y="114007"/>
                  <a:pt x="930028" y="114007"/>
                </a:cubicBezTo>
                <a:cubicBezTo>
                  <a:pt x="924086" y="114007"/>
                  <a:pt x="918881" y="113177"/>
                  <a:pt x="914412" y="111516"/>
                </a:cubicBezTo>
                <a:cubicBezTo>
                  <a:pt x="909942" y="109855"/>
                  <a:pt x="906182" y="107390"/>
                  <a:pt x="903131" y="104122"/>
                </a:cubicBezTo>
                <a:cubicBezTo>
                  <a:pt x="900081" y="100854"/>
                  <a:pt x="897779" y="96755"/>
                  <a:pt x="896227" y="91826"/>
                </a:cubicBezTo>
                <a:cubicBezTo>
                  <a:pt x="894675" y="86896"/>
                  <a:pt x="893898" y="81163"/>
                  <a:pt x="893898" y="74627"/>
                </a:cubicBezTo>
                <a:cubicBezTo>
                  <a:pt x="893898" y="68411"/>
                  <a:pt x="894701" y="62825"/>
                  <a:pt x="896307" y="57869"/>
                </a:cubicBezTo>
                <a:cubicBezTo>
                  <a:pt x="897913" y="52913"/>
                  <a:pt x="900228" y="48707"/>
                  <a:pt x="903252" y="45252"/>
                </a:cubicBezTo>
                <a:cubicBezTo>
                  <a:pt x="906276" y="41796"/>
                  <a:pt x="909929" y="39144"/>
                  <a:pt x="914211" y="37296"/>
                </a:cubicBezTo>
                <a:cubicBezTo>
                  <a:pt x="918493" y="35448"/>
                  <a:pt x="923283" y="34523"/>
                  <a:pt x="928582" y="34523"/>
                </a:cubicBezTo>
                <a:cubicBezTo>
                  <a:pt x="934256" y="34523"/>
                  <a:pt x="939087" y="35433"/>
                  <a:pt x="943074" y="37253"/>
                </a:cubicBezTo>
                <a:cubicBezTo>
                  <a:pt x="947062" y="39073"/>
                  <a:pt x="950340" y="41522"/>
                  <a:pt x="952909" y="44599"/>
                </a:cubicBezTo>
                <a:cubicBezTo>
                  <a:pt x="955478" y="47677"/>
                  <a:pt x="957365" y="51290"/>
                  <a:pt x="958570" y="55438"/>
                </a:cubicBezTo>
                <a:cubicBezTo>
                  <a:pt x="959774" y="59586"/>
                  <a:pt x="960376" y="64015"/>
                  <a:pt x="960376" y="68726"/>
                </a:cubicBezTo>
                <a:lnTo>
                  <a:pt x="960376" y="71134"/>
                </a:lnTo>
                <a:moveTo>
                  <a:pt x="947048" y="67200"/>
                </a:moveTo>
                <a:cubicBezTo>
                  <a:pt x="947209" y="60242"/>
                  <a:pt x="945670" y="54782"/>
                  <a:pt x="942432" y="50822"/>
                </a:cubicBezTo>
                <a:cubicBezTo>
                  <a:pt x="939194" y="46861"/>
                  <a:pt x="934390" y="44880"/>
                  <a:pt x="928020" y="44880"/>
                </a:cubicBezTo>
                <a:cubicBezTo>
                  <a:pt x="924755" y="44880"/>
                  <a:pt x="921892" y="45496"/>
                  <a:pt x="919430" y="46727"/>
                </a:cubicBezTo>
                <a:cubicBezTo>
                  <a:pt x="916968" y="47958"/>
                  <a:pt x="914907" y="49591"/>
                  <a:pt x="913248" y="51625"/>
                </a:cubicBezTo>
                <a:cubicBezTo>
                  <a:pt x="911588" y="53658"/>
                  <a:pt x="910304" y="56027"/>
                  <a:pt x="909394" y="58730"/>
                </a:cubicBezTo>
                <a:cubicBezTo>
                  <a:pt x="908484" y="61433"/>
                  <a:pt x="907975" y="64256"/>
                  <a:pt x="907868" y="67200"/>
                </a:cubicBezTo>
                <a:lnTo>
                  <a:pt x="947048" y="67200"/>
                </a:lnTo>
                <a:close/>
                <a:moveTo>
                  <a:pt x="1029087" y="90782"/>
                </a:moveTo>
                <a:cubicBezTo>
                  <a:pt x="1029087" y="94478"/>
                  <a:pt x="1028405" y="97774"/>
                  <a:pt x="1027040" y="100667"/>
                </a:cubicBezTo>
                <a:cubicBezTo>
                  <a:pt x="1025675" y="103559"/>
                  <a:pt x="1023734" y="105997"/>
                  <a:pt x="1021219" y="107981"/>
                </a:cubicBezTo>
                <a:cubicBezTo>
                  <a:pt x="1018703" y="109963"/>
                  <a:pt x="1015706" y="111463"/>
                  <a:pt x="1012227" y="112479"/>
                </a:cubicBezTo>
                <a:cubicBezTo>
                  <a:pt x="1008748" y="113498"/>
                  <a:pt x="1004921" y="114007"/>
                  <a:pt x="1000746" y="114007"/>
                </a:cubicBezTo>
                <a:cubicBezTo>
                  <a:pt x="998176" y="114007"/>
                  <a:pt x="995728" y="113807"/>
                  <a:pt x="993399" y="113405"/>
                </a:cubicBezTo>
                <a:cubicBezTo>
                  <a:pt x="991071" y="113004"/>
                  <a:pt x="988984" y="112495"/>
                  <a:pt x="987137" y="111880"/>
                </a:cubicBezTo>
                <a:cubicBezTo>
                  <a:pt x="985290" y="111264"/>
                  <a:pt x="983725" y="110622"/>
                  <a:pt x="982440" y="109953"/>
                </a:cubicBezTo>
                <a:cubicBezTo>
                  <a:pt x="981156" y="109284"/>
                  <a:pt x="980219" y="108682"/>
                  <a:pt x="979630" y="108146"/>
                </a:cubicBezTo>
                <a:cubicBezTo>
                  <a:pt x="979041" y="107611"/>
                  <a:pt x="978613" y="106862"/>
                  <a:pt x="978346" y="105898"/>
                </a:cubicBezTo>
                <a:cubicBezTo>
                  <a:pt x="978078" y="104935"/>
                  <a:pt x="977944" y="103624"/>
                  <a:pt x="977944" y="101964"/>
                </a:cubicBezTo>
                <a:cubicBezTo>
                  <a:pt x="977944" y="100947"/>
                  <a:pt x="977998" y="100091"/>
                  <a:pt x="978105" y="99395"/>
                </a:cubicBezTo>
                <a:cubicBezTo>
                  <a:pt x="978212" y="98699"/>
                  <a:pt x="978346" y="98137"/>
                  <a:pt x="978506" y="97709"/>
                </a:cubicBezTo>
                <a:cubicBezTo>
                  <a:pt x="978667" y="97281"/>
                  <a:pt x="978894" y="96973"/>
                  <a:pt x="979189" y="96786"/>
                </a:cubicBezTo>
                <a:cubicBezTo>
                  <a:pt x="979483" y="96599"/>
                  <a:pt x="979818" y="96505"/>
                  <a:pt x="980192" y="96505"/>
                </a:cubicBezTo>
                <a:cubicBezTo>
                  <a:pt x="980781" y="96505"/>
                  <a:pt x="981651" y="96866"/>
                  <a:pt x="982802" y="97589"/>
                </a:cubicBezTo>
                <a:cubicBezTo>
                  <a:pt x="983952" y="98311"/>
                  <a:pt x="985371" y="99101"/>
                  <a:pt x="987057" y="99957"/>
                </a:cubicBezTo>
                <a:cubicBezTo>
                  <a:pt x="988743" y="100814"/>
                  <a:pt x="990737" y="101603"/>
                  <a:pt x="993038" y="102326"/>
                </a:cubicBezTo>
                <a:cubicBezTo>
                  <a:pt x="995340" y="103048"/>
                  <a:pt x="997989" y="103410"/>
                  <a:pt x="1000987" y="103410"/>
                </a:cubicBezTo>
                <a:cubicBezTo>
                  <a:pt x="1003235" y="103410"/>
                  <a:pt x="1005268" y="103169"/>
                  <a:pt x="1007088" y="102687"/>
                </a:cubicBezTo>
                <a:cubicBezTo>
                  <a:pt x="1008908" y="102204"/>
                  <a:pt x="1010487" y="101493"/>
                  <a:pt x="1011825" y="100554"/>
                </a:cubicBezTo>
                <a:cubicBezTo>
                  <a:pt x="1013163" y="99616"/>
                  <a:pt x="1014194" y="98423"/>
                  <a:pt x="1014916" y="96974"/>
                </a:cubicBezTo>
                <a:cubicBezTo>
                  <a:pt x="1015639" y="95526"/>
                  <a:pt x="1016000" y="93809"/>
                  <a:pt x="1016000" y="91826"/>
                </a:cubicBezTo>
                <a:cubicBezTo>
                  <a:pt x="1016000" y="89790"/>
                  <a:pt x="1015478" y="88076"/>
                  <a:pt x="1014435" y="86682"/>
                </a:cubicBezTo>
                <a:cubicBezTo>
                  <a:pt x="1013391" y="85289"/>
                  <a:pt x="1012013" y="84057"/>
                  <a:pt x="1010300" y="82987"/>
                </a:cubicBezTo>
                <a:cubicBezTo>
                  <a:pt x="1008587" y="81914"/>
                  <a:pt x="1006660" y="80964"/>
                  <a:pt x="1004519" y="80134"/>
                </a:cubicBezTo>
                <a:cubicBezTo>
                  <a:pt x="1002378" y="79303"/>
                  <a:pt x="1000170" y="78432"/>
                  <a:pt x="997895" y="77522"/>
                </a:cubicBezTo>
                <a:cubicBezTo>
                  <a:pt x="995621" y="76610"/>
                  <a:pt x="993399" y="75578"/>
                  <a:pt x="991232" y="74426"/>
                </a:cubicBezTo>
                <a:cubicBezTo>
                  <a:pt x="989064" y="73274"/>
                  <a:pt x="987124" y="71867"/>
                  <a:pt x="985411" y="70206"/>
                </a:cubicBezTo>
                <a:cubicBezTo>
                  <a:pt x="983698" y="68545"/>
                  <a:pt x="982320" y="66563"/>
                  <a:pt x="981276" y="64260"/>
                </a:cubicBezTo>
                <a:cubicBezTo>
                  <a:pt x="980232" y="61956"/>
                  <a:pt x="979710" y="59197"/>
                  <a:pt x="979710" y="55983"/>
                </a:cubicBezTo>
                <a:cubicBezTo>
                  <a:pt x="979710" y="53142"/>
                  <a:pt x="980259" y="50424"/>
                  <a:pt x="981356" y="47826"/>
                </a:cubicBezTo>
                <a:cubicBezTo>
                  <a:pt x="982454" y="45227"/>
                  <a:pt x="984100" y="42949"/>
                  <a:pt x="986294" y="40994"/>
                </a:cubicBezTo>
                <a:cubicBezTo>
                  <a:pt x="988489" y="39037"/>
                  <a:pt x="991232" y="37470"/>
                  <a:pt x="994523" y="36292"/>
                </a:cubicBezTo>
                <a:cubicBezTo>
                  <a:pt x="997815" y="35113"/>
                  <a:pt x="1001656" y="34523"/>
                  <a:pt x="1006045" y="34523"/>
                </a:cubicBezTo>
                <a:cubicBezTo>
                  <a:pt x="1007971" y="34523"/>
                  <a:pt x="1009898" y="34686"/>
                  <a:pt x="1011825" y="35013"/>
                </a:cubicBezTo>
                <a:cubicBezTo>
                  <a:pt x="1013752" y="35339"/>
                  <a:pt x="1015492" y="35746"/>
                  <a:pt x="1017044" y="36234"/>
                </a:cubicBezTo>
                <a:cubicBezTo>
                  <a:pt x="1018596" y="36723"/>
                  <a:pt x="1019921" y="37252"/>
                  <a:pt x="1021018" y="37823"/>
                </a:cubicBezTo>
                <a:cubicBezTo>
                  <a:pt x="1022115" y="38393"/>
                  <a:pt x="1022945" y="38896"/>
                  <a:pt x="1023507" y="39331"/>
                </a:cubicBezTo>
                <a:cubicBezTo>
                  <a:pt x="1024069" y="39765"/>
                  <a:pt x="1024444" y="40143"/>
                  <a:pt x="1024631" y="40465"/>
                </a:cubicBezTo>
                <a:cubicBezTo>
                  <a:pt x="1024818" y="40786"/>
                  <a:pt x="1024952" y="41147"/>
                  <a:pt x="1025032" y="41548"/>
                </a:cubicBezTo>
                <a:cubicBezTo>
                  <a:pt x="1025113" y="41950"/>
                  <a:pt x="1025193" y="42445"/>
                  <a:pt x="1025273" y="43034"/>
                </a:cubicBezTo>
                <a:cubicBezTo>
                  <a:pt x="1025354" y="43623"/>
                  <a:pt x="1025394" y="44345"/>
                  <a:pt x="1025394" y="45202"/>
                </a:cubicBezTo>
                <a:cubicBezTo>
                  <a:pt x="1025394" y="46111"/>
                  <a:pt x="1025354" y="46901"/>
                  <a:pt x="1025273" y="47570"/>
                </a:cubicBezTo>
                <a:cubicBezTo>
                  <a:pt x="1025193" y="48239"/>
                  <a:pt x="1025059" y="48788"/>
                  <a:pt x="1024872" y="49216"/>
                </a:cubicBezTo>
                <a:cubicBezTo>
                  <a:pt x="1024685" y="49644"/>
                  <a:pt x="1024457" y="49952"/>
                  <a:pt x="1024189" y="50139"/>
                </a:cubicBezTo>
                <a:cubicBezTo>
                  <a:pt x="1023922" y="50327"/>
                  <a:pt x="1023627" y="50420"/>
                  <a:pt x="1023306" y="50420"/>
                </a:cubicBezTo>
                <a:cubicBezTo>
                  <a:pt x="1022825" y="50420"/>
                  <a:pt x="1022129" y="50122"/>
                  <a:pt x="1021219" y="49524"/>
                </a:cubicBezTo>
                <a:cubicBezTo>
                  <a:pt x="1020309" y="48927"/>
                  <a:pt x="1019131" y="48289"/>
                  <a:pt x="1017686" y="47610"/>
                </a:cubicBezTo>
                <a:cubicBezTo>
                  <a:pt x="1016241" y="46931"/>
                  <a:pt x="1014542" y="46293"/>
                  <a:pt x="1012588" y="45696"/>
                </a:cubicBezTo>
                <a:cubicBezTo>
                  <a:pt x="1010634" y="45099"/>
                  <a:pt x="1008400" y="44800"/>
                  <a:pt x="1005884" y="44800"/>
                </a:cubicBezTo>
                <a:cubicBezTo>
                  <a:pt x="1003636" y="44800"/>
                  <a:pt x="1001656" y="45055"/>
                  <a:pt x="999943" y="45565"/>
                </a:cubicBezTo>
                <a:cubicBezTo>
                  <a:pt x="998230" y="46074"/>
                  <a:pt x="996825" y="46797"/>
                  <a:pt x="995728" y="47736"/>
                </a:cubicBezTo>
                <a:cubicBezTo>
                  <a:pt x="994630" y="48674"/>
                  <a:pt x="993801" y="49787"/>
                  <a:pt x="993239" y="51075"/>
                </a:cubicBezTo>
                <a:cubicBezTo>
                  <a:pt x="992677" y="52361"/>
                  <a:pt x="992396" y="53755"/>
                  <a:pt x="992396" y="55257"/>
                </a:cubicBezTo>
                <a:cubicBezTo>
                  <a:pt x="992396" y="57347"/>
                  <a:pt x="992931" y="59101"/>
                  <a:pt x="994002" y="60521"/>
                </a:cubicBezTo>
                <a:cubicBezTo>
                  <a:pt x="995072" y="61941"/>
                  <a:pt x="996464" y="63187"/>
                  <a:pt x="998176" y="64260"/>
                </a:cubicBezTo>
                <a:cubicBezTo>
                  <a:pt x="999889" y="65330"/>
                  <a:pt x="1001843" y="66294"/>
                  <a:pt x="1004037" y="67152"/>
                </a:cubicBezTo>
                <a:cubicBezTo>
                  <a:pt x="1006232" y="68009"/>
                  <a:pt x="1008467" y="68893"/>
                  <a:pt x="1010741" y="69804"/>
                </a:cubicBezTo>
                <a:cubicBezTo>
                  <a:pt x="1013016" y="70714"/>
                  <a:pt x="1015264" y="71732"/>
                  <a:pt x="1017485" y="72858"/>
                </a:cubicBezTo>
                <a:cubicBezTo>
                  <a:pt x="1019707" y="73984"/>
                  <a:pt x="1021674" y="75350"/>
                  <a:pt x="1023387" y="76958"/>
                </a:cubicBezTo>
                <a:cubicBezTo>
                  <a:pt x="1025099" y="78565"/>
                  <a:pt x="1026478" y="80494"/>
                  <a:pt x="1027521" y="82746"/>
                </a:cubicBezTo>
                <a:cubicBezTo>
                  <a:pt x="1028565" y="84995"/>
                  <a:pt x="1029087" y="87674"/>
                  <a:pt x="1029087" y="90782"/>
                </a:cubicBezTo>
                <a:close/>
                <a:moveTo>
                  <a:pt x="1111041" y="73182"/>
                </a:moveTo>
                <a:cubicBezTo>
                  <a:pt x="1111041" y="79502"/>
                  <a:pt x="1110358" y="85181"/>
                  <a:pt x="1108993" y="90217"/>
                </a:cubicBezTo>
                <a:cubicBezTo>
                  <a:pt x="1107628" y="95254"/>
                  <a:pt x="1105621" y="99527"/>
                  <a:pt x="1102972" y="103038"/>
                </a:cubicBezTo>
                <a:cubicBezTo>
                  <a:pt x="1100322" y="106547"/>
                  <a:pt x="1097044" y="109253"/>
                  <a:pt x="1093137" y="111155"/>
                </a:cubicBezTo>
                <a:cubicBezTo>
                  <a:pt x="1089229" y="113057"/>
                  <a:pt x="1084760" y="114007"/>
                  <a:pt x="1079729" y="114007"/>
                </a:cubicBezTo>
                <a:cubicBezTo>
                  <a:pt x="1077588" y="114007"/>
                  <a:pt x="1075607" y="113793"/>
                  <a:pt x="1073787" y="113365"/>
                </a:cubicBezTo>
                <a:cubicBezTo>
                  <a:pt x="1071968" y="112937"/>
                  <a:pt x="1070188" y="112268"/>
                  <a:pt x="1068448" y="111358"/>
                </a:cubicBezTo>
                <a:cubicBezTo>
                  <a:pt x="1066709" y="110446"/>
                  <a:pt x="1064983" y="109294"/>
                  <a:pt x="1063270" y="107901"/>
                </a:cubicBezTo>
                <a:cubicBezTo>
                  <a:pt x="1061557" y="106507"/>
                  <a:pt x="1059737" y="104873"/>
                  <a:pt x="1057810" y="102998"/>
                </a:cubicBezTo>
                <a:lnTo>
                  <a:pt x="1057810" y="139062"/>
                </a:lnTo>
                <a:cubicBezTo>
                  <a:pt x="1057810" y="139489"/>
                  <a:pt x="1057703" y="139862"/>
                  <a:pt x="1057489" y="140183"/>
                </a:cubicBezTo>
                <a:cubicBezTo>
                  <a:pt x="1057275" y="140505"/>
                  <a:pt x="1056927" y="140771"/>
                  <a:pt x="1056445" y="140984"/>
                </a:cubicBezTo>
                <a:cubicBezTo>
                  <a:pt x="1055964" y="141198"/>
                  <a:pt x="1055295" y="141359"/>
                  <a:pt x="1054438" y="141466"/>
                </a:cubicBezTo>
                <a:cubicBezTo>
                  <a:pt x="1053582" y="141573"/>
                  <a:pt x="1052485" y="141626"/>
                  <a:pt x="1051147" y="141626"/>
                </a:cubicBezTo>
                <a:cubicBezTo>
                  <a:pt x="1049862" y="141626"/>
                  <a:pt x="1048791" y="141573"/>
                  <a:pt x="1047935" y="141466"/>
                </a:cubicBezTo>
                <a:cubicBezTo>
                  <a:pt x="1047079" y="141359"/>
                  <a:pt x="1046396" y="141198"/>
                  <a:pt x="1045888" y="140984"/>
                </a:cubicBezTo>
                <a:cubicBezTo>
                  <a:pt x="1045379" y="140770"/>
                  <a:pt x="1045031" y="140502"/>
                  <a:pt x="1044844" y="140181"/>
                </a:cubicBezTo>
                <a:cubicBezTo>
                  <a:pt x="1044657" y="139860"/>
                  <a:pt x="1044563" y="139485"/>
                  <a:pt x="1044563" y="139057"/>
                </a:cubicBezTo>
                <a:lnTo>
                  <a:pt x="1044563" y="38136"/>
                </a:lnTo>
                <a:cubicBezTo>
                  <a:pt x="1044563" y="37655"/>
                  <a:pt x="1044643" y="37267"/>
                  <a:pt x="1044804" y="36972"/>
                </a:cubicBezTo>
                <a:cubicBezTo>
                  <a:pt x="1044964" y="36678"/>
                  <a:pt x="1045286" y="36424"/>
                  <a:pt x="1045767" y="36209"/>
                </a:cubicBezTo>
                <a:cubicBezTo>
                  <a:pt x="1046249" y="35995"/>
                  <a:pt x="1046865" y="35848"/>
                  <a:pt x="1047614" y="35768"/>
                </a:cubicBezTo>
                <a:cubicBezTo>
                  <a:pt x="1048363" y="35688"/>
                  <a:pt x="1049273" y="35647"/>
                  <a:pt x="1050344" y="35647"/>
                </a:cubicBezTo>
                <a:cubicBezTo>
                  <a:pt x="1051468" y="35647"/>
                  <a:pt x="1052391" y="35688"/>
                  <a:pt x="1053114" y="35768"/>
                </a:cubicBezTo>
                <a:cubicBezTo>
                  <a:pt x="1053836" y="35848"/>
                  <a:pt x="1054438" y="35995"/>
                  <a:pt x="1054920" y="36209"/>
                </a:cubicBezTo>
                <a:cubicBezTo>
                  <a:pt x="1055402" y="36424"/>
                  <a:pt x="1055736" y="36679"/>
                  <a:pt x="1055924" y="36975"/>
                </a:cubicBezTo>
                <a:cubicBezTo>
                  <a:pt x="1056111" y="37269"/>
                  <a:pt x="1056205" y="37657"/>
                  <a:pt x="1056205" y="38139"/>
                </a:cubicBezTo>
                <a:lnTo>
                  <a:pt x="1056205" y="47864"/>
                </a:lnTo>
                <a:cubicBezTo>
                  <a:pt x="1058399" y="45614"/>
                  <a:pt x="1060513" y="43659"/>
                  <a:pt x="1062547" y="41998"/>
                </a:cubicBezTo>
                <a:cubicBezTo>
                  <a:pt x="1064581" y="40337"/>
                  <a:pt x="1066629" y="38958"/>
                  <a:pt x="1068689" y="37860"/>
                </a:cubicBezTo>
                <a:cubicBezTo>
                  <a:pt x="1070750" y="36761"/>
                  <a:pt x="1072864" y="35931"/>
                  <a:pt x="1075032" y="35369"/>
                </a:cubicBezTo>
                <a:cubicBezTo>
                  <a:pt x="1077200" y="34805"/>
                  <a:pt x="1079488" y="34523"/>
                  <a:pt x="1081896" y="34523"/>
                </a:cubicBezTo>
                <a:cubicBezTo>
                  <a:pt x="1087142" y="34523"/>
                  <a:pt x="1091611" y="35541"/>
                  <a:pt x="1095304" y="37577"/>
                </a:cubicBezTo>
                <a:cubicBezTo>
                  <a:pt x="1098998" y="39612"/>
                  <a:pt x="1102008" y="42399"/>
                  <a:pt x="1104337" y="45937"/>
                </a:cubicBezTo>
                <a:cubicBezTo>
                  <a:pt x="1106665" y="49473"/>
                  <a:pt x="1108364" y="53585"/>
                  <a:pt x="1109435" y="58273"/>
                </a:cubicBezTo>
                <a:cubicBezTo>
                  <a:pt x="1110505" y="62960"/>
                  <a:pt x="1111041" y="67929"/>
                  <a:pt x="1111041" y="73182"/>
                </a:cubicBezTo>
                <a:moveTo>
                  <a:pt x="1097071" y="74707"/>
                </a:moveTo>
                <a:cubicBezTo>
                  <a:pt x="1097071" y="71009"/>
                  <a:pt x="1096790" y="67431"/>
                  <a:pt x="1096228" y="63974"/>
                </a:cubicBezTo>
                <a:cubicBezTo>
                  <a:pt x="1095666" y="60516"/>
                  <a:pt x="1094702" y="57448"/>
                  <a:pt x="1093337" y="54768"/>
                </a:cubicBezTo>
                <a:cubicBezTo>
                  <a:pt x="1091972" y="52089"/>
                  <a:pt x="1090139" y="49945"/>
                  <a:pt x="1087838" y="48338"/>
                </a:cubicBezTo>
                <a:cubicBezTo>
                  <a:pt x="1085536" y="46729"/>
                  <a:pt x="1082673" y="45924"/>
                  <a:pt x="1079247" y="45924"/>
                </a:cubicBezTo>
                <a:cubicBezTo>
                  <a:pt x="1077534" y="45924"/>
                  <a:pt x="1075848" y="46179"/>
                  <a:pt x="1074189" y="46689"/>
                </a:cubicBezTo>
                <a:cubicBezTo>
                  <a:pt x="1072530" y="47198"/>
                  <a:pt x="1070844" y="48002"/>
                  <a:pt x="1069131" y="49100"/>
                </a:cubicBezTo>
                <a:cubicBezTo>
                  <a:pt x="1067418" y="50199"/>
                  <a:pt x="1065625" y="51647"/>
                  <a:pt x="1063752" y="53443"/>
                </a:cubicBezTo>
                <a:cubicBezTo>
                  <a:pt x="1061878" y="55240"/>
                  <a:pt x="1059898" y="57452"/>
                  <a:pt x="1057810" y="60080"/>
                </a:cubicBezTo>
                <a:lnTo>
                  <a:pt x="1057810" y="88853"/>
                </a:lnTo>
                <a:cubicBezTo>
                  <a:pt x="1061450" y="93303"/>
                  <a:pt x="1064902" y="96709"/>
                  <a:pt x="1068167" y="99069"/>
                </a:cubicBezTo>
                <a:cubicBezTo>
                  <a:pt x="1071432" y="101427"/>
                  <a:pt x="1074858" y="102607"/>
                  <a:pt x="1078444" y="102607"/>
                </a:cubicBezTo>
                <a:cubicBezTo>
                  <a:pt x="1081763" y="102607"/>
                  <a:pt x="1084613" y="101803"/>
                  <a:pt x="1086995" y="100196"/>
                </a:cubicBezTo>
                <a:cubicBezTo>
                  <a:pt x="1089376" y="98586"/>
                  <a:pt x="1091303" y="96442"/>
                  <a:pt x="1092775" y="93763"/>
                </a:cubicBezTo>
                <a:cubicBezTo>
                  <a:pt x="1094247" y="91083"/>
                  <a:pt x="1095331" y="88081"/>
                  <a:pt x="1096027" y="84758"/>
                </a:cubicBezTo>
                <a:cubicBezTo>
                  <a:pt x="1096723" y="81434"/>
                  <a:pt x="1097071" y="78084"/>
                  <a:pt x="1097071" y="74707"/>
                </a:cubicBezTo>
                <a:close/>
                <a:moveTo>
                  <a:pt x="1196937" y="73503"/>
                </a:moveTo>
                <a:cubicBezTo>
                  <a:pt x="1196937" y="79395"/>
                  <a:pt x="1196161" y="84820"/>
                  <a:pt x="1194608" y="89776"/>
                </a:cubicBezTo>
                <a:cubicBezTo>
                  <a:pt x="1193056" y="94732"/>
                  <a:pt x="1190741" y="99005"/>
                  <a:pt x="1187664" y="102597"/>
                </a:cubicBezTo>
                <a:cubicBezTo>
                  <a:pt x="1184586" y="106186"/>
                  <a:pt x="1180732" y="108985"/>
                  <a:pt x="1176102" y="110994"/>
                </a:cubicBezTo>
                <a:cubicBezTo>
                  <a:pt x="1171472" y="113003"/>
                  <a:pt x="1166106" y="114007"/>
                  <a:pt x="1160005" y="114007"/>
                </a:cubicBezTo>
                <a:cubicBezTo>
                  <a:pt x="1154063" y="114007"/>
                  <a:pt x="1148885" y="113123"/>
                  <a:pt x="1144469" y="111355"/>
                </a:cubicBezTo>
                <a:cubicBezTo>
                  <a:pt x="1140053" y="109587"/>
                  <a:pt x="1136374" y="107016"/>
                  <a:pt x="1133430" y="103640"/>
                </a:cubicBezTo>
                <a:cubicBezTo>
                  <a:pt x="1130486" y="100265"/>
                  <a:pt x="1128291" y="96166"/>
                  <a:pt x="1126846" y="91344"/>
                </a:cubicBezTo>
                <a:cubicBezTo>
                  <a:pt x="1125401" y="86522"/>
                  <a:pt x="1124678" y="81056"/>
                  <a:pt x="1124678" y="74948"/>
                </a:cubicBezTo>
                <a:cubicBezTo>
                  <a:pt x="1124678" y="69055"/>
                  <a:pt x="1125441" y="63631"/>
                  <a:pt x="1126967" y="58675"/>
                </a:cubicBezTo>
                <a:cubicBezTo>
                  <a:pt x="1128492" y="53719"/>
                  <a:pt x="1130794" y="49446"/>
                  <a:pt x="1133871" y="45856"/>
                </a:cubicBezTo>
                <a:cubicBezTo>
                  <a:pt x="1136949" y="42265"/>
                  <a:pt x="1140789" y="39479"/>
                  <a:pt x="1145392" y="37497"/>
                </a:cubicBezTo>
                <a:cubicBezTo>
                  <a:pt x="1149996" y="35514"/>
                  <a:pt x="1155375" y="34523"/>
                  <a:pt x="1161530" y="34523"/>
                </a:cubicBezTo>
                <a:cubicBezTo>
                  <a:pt x="1167471" y="34523"/>
                  <a:pt x="1172650" y="35407"/>
                  <a:pt x="1177066" y="37175"/>
                </a:cubicBezTo>
                <a:cubicBezTo>
                  <a:pt x="1181481" y="38943"/>
                  <a:pt x="1185161" y="41515"/>
                  <a:pt x="1188105" y="44890"/>
                </a:cubicBezTo>
                <a:cubicBezTo>
                  <a:pt x="1191049" y="48266"/>
                  <a:pt x="1193257" y="52365"/>
                  <a:pt x="1194729" y="57187"/>
                </a:cubicBezTo>
                <a:cubicBezTo>
                  <a:pt x="1196201" y="62009"/>
                  <a:pt x="1196937" y="67448"/>
                  <a:pt x="1196937" y="73503"/>
                </a:cubicBezTo>
                <a:moveTo>
                  <a:pt x="1182967" y="74386"/>
                </a:moveTo>
                <a:cubicBezTo>
                  <a:pt x="1182967" y="70474"/>
                  <a:pt x="1182605" y="66775"/>
                  <a:pt x="1181883" y="63291"/>
                </a:cubicBezTo>
                <a:cubicBezTo>
                  <a:pt x="1181160" y="59807"/>
                  <a:pt x="1179969" y="56752"/>
                  <a:pt x="1178310" y="54126"/>
                </a:cubicBezTo>
                <a:cubicBezTo>
                  <a:pt x="1176651" y="51500"/>
                  <a:pt x="1174403" y="49423"/>
                  <a:pt x="1171566" y="47896"/>
                </a:cubicBezTo>
                <a:cubicBezTo>
                  <a:pt x="1168729" y="46367"/>
                  <a:pt x="1165197" y="45603"/>
                  <a:pt x="1160968" y="45603"/>
                </a:cubicBezTo>
                <a:cubicBezTo>
                  <a:pt x="1157061" y="45603"/>
                  <a:pt x="1153702" y="46300"/>
                  <a:pt x="1150892" y="47693"/>
                </a:cubicBezTo>
                <a:cubicBezTo>
                  <a:pt x="1148082" y="49086"/>
                  <a:pt x="1145767" y="51057"/>
                  <a:pt x="1143947" y="53604"/>
                </a:cubicBezTo>
                <a:cubicBezTo>
                  <a:pt x="1142127" y="56150"/>
                  <a:pt x="1140776" y="59165"/>
                  <a:pt x="1139893" y="62649"/>
                </a:cubicBezTo>
                <a:cubicBezTo>
                  <a:pt x="1139010" y="66131"/>
                  <a:pt x="1138568" y="69937"/>
                  <a:pt x="1138568" y="74065"/>
                </a:cubicBezTo>
                <a:cubicBezTo>
                  <a:pt x="1138568" y="78031"/>
                  <a:pt x="1138929" y="81756"/>
                  <a:pt x="1139652" y="85240"/>
                </a:cubicBezTo>
                <a:cubicBezTo>
                  <a:pt x="1140375" y="88724"/>
                  <a:pt x="1141579" y="91765"/>
                  <a:pt x="1143265" y="94365"/>
                </a:cubicBezTo>
                <a:cubicBezTo>
                  <a:pt x="1144951" y="96964"/>
                  <a:pt x="1147212" y="99028"/>
                  <a:pt x="1150049" y="100557"/>
                </a:cubicBezTo>
                <a:cubicBezTo>
                  <a:pt x="1152886" y="102084"/>
                  <a:pt x="1156419" y="102848"/>
                  <a:pt x="1160647" y="102848"/>
                </a:cubicBezTo>
                <a:cubicBezTo>
                  <a:pt x="1164501" y="102848"/>
                  <a:pt x="1167846" y="102151"/>
                  <a:pt x="1170683" y="100758"/>
                </a:cubicBezTo>
                <a:cubicBezTo>
                  <a:pt x="1173520" y="99364"/>
                  <a:pt x="1175848" y="97408"/>
                  <a:pt x="1177668" y="94889"/>
                </a:cubicBezTo>
                <a:cubicBezTo>
                  <a:pt x="1179488" y="92368"/>
                  <a:pt x="1180826" y="89367"/>
                  <a:pt x="1181682" y="85884"/>
                </a:cubicBezTo>
                <a:cubicBezTo>
                  <a:pt x="1182539" y="82400"/>
                  <a:pt x="1182967" y="78567"/>
                  <a:pt x="1182967" y="74386"/>
                </a:cubicBezTo>
                <a:close/>
                <a:moveTo>
                  <a:pt x="1277132" y="110395"/>
                </a:moveTo>
                <a:cubicBezTo>
                  <a:pt x="1277132" y="110823"/>
                  <a:pt x="1277025" y="111184"/>
                  <a:pt x="1276811" y="111478"/>
                </a:cubicBezTo>
                <a:cubicBezTo>
                  <a:pt x="1276597" y="111773"/>
                  <a:pt x="1276249" y="112027"/>
                  <a:pt x="1275768" y="112241"/>
                </a:cubicBezTo>
                <a:cubicBezTo>
                  <a:pt x="1275286" y="112455"/>
                  <a:pt x="1274617" y="112616"/>
                  <a:pt x="1273760" y="112723"/>
                </a:cubicBezTo>
                <a:cubicBezTo>
                  <a:pt x="1272904" y="112830"/>
                  <a:pt x="1271833" y="112883"/>
                  <a:pt x="1270549" y="112883"/>
                </a:cubicBezTo>
                <a:cubicBezTo>
                  <a:pt x="1269211" y="112883"/>
                  <a:pt x="1268113" y="112830"/>
                  <a:pt x="1267257" y="112723"/>
                </a:cubicBezTo>
                <a:cubicBezTo>
                  <a:pt x="1266401" y="112616"/>
                  <a:pt x="1265732" y="112455"/>
                  <a:pt x="1265250" y="112241"/>
                </a:cubicBezTo>
                <a:cubicBezTo>
                  <a:pt x="1264768" y="112027"/>
                  <a:pt x="1264420" y="111773"/>
                  <a:pt x="1264206" y="111478"/>
                </a:cubicBezTo>
                <a:cubicBezTo>
                  <a:pt x="1263992" y="111184"/>
                  <a:pt x="1263885" y="110823"/>
                  <a:pt x="1263885" y="110395"/>
                </a:cubicBezTo>
                <a:lnTo>
                  <a:pt x="1263885" y="68083"/>
                </a:lnTo>
                <a:cubicBezTo>
                  <a:pt x="1263885" y="63962"/>
                  <a:pt x="1263564" y="60643"/>
                  <a:pt x="1262922" y="58128"/>
                </a:cubicBezTo>
                <a:cubicBezTo>
                  <a:pt x="1262279" y="55612"/>
                  <a:pt x="1261343" y="53444"/>
                  <a:pt x="1260112" y="51625"/>
                </a:cubicBezTo>
                <a:cubicBezTo>
                  <a:pt x="1258880" y="49805"/>
                  <a:pt x="1257288" y="48413"/>
                  <a:pt x="1255334" y="47450"/>
                </a:cubicBezTo>
                <a:cubicBezTo>
                  <a:pt x="1253381" y="46486"/>
                  <a:pt x="1251119" y="46004"/>
                  <a:pt x="1248550" y="46004"/>
                </a:cubicBezTo>
                <a:cubicBezTo>
                  <a:pt x="1245232" y="46004"/>
                  <a:pt x="1241913" y="47182"/>
                  <a:pt x="1238595" y="49537"/>
                </a:cubicBezTo>
                <a:cubicBezTo>
                  <a:pt x="1235276" y="51892"/>
                  <a:pt x="1231797" y="55344"/>
                  <a:pt x="1228157" y="59894"/>
                </a:cubicBezTo>
                <a:lnTo>
                  <a:pt x="1228157" y="110395"/>
                </a:lnTo>
                <a:cubicBezTo>
                  <a:pt x="1228157" y="110823"/>
                  <a:pt x="1228050" y="111184"/>
                  <a:pt x="1227836" y="111478"/>
                </a:cubicBezTo>
                <a:cubicBezTo>
                  <a:pt x="1227622" y="111773"/>
                  <a:pt x="1227274" y="112027"/>
                  <a:pt x="1226792" y="112241"/>
                </a:cubicBezTo>
                <a:cubicBezTo>
                  <a:pt x="1226311" y="112455"/>
                  <a:pt x="1225642" y="112616"/>
                  <a:pt x="1224785" y="112723"/>
                </a:cubicBezTo>
                <a:cubicBezTo>
                  <a:pt x="1223929" y="112830"/>
                  <a:pt x="1222832" y="112883"/>
                  <a:pt x="1221494" y="112883"/>
                </a:cubicBezTo>
                <a:cubicBezTo>
                  <a:pt x="1220209" y="112883"/>
                  <a:pt x="1219138" y="112830"/>
                  <a:pt x="1218282" y="112723"/>
                </a:cubicBezTo>
                <a:cubicBezTo>
                  <a:pt x="1217426" y="112616"/>
                  <a:pt x="1216743" y="112455"/>
                  <a:pt x="1216235" y="112241"/>
                </a:cubicBezTo>
                <a:cubicBezTo>
                  <a:pt x="1215726" y="112027"/>
                  <a:pt x="1215378" y="111773"/>
                  <a:pt x="1215191" y="111478"/>
                </a:cubicBezTo>
                <a:cubicBezTo>
                  <a:pt x="1215004" y="111184"/>
                  <a:pt x="1214910" y="110823"/>
                  <a:pt x="1214910" y="110395"/>
                </a:cubicBezTo>
                <a:lnTo>
                  <a:pt x="1214910" y="38136"/>
                </a:lnTo>
                <a:cubicBezTo>
                  <a:pt x="1214910" y="37708"/>
                  <a:pt x="1214990" y="37347"/>
                  <a:pt x="1215151" y="37052"/>
                </a:cubicBezTo>
                <a:cubicBezTo>
                  <a:pt x="1215311" y="36758"/>
                  <a:pt x="1215633" y="36490"/>
                  <a:pt x="1216114" y="36250"/>
                </a:cubicBezTo>
                <a:cubicBezTo>
                  <a:pt x="1216596" y="36009"/>
                  <a:pt x="1217212" y="35848"/>
                  <a:pt x="1217961" y="35768"/>
                </a:cubicBezTo>
                <a:cubicBezTo>
                  <a:pt x="1218710" y="35688"/>
                  <a:pt x="1219700" y="35647"/>
                  <a:pt x="1220932" y="35647"/>
                </a:cubicBezTo>
                <a:cubicBezTo>
                  <a:pt x="1222109" y="35647"/>
                  <a:pt x="1223086" y="35688"/>
                  <a:pt x="1223862" y="35768"/>
                </a:cubicBezTo>
                <a:cubicBezTo>
                  <a:pt x="1224638" y="35848"/>
                  <a:pt x="1225240" y="36009"/>
                  <a:pt x="1225668" y="36250"/>
                </a:cubicBezTo>
                <a:cubicBezTo>
                  <a:pt x="1226097" y="36490"/>
                  <a:pt x="1226404" y="36758"/>
                  <a:pt x="1226592" y="37052"/>
                </a:cubicBezTo>
                <a:cubicBezTo>
                  <a:pt x="1226779" y="37347"/>
                  <a:pt x="1226873" y="37708"/>
                  <a:pt x="1226873" y="38136"/>
                </a:cubicBezTo>
                <a:lnTo>
                  <a:pt x="1226873" y="47690"/>
                </a:lnTo>
                <a:cubicBezTo>
                  <a:pt x="1230941" y="43141"/>
                  <a:pt x="1234995" y="39809"/>
                  <a:pt x="1239036" y="37695"/>
                </a:cubicBezTo>
                <a:cubicBezTo>
                  <a:pt x="1243077" y="35580"/>
                  <a:pt x="1247159" y="34523"/>
                  <a:pt x="1251280" y="34523"/>
                </a:cubicBezTo>
                <a:cubicBezTo>
                  <a:pt x="1256097" y="34523"/>
                  <a:pt x="1260152" y="35340"/>
                  <a:pt x="1263443" y="36972"/>
                </a:cubicBezTo>
                <a:cubicBezTo>
                  <a:pt x="1266735" y="38605"/>
                  <a:pt x="1269398" y="40786"/>
                  <a:pt x="1271432" y="43516"/>
                </a:cubicBezTo>
                <a:cubicBezTo>
                  <a:pt x="1273466" y="46245"/>
                  <a:pt x="1274924" y="49443"/>
                  <a:pt x="1275808" y="53110"/>
                </a:cubicBezTo>
                <a:cubicBezTo>
                  <a:pt x="1276691" y="56776"/>
                  <a:pt x="1277132" y="61179"/>
                  <a:pt x="1277132" y="66317"/>
                </a:cubicBezTo>
                <a:lnTo>
                  <a:pt x="1277132" y="110395"/>
                </a:lnTo>
                <a:close/>
                <a:moveTo>
                  <a:pt x="1345446" y="90782"/>
                </a:moveTo>
                <a:cubicBezTo>
                  <a:pt x="1345446" y="94478"/>
                  <a:pt x="1344763" y="97774"/>
                  <a:pt x="1343398" y="100667"/>
                </a:cubicBezTo>
                <a:cubicBezTo>
                  <a:pt x="1342033" y="103559"/>
                  <a:pt x="1340093" y="105997"/>
                  <a:pt x="1337578" y="107981"/>
                </a:cubicBezTo>
                <a:cubicBezTo>
                  <a:pt x="1335062" y="109963"/>
                  <a:pt x="1332064" y="111463"/>
                  <a:pt x="1328585" y="112479"/>
                </a:cubicBezTo>
                <a:cubicBezTo>
                  <a:pt x="1325106" y="113498"/>
                  <a:pt x="1321279" y="114007"/>
                  <a:pt x="1317104" y="114007"/>
                </a:cubicBezTo>
                <a:cubicBezTo>
                  <a:pt x="1314535" y="114007"/>
                  <a:pt x="1312086" y="113807"/>
                  <a:pt x="1309758" y="113405"/>
                </a:cubicBezTo>
                <a:cubicBezTo>
                  <a:pt x="1307430" y="113004"/>
                  <a:pt x="1305342" y="112495"/>
                  <a:pt x="1303496" y="111880"/>
                </a:cubicBezTo>
                <a:cubicBezTo>
                  <a:pt x="1301649" y="111264"/>
                  <a:pt x="1300084" y="110622"/>
                  <a:pt x="1298799" y="109953"/>
                </a:cubicBezTo>
                <a:cubicBezTo>
                  <a:pt x="1297514" y="109284"/>
                  <a:pt x="1296578" y="108682"/>
                  <a:pt x="1295989" y="108146"/>
                </a:cubicBezTo>
                <a:cubicBezTo>
                  <a:pt x="1295400" y="107611"/>
                  <a:pt x="1294972" y="106862"/>
                  <a:pt x="1294704" y="105898"/>
                </a:cubicBezTo>
                <a:cubicBezTo>
                  <a:pt x="1294437" y="104935"/>
                  <a:pt x="1294303" y="103624"/>
                  <a:pt x="1294303" y="101964"/>
                </a:cubicBezTo>
                <a:cubicBezTo>
                  <a:pt x="1294303" y="100947"/>
                  <a:pt x="1294356" y="100091"/>
                  <a:pt x="1294463" y="99395"/>
                </a:cubicBezTo>
                <a:cubicBezTo>
                  <a:pt x="1294570" y="98699"/>
                  <a:pt x="1294704" y="98137"/>
                  <a:pt x="1294865" y="97709"/>
                </a:cubicBezTo>
                <a:cubicBezTo>
                  <a:pt x="1295025" y="97281"/>
                  <a:pt x="1295253" y="96973"/>
                  <a:pt x="1295547" y="96786"/>
                </a:cubicBezTo>
                <a:cubicBezTo>
                  <a:pt x="1295842" y="96599"/>
                  <a:pt x="1296176" y="96505"/>
                  <a:pt x="1296551" y="96505"/>
                </a:cubicBezTo>
                <a:cubicBezTo>
                  <a:pt x="1297140" y="96505"/>
                  <a:pt x="1298009" y="96866"/>
                  <a:pt x="1299160" y="97589"/>
                </a:cubicBezTo>
                <a:cubicBezTo>
                  <a:pt x="1300311" y="98311"/>
                  <a:pt x="1301729" y="99101"/>
                  <a:pt x="1303415" y="99957"/>
                </a:cubicBezTo>
                <a:cubicBezTo>
                  <a:pt x="1305101" y="100814"/>
                  <a:pt x="1307095" y="101603"/>
                  <a:pt x="1309397" y="102326"/>
                </a:cubicBezTo>
                <a:cubicBezTo>
                  <a:pt x="1311698" y="103048"/>
                  <a:pt x="1314348" y="103410"/>
                  <a:pt x="1317345" y="103410"/>
                </a:cubicBezTo>
                <a:cubicBezTo>
                  <a:pt x="1319593" y="103410"/>
                  <a:pt x="1321627" y="103169"/>
                  <a:pt x="1323447" y="102687"/>
                </a:cubicBezTo>
                <a:cubicBezTo>
                  <a:pt x="1325267" y="102204"/>
                  <a:pt x="1326846" y="101493"/>
                  <a:pt x="1328184" y="100554"/>
                </a:cubicBezTo>
                <a:cubicBezTo>
                  <a:pt x="1329522" y="99616"/>
                  <a:pt x="1330552" y="98423"/>
                  <a:pt x="1331275" y="96974"/>
                </a:cubicBezTo>
                <a:cubicBezTo>
                  <a:pt x="1331998" y="95526"/>
                  <a:pt x="1332359" y="93809"/>
                  <a:pt x="1332359" y="91826"/>
                </a:cubicBezTo>
                <a:cubicBezTo>
                  <a:pt x="1332359" y="89790"/>
                  <a:pt x="1331837" y="88076"/>
                  <a:pt x="1330793" y="86682"/>
                </a:cubicBezTo>
                <a:cubicBezTo>
                  <a:pt x="1329750" y="85289"/>
                  <a:pt x="1328371" y="84057"/>
                  <a:pt x="1326658" y="82987"/>
                </a:cubicBezTo>
                <a:cubicBezTo>
                  <a:pt x="1324946" y="81914"/>
                  <a:pt x="1323019" y="80964"/>
                  <a:pt x="1320878" y="80134"/>
                </a:cubicBezTo>
                <a:cubicBezTo>
                  <a:pt x="1318737" y="79303"/>
                  <a:pt x="1316529" y="78432"/>
                  <a:pt x="1314254" y="77522"/>
                </a:cubicBezTo>
                <a:cubicBezTo>
                  <a:pt x="1311979" y="76610"/>
                  <a:pt x="1309758" y="75578"/>
                  <a:pt x="1307590" y="74426"/>
                </a:cubicBezTo>
                <a:cubicBezTo>
                  <a:pt x="1305423" y="73274"/>
                  <a:pt x="1303482" y="71867"/>
                  <a:pt x="1301770" y="70206"/>
                </a:cubicBezTo>
                <a:cubicBezTo>
                  <a:pt x="1300057" y="68545"/>
                  <a:pt x="1298678" y="66563"/>
                  <a:pt x="1297635" y="64260"/>
                </a:cubicBezTo>
                <a:cubicBezTo>
                  <a:pt x="1296591" y="61956"/>
                  <a:pt x="1296069" y="59197"/>
                  <a:pt x="1296069" y="55983"/>
                </a:cubicBezTo>
                <a:cubicBezTo>
                  <a:pt x="1296069" y="53142"/>
                  <a:pt x="1296618" y="50424"/>
                  <a:pt x="1297715" y="47826"/>
                </a:cubicBezTo>
                <a:cubicBezTo>
                  <a:pt x="1298812" y="45227"/>
                  <a:pt x="1300458" y="42949"/>
                  <a:pt x="1302653" y="40994"/>
                </a:cubicBezTo>
                <a:cubicBezTo>
                  <a:pt x="1304847" y="39037"/>
                  <a:pt x="1307590" y="37470"/>
                  <a:pt x="1310882" y="36292"/>
                </a:cubicBezTo>
                <a:cubicBezTo>
                  <a:pt x="1314174" y="35113"/>
                  <a:pt x="1318014" y="34523"/>
                  <a:pt x="1322403" y="34523"/>
                </a:cubicBezTo>
                <a:cubicBezTo>
                  <a:pt x="1324330" y="34523"/>
                  <a:pt x="1326257" y="34686"/>
                  <a:pt x="1328184" y="35013"/>
                </a:cubicBezTo>
                <a:cubicBezTo>
                  <a:pt x="1330111" y="35339"/>
                  <a:pt x="1331850" y="35746"/>
                  <a:pt x="1333403" y="36234"/>
                </a:cubicBezTo>
                <a:cubicBezTo>
                  <a:pt x="1334955" y="36723"/>
                  <a:pt x="1336280" y="37252"/>
                  <a:pt x="1337377" y="37823"/>
                </a:cubicBezTo>
                <a:cubicBezTo>
                  <a:pt x="1338474" y="38393"/>
                  <a:pt x="1339304" y="38896"/>
                  <a:pt x="1339866" y="39331"/>
                </a:cubicBezTo>
                <a:cubicBezTo>
                  <a:pt x="1340428" y="39765"/>
                  <a:pt x="1340802" y="40143"/>
                  <a:pt x="1340990" y="40465"/>
                </a:cubicBezTo>
                <a:cubicBezTo>
                  <a:pt x="1341177" y="40786"/>
                  <a:pt x="1341311" y="41147"/>
                  <a:pt x="1341391" y="41548"/>
                </a:cubicBezTo>
                <a:cubicBezTo>
                  <a:pt x="1341471" y="41950"/>
                  <a:pt x="1341552" y="42445"/>
                  <a:pt x="1341632" y="43034"/>
                </a:cubicBezTo>
                <a:cubicBezTo>
                  <a:pt x="1341712" y="43623"/>
                  <a:pt x="1341752" y="44345"/>
                  <a:pt x="1341752" y="45202"/>
                </a:cubicBezTo>
                <a:cubicBezTo>
                  <a:pt x="1341752" y="46111"/>
                  <a:pt x="1341712" y="46901"/>
                  <a:pt x="1341632" y="47570"/>
                </a:cubicBezTo>
                <a:cubicBezTo>
                  <a:pt x="1341552" y="48239"/>
                  <a:pt x="1341418" y="48788"/>
                  <a:pt x="1341231" y="49216"/>
                </a:cubicBezTo>
                <a:cubicBezTo>
                  <a:pt x="1341043" y="49644"/>
                  <a:pt x="1340816" y="49952"/>
                  <a:pt x="1340548" y="50139"/>
                </a:cubicBezTo>
                <a:cubicBezTo>
                  <a:pt x="1340281" y="50327"/>
                  <a:pt x="1339986" y="50420"/>
                  <a:pt x="1339665" y="50420"/>
                </a:cubicBezTo>
                <a:cubicBezTo>
                  <a:pt x="1339183" y="50420"/>
                  <a:pt x="1338487" y="50122"/>
                  <a:pt x="1337578" y="49524"/>
                </a:cubicBezTo>
                <a:cubicBezTo>
                  <a:pt x="1336668" y="48927"/>
                  <a:pt x="1335490" y="48289"/>
                  <a:pt x="1334045" y="47610"/>
                </a:cubicBezTo>
                <a:cubicBezTo>
                  <a:pt x="1332600" y="46931"/>
                  <a:pt x="1330900" y="46293"/>
                  <a:pt x="1328947" y="45696"/>
                </a:cubicBezTo>
                <a:cubicBezTo>
                  <a:pt x="1326993" y="45099"/>
                  <a:pt x="1324758" y="44800"/>
                  <a:pt x="1322243" y="44800"/>
                </a:cubicBezTo>
                <a:cubicBezTo>
                  <a:pt x="1319995" y="44800"/>
                  <a:pt x="1318014" y="45055"/>
                  <a:pt x="1316301" y="45565"/>
                </a:cubicBezTo>
                <a:cubicBezTo>
                  <a:pt x="1314589" y="46074"/>
                  <a:pt x="1313184" y="46797"/>
                  <a:pt x="1312086" y="47736"/>
                </a:cubicBezTo>
                <a:cubicBezTo>
                  <a:pt x="1310989" y="48674"/>
                  <a:pt x="1310160" y="49787"/>
                  <a:pt x="1309598" y="51075"/>
                </a:cubicBezTo>
                <a:cubicBezTo>
                  <a:pt x="1309036" y="52361"/>
                  <a:pt x="1308755" y="53755"/>
                  <a:pt x="1308755" y="55257"/>
                </a:cubicBezTo>
                <a:cubicBezTo>
                  <a:pt x="1308755" y="57347"/>
                  <a:pt x="1309290" y="59101"/>
                  <a:pt x="1310360" y="60521"/>
                </a:cubicBezTo>
                <a:cubicBezTo>
                  <a:pt x="1311431" y="61941"/>
                  <a:pt x="1312822" y="63187"/>
                  <a:pt x="1314535" y="64260"/>
                </a:cubicBezTo>
                <a:cubicBezTo>
                  <a:pt x="1316248" y="65330"/>
                  <a:pt x="1318202" y="66294"/>
                  <a:pt x="1320396" y="67152"/>
                </a:cubicBezTo>
                <a:cubicBezTo>
                  <a:pt x="1322591" y="68009"/>
                  <a:pt x="1324825" y="68893"/>
                  <a:pt x="1327100" y="69804"/>
                </a:cubicBezTo>
                <a:cubicBezTo>
                  <a:pt x="1329375" y="70714"/>
                  <a:pt x="1331623" y="71732"/>
                  <a:pt x="1333844" y="72858"/>
                </a:cubicBezTo>
                <a:cubicBezTo>
                  <a:pt x="1336065" y="73984"/>
                  <a:pt x="1338032" y="75350"/>
                  <a:pt x="1339745" y="76958"/>
                </a:cubicBezTo>
                <a:cubicBezTo>
                  <a:pt x="1341458" y="78565"/>
                  <a:pt x="1342836" y="80494"/>
                  <a:pt x="1343880" y="82746"/>
                </a:cubicBezTo>
                <a:cubicBezTo>
                  <a:pt x="1344924" y="84995"/>
                  <a:pt x="1345446" y="87674"/>
                  <a:pt x="1345446" y="90782"/>
                </a:cubicBezTo>
                <a:close/>
                <a:moveTo>
                  <a:pt x="1428502" y="71134"/>
                </a:moveTo>
                <a:cubicBezTo>
                  <a:pt x="1428502" y="73222"/>
                  <a:pt x="1427980" y="74707"/>
                  <a:pt x="1426936" y="75590"/>
                </a:cubicBezTo>
                <a:cubicBezTo>
                  <a:pt x="1425893" y="76473"/>
                  <a:pt x="1424702" y="76915"/>
                  <a:pt x="1423364" y="76915"/>
                </a:cubicBezTo>
                <a:lnTo>
                  <a:pt x="1375994" y="76915"/>
                </a:lnTo>
                <a:cubicBezTo>
                  <a:pt x="1375994" y="80941"/>
                  <a:pt x="1376396" y="84565"/>
                  <a:pt x="1377199" y="87786"/>
                </a:cubicBezTo>
                <a:cubicBezTo>
                  <a:pt x="1378001" y="91008"/>
                  <a:pt x="1379340" y="93773"/>
                  <a:pt x="1381213" y="96081"/>
                </a:cubicBezTo>
                <a:cubicBezTo>
                  <a:pt x="1383086" y="98389"/>
                  <a:pt x="1385522" y="100161"/>
                  <a:pt x="1388519" y="101397"/>
                </a:cubicBezTo>
                <a:cubicBezTo>
                  <a:pt x="1391516" y="102632"/>
                  <a:pt x="1395183" y="103249"/>
                  <a:pt x="1399518" y="103249"/>
                </a:cubicBezTo>
                <a:cubicBezTo>
                  <a:pt x="1402944" y="103249"/>
                  <a:pt x="1405995" y="102968"/>
                  <a:pt x="1408671" y="102406"/>
                </a:cubicBezTo>
                <a:cubicBezTo>
                  <a:pt x="1411347" y="101844"/>
                  <a:pt x="1413662" y="101215"/>
                  <a:pt x="1415616" y="100519"/>
                </a:cubicBezTo>
                <a:cubicBezTo>
                  <a:pt x="1417570" y="99823"/>
                  <a:pt x="1419175" y="99195"/>
                  <a:pt x="1420433" y="98632"/>
                </a:cubicBezTo>
                <a:cubicBezTo>
                  <a:pt x="1421691" y="98070"/>
                  <a:pt x="1422641" y="97789"/>
                  <a:pt x="1423283" y="97789"/>
                </a:cubicBezTo>
                <a:cubicBezTo>
                  <a:pt x="1423658" y="97789"/>
                  <a:pt x="1423992" y="97883"/>
                  <a:pt x="1424287" y="98070"/>
                </a:cubicBezTo>
                <a:cubicBezTo>
                  <a:pt x="1424581" y="98258"/>
                  <a:pt x="1424809" y="98539"/>
                  <a:pt x="1424969" y="98914"/>
                </a:cubicBezTo>
                <a:cubicBezTo>
                  <a:pt x="1425130" y="99288"/>
                  <a:pt x="1425250" y="99810"/>
                  <a:pt x="1425331" y="100479"/>
                </a:cubicBezTo>
                <a:cubicBezTo>
                  <a:pt x="1425411" y="101148"/>
                  <a:pt x="1425451" y="101964"/>
                  <a:pt x="1425451" y="102928"/>
                </a:cubicBezTo>
                <a:cubicBezTo>
                  <a:pt x="1425451" y="103624"/>
                  <a:pt x="1425424" y="104226"/>
                  <a:pt x="1425371" y="104734"/>
                </a:cubicBezTo>
                <a:cubicBezTo>
                  <a:pt x="1425317" y="105243"/>
                  <a:pt x="1425250" y="105698"/>
                  <a:pt x="1425170" y="106099"/>
                </a:cubicBezTo>
                <a:cubicBezTo>
                  <a:pt x="1425090" y="106501"/>
                  <a:pt x="1424956" y="106862"/>
                  <a:pt x="1424769" y="107183"/>
                </a:cubicBezTo>
                <a:cubicBezTo>
                  <a:pt x="1424581" y="107504"/>
                  <a:pt x="1424340" y="107812"/>
                  <a:pt x="1424046" y="108106"/>
                </a:cubicBezTo>
                <a:cubicBezTo>
                  <a:pt x="1423752" y="108401"/>
                  <a:pt x="1422882" y="108882"/>
                  <a:pt x="1421437" y="109552"/>
                </a:cubicBezTo>
                <a:cubicBezTo>
                  <a:pt x="1419992" y="110221"/>
                  <a:pt x="1418118" y="110876"/>
                  <a:pt x="1415817" y="111519"/>
                </a:cubicBezTo>
                <a:cubicBezTo>
                  <a:pt x="1413515" y="112161"/>
                  <a:pt x="1410852" y="112736"/>
                  <a:pt x="1407828" y="113245"/>
                </a:cubicBezTo>
                <a:cubicBezTo>
                  <a:pt x="1404804" y="113753"/>
                  <a:pt x="1401579" y="114007"/>
                  <a:pt x="1398153" y="114007"/>
                </a:cubicBezTo>
                <a:cubicBezTo>
                  <a:pt x="1392212" y="114007"/>
                  <a:pt x="1387007" y="113177"/>
                  <a:pt x="1382538" y="111516"/>
                </a:cubicBezTo>
                <a:cubicBezTo>
                  <a:pt x="1378068" y="109855"/>
                  <a:pt x="1374308" y="107390"/>
                  <a:pt x="1371257" y="104122"/>
                </a:cubicBezTo>
                <a:cubicBezTo>
                  <a:pt x="1368206" y="100854"/>
                  <a:pt x="1365905" y="96755"/>
                  <a:pt x="1364353" y="91826"/>
                </a:cubicBezTo>
                <a:cubicBezTo>
                  <a:pt x="1362800" y="86896"/>
                  <a:pt x="1362024" y="81163"/>
                  <a:pt x="1362024" y="74627"/>
                </a:cubicBezTo>
                <a:cubicBezTo>
                  <a:pt x="1362024" y="68411"/>
                  <a:pt x="1362827" y="62825"/>
                  <a:pt x="1364433" y="57869"/>
                </a:cubicBezTo>
                <a:cubicBezTo>
                  <a:pt x="1366039" y="52913"/>
                  <a:pt x="1368354" y="48707"/>
                  <a:pt x="1371378" y="45252"/>
                </a:cubicBezTo>
                <a:cubicBezTo>
                  <a:pt x="1374402" y="41796"/>
                  <a:pt x="1378055" y="39144"/>
                  <a:pt x="1382337" y="37296"/>
                </a:cubicBezTo>
                <a:cubicBezTo>
                  <a:pt x="1386619" y="35448"/>
                  <a:pt x="1391409" y="34523"/>
                  <a:pt x="1396708" y="34523"/>
                </a:cubicBezTo>
                <a:cubicBezTo>
                  <a:pt x="1402382" y="34523"/>
                  <a:pt x="1407213" y="35433"/>
                  <a:pt x="1411200" y="37253"/>
                </a:cubicBezTo>
                <a:cubicBezTo>
                  <a:pt x="1415188" y="39073"/>
                  <a:pt x="1418466" y="41522"/>
                  <a:pt x="1421035" y="44599"/>
                </a:cubicBezTo>
                <a:cubicBezTo>
                  <a:pt x="1423604" y="47677"/>
                  <a:pt x="1425491" y="51290"/>
                  <a:pt x="1426695" y="55438"/>
                </a:cubicBezTo>
                <a:cubicBezTo>
                  <a:pt x="1427900" y="59586"/>
                  <a:pt x="1428502" y="64015"/>
                  <a:pt x="1428502" y="68726"/>
                </a:cubicBezTo>
                <a:lnTo>
                  <a:pt x="1428502" y="71134"/>
                </a:lnTo>
                <a:moveTo>
                  <a:pt x="1415174" y="67200"/>
                </a:moveTo>
                <a:cubicBezTo>
                  <a:pt x="1415335" y="60242"/>
                  <a:pt x="1413796" y="54782"/>
                  <a:pt x="1410558" y="50822"/>
                </a:cubicBezTo>
                <a:cubicBezTo>
                  <a:pt x="1407320" y="46861"/>
                  <a:pt x="1402516" y="44880"/>
                  <a:pt x="1396146" y="44880"/>
                </a:cubicBezTo>
                <a:cubicBezTo>
                  <a:pt x="1392881" y="44880"/>
                  <a:pt x="1390018" y="45496"/>
                  <a:pt x="1387556" y="46727"/>
                </a:cubicBezTo>
                <a:cubicBezTo>
                  <a:pt x="1385093" y="47958"/>
                  <a:pt x="1383033" y="49591"/>
                  <a:pt x="1381374" y="51625"/>
                </a:cubicBezTo>
                <a:cubicBezTo>
                  <a:pt x="1379714" y="53658"/>
                  <a:pt x="1378430" y="56027"/>
                  <a:pt x="1377520" y="58730"/>
                </a:cubicBezTo>
                <a:cubicBezTo>
                  <a:pt x="1376610" y="61433"/>
                  <a:pt x="1376101" y="64256"/>
                  <a:pt x="1375994" y="67200"/>
                </a:cubicBezTo>
                <a:lnTo>
                  <a:pt x="1415174" y="67200"/>
                </a:lnTo>
                <a:close/>
                <a:moveTo>
                  <a:pt x="1536868" y="110475"/>
                </a:moveTo>
                <a:cubicBezTo>
                  <a:pt x="1536868" y="111117"/>
                  <a:pt x="1536654" y="111599"/>
                  <a:pt x="1536226" y="111920"/>
                </a:cubicBezTo>
                <a:cubicBezTo>
                  <a:pt x="1535798" y="112241"/>
                  <a:pt x="1535209" y="112482"/>
                  <a:pt x="1534460" y="112643"/>
                </a:cubicBezTo>
                <a:cubicBezTo>
                  <a:pt x="1533710" y="112803"/>
                  <a:pt x="1532613" y="112883"/>
                  <a:pt x="1531168" y="112883"/>
                </a:cubicBezTo>
                <a:cubicBezTo>
                  <a:pt x="1529776" y="112883"/>
                  <a:pt x="1528666" y="112803"/>
                  <a:pt x="1527836" y="112643"/>
                </a:cubicBezTo>
                <a:cubicBezTo>
                  <a:pt x="1527006" y="112482"/>
                  <a:pt x="1526404" y="112241"/>
                  <a:pt x="1526030" y="111920"/>
                </a:cubicBezTo>
                <a:cubicBezTo>
                  <a:pt x="1525655" y="111599"/>
                  <a:pt x="1525468" y="111117"/>
                  <a:pt x="1525468" y="110475"/>
                </a:cubicBezTo>
                <a:lnTo>
                  <a:pt x="1525468" y="103249"/>
                </a:lnTo>
                <a:cubicBezTo>
                  <a:pt x="1522310" y="106621"/>
                  <a:pt x="1518790" y="109257"/>
                  <a:pt x="1514910" y="111157"/>
                </a:cubicBezTo>
                <a:cubicBezTo>
                  <a:pt x="1511029" y="113057"/>
                  <a:pt x="1506921" y="114007"/>
                  <a:pt x="1502586" y="114007"/>
                </a:cubicBezTo>
                <a:cubicBezTo>
                  <a:pt x="1498786" y="114007"/>
                  <a:pt x="1495347" y="113511"/>
                  <a:pt x="1492269" y="112517"/>
                </a:cubicBezTo>
                <a:cubicBezTo>
                  <a:pt x="1489191" y="111524"/>
                  <a:pt x="1486569" y="110087"/>
                  <a:pt x="1484401" y="108207"/>
                </a:cubicBezTo>
                <a:cubicBezTo>
                  <a:pt x="1482233" y="106327"/>
                  <a:pt x="1480547" y="104018"/>
                  <a:pt x="1479343" y="101279"/>
                </a:cubicBezTo>
                <a:cubicBezTo>
                  <a:pt x="1478138" y="98540"/>
                  <a:pt x="1477536" y="95424"/>
                  <a:pt x="1477536" y="91931"/>
                </a:cubicBezTo>
                <a:cubicBezTo>
                  <a:pt x="1477536" y="87850"/>
                  <a:pt x="1478366" y="84305"/>
                  <a:pt x="1480025" y="81298"/>
                </a:cubicBezTo>
                <a:cubicBezTo>
                  <a:pt x="1481684" y="78289"/>
                  <a:pt x="1484066" y="75791"/>
                  <a:pt x="1487171" y="73804"/>
                </a:cubicBezTo>
                <a:cubicBezTo>
                  <a:pt x="1490275" y="71817"/>
                  <a:pt x="1494075" y="70326"/>
                  <a:pt x="1498571" y="69333"/>
                </a:cubicBezTo>
                <a:cubicBezTo>
                  <a:pt x="1503067" y="68339"/>
                  <a:pt x="1508126" y="67842"/>
                  <a:pt x="1513746" y="67842"/>
                </a:cubicBezTo>
                <a:lnTo>
                  <a:pt x="1523701" y="67842"/>
                </a:lnTo>
                <a:lnTo>
                  <a:pt x="1523701" y="62242"/>
                </a:lnTo>
                <a:cubicBezTo>
                  <a:pt x="1523701" y="59469"/>
                  <a:pt x="1523407" y="57016"/>
                  <a:pt x="1522818" y="54884"/>
                </a:cubicBezTo>
                <a:cubicBezTo>
                  <a:pt x="1522229" y="52749"/>
                  <a:pt x="1521279" y="50976"/>
                  <a:pt x="1519968" y="49562"/>
                </a:cubicBezTo>
                <a:cubicBezTo>
                  <a:pt x="1518657" y="48149"/>
                  <a:pt x="1516957" y="47082"/>
                  <a:pt x="1514870" y="46363"/>
                </a:cubicBezTo>
                <a:cubicBezTo>
                  <a:pt x="1512782" y="45642"/>
                  <a:pt x="1510213" y="45282"/>
                  <a:pt x="1507162" y="45282"/>
                </a:cubicBezTo>
                <a:cubicBezTo>
                  <a:pt x="1503897" y="45282"/>
                  <a:pt x="1500967" y="45666"/>
                  <a:pt x="1498371" y="46433"/>
                </a:cubicBezTo>
                <a:cubicBezTo>
                  <a:pt x="1495775" y="47201"/>
                  <a:pt x="1493500" y="48048"/>
                  <a:pt x="1491546" y="48975"/>
                </a:cubicBezTo>
                <a:cubicBezTo>
                  <a:pt x="1489593" y="49902"/>
                  <a:pt x="1487960" y="50749"/>
                  <a:pt x="1486649" y="51517"/>
                </a:cubicBezTo>
                <a:cubicBezTo>
                  <a:pt x="1485337" y="52284"/>
                  <a:pt x="1484361" y="52668"/>
                  <a:pt x="1483718" y="52668"/>
                </a:cubicBezTo>
                <a:cubicBezTo>
                  <a:pt x="1483290" y="52668"/>
                  <a:pt x="1482915" y="52561"/>
                  <a:pt x="1482594" y="52347"/>
                </a:cubicBezTo>
                <a:cubicBezTo>
                  <a:pt x="1482273" y="52133"/>
                  <a:pt x="1481992" y="51812"/>
                  <a:pt x="1481751" y="51384"/>
                </a:cubicBezTo>
                <a:cubicBezTo>
                  <a:pt x="1481510" y="50955"/>
                  <a:pt x="1481336" y="50407"/>
                  <a:pt x="1481229" y="49738"/>
                </a:cubicBezTo>
                <a:cubicBezTo>
                  <a:pt x="1481122" y="49069"/>
                  <a:pt x="1481069" y="48333"/>
                  <a:pt x="1481069" y="47530"/>
                </a:cubicBezTo>
                <a:cubicBezTo>
                  <a:pt x="1481069" y="46192"/>
                  <a:pt x="1481163" y="45135"/>
                  <a:pt x="1481350" y="44359"/>
                </a:cubicBezTo>
                <a:cubicBezTo>
                  <a:pt x="1481537" y="43582"/>
                  <a:pt x="1481992" y="42846"/>
                  <a:pt x="1482715" y="42151"/>
                </a:cubicBezTo>
                <a:cubicBezTo>
                  <a:pt x="1483437" y="41455"/>
                  <a:pt x="1484682" y="40644"/>
                  <a:pt x="1486448" y="39719"/>
                </a:cubicBezTo>
                <a:cubicBezTo>
                  <a:pt x="1488214" y="38793"/>
                  <a:pt x="1490248" y="37946"/>
                  <a:pt x="1492550" y="37180"/>
                </a:cubicBezTo>
                <a:cubicBezTo>
                  <a:pt x="1494851" y="36414"/>
                  <a:pt x="1497367" y="35780"/>
                  <a:pt x="1500097" y="35279"/>
                </a:cubicBezTo>
                <a:cubicBezTo>
                  <a:pt x="1502827" y="34775"/>
                  <a:pt x="1505583" y="34523"/>
                  <a:pt x="1508366" y="34523"/>
                </a:cubicBezTo>
                <a:cubicBezTo>
                  <a:pt x="1513558" y="34523"/>
                  <a:pt x="1517974" y="35112"/>
                  <a:pt x="1521614" y="36290"/>
                </a:cubicBezTo>
                <a:cubicBezTo>
                  <a:pt x="1525253" y="37467"/>
                  <a:pt x="1528197" y="39193"/>
                  <a:pt x="1530445" y="41468"/>
                </a:cubicBezTo>
                <a:cubicBezTo>
                  <a:pt x="1532693" y="43743"/>
                  <a:pt x="1534326" y="46566"/>
                  <a:pt x="1535343" y="49938"/>
                </a:cubicBezTo>
                <a:cubicBezTo>
                  <a:pt x="1536360" y="53311"/>
                  <a:pt x="1536868" y="57245"/>
                  <a:pt x="1536868" y="61741"/>
                </a:cubicBezTo>
                <a:lnTo>
                  <a:pt x="1536868" y="110475"/>
                </a:lnTo>
                <a:moveTo>
                  <a:pt x="1523701" y="77397"/>
                </a:moveTo>
                <a:lnTo>
                  <a:pt x="1512381" y="77397"/>
                </a:lnTo>
                <a:cubicBezTo>
                  <a:pt x="1508741" y="77397"/>
                  <a:pt x="1505583" y="77707"/>
                  <a:pt x="1502907" y="78327"/>
                </a:cubicBezTo>
                <a:cubicBezTo>
                  <a:pt x="1500231" y="78946"/>
                  <a:pt x="1498009" y="79861"/>
                  <a:pt x="1496243" y="81072"/>
                </a:cubicBezTo>
                <a:cubicBezTo>
                  <a:pt x="1494477" y="82283"/>
                  <a:pt x="1493179" y="83738"/>
                  <a:pt x="1492349" y="85435"/>
                </a:cubicBezTo>
                <a:cubicBezTo>
                  <a:pt x="1491520" y="87131"/>
                  <a:pt x="1491105" y="89083"/>
                  <a:pt x="1491105" y="91291"/>
                </a:cubicBezTo>
                <a:cubicBezTo>
                  <a:pt x="1491105" y="95061"/>
                  <a:pt x="1492296" y="98064"/>
                  <a:pt x="1494677" y="100298"/>
                </a:cubicBezTo>
                <a:cubicBezTo>
                  <a:pt x="1497059" y="102533"/>
                  <a:pt x="1500391" y="103650"/>
                  <a:pt x="1504673" y="103650"/>
                </a:cubicBezTo>
                <a:cubicBezTo>
                  <a:pt x="1508152" y="103650"/>
                  <a:pt x="1511377" y="102762"/>
                  <a:pt x="1514348" y="100986"/>
                </a:cubicBezTo>
                <a:cubicBezTo>
                  <a:pt x="1517318" y="99208"/>
                  <a:pt x="1520436" y="96488"/>
                  <a:pt x="1523701" y="92827"/>
                </a:cubicBezTo>
                <a:lnTo>
                  <a:pt x="1523701" y="77397"/>
                </a:lnTo>
                <a:close/>
                <a:moveTo>
                  <a:pt x="1606557" y="90782"/>
                </a:moveTo>
                <a:cubicBezTo>
                  <a:pt x="1606557" y="94478"/>
                  <a:pt x="1605874" y="97774"/>
                  <a:pt x="1604510" y="100667"/>
                </a:cubicBezTo>
                <a:cubicBezTo>
                  <a:pt x="1603145" y="103559"/>
                  <a:pt x="1601204" y="105997"/>
                  <a:pt x="1598689" y="107981"/>
                </a:cubicBezTo>
                <a:cubicBezTo>
                  <a:pt x="1596173" y="109963"/>
                  <a:pt x="1593176" y="111463"/>
                  <a:pt x="1589697" y="112479"/>
                </a:cubicBezTo>
                <a:cubicBezTo>
                  <a:pt x="1586217" y="113498"/>
                  <a:pt x="1582390" y="114007"/>
                  <a:pt x="1578216" y="114007"/>
                </a:cubicBezTo>
                <a:cubicBezTo>
                  <a:pt x="1575646" y="114007"/>
                  <a:pt x="1573198" y="113807"/>
                  <a:pt x="1570869" y="113405"/>
                </a:cubicBezTo>
                <a:cubicBezTo>
                  <a:pt x="1568541" y="113004"/>
                  <a:pt x="1566454" y="112495"/>
                  <a:pt x="1564607" y="111880"/>
                </a:cubicBezTo>
                <a:cubicBezTo>
                  <a:pt x="1562760" y="111264"/>
                  <a:pt x="1561195" y="110622"/>
                  <a:pt x="1559910" y="109953"/>
                </a:cubicBezTo>
                <a:cubicBezTo>
                  <a:pt x="1558626" y="109284"/>
                  <a:pt x="1557689" y="108682"/>
                  <a:pt x="1557100" y="108146"/>
                </a:cubicBezTo>
                <a:cubicBezTo>
                  <a:pt x="1556511" y="107611"/>
                  <a:pt x="1556083" y="106862"/>
                  <a:pt x="1555815" y="105898"/>
                </a:cubicBezTo>
                <a:cubicBezTo>
                  <a:pt x="1555548" y="104935"/>
                  <a:pt x="1555414" y="103624"/>
                  <a:pt x="1555414" y="101964"/>
                </a:cubicBezTo>
                <a:cubicBezTo>
                  <a:pt x="1555414" y="100947"/>
                  <a:pt x="1555468" y="100091"/>
                  <a:pt x="1555575" y="99395"/>
                </a:cubicBezTo>
                <a:cubicBezTo>
                  <a:pt x="1555682" y="98699"/>
                  <a:pt x="1555815" y="98137"/>
                  <a:pt x="1555976" y="97709"/>
                </a:cubicBezTo>
                <a:cubicBezTo>
                  <a:pt x="1556137" y="97281"/>
                  <a:pt x="1556364" y="96973"/>
                  <a:pt x="1556659" y="96786"/>
                </a:cubicBezTo>
                <a:cubicBezTo>
                  <a:pt x="1556953" y="96599"/>
                  <a:pt x="1557287" y="96505"/>
                  <a:pt x="1557662" y="96505"/>
                </a:cubicBezTo>
                <a:cubicBezTo>
                  <a:pt x="1558251" y="96505"/>
                  <a:pt x="1559121" y="96866"/>
                  <a:pt x="1560271" y="97589"/>
                </a:cubicBezTo>
                <a:cubicBezTo>
                  <a:pt x="1561422" y="98311"/>
                  <a:pt x="1562841" y="99101"/>
                  <a:pt x="1564527" y="99957"/>
                </a:cubicBezTo>
                <a:cubicBezTo>
                  <a:pt x="1566213" y="100814"/>
                  <a:pt x="1568206" y="101603"/>
                  <a:pt x="1570508" y="102326"/>
                </a:cubicBezTo>
                <a:cubicBezTo>
                  <a:pt x="1572810" y="103048"/>
                  <a:pt x="1575459" y="103410"/>
                  <a:pt x="1578456" y="103410"/>
                </a:cubicBezTo>
                <a:cubicBezTo>
                  <a:pt x="1580704" y="103410"/>
                  <a:pt x="1582738" y="103169"/>
                  <a:pt x="1584558" y="102687"/>
                </a:cubicBezTo>
                <a:cubicBezTo>
                  <a:pt x="1586378" y="102204"/>
                  <a:pt x="1587957" y="101493"/>
                  <a:pt x="1589295" y="100554"/>
                </a:cubicBezTo>
                <a:cubicBezTo>
                  <a:pt x="1590633" y="99616"/>
                  <a:pt x="1591664" y="98423"/>
                  <a:pt x="1592386" y="96974"/>
                </a:cubicBezTo>
                <a:cubicBezTo>
                  <a:pt x="1593109" y="95526"/>
                  <a:pt x="1593470" y="93809"/>
                  <a:pt x="1593470" y="91826"/>
                </a:cubicBezTo>
                <a:cubicBezTo>
                  <a:pt x="1593470" y="89790"/>
                  <a:pt x="1592948" y="88076"/>
                  <a:pt x="1591904" y="86682"/>
                </a:cubicBezTo>
                <a:cubicBezTo>
                  <a:pt x="1590861" y="85289"/>
                  <a:pt x="1589482" y="84057"/>
                  <a:pt x="1587770" y="82987"/>
                </a:cubicBezTo>
                <a:cubicBezTo>
                  <a:pt x="1586057" y="81914"/>
                  <a:pt x="1584130" y="80964"/>
                  <a:pt x="1581989" y="80134"/>
                </a:cubicBezTo>
                <a:cubicBezTo>
                  <a:pt x="1579848" y="79303"/>
                  <a:pt x="1577640" y="78432"/>
                  <a:pt x="1575365" y="77522"/>
                </a:cubicBezTo>
                <a:cubicBezTo>
                  <a:pt x="1573091" y="76610"/>
                  <a:pt x="1570869" y="75578"/>
                  <a:pt x="1568702" y="74426"/>
                </a:cubicBezTo>
                <a:cubicBezTo>
                  <a:pt x="1566534" y="73274"/>
                  <a:pt x="1564594" y="71867"/>
                  <a:pt x="1562881" y="70206"/>
                </a:cubicBezTo>
                <a:cubicBezTo>
                  <a:pt x="1561168" y="68545"/>
                  <a:pt x="1559790" y="66563"/>
                  <a:pt x="1558746" y="64260"/>
                </a:cubicBezTo>
                <a:cubicBezTo>
                  <a:pt x="1557702" y="61956"/>
                  <a:pt x="1557180" y="59197"/>
                  <a:pt x="1557180" y="55983"/>
                </a:cubicBezTo>
                <a:cubicBezTo>
                  <a:pt x="1557180" y="53142"/>
                  <a:pt x="1557729" y="50424"/>
                  <a:pt x="1558826" y="47826"/>
                </a:cubicBezTo>
                <a:cubicBezTo>
                  <a:pt x="1559924" y="45227"/>
                  <a:pt x="1561569" y="42949"/>
                  <a:pt x="1563764" y="40994"/>
                </a:cubicBezTo>
                <a:cubicBezTo>
                  <a:pt x="1565958" y="39037"/>
                  <a:pt x="1568702" y="37470"/>
                  <a:pt x="1571993" y="36292"/>
                </a:cubicBezTo>
                <a:cubicBezTo>
                  <a:pt x="1575285" y="35113"/>
                  <a:pt x="1579125" y="34523"/>
                  <a:pt x="1583514" y="34523"/>
                </a:cubicBezTo>
                <a:cubicBezTo>
                  <a:pt x="1585441" y="34523"/>
                  <a:pt x="1587368" y="34686"/>
                  <a:pt x="1589295" y="35013"/>
                </a:cubicBezTo>
                <a:cubicBezTo>
                  <a:pt x="1591222" y="35339"/>
                  <a:pt x="1592962" y="35746"/>
                  <a:pt x="1594514" y="36234"/>
                </a:cubicBezTo>
                <a:cubicBezTo>
                  <a:pt x="1596066" y="36723"/>
                  <a:pt x="1597391" y="37252"/>
                  <a:pt x="1598488" y="37823"/>
                </a:cubicBezTo>
                <a:cubicBezTo>
                  <a:pt x="1599585" y="38393"/>
                  <a:pt x="1600415" y="38896"/>
                  <a:pt x="1600977" y="39331"/>
                </a:cubicBezTo>
                <a:cubicBezTo>
                  <a:pt x="1601539" y="39765"/>
                  <a:pt x="1601914" y="40143"/>
                  <a:pt x="1602101" y="40465"/>
                </a:cubicBezTo>
                <a:cubicBezTo>
                  <a:pt x="1602288" y="40786"/>
                  <a:pt x="1602422" y="41147"/>
                  <a:pt x="1602502" y="41548"/>
                </a:cubicBezTo>
                <a:cubicBezTo>
                  <a:pt x="1602583" y="41950"/>
                  <a:pt x="1602663" y="42445"/>
                  <a:pt x="1602743" y="43034"/>
                </a:cubicBezTo>
                <a:cubicBezTo>
                  <a:pt x="1602823" y="43623"/>
                  <a:pt x="1602864" y="44345"/>
                  <a:pt x="1602864" y="45202"/>
                </a:cubicBezTo>
                <a:cubicBezTo>
                  <a:pt x="1602864" y="46111"/>
                  <a:pt x="1602823" y="46901"/>
                  <a:pt x="1602743" y="47570"/>
                </a:cubicBezTo>
                <a:cubicBezTo>
                  <a:pt x="1602663" y="48239"/>
                  <a:pt x="1602529" y="48788"/>
                  <a:pt x="1602342" y="49216"/>
                </a:cubicBezTo>
                <a:cubicBezTo>
                  <a:pt x="1602154" y="49644"/>
                  <a:pt x="1601927" y="49952"/>
                  <a:pt x="1601659" y="50139"/>
                </a:cubicBezTo>
                <a:cubicBezTo>
                  <a:pt x="1601392" y="50327"/>
                  <a:pt x="1601097" y="50420"/>
                  <a:pt x="1600776" y="50420"/>
                </a:cubicBezTo>
                <a:cubicBezTo>
                  <a:pt x="1600294" y="50420"/>
                  <a:pt x="1599599" y="50122"/>
                  <a:pt x="1598689" y="49524"/>
                </a:cubicBezTo>
                <a:cubicBezTo>
                  <a:pt x="1597779" y="48927"/>
                  <a:pt x="1596601" y="48289"/>
                  <a:pt x="1595156" y="47610"/>
                </a:cubicBezTo>
                <a:cubicBezTo>
                  <a:pt x="1593711" y="46931"/>
                  <a:pt x="1592012" y="46293"/>
                  <a:pt x="1590058" y="45696"/>
                </a:cubicBezTo>
                <a:cubicBezTo>
                  <a:pt x="1588104" y="45099"/>
                  <a:pt x="1585870" y="44800"/>
                  <a:pt x="1583354" y="44800"/>
                </a:cubicBezTo>
                <a:cubicBezTo>
                  <a:pt x="1581106" y="44800"/>
                  <a:pt x="1579125" y="45055"/>
                  <a:pt x="1577413" y="45565"/>
                </a:cubicBezTo>
                <a:cubicBezTo>
                  <a:pt x="1575700" y="46074"/>
                  <a:pt x="1574295" y="46797"/>
                  <a:pt x="1573198" y="47736"/>
                </a:cubicBezTo>
                <a:cubicBezTo>
                  <a:pt x="1572100" y="48674"/>
                  <a:pt x="1571271" y="49787"/>
                  <a:pt x="1570709" y="51075"/>
                </a:cubicBezTo>
                <a:cubicBezTo>
                  <a:pt x="1570147" y="52361"/>
                  <a:pt x="1569866" y="53755"/>
                  <a:pt x="1569866" y="55257"/>
                </a:cubicBezTo>
                <a:cubicBezTo>
                  <a:pt x="1569866" y="57347"/>
                  <a:pt x="1570401" y="59101"/>
                  <a:pt x="1571471" y="60521"/>
                </a:cubicBezTo>
                <a:cubicBezTo>
                  <a:pt x="1572542" y="61941"/>
                  <a:pt x="1573934" y="63187"/>
                  <a:pt x="1575646" y="64260"/>
                </a:cubicBezTo>
                <a:cubicBezTo>
                  <a:pt x="1577359" y="65330"/>
                  <a:pt x="1579313" y="66294"/>
                  <a:pt x="1581507" y="67152"/>
                </a:cubicBezTo>
                <a:cubicBezTo>
                  <a:pt x="1583702" y="68009"/>
                  <a:pt x="1585936" y="68893"/>
                  <a:pt x="1588211" y="69804"/>
                </a:cubicBezTo>
                <a:cubicBezTo>
                  <a:pt x="1590486" y="70714"/>
                  <a:pt x="1592734" y="71732"/>
                  <a:pt x="1594955" y="72858"/>
                </a:cubicBezTo>
                <a:cubicBezTo>
                  <a:pt x="1597177" y="73984"/>
                  <a:pt x="1599144" y="75350"/>
                  <a:pt x="1600856" y="76958"/>
                </a:cubicBezTo>
                <a:cubicBezTo>
                  <a:pt x="1602569" y="78565"/>
                  <a:pt x="1603948" y="80494"/>
                  <a:pt x="1604991" y="82746"/>
                </a:cubicBezTo>
                <a:cubicBezTo>
                  <a:pt x="1606035" y="84995"/>
                  <a:pt x="1606557" y="87674"/>
                  <a:pt x="1606557" y="90782"/>
                </a:cubicBezTo>
                <a:close/>
                <a:moveTo>
                  <a:pt x="1713299" y="110475"/>
                </a:moveTo>
                <a:cubicBezTo>
                  <a:pt x="1713299" y="111117"/>
                  <a:pt x="1713085" y="111599"/>
                  <a:pt x="1712657" y="111920"/>
                </a:cubicBezTo>
                <a:cubicBezTo>
                  <a:pt x="1712228" y="112241"/>
                  <a:pt x="1711640" y="112482"/>
                  <a:pt x="1710890" y="112643"/>
                </a:cubicBezTo>
                <a:cubicBezTo>
                  <a:pt x="1710141" y="112803"/>
                  <a:pt x="1709044" y="112883"/>
                  <a:pt x="1707599" y="112883"/>
                </a:cubicBezTo>
                <a:cubicBezTo>
                  <a:pt x="1706207" y="112883"/>
                  <a:pt x="1705096" y="112803"/>
                  <a:pt x="1704267" y="112643"/>
                </a:cubicBezTo>
                <a:cubicBezTo>
                  <a:pt x="1703437" y="112482"/>
                  <a:pt x="1702835" y="112241"/>
                  <a:pt x="1702460" y="111920"/>
                </a:cubicBezTo>
                <a:cubicBezTo>
                  <a:pt x="1702085" y="111599"/>
                  <a:pt x="1701898" y="111117"/>
                  <a:pt x="1701898" y="110475"/>
                </a:cubicBezTo>
                <a:lnTo>
                  <a:pt x="1701898" y="103249"/>
                </a:lnTo>
                <a:cubicBezTo>
                  <a:pt x="1698740" y="106621"/>
                  <a:pt x="1695221" y="109257"/>
                  <a:pt x="1691340" y="111157"/>
                </a:cubicBezTo>
                <a:cubicBezTo>
                  <a:pt x="1687460" y="113057"/>
                  <a:pt x="1683352" y="114007"/>
                  <a:pt x="1679016" y="114007"/>
                </a:cubicBezTo>
                <a:cubicBezTo>
                  <a:pt x="1675216" y="114007"/>
                  <a:pt x="1671777" y="113511"/>
                  <a:pt x="1668700" y="112517"/>
                </a:cubicBezTo>
                <a:cubicBezTo>
                  <a:pt x="1665622" y="111524"/>
                  <a:pt x="1662999" y="110087"/>
                  <a:pt x="1660831" y="108207"/>
                </a:cubicBezTo>
                <a:cubicBezTo>
                  <a:pt x="1658664" y="106327"/>
                  <a:pt x="1656978" y="104018"/>
                  <a:pt x="1655773" y="101279"/>
                </a:cubicBezTo>
                <a:cubicBezTo>
                  <a:pt x="1654569" y="98540"/>
                  <a:pt x="1653967" y="95424"/>
                  <a:pt x="1653967" y="91931"/>
                </a:cubicBezTo>
                <a:cubicBezTo>
                  <a:pt x="1653967" y="87850"/>
                  <a:pt x="1654796" y="84305"/>
                  <a:pt x="1656456" y="81298"/>
                </a:cubicBezTo>
                <a:cubicBezTo>
                  <a:pt x="1658115" y="78289"/>
                  <a:pt x="1660497" y="75791"/>
                  <a:pt x="1663601" y="73804"/>
                </a:cubicBezTo>
                <a:cubicBezTo>
                  <a:pt x="1666706" y="71817"/>
                  <a:pt x="1670506" y="70326"/>
                  <a:pt x="1675002" y="69333"/>
                </a:cubicBezTo>
                <a:cubicBezTo>
                  <a:pt x="1679498" y="68339"/>
                  <a:pt x="1684556" y="67842"/>
                  <a:pt x="1690176" y="67842"/>
                </a:cubicBezTo>
                <a:lnTo>
                  <a:pt x="1700132" y="67842"/>
                </a:lnTo>
                <a:lnTo>
                  <a:pt x="1700132" y="62242"/>
                </a:lnTo>
                <a:cubicBezTo>
                  <a:pt x="1700132" y="59469"/>
                  <a:pt x="1699837" y="57016"/>
                  <a:pt x="1699249" y="54884"/>
                </a:cubicBezTo>
                <a:cubicBezTo>
                  <a:pt x="1698660" y="52749"/>
                  <a:pt x="1697710" y="50976"/>
                  <a:pt x="1696398" y="49562"/>
                </a:cubicBezTo>
                <a:cubicBezTo>
                  <a:pt x="1695087" y="48149"/>
                  <a:pt x="1693388" y="47082"/>
                  <a:pt x="1691300" y="46363"/>
                </a:cubicBezTo>
                <a:cubicBezTo>
                  <a:pt x="1689213" y="45642"/>
                  <a:pt x="1686644" y="45282"/>
                  <a:pt x="1683593" y="45282"/>
                </a:cubicBezTo>
                <a:cubicBezTo>
                  <a:pt x="1680328" y="45282"/>
                  <a:pt x="1677397" y="45666"/>
                  <a:pt x="1674801" y="46433"/>
                </a:cubicBezTo>
                <a:cubicBezTo>
                  <a:pt x="1672205" y="47201"/>
                  <a:pt x="1669931" y="48048"/>
                  <a:pt x="1667977" y="48975"/>
                </a:cubicBezTo>
                <a:cubicBezTo>
                  <a:pt x="1666023" y="49902"/>
                  <a:pt x="1664391" y="50749"/>
                  <a:pt x="1663079" y="51517"/>
                </a:cubicBezTo>
                <a:cubicBezTo>
                  <a:pt x="1661768" y="52284"/>
                  <a:pt x="1660791" y="52668"/>
                  <a:pt x="1660149" y="52668"/>
                </a:cubicBezTo>
                <a:cubicBezTo>
                  <a:pt x="1659721" y="52668"/>
                  <a:pt x="1659346" y="52561"/>
                  <a:pt x="1659025" y="52347"/>
                </a:cubicBezTo>
                <a:cubicBezTo>
                  <a:pt x="1658704" y="52133"/>
                  <a:pt x="1658423" y="51812"/>
                  <a:pt x="1658182" y="51384"/>
                </a:cubicBezTo>
                <a:cubicBezTo>
                  <a:pt x="1657941" y="50955"/>
                  <a:pt x="1657767" y="50407"/>
                  <a:pt x="1657660" y="49738"/>
                </a:cubicBezTo>
                <a:cubicBezTo>
                  <a:pt x="1657553" y="49069"/>
                  <a:pt x="1657499" y="48333"/>
                  <a:pt x="1657499" y="47530"/>
                </a:cubicBezTo>
                <a:cubicBezTo>
                  <a:pt x="1657499" y="46192"/>
                  <a:pt x="1657593" y="45135"/>
                  <a:pt x="1657780" y="44359"/>
                </a:cubicBezTo>
                <a:cubicBezTo>
                  <a:pt x="1657968" y="43582"/>
                  <a:pt x="1658423" y="42846"/>
                  <a:pt x="1659145" y="42151"/>
                </a:cubicBezTo>
                <a:cubicBezTo>
                  <a:pt x="1659868" y="41455"/>
                  <a:pt x="1661112" y="40644"/>
                  <a:pt x="1662879" y="39719"/>
                </a:cubicBezTo>
                <a:cubicBezTo>
                  <a:pt x="1664645" y="38793"/>
                  <a:pt x="1666679" y="37946"/>
                  <a:pt x="1668981" y="37180"/>
                </a:cubicBezTo>
                <a:cubicBezTo>
                  <a:pt x="1671282" y="36414"/>
                  <a:pt x="1673798" y="35780"/>
                  <a:pt x="1676527" y="35279"/>
                </a:cubicBezTo>
                <a:cubicBezTo>
                  <a:pt x="1679257" y="34775"/>
                  <a:pt x="1682014" y="34523"/>
                  <a:pt x="1684797" y="34523"/>
                </a:cubicBezTo>
                <a:cubicBezTo>
                  <a:pt x="1689989" y="34523"/>
                  <a:pt x="1694405" y="35112"/>
                  <a:pt x="1698044" y="36290"/>
                </a:cubicBezTo>
                <a:cubicBezTo>
                  <a:pt x="1701684" y="37467"/>
                  <a:pt x="1704628" y="39193"/>
                  <a:pt x="1706876" y="41468"/>
                </a:cubicBezTo>
                <a:cubicBezTo>
                  <a:pt x="1709124" y="43743"/>
                  <a:pt x="1710756" y="46566"/>
                  <a:pt x="1711773" y="49938"/>
                </a:cubicBezTo>
                <a:cubicBezTo>
                  <a:pt x="1712790" y="53311"/>
                  <a:pt x="1713299" y="57245"/>
                  <a:pt x="1713299" y="61741"/>
                </a:cubicBezTo>
                <a:lnTo>
                  <a:pt x="1713299" y="110475"/>
                </a:lnTo>
                <a:moveTo>
                  <a:pt x="1700132" y="77397"/>
                </a:moveTo>
                <a:lnTo>
                  <a:pt x="1688811" y="77397"/>
                </a:lnTo>
                <a:cubicBezTo>
                  <a:pt x="1685172" y="77397"/>
                  <a:pt x="1682014" y="77707"/>
                  <a:pt x="1679338" y="78327"/>
                </a:cubicBezTo>
                <a:cubicBezTo>
                  <a:pt x="1676661" y="78946"/>
                  <a:pt x="1674440" y="79861"/>
                  <a:pt x="1672674" y="81072"/>
                </a:cubicBezTo>
                <a:cubicBezTo>
                  <a:pt x="1670907" y="82283"/>
                  <a:pt x="1669609" y="83738"/>
                  <a:pt x="1668780" y="85435"/>
                </a:cubicBezTo>
                <a:cubicBezTo>
                  <a:pt x="1667950" y="87131"/>
                  <a:pt x="1667535" y="89083"/>
                  <a:pt x="1667535" y="91291"/>
                </a:cubicBezTo>
                <a:cubicBezTo>
                  <a:pt x="1667535" y="95061"/>
                  <a:pt x="1668726" y="98064"/>
                  <a:pt x="1671108" y="100298"/>
                </a:cubicBezTo>
                <a:cubicBezTo>
                  <a:pt x="1673490" y="102533"/>
                  <a:pt x="1676822" y="103650"/>
                  <a:pt x="1681104" y="103650"/>
                </a:cubicBezTo>
                <a:cubicBezTo>
                  <a:pt x="1684583" y="103650"/>
                  <a:pt x="1687808" y="102762"/>
                  <a:pt x="1690778" y="100986"/>
                </a:cubicBezTo>
                <a:cubicBezTo>
                  <a:pt x="1693749" y="99208"/>
                  <a:pt x="1696867" y="96488"/>
                  <a:pt x="1700132" y="92827"/>
                </a:cubicBezTo>
                <a:lnTo>
                  <a:pt x="1700132" y="77397"/>
                </a:lnTo>
                <a:close/>
                <a:moveTo>
                  <a:pt x="1788033" y="110392"/>
                </a:moveTo>
                <a:cubicBezTo>
                  <a:pt x="1788033" y="110820"/>
                  <a:pt x="1787926" y="111182"/>
                  <a:pt x="1787712" y="111478"/>
                </a:cubicBezTo>
                <a:cubicBezTo>
                  <a:pt x="1787498" y="111773"/>
                  <a:pt x="1787150" y="112027"/>
                  <a:pt x="1786668" y="112241"/>
                </a:cubicBezTo>
                <a:cubicBezTo>
                  <a:pt x="1786187" y="112455"/>
                  <a:pt x="1785518" y="112616"/>
                  <a:pt x="1784661" y="112723"/>
                </a:cubicBezTo>
                <a:cubicBezTo>
                  <a:pt x="1783805" y="112830"/>
                  <a:pt x="1782708" y="112883"/>
                  <a:pt x="1781370" y="112883"/>
                </a:cubicBezTo>
                <a:cubicBezTo>
                  <a:pt x="1780085" y="112883"/>
                  <a:pt x="1779014" y="112830"/>
                  <a:pt x="1778158" y="112723"/>
                </a:cubicBezTo>
                <a:cubicBezTo>
                  <a:pt x="1777302" y="112616"/>
                  <a:pt x="1776619" y="112455"/>
                  <a:pt x="1776111" y="112241"/>
                </a:cubicBezTo>
                <a:cubicBezTo>
                  <a:pt x="1775602" y="112027"/>
                  <a:pt x="1775254" y="111773"/>
                  <a:pt x="1775067" y="111478"/>
                </a:cubicBezTo>
                <a:cubicBezTo>
                  <a:pt x="1774880" y="111182"/>
                  <a:pt x="1774786" y="110820"/>
                  <a:pt x="1774786" y="110392"/>
                </a:cubicBezTo>
                <a:lnTo>
                  <a:pt x="1774786" y="3053"/>
                </a:lnTo>
                <a:cubicBezTo>
                  <a:pt x="1774786" y="2625"/>
                  <a:pt x="1774880" y="2251"/>
                  <a:pt x="1775067" y="1929"/>
                </a:cubicBezTo>
                <a:cubicBezTo>
                  <a:pt x="1775254" y="1607"/>
                  <a:pt x="1775602" y="1338"/>
                  <a:pt x="1776111" y="1124"/>
                </a:cubicBezTo>
                <a:cubicBezTo>
                  <a:pt x="1776619" y="910"/>
                  <a:pt x="1777302" y="749"/>
                  <a:pt x="1778158" y="642"/>
                </a:cubicBezTo>
                <a:cubicBezTo>
                  <a:pt x="1779014" y="535"/>
                  <a:pt x="1780085" y="482"/>
                  <a:pt x="1781370" y="482"/>
                </a:cubicBezTo>
                <a:cubicBezTo>
                  <a:pt x="1782708" y="482"/>
                  <a:pt x="1783805" y="535"/>
                  <a:pt x="1784661" y="642"/>
                </a:cubicBezTo>
                <a:cubicBezTo>
                  <a:pt x="1785518" y="749"/>
                  <a:pt x="1786187" y="910"/>
                  <a:pt x="1786668" y="1124"/>
                </a:cubicBezTo>
                <a:cubicBezTo>
                  <a:pt x="1787150" y="1338"/>
                  <a:pt x="1787498" y="1607"/>
                  <a:pt x="1787712" y="1929"/>
                </a:cubicBezTo>
                <a:cubicBezTo>
                  <a:pt x="1787926" y="2251"/>
                  <a:pt x="1788033" y="2625"/>
                  <a:pt x="1788033" y="3053"/>
                </a:cubicBezTo>
                <a:lnTo>
                  <a:pt x="1788033" y="110392"/>
                </a:lnTo>
                <a:close/>
                <a:moveTo>
                  <a:pt x="1824208" y="110395"/>
                </a:moveTo>
                <a:cubicBezTo>
                  <a:pt x="1824208" y="110823"/>
                  <a:pt x="1824101" y="111184"/>
                  <a:pt x="1823887" y="111478"/>
                </a:cubicBezTo>
                <a:cubicBezTo>
                  <a:pt x="1823673" y="111773"/>
                  <a:pt x="1823325" y="112027"/>
                  <a:pt x="1822843" y="112241"/>
                </a:cubicBezTo>
                <a:cubicBezTo>
                  <a:pt x="1822361" y="112455"/>
                  <a:pt x="1821692" y="112616"/>
                  <a:pt x="1820836" y="112723"/>
                </a:cubicBezTo>
                <a:cubicBezTo>
                  <a:pt x="1819979" y="112830"/>
                  <a:pt x="1818882" y="112883"/>
                  <a:pt x="1817544" y="112883"/>
                </a:cubicBezTo>
                <a:cubicBezTo>
                  <a:pt x="1816259" y="112883"/>
                  <a:pt x="1815189" y="112830"/>
                  <a:pt x="1814333" y="112723"/>
                </a:cubicBezTo>
                <a:cubicBezTo>
                  <a:pt x="1813476" y="112616"/>
                  <a:pt x="1812794" y="112455"/>
                  <a:pt x="1812285" y="112241"/>
                </a:cubicBezTo>
                <a:cubicBezTo>
                  <a:pt x="1811777" y="112027"/>
                  <a:pt x="1811429" y="111773"/>
                  <a:pt x="1811242" y="111478"/>
                </a:cubicBezTo>
                <a:cubicBezTo>
                  <a:pt x="1811054" y="111184"/>
                  <a:pt x="1810961" y="110823"/>
                  <a:pt x="1810961" y="110395"/>
                </a:cubicBezTo>
                <a:lnTo>
                  <a:pt x="1810961" y="38136"/>
                </a:lnTo>
                <a:cubicBezTo>
                  <a:pt x="1810961" y="37762"/>
                  <a:pt x="1811054" y="37414"/>
                  <a:pt x="1811242" y="37093"/>
                </a:cubicBezTo>
                <a:cubicBezTo>
                  <a:pt x="1811429" y="36771"/>
                  <a:pt x="1811777" y="36504"/>
                  <a:pt x="1812285" y="36290"/>
                </a:cubicBezTo>
                <a:cubicBezTo>
                  <a:pt x="1812794" y="36076"/>
                  <a:pt x="1813476" y="35915"/>
                  <a:pt x="1814333" y="35808"/>
                </a:cubicBezTo>
                <a:cubicBezTo>
                  <a:pt x="1815189" y="35701"/>
                  <a:pt x="1816259" y="35647"/>
                  <a:pt x="1817544" y="35647"/>
                </a:cubicBezTo>
                <a:cubicBezTo>
                  <a:pt x="1818882" y="35647"/>
                  <a:pt x="1819979" y="35701"/>
                  <a:pt x="1820836" y="35808"/>
                </a:cubicBezTo>
                <a:cubicBezTo>
                  <a:pt x="1821692" y="35915"/>
                  <a:pt x="1822361" y="36076"/>
                  <a:pt x="1822843" y="36290"/>
                </a:cubicBezTo>
                <a:cubicBezTo>
                  <a:pt x="1823325" y="36504"/>
                  <a:pt x="1823673" y="36771"/>
                  <a:pt x="1823887" y="37093"/>
                </a:cubicBezTo>
                <a:cubicBezTo>
                  <a:pt x="1824101" y="37414"/>
                  <a:pt x="1824208" y="37762"/>
                  <a:pt x="1824208" y="38136"/>
                </a:cubicBezTo>
                <a:lnTo>
                  <a:pt x="1824208" y="110395"/>
                </a:lnTo>
                <a:moveTo>
                  <a:pt x="1825733" y="13649"/>
                </a:moveTo>
                <a:cubicBezTo>
                  <a:pt x="1825733" y="16753"/>
                  <a:pt x="1825145" y="18867"/>
                  <a:pt x="1823967" y="19991"/>
                </a:cubicBezTo>
                <a:cubicBezTo>
                  <a:pt x="1822789" y="21115"/>
                  <a:pt x="1820622" y="21677"/>
                  <a:pt x="1817464" y="21677"/>
                </a:cubicBezTo>
                <a:cubicBezTo>
                  <a:pt x="1814359" y="21677"/>
                  <a:pt x="1812232" y="21129"/>
                  <a:pt x="1811081" y="20032"/>
                </a:cubicBezTo>
                <a:cubicBezTo>
                  <a:pt x="1809930" y="18934"/>
                  <a:pt x="1809355" y="16860"/>
                  <a:pt x="1809355" y="13809"/>
                </a:cubicBezTo>
                <a:cubicBezTo>
                  <a:pt x="1809355" y="10705"/>
                  <a:pt x="1809944" y="8591"/>
                  <a:pt x="1811121" y="7467"/>
                </a:cubicBezTo>
                <a:cubicBezTo>
                  <a:pt x="1812299" y="6343"/>
                  <a:pt x="1814466" y="5781"/>
                  <a:pt x="1817624" y="5781"/>
                </a:cubicBezTo>
                <a:cubicBezTo>
                  <a:pt x="1820729" y="5781"/>
                  <a:pt x="1822856" y="6329"/>
                  <a:pt x="1824007" y="7427"/>
                </a:cubicBezTo>
                <a:cubicBezTo>
                  <a:pt x="1825158" y="8524"/>
                  <a:pt x="1825733" y="10598"/>
                  <a:pt x="1825733" y="13649"/>
                </a:cubicBezTo>
                <a:close/>
                <a:moveTo>
                  <a:pt x="1892826" y="90782"/>
                </a:moveTo>
                <a:cubicBezTo>
                  <a:pt x="1892826" y="94478"/>
                  <a:pt x="1892143" y="97774"/>
                  <a:pt x="1890778" y="100667"/>
                </a:cubicBezTo>
                <a:cubicBezTo>
                  <a:pt x="1889414" y="103559"/>
                  <a:pt x="1887473" y="105997"/>
                  <a:pt x="1884958" y="107981"/>
                </a:cubicBezTo>
                <a:cubicBezTo>
                  <a:pt x="1882442" y="109963"/>
                  <a:pt x="1879445" y="111463"/>
                  <a:pt x="1875966" y="112479"/>
                </a:cubicBezTo>
                <a:cubicBezTo>
                  <a:pt x="1872486" y="113498"/>
                  <a:pt x="1868659" y="114007"/>
                  <a:pt x="1864484" y="114007"/>
                </a:cubicBezTo>
                <a:cubicBezTo>
                  <a:pt x="1861915" y="114007"/>
                  <a:pt x="1859467" y="113807"/>
                  <a:pt x="1857138" y="113405"/>
                </a:cubicBezTo>
                <a:cubicBezTo>
                  <a:pt x="1854810" y="113004"/>
                  <a:pt x="1852722" y="112495"/>
                  <a:pt x="1850876" y="111880"/>
                </a:cubicBezTo>
                <a:cubicBezTo>
                  <a:pt x="1849029" y="111264"/>
                  <a:pt x="1847464" y="110622"/>
                  <a:pt x="1846179" y="109953"/>
                </a:cubicBezTo>
                <a:cubicBezTo>
                  <a:pt x="1844894" y="109284"/>
                  <a:pt x="1843958" y="108682"/>
                  <a:pt x="1843369" y="108146"/>
                </a:cubicBezTo>
                <a:cubicBezTo>
                  <a:pt x="1842780" y="107611"/>
                  <a:pt x="1842352" y="106862"/>
                  <a:pt x="1842084" y="105898"/>
                </a:cubicBezTo>
                <a:cubicBezTo>
                  <a:pt x="1841817" y="104935"/>
                  <a:pt x="1841683" y="103624"/>
                  <a:pt x="1841683" y="101964"/>
                </a:cubicBezTo>
                <a:cubicBezTo>
                  <a:pt x="1841683" y="100947"/>
                  <a:pt x="1841737" y="100091"/>
                  <a:pt x="1841844" y="99395"/>
                </a:cubicBezTo>
                <a:cubicBezTo>
                  <a:pt x="1841951" y="98699"/>
                  <a:pt x="1842084" y="98137"/>
                  <a:pt x="1842245" y="97709"/>
                </a:cubicBezTo>
                <a:cubicBezTo>
                  <a:pt x="1842406" y="97281"/>
                  <a:pt x="1842633" y="96973"/>
                  <a:pt x="1842927" y="96786"/>
                </a:cubicBezTo>
                <a:cubicBezTo>
                  <a:pt x="1843222" y="96599"/>
                  <a:pt x="1843556" y="96505"/>
                  <a:pt x="1843931" y="96505"/>
                </a:cubicBezTo>
                <a:cubicBezTo>
                  <a:pt x="1844520" y="96505"/>
                  <a:pt x="1845390" y="96866"/>
                  <a:pt x="1846540" y="97589"/>
                </a:cubicBezTo>
                <a:cubicBezTo>
                  <a:pt x="1847691" y="98311"/>
                  <a:pt x="1849110" y="99101"/>
                  <a:pt x="1850796" y="99957"/>
                </a:cubicBezTo>
                <a:cubicBezTo>
                  <a:pt x="1852482" y="100814"/>
                  <a:pt x="1854475" y="101603"/>
                  <a:pt x="1856777" y="102326"/>
                </a:cubicBezTo>
                <a:cubicBezTo>
                  <a:pt x="1859078" y="103048"/>
                  <a:pt x="1861728" y="103410"/>
                  <a:pt x="1864725" y="103410"/>
                </a:cubicBezTo>
                <a:cubicBezTo>
                  <a:pt x="1866973" y="103410"/>
                  <a:pt x="1869007" y="103169"/>
                  <a:pt x="1870827" y="102687"/>
                </a:cubicBezTo>
                <a:cubicBezTo>
                  <a:pt x="1872647" y="102204"/>
                  <a:pt x="1874226" y="101493"/>
                  <a:pt x="1875564" y="100554"/>
                </a:cubicBezTo>
                <a:cubicBezTo>
                  <a:pt x="1876902" y="99616"/>
                  <a:pt x="1877933" y="98423"/>
                  <a:pt x="1878655" y="96974"/>
                </a:cubicBezTo>
                <a:cubicBezTo>
                  <a:pt x="1879378" y="95526"/>
                  <a:pt x="1879739" y="93809"/>
                  <a:pt x="1879739" y="91826"/>
                </a:cubicBezTo>
                <a:cubicBezTo>
                  <a:pt x="1879739" y="89790"/>
                  <a:pt x="1879217" y="88076"/>
                  <a:pt x="1878173" y="86682"/>
                </a:cubicBezTo>
                <a:cubicBezTo>
                  <a:pt x="1877130" y="85289"/>
                  <a:pt x="1875751" y="84057"/>
                  <a:pt x="1874039" y="82987"/>
                </a:cubicBezTo>
                <a:cubicBezTo>
                  <a:pt x="1872326" y="81914"/>
                  <a:pt x="1870399" y="80964"/>
                  <a:pt x="1868258" y="80134"/>
                </a:cubicBezTo>
                <a:cubicBezTo>
                  <a:pt x="1866117" y="79303"/>
                  <a:pt x="1863909" y="78432"/>
                  <a:pt x="1861634" y="77522"/>
                </a:cubicBezTo>
                <a:cubicBezTo>
                  <a:pt x="1859359" y="76610"/>
                  <a:pt x="1857138" y="75578"/>
                  <a:pt x="1854970" y="74426"/>
                </a:cubicBezTo>
                <a:cubicBezTo>
                  <a:pt x="1852803" y="73274"/>
                  <a:pt x="1850862" y="71867"/>
                  <a:pt x="1849150" y="70206"/>
                </a:cubicBezTo>
                <a:cubicBezTo>
                  <a:pt x="1847437" y="68545"/>
                  <a:pt x="1846059" y="66563"/>
                  <a:pt x="1845015" y="64260"/>
                </a:cubicBezTo>
                <a:cubicBezTo>
                  <a:pt x="1843971" y="61956"/>
                  <a:pt x="1843449" y="59197"/>
                  <a:pt x="1843449" y="55983"/>
                </a:cubicBezTo>
                <a:cubicBezTo>
                  <a:pt x="1843449" y="53142"/>
                  <a:pt x="1843998" y="50424"/>
                  <a:pt x="1845095" y="47826"/>
                </a:cubicBezTo>
                <a:cubicBezTo>
                  <a:pt x="1846192" y="45227"/>
                  <a:pt x="1847838" y="42949"/>
                  <a:pt x="1850033" y="40994"/>
                </a:cubicBezTo>
                <a:cubicBezTo>
                  <a:pt x="1852227" y="39037"/>
                  <a:pt x="1854970" y="37470"/>
                  <a:pt x="1858262" y="36292"/>
                </a:cubicBezTo>
                <a:cubicBezTo>
                  <a:pt x="1861554" y="35113"/>
                  <a:pt x="1865394" y="34523"/>
                  <a:pt x="1869783" y="34523"/>
                </a:cubicBezTo>
                <a:cubicBezTo>
                  <a:pt x="1871710" y="34523"/>
                  <a:pt x="1873637" y="34686"/>
                  <a:pt x="1875564" y="35013"/>
                </a:cubicBezTo>
                <a:cubicBezTo>
                  <a:pt x="1877491" y="35339"/>
                  <a:pt x="1879231" y="35746"/>
                  <a:pt x="1880783" y="36234"/>
                </a:cubicBezTo>
                <a:cubicBezTo>
                  <a:pt x="1882335" y="36723"/>
                  <a:pt x="1883660" y="37252"/>
                  <a:pt x="1884757" y="37823"/>
                </a:cubicBezTo>
                <a:cubicBezTo>
                  <a:pt x="1885854" y="38393"/>
                  <a:pt x="1886684" y="38896"/>
                  <a:pt x="1887246" y="39331"/>
                </a:cubicBezTo>
                <a:cubicBezTo>
                  <a:pt x="1887808" y="39765"/>
                  <a:pt x="1888183" y="40143"/>
                  <a:pt x="1888370" y="40465"/>
                </a:cubicBezTo>
                <a:cubicBezTo>
                  <a:pt x="1888557" y="40786"/>
                  <a:pt x="1888691" y="41147"/>
                  <a:pt x="1888771" y="41548"/>
                </a:cubicBezTo>
                <a:cubicBezTo>
                  <a:pt x="1888852" y="41950"/>
                  <a:pt x="1888932" y="42445"/>
                  <a:pt x="1889012" y="43034"/>
                </a:cubicBezTo>
                <a:cubicBezTo>
                  <a:pt x="1889092" y="43623"/>
                  <a:pt x="1889133" y="44345"/>
                  <a:pt x="1889133" y="45202"/>
                </a:cubicBezTo>
                <a:cubicBezTo>
                  <a:pt x="1889133" y="46111"/>
                  <a:pt x="1889092" y="46901"/>
                  <a:pt x="1889012" y="47570"/>
                </a:cubicBezTo>
                <a:cubicBezTo>
                  <a:pt x="1888932" y="48239"/>
                  <a:pt x="1888798" y="48788"/>
                  <a:pt x="1888611" y="49216"/>
                </a:cubicBezTo>
                <a:cubicBezTo>
                  <a:pt x="1888423" y="49644"/>
                  <a:pt x="1888196" y="49952"/>
                  <a:pt x="1887928" y="50139"/>
                </a:cubicBezTo>
                <a:cubicBezTo>
                  <a:pt x="1887661" y="50327"/>
                  <a:pt x="1887366" y="50420"/>
                  <a:pt x="1887045" y="50420"/>
                </a:cubicBezTo>
                <a:cubicBezTo>
                  <a:pt x="1886563" y="50420"/>
                  <a:pt x="1885868" y="50122"/>
                  <a:pt x="1884958" y="49524"/>
                </a:cubicBezTo>
                <a:cubicBezTo>
                  <a:pt x="1884048" y="48927"/>
                  <a:pt x="1882870" y="48289"/>
                  <a:pt x="1881425" y="47610"/>
                </a:cubicBezTo>
                <a:cubicBezTo>
                  <a:pt x="1879980" y="46931"/>
                  <a:pt x="1878280" y="46293"/>
                  <a:pt x="1876327" y="45696"/>
                </a:cubicBezTo>
                <a:cubicBezTo>
                  <a:pt x="1874373" y="45099"/>
                  <a:pt x="1872138" y="44800"/>
                  <a:pt x="1869623" y="44800"/>
                </a:cubicBezTo>
                <a:cubicBezTo>
                  <a:pt x="1867375" y="44800"/>
                  <a:pt x="1865394" y="45055"/>
                  <a:pt x="1863682" y="45565"/>
                </a:cubicBezTo>
                <a:cubicBezTo>
                  <a:pt x="1861969" y="46074"/>
                  <a:pt x="1860564" y="46797"/>
                  <a:pt x="1859467" y="47736"/>
                </a:cubicBezTo>
                <a:cubicBezTo>
                  <a:pt x="1858369" y="48674"/>
                  <a:pt x="1857540" y="49787"/>
                  <a:pt x="1856978" y="51075"/>
                </a:cubicBezTo>
                <a:cubicBezTo>
                  <a:pt x="1856416" y="52361"/>
                  <a:pt x="1856135" y="53755"/>
                  <a:pt x="1856135" y="55257"/>
                </a:cubicBezTo>
                <a:cubicBezTo>
                  <a:pt x="1856135" y="57347"/>
                  <a:pt x="1856670" y="59101"/>
                  <a:pt x="1857740" y="60521"/>
                </a:cubicBezTo>
                <a:cubicBezTo>
                  <a:pt x="1858811" y="61941"/>
                  <a:pt x="1860203" y="63187"/>
                  <a:pt x="1861915" y="64260"/>
                </a:cubicBezTo>
                <a:cubicBezTo>
                  <a:pt x="1863628" y="65330"/>
                  <a:pt x="1865582" y="66294"/>
                  <a:pt x="1867776" y="67152"/>
                </a:cubicBezTo>
                <a:cubicBezTo>
                  <a:pt x="1869971" y="68009"/>
                  <a:pt x="1872205" y="68893"/>
                  <a:pt x="1874480" y="69804"/>
                </a:cubicBezTo>
                <a:cubicBezTo>
                  <a:pt x="1876755" y="70714"/>
                  <a:pt x="1879003" y="71732"/>
                  <a:pt x="1881224" y="72858"/>
                </a:cubicBezTo>
                <a:cubicBezTo>
                  <a:pt x="1883446" y="73984"/>
                  <a:pt x="1885413" y="75350"/>
                  <a:pt x="1887125" y="76958"/>
                </a:cubicBezTo>
                <a:cubicBezTo>
                  <a:pt x="1888838" y="78565"/>
                  <a:pt x="1890216" y="80494"/>
                  <a:pt x="1891260" y="82746"/>
                </a:cubicBezTo>
                <a:cubicBezTo>
                  <a:pt x="1892304" y="84995"/>
                  <a:pt x="1892826" y="87674"/>
                  <a:pt x="1892826" y="90782"/>
                </a:cubicBezTo>
                <a:close/>
                <a:moveTo>
                  <a:pt x="1951796" y="105176"/>
                </a:moveTo>
                <a:cubicBezTo>
                  <a:pt x="1951796" y="106728"/>
                  <a:pt x="1951689" y="107959"/>
                  <a:pt x="1951475" y="108869"/>
                </a:cubicBezTo>
                <a:cubicBezTo>
                  <a:pt x="1951261" y="109779"/>
                  <a:pt x="1950940" y="110448"/>
                  <a:pt x="1950511" y="110876"/>
                </a:cubicBezTo>
                <a:cubicBezTo>
                  <a:pt x="1950083" y="111304"/>
                  <a:pt x="1949441" y="111706"/>
                  <a:pt x="1948585" y="112081"/>
                </a:cubicBezTo>
                <a:cubicBezTo>
                  <a:pt x="1947728" y="112455"/>
                  <a:pt x="1946751" y="112763"/>
                  <a:pt x="1945654" y="113004"/>
                </a:cubicBezTo>
                <a:cubicBezTo>
                  <a:pt x="1944557" y="113245"/>
                  <a:pt x="1943393" y="113445"/>
                  <a:pt x="1942162" y="113606"/>
                </a:cubicBezTo>
                <a:cubicBezTo>
                  <a:pt x="1940930" y="113767"/>
                  <a:pt x="1939699" y="113847"/>
                  <a:pt x="1938468" y="113847"/>
                </a:cubicBezTo>
                <a:cubicBezTo>
                  <a:pt x="1934722" y="113847"/>
                  <a:pt x="1931510" y="113351"/>
                  <a:pt x="1928834" y="112359"/>
                </a:cubicBezTo>
                <a:cubicBezTo>
                  <a:pt x="1926158" y="111366"/>
                  <a:pt x="1923963" y="109863"/>
                  <a:pt x="1922250" y="107850"/>
                </a:cubicBezTo>
                <a:cubicBezTo>
                  <a:pt x="1920538" y="105838"/>
                  <a:pt x="1919293" y="103290"/>
                  <a:pt x="1918517" y="100206"/>
                </a:cubicBezTo>
                <a:cubicBezTo>
                  <a:pt x="1917741" y="97121"/>
                  <a:pt x="1917353" y="93487"/>
                  <a:pt x="1917353" y="89302"/>
                </a:cubicBezTo>
                <a:lnTo>
                  <a:pt x="1917353" y="46968"/>
                </a:lnTo>
                <a:lnTo>
                  <a:pt x="1907237" y="46968"/>
                </a:lnTo>
                <a:cubicBezTo>
                  <a:pt x="1906434" y="46968"/>
                  <a:pt x="1905792" y="46540"/>
                  <a:pt x="1905310" y="45683"/>
                </a:cubicBezTo>
                <a:cubicBezTo>
                  <a:pt x="1904828" y="44827"/>
                  <a:pt x="1904587" y="43435"/>
                  <a:pt x="1904587" y="41508"/>
                </a:cubicBezTo>
                <a:cubicBezTo>
                  <a:pt x="1904587" y="40491"/>
                  <a:pt x="1904654" y="39635"/>
                  <a:pt x="1904788" y="38939"/>
                </a:cubicBezTo>
                <a:cubicBezTo>
                  <a:pt x="1904922" y="38243"/>
                  <a:pt x="1905096" y="37668"/>
                  <a:pt x="1905310" y="37213"/>
                </a:cubicBezTo>
                <a:cubicBezTo>
                  <a:pt x="1905524" y="36758"/>
                  <a:pt x="1905805" y="36437"/>
                  <a:pt x="1906153" y="36250"/>
                </a:cubicBezTo>
                <a:cubicBezTo>
                  <a:pt x="1906501" y="36062"/>
                  <a:pt x="1906889" y="35969"/>
                  <a:pt x="1907317" y="35969"/>
                </a:cubicBezTo>
                <a:lnTo>
                  <a:pt x="1917353" y="35969"/>
                </a:lnTo>
                <a:lnTo>
                  <a:pt x="1917353" y="18787"/>
                </a:lnTo>
                <a:cubicBezTo>
                  <a:pt x="1917353" y="18412"/>
                  <a:pt x="1917447" y="18065"/>
                  <a:pt x="1917634" y="17743"/>
                </a:cubicBezTo>
                <a:cubicBezTo>
                  <a:pt x="1917821" y="17422"/>
                  <a:pt x="1918169" y="17141"/>
                  <a:pt x="1918678" y="16900"/>
                </a:cubicBezTo>
                <a:cubicBezTo>
                  <a:pt x="1919186" y="16660"/>
                  <a:pt x="1919869" y="16486"/>
                  <a:pt x="1920725" y="16379"/>
                </a:cubicBezTo>
                <a:cubicBezTo>
                  <a:pt x="1921581" y="16271"/>
                  <a:pt x="1922652" y="16218"/>
                  <a:pt x="1923936" y="16218"/>
                </a:cubicBezTo>
                <a:cubicBezTo>
                  <a:pt x="1925275" y="16218"/>
                  <a:pt x="1926372" y="16271"/>
                  <a:pt x="1927228" y="16379"/>
                </a:cubicBezTo>
                <a:cubicBezTo>
                  <a:pt x="1928085" y="16486"/>
                  <a:pt x="1928754" y="16660"/>
                  <a:pt x="1929235" y="16900"/>
                </a:cubicBezTo>
                <a:cubicBezTo>
                  <a:pt x="1929717" y="17141"/>
                  <a:pt x="1930065" y="17422"/>
                  <a:pt x="1930279" y="17743"/>
                </a:cubicBezTo>
                <a:cubicBezTo>
                  <a:pt x="1930493" y="18065"/>
                  <a:pt x="1930600" y="18412"/>
                  <a:pt x="1930600" y="18787"/>
                </a:cubicBezTo>
                <a:lnTo>
                  <a:pt x="1930600" y="35969"/>
                </a:lnTo>
                <a:lnTo>
                  <a:pt x="1949147" y="35969"/>
                </a:lnTo>
                <a:cubicBezTo>
                  <a:pt x="1949575" y="35969"/>
                  <a:pt x="1949949" y="36062"/>
                  <a:pt x="1950271" y="36250"/>
                </a:cubicBezTo>
                <a:cubicBezTo>
                  <a:pt x="1950592" y="36437"/>
                  <a:pt x="1950873" y="36758"/>
                  <a:pt x="1951114" y="37213"/>
                </a:cubicBezTo>
                <a:cubicBezTo>
                  <a:pt x="1951354" y="37668"/>
                  <a:pt x="1951528" y="38243"/>
                  <a:pt x="1951635" y="38939"/>
                </a:cubicBezTo>
                <a:cubicBezTo>
                  <a:pt x="1951742" y="39635"/>
                  <a:pt x="1951796" y="40491"/>
                  <a:pt x="1951796" y="41508"/>
                </a:cubicBezTo>
                <a:cubicBezTo>
                  <a:pt x="1951796" y="43435"/>
                  <a:pt x="1951555" y="44827"/>
                  <a:pt x="1951073" y="45683"/>
                </a:cubicBezTo>
                <a:cubicBezTo>
                  <a:pt x="1950592" y="46540"/>
                  <a:pt x="1949949" y="46968"/>
                  <a:pt x="1949147" y="46968"/>
                </a:cubicBezTo>
                <a:lnTo>
                  <a:pt x="1930600" y="46968"/>
                </a:lnTo>
                <a:lnTo>
                  <a:pt x="1930600" y="87390"/>
                </a:lnTo>
                <a:cubicBezTo>
                  <a:pt x="1930600" y="92381"/>
                  <a:pt x="1931336" y="96152"/>
                  <a:pt x="1932808" y="98703"/>
                </a:cubicBezTo>
                <a:cubicBezTo>
                  <a:pt x="1934280" y="101252"/>
                  <a:pt x="1936916" y="102526"/>
                  <a:pt x="1940716" y="102526"/>
                </a:cubicBezTo>
                <a:cubicBezTo>
                  <a:pt x="1941947" y="102526"/>
                  <a:pt x="1943045" y="102406"/>
                  <a:pt x="1944008" y="102165"/>
                </a:cubicBezTo>
                <a:cubicBezTo>
                  <a:pt x="1944972" y="101924"/>
                  <a:pt x="1945828" y="101670"/>
                  <a:pt x="1946577" y="101402"/>
                </a:cubicBezTo>
                <a:cubicBezTo>
                  <a:pt x="1947327" y="101135"/>
                  <a:pt x="1947969" y="100881"/>
                  <a:pt x="1948504" y="100640"/>
                </a:cubicBezTo>
                <a:cubicBezTo>
                  <a:pt x="1949039" y="100399"/>
                  <a:pt x="1949521" y="100278"/>
                  <a:pt x="1949949" y="100278"/>
                </a:cubicBezTo>
                <a:cubicBezTo>
                  <a:pt x="1950217" y="100278"/>
                  <a:pt x="1950471" y="100345"/>
                  <a:pt x="1950712" y="100479"/>
                </a:cubicBezTo>
                <a:cubicBezTo>
                  <a:pt x="1950953" y="100613"/>
                  <a:pt x="1951140" y="100867"/>
                  <a:pt x="1951274" y="101242"/>
                </a:cubicBezTo>
                <a:cubicBezTo>
                  <a:pt x="1951408" y="101616"/>
                  <a:pt x="1951528" y="102125"/>
                  <a:pt x="1951635" y="102767"/>
                </a:cubicBezTo>
                <a:cubicBezTo>
                  <a:pt x="1951742" y="103410"/>
                  <a:pt x="1951796" y="104212"/>
                  <a:pt x="1951796" y="105176"/>
                </a:cubicBezTo>
                <a:close/>
                <a:moveTo>
                  <a:pt x="2072679" y="73503"/>
                </a:moveTo>
                <a:cubicBezTo>
                  <a:pt x="2072679" y="79395"/>
                  <a:pt x="2071903" y="84820"/>
                  <a:pt x="2070351" y="89776"/>
                </a:cubicBezTo>
                <a:cubicBezTo>
                  <a:pt x="2068799" y="94732"/>
                  <a:pt x="2066484" y="99005"/>
                  <a:pt x="2063406" y="102597"/>
                </a:cubicBezTo>
                <a:cubicBezTo>
                  <a:pt x="2060328" y="106186"/>
                  <a:pt x="2056475" y="108985"/>
                  <a:pt x="2051845" y="110994"/>
                </a:cubicBezTo>
                <a:cubicBezTo>
                  <a:pt x="2047215" y="113003"/>
                  <a:pt x="2041849" y="114007"/>
                  <a:pt x="2035747" y="114007"/>
                </a:cubicBezTo>
                <a:cubicBezTo>
                  <a:pt x="2029806" y="114007"/>
                  <a:pt x="2024628" y="113123"/>
                  <a:pt x="2020212" y="111355"/>
                </a:cubicBezTo>
                <a:cubicBezTo>
                  <a:pt x="2015796" y="109587"/>
                  <a:pt x="2012116" y="107016"/>
                  <a:pt x="2009172" y="103640"/>
                </a:cubicBezTo>
                <a:cubicBezTo>
                  <a:pt x="2006228" y="100265"/>
                  <a:pt x="2004034" y="96166"/>
                  <a:pt x="2002589" y="91344"/>
                </a:cubicBezTo>
                <a:cubicBezTo>
                  <a:pt x="2001144" y="86522"/>
                  <a:pt x="2000421" y="81056"/>
                  <a:pt x="2000421" y="74948"/>
                </a:cubicBezTo>
                <a:cubicBezTo>
                  <a:pt x="2000421" y="69055"/>
                  <a:pt x="2001184" y="63631"/>
                  <a:pt x="2002709" y="58675"/>
                </a:cubicBezTo>
                <a:cubicBezTo>
                  <a:pt x="2004235" y="53719"/>
                  <a:pt x="2006536" y="49446"/>
                  <a:pt x="2009614" y="45856"/>
                </a:cubicBezTo>
                <a:cubicBezTo>
                  <a:pt x="2012692" y="42265"/>
                  <a:pt x="2016532" y="39479"/>
                  <a:pt x="2021135" y="37497"/>
                </a:cubicBezTo>
                <a:cubicBezTo>
                  <a:pt x="2025738" y="35514"/>
                  <a:pt x="2031117" y="34523"/>
                  <a:pt x="2037273" y="34523"/>
                </a:cubicBezTo>
                <a:cubicBezTo>
                  <a:pt x="2043214" y="34523"/>
                  <a:pt x="2048392" y="35407"/>
                  <a:pt x="2052808" y="37175"/>
                </a:cubicBezTo>
                <a:cubicBezTo>
                  <a:pt x="2057224" y="38943"/>
                  <a:pt x="2060904" y="41515"/>
                  <a:pt x="2063848" y="44890"/>
                </a:cubicBezTo>
                <a:cubicBezTo>
                  <a:pt x="2066792" y="48266"/>
                  <a:pt x="2068999" y="52365"/>
                  <a:pt x="2070471" y="57187"/>
                </a:cubicBezTo>
                <a:cubicBezTo>
                  <a:pt x="2071943" y="62009"/>
                  <a:pt x="2072679" y="67448"/>
                  <a:pt x="2072679" y="73503"/>
                </a:cubicBezTo>
                <a:moveTo>
                  <a:pt x="2058709" y="74386"/>
                </a:moveTo>
                <a:cubicBezTo>
                  <a:pt x="2058709" y="70474"/>
                  <a:pt x="2058348" y="66775"/>
                  <a:pt x="2057625" y="63291"/>
                </a:cubicBezTo>
                <a:cubicBezTo>
                  <a:pt x="2056903" y="59807"/>
                  <a:pt x="2055712" y="56752"/>
                  <a:pt x="2054053" y="54126"/>
                </a:cubicBezTo>
                <a:cubicBezTo>
                  <a:pt x="2052393" y="51500"/>
                  <a:pt x="2050145" y="49423"/>
                  <a:pt x="2047309" y="47896"/>
                </a:cubicBezTo>
                <a:cubicBezTo>
                  <a:pt x="2044472" y="46367"/>
                  <a:pt x="2040939" y="45603"/>
                  <a:pt x="2036711" y="45603"/>
                </a:cubicBezTo>
                <a:cubicBezTo>
                  <a:pt x="2032803" y="45603"/>
                  <a:pt x="2029445" y="46300"/>
                  <a:pt x="2026635" y="47693"/>
                </a:cubicBezTo>
                <a:cubicBezTo>
                  <a:pt x="2023825" y="49086"/>
                  <a:pt x="2021510" y="51057"/>
                  <a:pt x="2019690" y="53604"/>
                </a:cubicBezTo>
                <a:cubicBezTo>
                  <a:pt x="2017870" y="56150"/>
                  <a:pt x="2016519" y="59165"/>
                  <a:pt x="2015635" y="62649"/>
                </a:cubicBezTo>
                <a:cubicBezTo>
                  <a:pt x="2014752" y="66131"/>
                  <a:pt x="2014311" y="69937"/>
                  <a:pt x="2014311" y="74065"/>
                </a:cubicBezTo>
                <a:cubicBezTo>
                  <a:pt x="2014311" y="78031"/>
                  <a:pt x="2014672" y="81756"/>
                  <a:pt x="2015395" y="85240"/>
                </a:cubicBezTo>
                <a:cubicBezTo>
                  <a:pt x="2016117" y="88724"/>
                  <a:pt x="2017321" y="91765"/>
                  <a:pt x="2019007" y="94365"/>
                </a:cubicBezTo>
                <a:cubicBezTo>
                  <a:pt x="2020693" y="96964"/>
                  <a:pt x="2022955" y="99028"/>
                  <a:pt x="2025792" y="100557"/>
                </a:cubicBezTo>
                <a:cubicBezTo>
                  <a:pt x="2028629" y="102084"/>
                  <a:pt x="2032161" y="102848"/>
                  <a:pt x="2036390" y="102848"/>
                </a:cubicBezTo>
                <a:cubicBezTo>
                  <a:pt x="2040243" y="102848"/>
                  <a:pt x="2043589" y="102151"/>
                  <a:pt x="2046425" y="100758"/>
                </a:cubicBezTo>
                <a:cubicBezTo>
                  <a:pt x="2049262" y="99364"/>
                  <a:pt x="2051591" y="97408"/>
                  <a:pt x="2053410" y="94889"/>
                </a:cubicBezTo>
                <a:cubicBezTo>
                  <a:pt x="2055230" y="92368"/>
                  <a:pt x="2056568" y="89367"/>
                  <a:pt x="2057425" y="85884"/>
                </a:cubicBezTo>
                <a:cubicBezTo>
                  <a:pt x="2058281" y="82400"/>
                  <a:pt x="2058709" y="78567"/>
                  <a:pt x="2058709" y="74386"/>
                </a:cubicBezTo>
                <a:close/>
                <a:moveTo>
                  <a:pt x="2130234" y="8430"/>
                </a:moveTo>
                <a:cubicBezTo>
                  <a:pt x="2130234" y="9447"/>
                  <a:pt x="2130180" y="10263"/>
                  <a:pt x="2130073" y="10879"/>
                </a:cubicBezTo>
                <a:cubicBezTo>
                  <a:pt x="2129966" y="11494"/>
                  <a:pt x="2129846" y="11990"/>
                  <a:pt x="2129712" y="12364"/>
                </a:cubicBezTo>
                <a:cubicBezTo>
                  <a:pt x="2129578" y="12739"/>
                  <a:pt x="2129404" y="12993"/>
                  <a:pt x="2129190" y="13127"/>
                </a:cubicBezTo>
                <a:cubicBezTo>
                  <a:pt x="2128976" y="13261"/>
                  <a:pt x="2128708" y="13328"/>
                  <a:pt x="2128387" y="13328"/>
                </a:cubicBezTo>
                <a:cubicBezTo>
                  <a:pt x="2128013" y="13328"/>
                  <a:pt x="2127544" y="13207"/>
                  <a:pt x="2126982" y="12966"/>
                </a:cubicBezTo>
                <a:cubicBezTo>
                  <a:pt x="2126420" y="12725"/>
                  <a:pt x="2125738" y="12458"/>
                  <a:pt x="2124935" y="12163"/>
                </a:cubicBezTo>
                <a:cubicBezTo>
                  <a:pt x="2124132" y="11869"/>
                  <a:pt x="2123182" y="11601"/>
                  <a:pt x="2122085" y="11361"/>
                </a:cubicBezTo>
                <a:cubicBezTo>
                  <a:pt x="2120987" y="11120"/>
                  <a:pt x="2119716" y="10999"/>
                  <a:pt x="2118271" y="10999"/>
                </a:cubicBezTo>
                <a:cubicBezTo>
                  <a:pt x="2116291" y="10999"/>
                  <a:pt x="2114605" y="11320"/>
                  <a:pt x="2113213" y="11960"/>
                </a:cubicBezTo>
                <a:cubicBezTo>
                  <a:pt x="2111821" y="12601"/>
                  <a:pt x="2110697" y="13601"/>
                  <a:pt x="2109841" y="14961"/>
                </a:cubicBezTo>
                <a:cubicBezTo>
                  <a:pt x="2108985" y="16321"/>
                  <a:pt x="2108369" y="18081"/>
                  <a:pt x="2107994" y="20242"/>
                </a:cubicBezTo>
                <a:cubicBezTo>
                  <a:pt x="2107620" y="22403"/>
                  <a:pt x="2107432" y="25031"/>
                  <a:pt x="2107432" y="28126"/>
                </a:cubicBezTo>
                <a:lnTo>
                  <a:pt x="2107432" y="35969"/>
                </a:lnTo>
                <a:lnTo>
                  <a:pt x="2123570" y="35969"/>
                </a:lnTo>
                <a:cubicBezTo>
                  <a:pt x="2123998" y="35969"/>
                  <a:pt x="2124359" y="36062"/>
                  <a:pt x="2124654" y="36250"/>
                </a:cubicBezTo>
                <a:cubicBezTo>
                  <a:pt x="2124948" y="36437"/>
                  <a:pt x="2125216" y="36758"/>
                  <a:pt x="2125457" y="37213"/>
                </a:cubicBezTo>
                <a:cubicBezTo>
                  <a:pt x="2125698" y="37668"/>
                  <a:pt x="2125885" y="38243"/>
                  <a:pt x="2126019" y="38939"/>
                </a:cubicBezTo>
                <a:cubicBezTo>
                  <a:pt x="2126153" y="39635"/>
                  <a:pt x="2126219" y="40491"/>
                  <a:pt x="2126219" y="41508"/>
                </a:cubicBezTo>
                <a:cubicBezTo>
                  <a:pt x="2126219" y="43435"/>
                  <a:pt x="2125979" y="44827"/>
                  <a:pt x="2125497" y="45683"/>
                </a:cubicBezTo>
                <a:cubicBezTo>
                  <a:pt x="2125015" y="46540"/>
                  <a:pt x="2124373" y="46968"/>
                  <a:pt x="2123570" y="46968"/>
                </a:cubicBezTo>
                <a:lnTo>
                  <a:pt x="2107432" y="46968"/>
                </a:lnTo>
                <a:lnTo>
                  <a:pt x="2107432" y="110392"/>
                </a:lnTo>
                <a:cubicBezTo>
                  <a:pt x="2107432" y="110820"/>
                  <a:pt x="2107325" y="111182"/>
                  <a:pt x="2107111" y="111478"/>
                </a:cubicBezTo>
                <a:cubicBezTo>
                  <a:pt x="2106897" y="111773"/>
                  <a:pt x="2106536" y="112027"/>
                  <a:pt x="2106027" y="112241"/>
                </a:cubicBezTo>
                <a:cubicBezTo>
                  <a:pt x="2105519" y="112455"/>
                  <a:pt x="2104836" y="112616"/>
                  <a:pt x="2103980" y="112723"/>
                </a:cubicBezTo>
                <a:cubicBezTo>
                  <a:pt x="2103124" y="112830"/>
                  <a:pt x="2102053" y="112883"/>
                  <a:pt x="2100768" y="112883"/>
                </a:cubicBezTo>
                <a:cubicBezTo>
                  <a:pt x="2099484" y="112883"/>
                  <a:pt x="2098413" y="112830"/>
                  <a:pt x="2097557" y="112723"/>
                </a:cubicBezTo>
                <a:cubicBezTo>
                  <a:pt x="2096701" y="112616"/>
                  <a:pt x="2096018" y="112455"/>
                  <a:pt x="2095510" y="112241"/>
                </a:cubicBezTo>
                <a:cubicBezTo>
                  <a:pt x="2095001" y="112027"/>
                  <a:pt x="2094640" y="111773"/>
                  <a:pt x="2094426" y="111478"/>
                </a:cubicBezTo>
                <a:cubicBezTo>
                  <a:pt x="2094212" y="111182"/>
                  <a:pt x="2094105" y="110820"/>
                  <a:pt x="2094105" y="110392"/>
                </a:cubicBezTo>
                <a:lnTo>
                  <a:pt x="2094105" y="46968"/>
                </a:lnTo>
                <a:lnTo>
                  <a:pt x="2083908" y="46968"/>
                </a:lnTo>
                <a:cubicBezTo>
                  <a:pt x="2083052" y="46968"/>
                  <a:pt x="2082410" y="46540"/>
                  <a:pt x="2081981" y="45683"/>
                </a:cubicBezTo>
                <a:cubicBezTo>
                  <a:pt x="2081553" y="44827"/>
                  <a:pt x="2081339" y="43435"/>
                  <a:pt x="2081339" y="41508"/>
                </a:cubicBezTo>
                <a:cubicBezTo>
                  <a:pt x="2081339" y="40491"/>
                  <a:pt x="2081393" y="39635"/>
                  <a:pt x="2081500" y="38939"/>
                </a:cubicBezTo>
                <a:cubicBezTo>
                  <a:pt x="2081607" y="38243"/>
                  <a:pt x="2081767" y="37668"/>
                  <a:pt x="2081981" y="37213"/>
                </a:cubicBezTo>
                <a:cubicBezTo>
                  <a:pt x="2082195" y="36758"/>
                  <a:pt x="2082463" y="36437"/>
                  <a:pt x="2082784" y="36250"/>
                </a:cubicBezTo>
                <a:cubicBezTo>
                  <a:pt x="2083105" y="36062"/>
                  <a:pt x="2083480" y="35969"/>
                  <a:pt x="2083908" y="35969"/>
                </a:cubicBezTo>
                <a:lnTo>
                  <a:pt x="2094105" y="35969"/>
                </a:lnTo>
                <a:lnTo>
                  <a:pt x="2094105" y="28519"/>
                </a:lnTo>
                <a:cubicBezTo>
                  <a:pt x="2094105" y="23498"/>
                  <a:pt x="2094573" y="19185"/>
                  <a:pt x="2095510" y="15581"/>
                </a:cubicBezTo>
                <a:cubicBezTo>
                  <a:pt x="2096446" y="11976"/>
                  <a:pt x="2097878" y="9026"/>
                  <a:pt x="2099805" y="6729"/>
                </a:cubicBezTo>
                <a:cubicBezTo>
                  <a:pt x="2101732" y="4433"/>
                  <a:pt x="2104154" y="2737"/>
                  <a:pt x="2107071" y="1643"/>
                </a:cubicBezTo>
                <a:cubicBezTo>
                  <a:pt x="2109988" y="548"/>
                  <a:pt x="2113427" y="0"/>
                  <a:pt x="2117388" y="0"/>
                </a:cubicBezTo>
                <a:cubicBezTo>
                  <a:pt x="2119261" y="0"/>
                  <a:pt x="2121081" y="174"/>
                  <a:pt x="2122847" y="522"/>
                </a:cubicBezTo>
                <a:cubicBezTo>
                  <a:pt x="2124614" y="870"/>
                  <a:pt x="2125979" y="1244"/>
                  <a:pt x="2126942" y="1646"/>
                </a:cubicBezTo>
                <a:cubicBezTo>
                  <a:pt x="2127905" y="2047"/>
                  <a:pt x="2128548" y="2409"/>
                  <a:pt x="2128869" y="2730"/>
                </a:cubicBezTo>
                <a:cubicBezTo>
                  <a:pt x="2129190" y="3051"/>
                  <a:pt x="2129458" y="3466"/>
                  <a:pt x="2129672" y="3974"/>
                </a:cubicBezTo>
                <a:cubicBezTo>
                  <a:pt x="2129886" y="4483"/>
                  <a:pt x="2130033" y="5098"/>
                  <a:pt x="2130113" y="5821"/>
                </a:cubicBezTo>
                <a:cubicBezTo>
                  <a:pt x="2130194" y="6543"/>
                  <a:pt x="2130234" y="7413"/>
                  <a:pt x="2130234" y="84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bricks……">
            <a:extLst xmlns:a="http://schemas.openxmlformats.org/drawingml/2006/main">
              <a:ext uri="{FF2B5EF4-FFF2-40B4-BE49-F238E27FC236}">
                <a16:creationId xmlns:a16="http://schemas.microsoft.com/office/drawing/2014/main" id="{F4C624CF-FB7E-4AC5-A22D-189176DF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729" y="2529400"/>
            <a:ext cx="624246" cy="113526"/>
          </a:xfrm>
          <a:custGeom xmlns:a="http://schemas.openxmlformats.org/drawingml/2006/main">
            <a:pathLst>
              <a:path w="624246" h="113526">
                <a:moveTo>
                  <a:pt x="66478" y="72860"/>
                </a:moveTo>
                <a:cubicBezTo>
                  <a:pt x="66478" y="79128"/>
                  <a:pt x="65795" y="84766"/>
                  <a:pt x="64430" y="89776"/>
                </a:cubicBezTo>
                <a:cubicBezTo>
                  <a:pt x="63065" y="94785"/>
                  <a:pt x="61058" y="99059"/>
                  <a:pt x="58409" y="102597"/>
                </a:cubicBezTo>
                <a:cubicBezTo>
                  <a:pt x="55759" y="106133"/>
                  <a:pt x="52508" y="108838"/>
                  <a:pt x="48654" y="110713"/>
                </a:cubicBezTo>
                <a:cubicBezTo>
                  <a:pt x="44800" y="112588"/>
                  <a:pt x="40384" y="113526"/>
                  <a:pt x="35407" y="113526"/>
                </a:cubicBezTo>
                <a:cubicBezTo>
                  <a:pt x="33105" y="113526"/>
                  <a:pt x="30977" y="113297"/>
                  <a:pt x="29024" y="112841"/>
                </a:cubicBezTo>
                <a:cubicBezTo>
                  <a:pt x="27070" y="112386"/>
                  <a:pt x="25157" y="111650"/>
                  <a:pt x="23283" y="110633"/>
                </a:cubicBezTo>
                <a:cubicBezTo>
                  <a:pt x="21410" y="109614"/>
                  <a:pt x="19536" y="108328"/>
                  <a:pt x="17663" y="106774"/>
                </a:cubicBezTo>
                <a:cubicBezTo>
                  <a:pt x="15790" y="105220"/>
                  <a:pt x="13809" y="103345"/>
                  <a:pt x="11722" y="101149"/>
                </a:cubicBezTo>
                <a:lnTo>
                  <a:pt x="11722" y="109928"/>
                </a:lnTo>
                <a:cubicBezTo>
                  <a:pt x="11722" y="110353"/>
                  <a:pt x="11615" y="110725"/>
                  <a:pt x="11401" y="111044"/>
                </a:cubicBezTo>
                <a:cubicBezTo>
                  <a:pt x="11187" y="111364"/>
                  <a:pt x="10839" y="111617"/>
                  <a:pt x="10357" y="111805"/>
                </a:cubicBezTo>
                <a:cubicBezTo>
                  <a:pt x="9875" y="111990"/>
                  <a:pt x="9273" y="112136"/>
                  <a:pt x="8551" y="112241"/>
                </a:cubicBezTo>
                <a:cubicBezTo>
                  <a:pt x="7828" y="112348"/>
                  <a:pt x="6905" y="112402"/>
                  <a:pt x="5781" y="112402"/>
                </a:cubicBezTo>
                <a:cubicBezTo>
                  <a:pt x="4710" y="112402"/>
                  <a:pt x="3800" y="112348"/>
                  <a:pt x="3051" y="112241"/>
                </a:cubicBezTo>
                <a:cubicBezTo>
                  <a:pt x="2302" y="112134"/>
                  <a:pt x="1686" y="111987"/>
                  <a:pt x="1204" y="111800"/>
                </a:cubicBezTo>
                <a:cubicBezTo>
                  <a:pt x="723" y="111612"/>
                  <a:pt x="401" y="111358"/>
                  <a:pt x="241" y="111037"/>
                </a:cubicBezTo>
                <a:cubicBezTo>
                  <a:pt x="80" y="110714"/>
                  <a:pt x="0" y="110339"/>
                  <a:pt x="0" y="109910"/>
                </a:cubicBezTo>
                <a:lnTo>
                  <a:pt x="0" y="2572"/>
                </a:lnTo>
                <a:cubicBezTo>
                  <a:pt x="0" y="2143"/>
                  <a:pt x="94" y="1769"/>
                  <a:pt x="281" y="1448"/>
                </a:cubicBezTo>
                <a:cubicBezTo>
                  <a:pt x="468" y="1125"/>
                  <a:pt x="816" y="856"/>
                  <a:pt x="1325" y="642"/>
                </a:cubicBezTo>
                <a:cubicBezTo>
                  <a:pt x="1833" y="428"/>
                  <a:pt x="2516" y="268"/>
                  <a:pt x="3372" y="161"/>
                </a:cubicBezTo>
                <a:cubicBezTo>
                  <a:pt x="4228" y="54"/>
                  <a:pt x="5299" y="0"/>
                  <a:pt x="6584" y="0"/>
                </a:cubicBezTo>
                <a:cubicBezTo>
                  <a:pt x="7922" y="0"/>
                  <a:pt x="9019" y="54"/>
                  <a:pt x="9875" y="161"/>
                </a:cubicBezTo>
                <a:cubicBezTo>
                  <a:pt x="10732" y="268"/>
                  <a:pt x="11401" y="429"/>
                  <a:pt x="11882" y="645"/>
                </a:cubicBezTo>
                <a:cubicBezTo>
                  <a:pt x="12364" y="859"/>
                  <a:pt x="12712" y="1127"/>
                  <a:pt x="12926" y="1450"/>
                </a:cubicBezTo>
                <a:cubicBezTo>
                  <a:pt x="13140" y="1771"/>
                  <a:pt x="13247" y="2146"/>
                  <a:pt x="13247" y="2574"/>
                </a:cubicBezTo>
                <a:lnTo>
                  <a:pt x="13247" y="45937"/>
                </a:lnTo>
                <a:cubicBezTo>
                  <a:pt x="15388" y="43740"/>
                  <a:pt x="17462" y="41892"/>
                  <a:pt x="19470" y="40392"/>
                </a:cubicBezTo>
                <a:cubicBezTo>
                  <a:pt x="21477" y="38891"/>
                  <a:pt x="23444" y="37673"/>
                  <a:pt x="25371" y="36736"/>
                </a:cubicBezTo>
                <a:cubicBezTo>
                  <a:pt x="27298" y="35798"/>
                  <a:pt x="29224" y="35115"/>
                  <a:pt x="31151" y="34686"/>
                </a:cubicBezTo>
                <a:cubicBezTo>
                  <a:pt x="33078" y="34257"/>
                  <a:pt x="35112" y="34042"/>
                  <a:pt x="37253" y="34042"/>
                </a:cubicBezTo>
                <a:cubicBezTo>
                  <a:pt x="42499" y="34042"/>
                  <a:pt x="46981" y="35087"/>
                  <a:pt x="50701" y="37178"/>
                </a:cubicBezTo>
                <a:cubicBezTo>
                  <a:pt x="54421" y="39267"/>
                  <a:pt x="57445" y="42066"/>
                  <a:pt x="59774" y="45575"/>
                </a:cubicBezTo>
                <a:cubicBezTo>
                  <a:pt x="62102" y="49085"/>
                  <a:pt x="63801" y="53197"/>
                  <a:pt x="64872" y="57912"/>
                </a:cubicBezTo>
                <a:cubicBezTo>
                  <a:pt x="65942" y="62625"/>
                  <a:pt x="66478" y="67608"/>
                  <a:pt x="66478" y="72860"/>
                </a:cubicBezTo>
                <a:moveTo>
                  <a:pt x="52508" y="74386"/>
                </a:moveTo>
                <a:cubicBezTo>
                  <a:pt x="52508" y="70688"/>
                  <a:pt x="52227" y="67096"/>
                  <a:pt x="51665" y="63612"/>
                </a:cubicBezTo>
                <a:cubicBezTo>
                  <a:pt x="51103" y="60128"/>
                  <a:pt x="50126" y="57046"/>
                  <a:pt x="48734" y="54367"/>
                </a:cubicBezTo>
                <a:cubicBezTo>
                  <a:pt x="47343" y="51687"/>
                  <a:pt x="45496" y="49530"/>
                  <a:pt x="43194" y="47896"/>
                </a:cubicBezTo>
                <a:cubicBezTo>
                  <a:pt x="40893" y="46260"/>
                  <a:pt x="38029" y="45442"/>
                  <a:pt x="34604" y="45442"/>
                </a:cubicBezTo>
                <a:cubicBezTo>
                  <a:pt x="32891" y="45442"/>
                  <a:pt x="31205" y="45684"/>
                  <a:pt x="29546" y="46167"/>
                </a:cubicBezTo>
                <a:cubicBezTo>
                  <a:pt x="27886" y="46649"/>
                  <a:pt x="26200" y="47453"/>
                  <a:pt x="24488" y="48579"/>
                </a:cubicBezTo>
                <a:cubicBezTo>
                  <a:pt x="22775" y="49704"/>
                  <a:pt x="20995" y="51152"/>
                  <a:pt x="19148" y="52922"/>
                </a:cubicBezTo>
                <a:cubicBezTo>
                  <a:pt x="17302" y="54691"/>
                  <a:pt x="15335" y="56917"/>
                  <a:pt x="13247" y="59598"/>
                </a:cubicBezTo>
                <a:lnTo>
                  <a:pt x="13247" y="88451"/>
                </a:lnTo>
                <a:cubicBezTo>
                  <a:pt x="16887" y="92902"/>
                  <a:pt x="20366" y="96294"/>
                  <a:pt x="23685" y="98627"/>
                </a:cubicBezTo>
                <a:cubicBezTo>
                  <a:pt x="27003" y="100959"/>
                  <a:pt x="30456" y="102125"/>
                  <a:pt x="34042" y="102125"/>
                </a:cubicBezTo>
                <a:cubicBezTo>
                  <a:pt x="37360" y="102125"/>
                  <a:pt x="40197" y="101321"/>
                  <a:pt x="42552" y="99714"/>
                </a:cubicBezTo>
                <a:cubicBezTo>
                  <a:pt x="44907" y="98105"/>
                  <a:pt x="46821" y="95974"/>
                  <a:pt x="48293" y="93321"/>
                </a:cubicBezTo>
                <a:cubicBezTo>
                  <a:pt x="49765" y="90668"/>
                  <a:pt x="50835" y="87693"/>
                  <a:pt x="51504" y="84397"/>
                </a:cubicBezTo>
                <a:cubicBezTo>
                  <a:pt x="52173" y="81100"/>
                  <a:pt x="52508" y="77763"/>
                  <a:pt x="52508" y="74386"/>
                </a:cubicBezTo>
                <a:close/>
                <a:moveTo>
                  <a:pt x="127404" y="42392"/>
                </a:moveTo>
                <a:cubicBezTo>
                  <a:pt x="127404" y="43569"/>
                  <a:pt x="127378" y="44559"/>
                  <a:pt x="127324" y="45362"/>
                </a:cubicBezTo>
                <a:cubicBezTo>
                  <a:pt x="127271" y="46165"/>
                  <a:pt x="127164" y="46794"/>
                  <a:pt x="127003" y="47249"/>
                </a:cubicBezTo>
                <a:cubicBezTo>
                  <a:pt x="126842" y="47704"/>
                  <a:pt x="126642" y="48052"/>
                  <a:pt x="126401" y="48293"/>
                </a:cubicBezTo>
                <a:cubicBezTo>
                  <a:pt x="126160" y="48533"/>
                  <a:pt x="125825" y="48654"/>
                  <a:pt x="125397" y="48654"/>
                </a:cubicBezTo>
                <a:cubicBezTo>
                  <a:pt x="124969" y="48654"/>
                  <a:pt x="124447" y="48533"/>
                  <a:pt x="123832" y="48293"/>
                </a:cubicBezTo>
                <a:cubicBezTo>
                  <a:pt x="123216" y="48052"/>
                  <a:pt x="122520" y="47811"/>
                  <a:pt x="121744" y="47570"/>
                </a:cubicBezTo>
                <a:cubicBezTo>
                  <a:pt x="120968" y="47329"/>
                  <a:pt x="120098" y="47102"/>
                  <a:pt x="119135" y="46888"/>
                </a:cubicBezTo>
                <a:cubicBezTo>
                  <a:pt x="118171" y="46673"/>
                  <a:pt x="117128" y="46566"/>
                  <a:pt x="116004" y="46566"/>
                </a:cubicBezTo>
                <a:cubicBezTo>
                  <a:pt x="114666" y="46566"/>
                  <a:pt x="113354" y="46834"/>
                  <a:pt x="112070" y="47369"/>
                </a:cubicBezTo>
                <a:cubicBezTo>
                  <a:pt x="110785" y="47905"/>
                  <a:pt x="109434" y="48788"/>
                  <a:pt x="108015" y="50019"/>
                </a:cubicBezTo>
                <a:cubicBezTo>
                  <a:pt x="106597" y="51250"/>
                  <a:pt x="105111" y="52882"/>
                  <a:pt x="103559" y="54916"/>
                </a:cubicBezTo>
                <a:cubicBezTo>
                  <a:pt x="102007" y="56950"/>
                  <a:pt x="100294" y="59439"/>
                  <a:pt x="98421" y="62383"/>
                </a:cubicBezTo>
                <a:lnTo>
                  <a:pt x="98421" y="109913"/>
                </a:lnTo>
                <a:cubicBezTo>
                  <a:pt x="98421" y="110341"/>
                  <a:pt x="98314" y="110702"/>
                  <a:pt x="98100" y="110997"/>
                </a:cubicBezTo>
                <a:cubicBezTo>
                  <a:pt x="97886" y="111291"/>
                  <a:pt x="97538" y="111545"/>
                  <a:pt x="97056" y="111759"/>
                </a:cubicBezTo>
                <a:cubicBezTo>
                  <a:pt x="96574" y="111974"/>
                  <a:pt x="95905" y="112134"/>
                  <a:pt x="95049" y="112241"/>
                </a:cubicBezTo>
                <a:cubicBezTo>
                  <a:pt x="94192" y="112348"/>
                  <a:pt x="93095" y="112402"/>
                  <a:pt x="91757" y="112402"/>
                </a:cubicBezTo>
                <a:cubicBezTo>
                  <a:pt x="90472" y="112402"/>
                  <a:pt x="89402" y="112348"/>
                  <a:pt x="88546" y="112241"/>
                </a:cubicBezTo>
                <a:cubicBezTo>
                  <a:pt x="87689" y="112134"/>
                  <a:pt x="87007" y="111974"/>
                  <a:pt x="86498" y="111759"/>
                </a:cubicBezTo>
                <a:cubicBezTo>
                  <a:pt x="85990" y="111545"/>
                  <a:pt x="85642" y="111291"/>
                  <a:pt x="85455" y="110997"/>
                </a:cubicBezTo>
                <a:cubicBezTo>
                  <a:pt x="85267" y="110702"/>
                  <a:pt x="85174" y="110341"/>
                  <a:pt x="85174" y="109913"/>
                </a:cubicBezTo>
                <a:lnTo>
                  <a:pt x="85174" y="37655"/>
                </a:lnTo>
                <a:cubicBezTo>
                  <a:pt x="85174" y="37226"/>
                  <a:pt x="85254" y="36865"/>
                  <a:pt x="85414" y="36571"/>
                </a:cubicBezTo>
                <a:cubicBezTo>
                  <a:pt x="85575" y="36276"/>
                  <a:pt x="85896" y="36009"/>
                  <a:pt x="86378" y="35768"/>
                </a:cubicBezTo>
                <a:cubicBezTo>
                  <a:pt x="86860" y="35527"/>
                  <a:pt x="87475" y="35366"/>
                  <a:pt x="88224" y="35286"/>
                </a:cubicBezTo>
                <a:cubicBezTo>
                  <a:pt x="88974" y="35206"/>
                  <a:pt x="89964" y="35166"/>
                  <a:pt x="91195" y="35166"/>
                </a:cubicBezTo>
                <a:cubicBezTo>
                  <a:pt x="92373" y="35166"/>
                  <a:pt x="93349" y="35206"/>
                  <a:pt x="94125" y="35286"/>
                </a:cubicBezTo>
                <a:cubicBezTo>
                  <a:pt x="94902" y="35366"/>
                  <a:pt x="95504" y="35527"/>
                  <a:pt x="95932" y="35768"/>
                </a:cubicBezTo>
                <a:cubicBezTo>
                  <a:pt x="96360" y="36009"/>
                  <a:pt x="96668" y="36276"/>
                  <a:pt x="96855" y="36571"/>
                </a:cubicBezTo>
                <a:cubicBezTo>
                  <a:pt x="97043" y="36865"/>
                  <a:pt x="97136" y="37226"/>
                  <a:pt x="97136" y="37655"/>
                </a:cubicBezTo>
                <a:lnTo>
                  <a:pt x="97136" y="48172"/>
                </a:lnTo>
                <a:cubicBezTo>
                  <a:pt x="99117" y="45282"/>
                  <a:pt x="100977" y="42927"/>
                  <a:pt x="102716" y="41107"/>
                </a:cubicBezTo>
                <a:cubicBezTo>
                  <a:pt x="104456" y="39287"/>
                  <a:pt x="106102" y="37855"/>
                  <a:pt x="107654" y="36812"/>
                </a:cubicBezTo>
                <a:cubicBezTo>
                  <a:pt x="109206" y="35768"/>
                  <a:pt x="110745" y="35045"/>
                  <a:pt x="112270" y="34644"/>
                </a:cubicBezTo>
                <a:cubicBezTo>
                  <a:pt x="113796" y="34242"/>
                  <a:pt x="115335" y="34042"/>
                  <a:pt x="116887" y="34042"/>
                </a:cubicBezTo>
                <a:cubicBezTo>
                  <a:pt x="117583" y="34042"/>
                  <a:pt x="118372" y="34082"/>
                  <a:pt x="119255" y="34162"/>
                </a:cubicBezTo>
                <a:cubicBezTo>
                  <a:pt x="120138" y="34242"/>
                  <a:pt x="121062" y="34390"/>
                  <a:pt x="122025" y="34604"/>
                </a:cubicBezTo>
                <a:cubicBezTo>
                  <a:pt x="122989" y="34818"/>
                  <a:pt x="123858" y="35059"/>
                  <a:pt x="124635" y="35326"/>
                </a:cubicBezTo>
                <a:cubicBezTo>
                  <a:pt x="125411" y="35594"/>
                  <a:pt x="125959" y="35862"/>
                  <a:pt x="126280" y="36129"/>
                </a:cubicBezTo>
                <a:cubicBezTo>
                  <a:pt x="126602" y="36397"/>
                  <a:pt x="126816" y="36651"/>
                  <a:pt x="126923" y="36892"/>
                </a:cubicBezTo>
                <a:cubicBezTo>
                  <a:pt x="127030" y="37133"/>
                  <a:pt x="127123" y="37440"/>
                  <a:pt x="127204" y="37815"/>
                </a:cubicBezTo>
                <a:cubicBezTo>
                  <a:pt x="127284" y="38190"/>
                  <a:pt x="127338" y="38738"/>
                  <a:pt x="127364" y="39461"/>
                </a:cubicBezTo>
                <a:cubicBezTo>
                  <a:pt x="127391" y="40184"/>
                  <a:pt x="127404" y="41160"/>
                  <a:pt x="127404" y="42392"/>
                </a:cubicBezTo>
                <a:close/>
                <a:moveTo>
                  <a:pt x="153175" y="109913"/>
                </a:moveTo>
                <a:cubicBezTo>
                  <a:pt x="153175" y="110341"/>
                  <a:pt x="153068" y="110702"/>
                  <a:pt x="152854" y="110997"/>
                </a:cubicBezTo>
                <a:cubicBezTo>
                  <a:pt x="152640" y="111291"/>
                  <a:pt x="152292" y="111545"/>
                  <a:pt x="151810" y="111759"/>
                </a:cubicBezTo>
                <a:cubicBezTo>
                  <a:pt x="151328" y="111974"/>
                  <a:pt x="150659" y="112134"/>
                  <a:pt x="149803" y="112241"/>
                </a:cubicBezTo>
                <a:cubicBezTo>
                  <a:pt x="148946" y="112348"/>
                  <a:pt x="147849" y="112402"/>
                  <a:pt x="146511" y="112402"/>
                </a:cubicBezTo>
                <a:cubicBezTo>
                  <a:pt x="145226" y="112402"/>
                  <a:pt x="144156" y="112348"/>
                  <a:pt x="143300" y="112241"/>
                </a:cubicBezTo>
                <a:cubicBezTo>
                  <a:pt x="142443" y="112134"/>
                  <a:pt x="141761" y="111974"/>
                  <a:pt x="141252" y="111759"/>
                </a:cubicBezTo>
                <a:cubicBezTo>
                  <a:pt x="140744" y="111545"/>
                  <a:pt x="140396" y="111291"/>
                  <a:pt x="140208" y="110997"/>
                </a:cubicBezTo>
                <a:cubicBezTo>
                  <a:pt x="140021" y="110702"/>
                  <a:pt x="139927" y="110341"/>
                  <a:pt x="139927" y="109913"/>
                </a:cubicBezTo>
                <a:lnTo>
                  <a:pt x="139927" y="37655"/>
                </a:lnTo>
                <a:cubicBezTo>
                  <a:pt x="139927" y="37280"/>
                  <a:pt x="140021" y="36932"/>
                  <a:pt x="140208" y="36611"/>
                </a:cubicBezTo>
                <a:cubicBezTo>
                  <a:pt x="140396" y="36290"/>
                  <a:pt x="140744" y="36022"/>
                  <a:pt x="141252" y="35808"/>
                </a:cubicBezTo>
                <a:cubicBezTo>
                  <a:pt x="141761" y="35594"/>
                  <a:pt x="142443" y="35433"/>
                  <a:pt x="143300" y="35326"/>
                </a:cubicBezTo>
                <a:cubicBezTo>
                  <a:pt x="144156" y="35219"/>
                  <a:pt x="145226" y="35166"/>
                  <a:pt x="146511" y="35166"/>
                </a:cubicBezTo>
                <a:cubicBezTo>
                  <a:pt x="147849" y="35166"/>
                  <a:pt x="148946" y="35219"/>
                  <a:pt x="149803" y="35326"/>
                </a:cubicBezTo>
                <a:cubicBezTo>
                  <a:pt x="150659" y="35433"/>
                  <a:pt x="151328" y="35594"/>
                  <a:pt x="151810" y="35808"/>
                </a:cubicBezTo>
                <a:cubicBezTo>
                  <a:pt x="152292" y="36022"/>
                  <a:pt x="152640" y="36290"/>
                  <a:pt x="152854" y="36611"/>
                </a:cubicBezTo>
                <a:cubicBezTo>
                  <a:pt x="153068" y="36932"/>
                  <a:pt x="153175" y="37280"/>
                  <a:pt x="153175" y="37655"/>
                </a:cubicBezTo>
                <a:lnTo>
                  <a:pt x="153175" y="109913"/>
                </a:lnTo>
                <a:moveTo>
                  <a:pt x="154700" y="13167"/>
                </a:moveTo>
                <a:cubicBezTo>
                  <a:pt x="154700" y="16271"/>
                  <a:pt x="154112" y="18386"/>
                  <a:pt x="152934" y="19510"/>
                </a:cubicBezTo>
                <a:cubicBezTo>
                  <a:pt x="151756" y="20634"/>
                  <a:pt x="149589" y="21196"/>
                  <a:pt x="146431" y="21196"/>
                </a:cubicBezTo>
                <a:cubicBezTo>
                  <a:pt x="143326" y="21196"/>
                  <a:pt x="141199" y="20647"/>
                  <a:pt x="140048" y="19550"/>
                </a:cubicBezTo>
                <a:cubicBezTo>
                  <a:pt x="138897" y="18453"/>
                  <a:pt x="138322" y="16379"/>
                  <a:pt x="138322" y="13328"/>
                </a:cubicBezTo>
                <a:cubicBezTo>
                  <a:pt x="138322" y="10223"/>
                  <a:pt x="138911" y="8109"/>
                  <a:pt x="140088" y="6985"/>
                </a:cubicBezTo>
                <a:cubicBezTo>
                  <a:pt x="141266" y="5861"/>
                  <a:pt x="143433" y="5299"/>
                  <a:pt x="146591" y="5299"/>
                </a:cubicBezTo>
                <a:cubicBezTo>
                  <a:pt x="149696" y="5299"/>
                  <a:pt x="151823" y="5848"/>
                  <a:pt x="152974" y="6945"/>
                </a:cubicBezTo>
                <a:cubicBezTo>
                  <a:pt x="154125" y="8042"/>
                  <a:pt x="154700" y="10116"/>
                  <a:pt x="154700" y="13167"/>
                </a:cubicBezTo>
                <a:close/>
                <a:moveTo>
                  <a:pt x="234295" y="98994"/>
                </a:moveTo>
                <a:cubicBezTo>
                  <a:pt x="234295" y="99904"/>
                  <a:pt x="234269" y="100693"/>
                  <a:pt x="234215" y="101362"/>
                </a:cubicBezTo>
                <a:cubicBezTo>
                  <a:pt x="234161" y="102031"/>
                  <a:pt x="234068" y="102593"/>
                  <a:pt x="233934" y="103048"/>
                </a:cubicBezTo>
                <a:cubicBezTo>
                  <a:pt x="233800" y="103503"/>
                  <a:pt x="233640" y="103905"/>
                  <a:pt x="233452" y="104253"/>
                </a:cubicBezTo>
                <a:cubicBezTo>
                  <a:pt x="233265" y="104600"/>
                  <a:pt x="232837" y="105109"/>
                  <a:pt x="232168" y="105778"/>
                </a:cubicBezTo>
                <a:cubicBezTo>
                  <a:pt x="231499" y="106447"/>
                  <a:pt x="230361" y="107277"/>
                  <a:pt x="228755" y="108267"/>
                </a:cubicBezTo>
                <a:cubicBezTo>
                  <a:pt x="227150" y="109257"/>
                  <a:pt x="225343" y="110140"/>
                  <a:pt x="223336" y="110916"/>
                </a:cubicBezTo>
                <a:cubicBezTo>
                  <a:pt x="221329" y="111693"/>
                  <a:pt x="219148" y="112321"/>
                  <a:pt x="216793" y="112803"/>
                </a:cubicBezTo>
                <a:cubicBezTo>
                  <a:pt x="214438" y="113285"/>
                  <a:pt x="212002" y="113526"/>
                  <a:pt x="209487" y="113526"/>
                </a:cubicBezTo>
                <a:cubicBezTo>
                  <a:pt x="204295" y="113526"/>
                  <a:pt x="199692" y="112668"/>
                  <a:pt x="195677" y="110952"/>
                </a:cubicBezTo>
                <a:cubicBezTo>
                  <a:pt x="191663" y="109235"/>
                  <a:pt x="188304" y="106728"/>
                  <a:pt x="185601" y="103430"/>
                </a:cubicBezTo>
                <a:cubicBezTo>
                  <a:pt x="182898" y="100131"/>
                  <a:pt x="180838" y="96082"/>
                  <a:pt x="179419" y="91281"/>
                </a:cubicBezTo>
                <a:cubicBezTo>
                  <a:pt x="178001" y="86481"/>
                  <a:pt x="177292" y="80943"/>
                  <a:pt x="177292" y="74669"/>
                </a:cubicBezTo>
                <a:cubicBezTo>
                  <a:pt x="177292" y="67536"/>
                  <a:pt x="178161" y="61408"/>
                  <a:pt x="179901" y="56286"/>
                </a:cubicBezTo>
                <a:cubicBezTo>
                  <a:pt x="181640" y="51165"/>
                  <a:pt x="184022" y="46968"/>
                  <a:pt x="187046" y="43696"/>
                </a:cubicBezTo>
                <a:cubicBezTo>
                  <a:pt x="190071" y="40424"/>
                  <a:pt x="193630" y="37997"/>
                  <a:pt x="197725" y="36415"/>
                </a:cubicBezTo>
                <a:cubicBezTo>
                  <a:pt x="201819" y="34833"/>
                  <a:pt x="206248" y="34042"/>
                  <a:pt x="211012" y="34042"/>
                </a:cubicBezTo>
                <a:cubicBezTo>
                  <a:pt x="213314" y="34042"/>
                  <a:pt x="215548" y="34256"/>
                  <a:pt x="217716" y="34684"/>
                </a:cubicBezTo>
                <a:cubicBezTo>
                  <a:pt x="219884" y="35112"/>
                  <a:pt x="221878" y="35674"/>
                  <a:pt x="223697" y="36370"/>
                </a:cubicBezTo>
                <a:cubicBezTo>
                  <a:pt x="225517" y="37066"/>
                  <a:pt x="227136" y="37869"/>
                  <a:pt x="228555" y="38779"/>
                </a:cubicBezTo>
                <a:cubicBezTo>
                  <a:pt x="229973" y="39689"/>
                  <a:pt x="231004" y="40465"/>
                  <a:pt x="231646" y="41107"/>
                </a:cubicBezTo>
                <a:cubicBezTo>
                  <a:pt x="232288" y="41749"/>
                  <a:pt x="232730" y="42258"/>
                  <a:pt x="232971" y="42632"/>
                </a:cubicBezTo>
                <a:cubicBezTo>
                  <a:pt x="233211" y="43007"/>
                  <a:pt x="233412" y="43449"/>
                  <a:pt x="233573" y="43957"/>
                </a:cubicBezTo>
                <a:cubicBezTo>
                  <a:pt x="233733" y="44466"/>
                  <a:pt x="233840" y="45041"/>
                  <a:pt x="233894" y="45683"/>
                </a:cubicBezTo>
                <a:cubicBezTo>
                  <a:pt x="233947" y="46326"/>
                  <a:pt x="233974" y="47128"/>
                  <a:pt x="233974" y="48092"/>
                </a:cubicBezTo>
                <a:cubicBezTo>
                  <a:pt x="233974" y="50179"/>
                  <a:pt x="233733" y="51638"/>
                  <a:pt x="233252" y="52468"/>
                </a:cubicBezTo>
                <a:cubicBezTo>
                  <a:pt x="232770" y="53297"/>
                  <a:pt x="232181" y="53712"/>
                  <a:pt x="231485" y="53712"/>
                </a:cubicBezTo>
                <a:cubicBezTo>
                  <a:pt x="230682" y="53712"/>
                  <a:pt x="229759" y="53270"/>
                  <a:pt x="228715" y="52387"/>
                </a:cubicBezTo>
                <a:cubicBezTo>
                  <a:pt x="227672" y="51504"/>
                  <a:pt x="226347" y="50527"/>
                  <a:pt x="224741" y="49457"/>
                </a:cubicBezTo>
                <a:cubicBezTo>
                  <a:pt x="223135" y="48386"/>
                  <a:pt x="221195" y="47409"/>
                  <a:pt x="218920" y="46526"/>
                </a:cubicBezTo>
                <a:cubicBezTo>
                  <a:pt x="216646" y="45643"/>
                  <a:pt x="213956" y="45202"/>
                  <a:pt x="210852" y="45202"/>
                </a:cubicBezTo>
                <a:cubicBezTo>
                  <a:pt x="204482" y="45202"/>
                  <a:pt x="199598" y="47658"/>
                  <a:pt x="196199" y="52570"/>
                </a:cubicBezTo>
                <a:cubicBezTo>
                  <a:pt x="192800" y="57481"/>
                  <a:pt x="191101" y="64606"/>
                  <a:pt x="191101" y="73944"/>
                </a:cubicBezTo>
                <a:cubicBezTo>
                  <a:pt x="191101" y="78614"/>
                  <a:pt x="191543" y="82707"/>
                  <a:pt x="192426" y="86223"/>
                </a:cubicBezTo>
                <a:cubicBezTo>
                  <a:pt x="193309" y="89739"/>
                  <a:pt x="194607" y="92678"/>
                  <a:pt x="196320" y="95040"/>
                </a:cubicBezTo>
                <a:cubicBezTo>
                  <a:pt x="198032" y="97401"/>
                  <a:pt x="200133" y="99159"/>
                  <a:pt x="202622" y="100314"/>
                </a:cubicBezTo>
                <a:cubicBezTo>
                  <a:pt x="205111" y="101468"/>
                  <a:pt x="207961" y="102045"/>
                  <a:pt x="211173" y="102045"/>
                </a:cubicBezTo>
                <a:cubicBezTo>
                  <a:pt x="214224" y="102045"/>
                  <a:pt x="216900" y="101563"/>
                  <a:pt x="219201" y="100600"/>
                </a:cubicBezTo>
                <a:cubicBezTo>
                  <a:pt x="221503" y="99636"/>
                  <a:pt x="223497" y="98579"/>
                  <a:pt x="225183" y="97428"/>
                </a:cubicBezTo>
                <a:cubicBezTo>
                  <a:pt x="226869" y="96277"/>
                  <a:pt x="228287" y="95234"/>
                  <a:pt x="229438" y="94297"/>
                </a:cubicBezTo>
                <a:cubicBezTo>
                  <a:pt x="230589" y="93360"/>
                  <a:pt x="231485" y="92892"/>
                  <a:pt x="232128" y="92892"/>
                </a:cubicBezTo>
                <a:cubicBezTo>
                  <a:pt x="232502" y="92892"/>
                  <a:pt x="232823" y="92999"/>
                  <a:pt x="233091" y="93213"/>
                </a:cubicBezTo>
                <a:cubicBezTo>
                  <a:pt x="233359" y="93427"/>
                  <a:pt x="233586" y="93789"/>
                  <a:pt x="233773" y="94297"/>
                </a:cubicBezTo>
                <a:cubicBezTo>
                  <a:pt x="233961" y="94805"/>
                  <a:pt x="234095" y="95448"/>
                  <a:pt x="234175" y="96224"/>
                </a:cubicBezTo>
                <a:cubicBezTo>
                  <a:pt x="234255" y="97000"/>
                  <a:pt x="234295" y="97923"/>
                  <a:pt x="234295" y="98994"/>
                </a:cubicBezTo>
                <a:close/>
                <a:moveTo>
                  <a:pt x="308604" y="109833"/>
                </a:moveTo>
                <a:cubicBezTo>
                  <a:pt x="308604" y="110261"/>
                  <a:pt x="308497" y="110635"/>
                  <a:pt x="308283" y="110957"/>
                </a:cubicBezTo>
                <a:cubicBezTo>
                  <a:pt x="308069" y="111278"/>
                  <a:pt x="307707" y="111545"/>
                  <a:pt x="307199" y="111759"/>
                </a:cubicBezTo>
                <a:cubicBezTo>
                  <a:pt x="306690" y="111974"/>
                  <a:pt x="305981" y="112134"/>
                  <a:pt x="305071" y="112241"/>
                </a:cubicBezTo>
                <a:cubicBezTo>
                  <a:pt x="304161" y="112348"/>
                  <a:pt x="303010" y="112402"/>
                  <a:pt x="301619" y="112402"/>
                </a:cubicBezTo>
                <a:cubicBezTo>
                  <a:pt x="300174" y="112402"/>
                  <a:pt x="298983" y="112362"/>
                  <a:pt x="298046" y="112281"/>
                </a:cubicBezTo>
                <a:cubicBezTo>
                  <a:pt x="297109" y="112201"/>
                  <a:pt x="296320" y="112067"/>
                  <a:pt x="295678" y="111880"/>
                </a:cubicBezTo>
                <a:cubicBezTo>
                  <a:pt x="295035" y="111693"/>
                  <a:pt x="294513" y="111425"/>
                  <a:pt x="294112" y="111077"/>
                </a:cubicBezTo>
                <a:cubicBezTo>
                  <a:pt x="293711" y="110729"/>
                  <a:pt x="293349" y="110314"/>
                  <a:pt x="293028" y="109833"/>
                </a:cubicBezTo>
                <a:lnTo>
                  <a:pt x="262519" y="69850"/>
                </a:lnTo>
                <a:lnTo>
                  <a:pt x="262519" y="109913"/>
                </a:lnTo>
                <a:cubicBezTo>
                  <a:pt x="262519" y="110341"/>
                  <a:pt x="262412" y="110702"/>
                  <a:pt x="262198" y="110997"/>
                </a:cubicBezTo>
                <a:cubicBezTo>
                  <a:pt x="261984" y="111291"/>
                  <a:pt x="261636" y="111545"/>
                  <a:pt x="261154" y="111759"/>
                </a:cubicBezTo>
                <a:cubicBezTo>
                  <a:pt x="260672" y="111974"/>
                  <a:pt x="260003" y="112134"/>
                  <a:pt x="259147" y="112241"/>
                </a:cubicBezTo>
                <a:cubicBezTo>
                  <a:pt x="258291" y="112348"/>
                  <a:pt x="257193" y="112402"/>
                  <a:pt x="255855" y="112402"/>
                </a:cubicBezTo>
                <a:cubicBezTo>
                  <a:pt x="254571" y="112402"/>
                  <a:pt x="253500" y="112348"/>
                  <a:pt x="252644" y="112241"/>
                </a:cubicBezTo>
                <a:cubicBezTo>
                  <a:pt x="251787" y="112134"/>
                  <a:pt x="251105" y="111974"/>
                  <a:pt x="250596" y="111759"/>
                </a:cubicBezTo>
                <a:cubicBezTo>
                  <a:pt x="250088" y="111545"/>
                  <a:pt x="249740" y="111291"/>
                  <a:pt x="249553" y="110997"/>
                </a:cubicBezTo>
                <a:cubicBezTo>
                  <a:pt x="249365" y="110701"/>
                  <a:pt x="249272" y="110339"/>
                  <a:pt x="249272" y="109910"/>
                </a:cubicBezTo>
                <a:lnTo>
                  <a:pt x="249272" y="2572"/>
                </a:lnTo>
                <a:cubicBezTo>
                  <a:pt x="249272" y="2143"/>
                  <a:pt x="249365" y="1769"/>
                  <a:pt x="249553" y="1448"/>
                </a:cubicBezTo>
                <a:cubicBezTo>
                  <a:pt x="249740" y="1125"/>
                  <a:pt x="250088" y="856"/>
                  <a:pt x="250596" y="642"/>
                </a:cubicBezTo>
                <a:cubicBezTo>
                  <a:pt x="251105" y="428"/>
                  <a:pt x="251787" y="268"/>
                  <a:pt x="252644" y="161"/>
                </a:cubicBezTo>
                <a:cubicBezTo>
                  <a:pt x="253500" y="54"/>
                  <a:pt x="254571" y="0"/>
                  <a:pt x="255855" y="0"/>
                </a:cubicBezTo>
                <a:cubicBezTo>
                  <a:pt x="257193" y="0"/>
                  <a:pt x="258291" y="54"/>
                  <a:pt x="259147" y="161"/>
                </a:cubicBezTo>
                <a:cubicBezTo>
                  <a:pt x="260003" y="268"/>
                  <a:pt x="260672" y="428"/>
                  <a:pt x="261154" y="642"/>
                </a:cubicBezTo>
                <a:cubicBezTo>
                  <a:pt x="261636" y="856"/>
                  <a:pt x="261984" y="1125"/>
                  <a:pt x="262198" y="1448"/>
                </a:cubicBezTo>
                <a:cubicBezTo>
                  <a:pt x="262412" y="1769"/>
                  <a:pt x="262519" y="2143"/>
                  <a:pt x="262519" y="2572"/>
                </a:cubicBezTo>
                <a:lnTo>
                  <a:pt x="262519" y="68003"/>
                </a:lnTo>
                <a:lnTo>
                  <a:pt x="289817" y="37976"/>
                </a:lnTo>
                <a:cubicBezTo>
                  <a:pt x="290245" y="37440"/>
                  <a:pt x="290700" y="36999"/>
                  <a:pt x="291182" y="36651"/>
                </a:cubicBezTo>
                <a:cubicBezTo>
                  <a:pt x="291663" y="36303"/>
                  <a:pt x="292239" y="36009"/>
                  <a:pt x="292908" y="35768"/>
                </a:cubicBezTo>
                <a:cubicBezTo>
                  <a:pt x="293577" y="35527"/>
                  <a:pt x="294366" y="35366"/>
                  <a:pt x="295276" y="35286"/>
                </a:cubicBezTo>
                <a:cubicBezTo>
                  <a:pt x="296186" y="35206"/>
                  <a:pt x="297283" y="35166"/>
                  <a:pt x="298568" y="35166"/>
                </a:cubicBezTo>
                <a:cubicBezTo>
                  <a:pt x="299906" y="35166"/>
                  <a:pt x="301030" y="35206"/>
                  <a:pt x="301940" y="35286"/>
                </a:cubicBezTo>
                <a:cubicBezTo>
                  <a:pt x="302850" y="35366"/>
                  <a:pt x="303586" y="35500"/>
                  <a:pt x="304148" y="35688"/>
                </a:cubicBezTo>
                <a:cubicBezTo>
                  <a:pt x="304710" y="35875"/>
                  <a:pt x="305111" y="36116"/>
                  <a:pt x="305352" y="36410"/>
                </a:cubicBezTo>
                <a:cubicBezTo>
                  <a:pt x="305593" y="36705"/>
                  <a:pt x="305713" y="37093"/>
                  <a:pt x="305713" y="37574"/>
                </a:cubicBezTo>
                <a:cubicBezTo>
                  <a:pt x="305713" y="38217"/>
                  <a:pt x="305539" y="38859"/>
                  <a:pt x="305192" y="39501"/>
                </a:cubicBezTo>
                <a:cubicBezTo>
                  <a:pt x="304844" y="40143"/>
                  <a:pt x="304268" y="40893"/>
                  <a:pt x="303465" y="41749"/>
                </a:cubicBezTo>
                <a:lnTo>
                  <a:pt x="277292" y="67923"/>
                </a:lnTo>
                <a:lnTo>
                  <a:pt x="306677" y="106059"/>
                </a:lnTo>
                <a:cubicBezTo>
                  <a:pt x="307373" y="106969"/>
                  <a:pt x="307868" y="107705"/>
                  <a:pt x="308162" y="108267"/>
                </a:cubicBezTo>
                <a:cubicBezTo>
                  <a:pt x="308457" y="108829"/>
                  <a:pt x="308604" y="109351"/>
                  <a:pt x="308604" y="109833"/>
                </a:cubicBezTo>
                <a:close/>
                <a:moveTo>
                  <a:pt x="367639" y="90300"/>
                </a:moveTo>
                <a:cubicBezTo>
                  <a:pt x="367639" y="93997"/>
                  <a:pt x="366957" y="97292"/>
                  <a:pt x="365592" y="100186"/>
                </a:cubicBezTo>
                <a:cubicBezTo>
                  <a:pt x="364227" y="103078"/>
                  <a:pt x="362287" y="105515"/>
                  <a:pt x="359771" y="107499"/>
                </a:cubicBezTo>
                <a:cubicBezTo>
                  <a:pt x="357255" y="109481"/>
                  <a:pt x="354258" y="110981"/>
                  <a:pt x="350779" y="111998"/>
                </a:cubicBezTo>
                <a:cubicBezTo>
                  <a:pt x="347300" y="113016"/>
                  <a:pt x="343473" y="113526"/>
                  <a:pt x="339298" y="113526"/>
                </a:cubicBezTo>
                <a:cubicBezTo>
                  <a:pt x="336729" y="113526"/>
                  <a:pt x="334280" y="113325"/>
                  <a:pt x="331952" y="112924"/>
                </a:cubicBezTo>
                <a:cubicBezTo>
                  <a:pt x="329623" y="112522"/>
                  <a:pt x="327536" y="112014"/>
                  <a:pt x="325689" y="111398"/>
                </a:cubicBezTo>
                <a:cubicBezTo>
                  <a:pt x="323843" y="110783"/>
                  <a:pt x="322277" y="110140"/>
                  <a:pt x="320993" y="109471"/>
                </a:cubicBezTo>
                <a:cubicBezTo>
                  <a:pt x="319708" y="108802"/>
                  <a:pt x="318771" y="108200"/>
                  <a:pt x="318183" y="107665"/>
                </a:cubicBezTo>
                <a:cubicBezTo>
                  <a:pt x="317594" y="107130"/>
                  <a:pt x="317166" y="106380"/>
                  <a:pt x="316898" y="105417"/>
                </a:cubicBezTo>
                <a:cubicBezTo>
                  <a:pt x="316630" y="104453"/>
                  <a:pt x="316496" y="103142"/>
                  <a:pt x="316496" y="101483"/>
                </a:cubicBezTo>
                <a:cubicBezTo>
                  <a:pt x="316496" y="100466"/>
                  <a:pt x="316550" y="99609"/>
                  <a:pt x="316657" y="98914"/>
                </a:cubicBezTo>
                <a:cubicBezTo>
                  <a:pt x="316764" y="98218"/>
                  <a:pt x="316898" y="97656"/>
                  <a:pt x="317058" y="97227"/>
                </a:cubicBezTo>
                <a:cubicBezTo>
                  <a:pt x="317219" y="96799"/>
                  <a:pt x="317447" y="96492"/>
                  <a:pt x="317741" y="96304"/>
                </a:cubicBezTo>
                <a:cubicBezTo>
                  <a:pt x="318035" y="96117"/>
                  <a:pt x="318370" y="96023"/>
                  <a:pt x="318745" y="96023"/>
                </a:cubicBezTo>
                <a:cubicBezTo>
                  <a:pt x="319333" y="96023"/>
                  <a:pt x="320203" y="96384"/>
                  <a:pt x="321354" y="97107"/>
                </a:cubicBezTo>
                <a:cubicBezTo>
                  <a:pt x="322505" y="97830"/>
                  <a:pt x="323923" y="98619"/>
                  <a:pt x="325609" y="99476"/>
                </a:cubicBezTo>
                <a:cubicBezTo>
                  <a:pt x="327295" y="100332"/>
                  <a:pt x="329289" y="101121"/>
                  <a:pt x="331590" y="101844"/>
                </a:cubicBezTo>
                <a:cubicBezTo>
                  <a:pt x="333892" y="102567"/>
                  <a:pt x="336541" y="102928"/>
                  <a:pt x="339539" y="102928"/>
                </a:cubicBezTo>
                <a:cubicBezTo>
                  <a:pt x="341787" y="102928"/>
                  <a:pt x="343821" y="102687"/>
                  <a:pt x="345641" y="102205"/>
                </a:cubicBezTo>
                <a:cubicBezTo>
                  <a:pt x="347460" y="101722"/>
                  <a:pt x="349039" y="101011"/>
                  <a:pt x="350378" y="100073"/>
                </a:cubicBezTo>
                <a:cubicBezTo>
                  <a:pt x="351716" y="99134"/>
                  <a:pt x="352746" y="97941"/>
                  <a:pt x="353469" y="96492"/>
                </a:cubicBezTo>
                <a:cubicBezTo>
                  <a:pt x="354191" y="95044"/>
                  <a:pt x="354552" y="93328"/>
                  <a:pt x="354552" y="91344"/>
                </a:cubicBezTo>
                <a:cubicBezTo>
                  <a:pt x="354552" y="89308"/>
                  <a:pt x="354031" y="87594"/>
                  <a:pt x="352987" y="86201"/>
                </a:cubicBezTo>
                <a:cubicBezTo>
                  <a:pt x="351943" y="84807"/>
                  <a:pt x="350565" y="83575"/>
                  <a:pt x="348852" y="82505"/>
                </a:cubicBezTo>
                <a:cubicBezTo>
                  <a:pt x="347139" y="81433"/>
                  <a:pt x="345212" y="80482"/>
                  <a:pt x="343071" y="79652"/>
                </a:cubicBezTo>
                <a:cubicBezTo>
                  <a:pt x="340930" y="78821"/>
                  <a:pt x="338723" y="77950"/>
                  <a:pt x="336448" y="77040"/>
                </a:cubicBezTo>
                <a:cubicBezTo>
                  <a:pt x="334173" y="76129"/>
                  <a:pt x="331952" y="75097"/>
                  <a:pt x="329784" y="73944"/>
                </a:cubicBezTo>
                <a:cubicBezTo>
                  <a:pt x="327616" y="72792"/>
                  <a:pt x="325676" y="71385"/>
                  <a:pt x="323963" y="69724"/>
                </a:cubicBezTo>
                <a:cubicBezTo>
                  <a:pt x="322250" y="68063"/>
                  <a:pt x="320872" y="66081"/>
                  <a:pt x="319828" y="63778"/>
                </a:cubicBezTo>
                <a:cubicBezTo>
                  <a:pt x="318785" y="61475"/>
                  <a:pt x="318263" y="58716"/>
                  <a:pt x="318263" y="55501"/>
                </a:cubicBezTo>
                <a:cubicBezTo>
                  <a:pt x="318263" y="52661"/>
                  <a:pt x="318811" y="49942"/>
                  <a:pt x="319909" y="47344"/>
                </a:cubicBezTo>
                <a:cubicBezTo>
                  <a:pt x="321006" y="44745"/>
                  <a:pt x="322652" y="42468"/>
                  <a:pt x="324846" y="40512"/>
                </a:cubicBezTo>
                <a:cubicBezTo>
                  <a:pt x="327041" y="38555"/>
                  <a:pt x="329784" y="36988"/>
                  <a:pt x="333076" y="35810"/>
                </a:cubicBezTo>
                <a:cubicBezTo>
                  <a:pt x="336367" y="34631"/>
                  <a:pt x="340208" y="34042"/>
                  <a:pt x="344597" y="34042"/>
                </a:cubicBezTo>
                <a:cubicBezTo>
                  <a:pt x="346524" y="34042"/>
                  <a:pt x="348451" y="34205"/>
                  <a:pt x="350378" y="34531"/>
                </a:cubicBezTo>
                <a:cubicBezTo>
                  <a:pt x="352304" y="34857"/>
                  <a:pt x="354044" y="35264"/>
                  <a:pt x="355596" y="35753"/>
                </a:cubicBezTo>
                <a:cubicBezTo>
                  <a:pt x="357148" y="36241"/>
                  <a:pt x="358473" y="36771"/>
                  <a:pt x="359570" y="37341"/>
                </a:cubicBezTo>
                <a:cubicBezTo>
                  <a:pt x="360668" y="37911"/>
                  <a:pt x="361497" y="38414"/>
                  <a:pt x="362059" y="38849"/>
                </a:cubicBezTo>
                <a:cubicBezTo>
                  <a:pt x="362621" y="39284"/>
                  <a:pt x="362996" y="39662"/>
                  <a:pt x="363183" y="39983"/>
                </a:cubicBezTo>
                <a:cubicBezTo>
                  <a:pt x="363371" y="40304"/>
                  <a:pt x="363504" y="40665"/>
                  <a:pt x="363585" y="41067"/>
                </a:cubicBezTo>
                <a:cubicBezTo>
                  <a:pt x="363665" y="41468"/>
                  <a:pt x="363745" y="41963"/>
                  <a:pt x="363826" y="42552"/>
                </a:cubicBezTo>
                <a:cubicBezTo>
                  <a:pt x="363906" y="43141"/>
                  <a:pt x="363946" y="43863"/>
                  <a:pt x="363946" y="44720"/>
                </a:cubicBezTo>
                <a:cubicBezTo>
                  <a:pt x="363946" y="45630"/>
                  <a:pt x="363906" y="46419"/>
                  <a:pt x="363826" y="47088"/>
                </a:cubicBezTo>
                <a:cubicBezTo>
                  <a:pt x="363745" y="47757"/>
                  <a:pt x="363612" y="48306"/>
                  <a:pt x="363424" y="48734"/>
                </a:cubicBezTo>
                <a:cubicBezTo>
                  <a:pt x="363237" y="49162"/>
                  <a:pt x="363009" y="49470"/>
                  <a:pt x="362742" y="49657"/>
                </a:cubicBezTo>
                <a:cubicBezTo>
                  <a:pt x="362474" y="49845"/>
                  <a:pt x="362180" y="49938"/>
                  <a:pt x="361859" y="49938"/>
                </a:cubicBezTo>
                <a:cubicBezTo>
                  <a:pt x="361377" y="49938"/>
                  <a:pt x="360681" y="49640"/>
                  <a:pt x="359771" y="49043"/>
                </a:cubicBezTo>
                <a:cubicBezTo>
                  <a:pt x="358861" y="48446"/>
                  <a:pt x="357684" y="47808"/>
                  <a:pt x="356239" y="47128"/>
                </a:cubicBezTo>
                <a:cubicBezTo>
                  <a:pt x="354793" y="46449"/>
                  <a:pt x="353094" y="45811"/>
                  <a:pt x="351140" y="45214"/>
                </a:cubicBezTo>
                <a:cubicBezTo>
                  <a:pt x="349187" y="44617"/>
                  <a:pt x="346952" y="44318"/>
                  <a:pt x="344436" y="44318"/>
                </a:cubicBezTo>
                <a:cubicBezTo>
                  <a:pt x="342188" y="44318"/>
                  <a:pt x="340208" y="44573"/>
                  <a:pt x="338495" y="45084"/>
                </a:cubicBezTo>
                <a:cubicBezTo>
                  <a:pt x="336782" y="45592"/>
                  <a:pt x="335377" y="46316"/>
                  <a:pt x="334280" y="47254"/>
                </a:cubicBezTo>
                <a:cubicBezTo>
                  <a:pt x="333183" y="48192"/>
                  <a:pt x="332353" y="49305"/>
                  <a:pt x="331791" y="50593"/>
                </a:cubicBezTo>
                <a:cubicBezTo>
                  <a:pt x="331229" y="51880"/>
                  <a:pt x="330948" y="53274"/>
                  <a:pt x="330948" y="54776"/>
                </a:cubicBezTo>
                <a:cubicBezTo>
                  <a:pt x="330948" y="56865"/>
                  <a:pt x="331483" y="58620"/>
                  <a:pt x="332554" y="60040"/>
                </a:cubicBezTo>
                <a:cubicBezTo>
                  <a:pt x="333624" y="61460"/>
                  <a:pt x="335016" y="62706"/>
                  <a:pt x="336729" y="63778"/>
                </a:cubicBezTo>
                <a:cubicBezTo>
                  <a:pt x="338442" y="64848"/>
                  <a:pt x="340395" y="65813"/>
                  <a:pt x="342590" y="66671"/>
                </a:cubicBezTo>
                <a:cubicBezTo>
                  <a:pt x="344784" y="67527"/>
                  <a:pt x="347019" y="68411"/>
                  <a:pt x="349294" y="69323"/>
                </a:cubicBezTo>
                <a:cubicBezTo>
                  <a:pt x="351568" y="70233"/>
                  <a:pt x="353817" y="71250"/>
                  <a:pt x="356038" y="72376"/>
                </a:cubicBezTo>
                <a:cubicBezTo>
                  <a:pt x="358259" y="73502"/>
                  <a:pt x="360226" y="74868"/>
                  <a:pt x="361939" y="76476"/>
                </a:cubicBezTo>
                <a:cubicBezTo>
                  <a:pt x="363652" y="78083"/>
                  <a:pt x="365030" y="80013"/>
                  <a:pt x="366074" y="82264"/>
                </a:cubicBezTo>
                <a:cubicBezTo>
                  <a:pt x="367117" y="84514"/>
                  <a:pt x="367639" y="87192"/>
                  <a:pt x="367639" y="90300"/>
                </a:cubicBezTo>
                <a:close/>
                <a:moveTo>
                  <a:pt x="436318" y="103289"/>
                </a:moveTo>
                <a:cubicBezTo>
                  <a:pt x="436318" y="107051"/>
                  <a:pt x="435689" y="109564"/>
                  <a:pt x="434432" y="110829"/>
                </a:cubicBezTo>
                <a:cubicBezTo>
                  <a:pt x="433174" y="112091"/>
                  <a:pt x="430939" y="112723"/>
                  <a:pt x="427728" y="112723"/>
                </a:cubicBezTo>
                <a:cubicBezTo>
                  <a:pt x="424623" y="112723"/>
                  <a:pt x="422456" y="112105"/>
                  <a:pt x="421224" y="110869"/>
                </a:cubicBezTo>
                <a:cubicBezTo>
                  <a:pt x="419993" y="109633"/>
                  <a:pt x="419378" y="107186"/>
                  <a:pt x="419378" y="103530"/>
                </a:cubicBezTo>
                <a:cubicBezTo>
                  <a:pt x="419378" y="99768"/>
                  <a:pt x="420007" y="97256"/>
                  <a:pt x="421265" y="95993"/>
                </a:cubicBezTo>
                <a:cubicBezTo>
                  <a:pt x="422522" y="94729"/>
                  <a:pt x="424757" y="94096"/>
                  <a:pt x="427969" y="94096"/>
                </a:cubicBezTo>
                <a:cubicBezTo>
                  <a:pt x="431073" y="94096"/>
                  <a:pt x="433241" y="94714"/>
                  <a:pt x="434472" y="95950"/>
                </a:cubicBezTo>
                <a:cubicBezTo>
                  <a:pt x="435703" y="97186"/>
                  <a:pt x="436318" y="99633"/>
                  <a:pt x="436318" y="103289"/>
                </a:cubicBezTo>
                <a:moveTo>
                  <a:pt x="472528" y="103289"/>
                </a:moveTo>
                <a:cubicBezTo>
                  <a:pt x="472528" y="107051"/>
                  <a:pt x="471912" y="109564"/>
                  <a:pt x="470681" y="110829"/>
                </a:cubicBezTo>
                <a:cubicBezTo>
                  <a:pt x="469450" y="112091"/>
                  <a:pt x="467229" y="112723"/>
                  <a:pt x="464017" y="112723"/>
                </a:cubicBezTo>
                <a:cubicBezTo>
                  <a:pt x="460913" y="112723"/>
                  <a:pt x="458745" y="112105"/>
                  <a:pt x="457514" y="110869"/>
                </a:cubicBezTo>
                <a:cubicBezTo>
                  <a:pt x="456283" y="109633"/>
                  <a:pt x="455668" y="107186"/>
                  <a:pt x="455668" y="103530"/>
                </a:cubicBezTo>
                <a:cubicBezTo>
                  <a:pt x="455668" y="99768"/>
                  <a:pt x="456296" y="97256"/>
                  <a:pt x="457554" y="95993"/>
                </a:cubicBezTo>
                <a:cubicBezTo>
                  <a:pt x="458812" y="94729"/>
                  <a:pt x="461020" y="94096"/>
                  <a:pt x="464178" y="94096"/>
                </a:cubicBezTo>
                <a:cubicBezTo>
                  <a:pt x="467336" y="94096"/>
                  <a:pt x="469517" y="94714"/>
                  <a:pt x="470721" y="95950"/>
                </a:cubicBezTo>
                <a:cubicBezTo>
                  <a:pt x="471926" y="97186"/>
                  <a:pt x="472528" y="99633"/>
                  <a:pt x="472528" y="103289"/>
                </a:cubicBezTo>
                <a:moveTo>
                  <a:pt x="508818" y="103289"/>
                </a:moveTo>
                <a:cubicBezTo>
                  <a:pt x="508818" y="107051"/>
                  <a:pt x="508189" y="109564"/>
                  <a:pt x="506931" y="110829"/>
                </a:cubicBezTo>
                <a:cubicBezTo>
                  <a:pt x="505673" y="112091"/>
                  <a:pt x="503438" y="112723"/>
                  <a:pt x="500227" y="112723"/>
                </a:cubicBezTo>
                <a:cubicBezTo>
                  <a:pt x="497122" y="112723"/>
                  <a:pt x="494955" y="112105"/>
                  <a:pt x="493724" y="110869"/>
                </a:cubicBezTo>
                <a:cubicBezTo>
                  <a:pt x="492492" y="109633"/>
                  <a:pt x="491877" y="107186"/>
                  <a:pt x="491877" y="103530"/>
                </a:cubicBezTo>
                <a:cubicBezTo>
                  <a:pt x="491877" y="99768"/>
                  <a:pt x="492506" y="97256"/>
                  <a:pt x="493764" y="95993"/>
                </a:cubicBezTo>
                <a:cubicBezTo>
                  <a:pt x="495022" y="94729"/>
                  <a:pt x="497256" y="94096"/>
                  <a:pt x="500468" y="94096"/>
                </a:cubicBezTo>
                <a:cubicBezTo>
                  <a:pt x="503572" y="94096"/>
                  <a:pt x="505740" y="94714"/>
                  <a:pt x="506971" y="95950"/>
                </a:cubicBezTo>
                <a:cubicBezTo>
                  <a:pt x="508202" y="97186"/>
                  <a:pt x="508818" y="99633"/>
                  <a:pt x="508818" y="103289"/>
                </a:cubicBezTo>
                <a:close/>
                <a:moveTo>
                  <a:pt x="551747" y="103289"/>
                </a:moveTo>
                <a:cubicBezTo>
                  <a:pt x="551747" y="107051"/>
                  <a:pt x="551118" y="109564"/>
                  <a:pt x="549860" y="110829"/>
                </a:cubicBezTo>
                <a:cubicBezTo>
                  <a:pt x="548602" y="112091"/>
                  <a:pt x="546368" y="112723"/>
                  <a:pt x="543156" y="112723"/>
                </a:cubicBezTo>
                <a:cubicBezTo>
                  <a:pt x="540052" y="112723"/>
                  <a:pt x="537884" y="112105"/>
                  <a:pt x="536653" y="110869"/>
                </a:cubicBezTo>
                <a:cubicBezTo>
                  <a:pt x="535422" y="109633"/>
                  <a:pt x="534806" y="107186"/>
                  <a:pt x="534806" y="103530"/>
                </a:cubicBezTo>
                <a:cubicBezTo>
                  <a:pt x="534806" y="99768"/>
                  <a:pt x="535435" y="97256"/>
                  <a:pt x="536693" y="95993"/>
                </a:cubicBezTo>
                <a:cubicBezTo>
                  <a:pt x="537951" y="94729"/>
                  <a:pt x="540186" y="94096"/>
                  <a:pt x="543397" y="94096"/>
                </a:cubicBezTo>
                <a:cubicBezTo>
                  <a:pt x="546501" y="94096"/>
                  <a:pt x="548669" y="94714"/>
                  <a:pt x="549900" y="95950"/>
                </a:cubicBezTo>
                <a:cubicBezTo>
                  <a:pt x="551131" y="97186"/>
                  <a:pt x="551747" y="99633"/>
                  <a:pt x="551747" y="103289"/>
                </a:cubicBezTo>
                <a:moveTo>
                  <a:pt x="587956" y="103289"/>
                </a:moveTo>
                <a:cubicBezTo>
                  <a:pt x="587956" y="107051"/>
                  <a:pt x="587341" y="109564"/>
                  <a:pt x="586110" y="110829"/>
                </a:cubicBezTo>
                <a:cubicBezTo>
                  <a:pt x="584879" y="112091"/>
                  <a:pt x="582657" y="112723"/>
                  <a:pt x="579446" y="112723"/>
                </a:cubicBezTo>
                <a:cubicBezTo>
                  <a:pt x="576341" y="112723"/>
                  <a:pt x="574174" y="112105"/>
                  <a:pt x="572943" y="110869"/>
                </a:cubicBezTo>
                <a:cubicBezTo>
                  <a:pt x="571712" y="109633"/>
                  <a:pt x="571096" y="107186"/>
                  <a:pt x="571096" y="103530"/>
                </a:cubicBezTo>
                <a:cubicBezTo>
                  <a:pt x="571096" y="99768"/>
                  <a:pt x="571725" y="97256"/>
                  <a:pt x="572983" y="95993"/>
                </a:cubicBezTo>
                <a:cubicBezTo>
                  <a:pt x="574241" y="94729"/>
                  <a:pt x="576448" y="94096"/>
                  <a:pt x="579606" y="94096"/>
                </a:cubicBezTo>
                <a:cubicBezTo>
                  <a:pt x="582764" y="94096"/>
                  <a:pt x="584945" y="94714"/>
                  <a:pt x="586150" y="95950"/>
                </a:cubicBezTo>
                <a:cubicBezTo>
                  <a:pt x="587354" y="97186"/>
                  <a:pt x="587956" y="99633"/>
                  <a:pt x="587956" y="103289"/>
                </a:cubicBezTo>
                <a:moveTo>
                  <a:pt x="624246" y="103289"/>
                </a:moveTo>
                <a:cubicBezTo>
                  <a:pt x="624246" y="107051"/>
                  <a:pt x="623617" y="109564"/>
                  <a:pt x="622359" y="110829"/>
                </a:cubicBezTo>
                <a:cubicBezTo>
                  <a:pt x="621101" y="112091"/>
                  <a:pt x="618867" y="112723"/>
                  <a:pt x="615655" y="112723"/>
                </a:cubicBezTo>
                <a:cubicBezTo>
                  <a:pt x="612551" y="112723"/>
                  <a:pt x="610383" y="112105"/>
                  <a:pt x="609152" y="110869"/>
                </a:cubicBezTo>
                <a:cubicBezTo>
                  <a:pt x="607921" y="109633"/>
                  <a:pt x="607305" y="107186"/>
                  <a:pt x="607305" y="103530"/>
                </a:cubicBezTo>
                <a:cubicBezTo>
                  <a:pt x="607305" y="99768"/>
                  <a:pt x="607934" y="97256"/>
                  <a:pt x="609192" y="95993"/>
                </a:cubicBezTo>
                <a:cubicBezTo>
                  <a:pt x="610450" y="94729"/>
                  <a:pt x="612685" y="94096"/>
                  <a:pt x="615896" y="94096"/>
                </a:cubicBezTo>
                <a:cubicBezTo>
                  <a:pt x="619001" y="94096"/>
                  <a:pt x="621168" y="94714"/>
                  <a:pt x="622399" y="95950"/>
                </a:cubicBezTo>
                <a:cubicBezTo>
                  <a:pt x="623630" y="97186"/>
                  <a:pt x="624246" y="99633"/>
                  <a:pt x="624246" y="1032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&lt;Input&gt;">
            <a:extLst xmlns:a="http://schemas.openxmlformats.org/drawingml/2006/main">
              <a:ext uri="{FF2B5EF4-FFF2-40B4-BE49-F238E27FC236}">
                <a16:creationId xmlns:a16="http://schemas.microsoft.com/office/drawing/2014/main" id="{7BC95641-A341-49C3-94AB-538C7E60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978" y="2731956"/>
            <a:ext cx="502881" cy="133433"/>
          </a:xfrm>
          <a:custGeom xmlns:a="http://schemas.openxmlformats.org/drawingml/2006/main">
            <a:pathLst>
              <a:path w="502881" h="133433">
                <a:moveTo>
                  <a:pt x="68160" y="91174"/>
                </a:moveTo>
                <a:cubicBezTo>
                  <a:pt x="68160" y="92510"/>
                  <a:pt x="68106" y="93593"/>
                  <a:pt x="67999" y="94421"/>
                </a:cubicBezTo>
                <a:cubicBezTo>
                  <a:pt x="67892" y="95250"/>
                  <a:pt x="67705" y="95838"/>
                  <a:pt x="67438" y="96185"/>
                </a:cubicBezTo>
                <a:cubicBezTo>
                  <a:pt x="67171" y="96533"/>
                  <a:pt x="66837" y="96680"/>
                  <a:pt x="66436" y="96626"/>
                </a:cubicBezTo>
                <a:cubicBezTo>
                  <a:pt x="66035" y="96573"/>
                  <a:pt x="65540" y="96386"/>
                  <a:pt x="64952" y="96065"/>
                </a:cubicBezTo>
                <a:lnTo>
                  <a:pt x="1764" y="64150"/>
                </a:lnTo>
                <a:cubicBezTo>
                  <a:pt x="1230" y="63883"/>
                  <a:pt x="802" y="63242"/>
                  <a:pt x="481" y="62226"/>
                </a:cubicBezTo>
                <a:cubicBezTo>
                  <a:pt x="160" y="61210"/>
                  <a:pt x="0" y="59740"/>
                  <a:pt x="0" y="57815"/>
                </a:cubicBezTo>
                <a:cubicBezTo>
                  <a:pt x="0" y="56960"/>
                  <a:pt x="40" y="56158"/>
                  <a:pt x="120" y="55410"/>
                </a:cubicBezTo>
                <a:cubicBezTo>
                  <a:pt x="200" y="54661"/>
                  <a:pt x="334" y="54047"/>
                  <a:pt x="521" y="53566"/>
                </a:cubicBezTo>
                <a:cubicBezTo>
                  <a:pt x="708" y="53084"/>
                  <a:pt x="922" y="52670"/>
                  <a:pt x="1163" y="52323"/>
                </a:cubicBezTo>
                <a:cubicBezTo>
                  <a:pt x="1403" y="51975"/>
                  <a:pt x="1684" y="51748"/>
                  <a:pt x="2005" y="51641"/>
                </a:cubicBezTo>
                <a:lnTo>
                  <a:pt x="64952" y="19887"/>
                </a:lnTo>
                <a:cubicBezTo>
                  <a:pt x="66182" y="19299"/>
                  <a:pt x="67024" y="19327"/>
                  <a:pt x="67478" y="19972"/>
                </a:cubicBezTo>
                <a:cubicBezTo>
                  <a:pt x="67933" y="20615"/>
                  <a:pt x="68160" y="22200"/>
                  <a:pt x="68160" y="24728"/>
                </a:cubicBezTo>
                <a:cubicBezTo>
                  <a:pt x="68160" y="26288"/>
                  <a:pt x="68120" y="27525"/>
                  <a:pt x="68039" y="28439"/>
                </a:cubicBezTo>
                <a:cubicBezTo>
                  <a:pt x="67959" y="29353"/>
                  <a:pt x="67826" y="30093"/>
                  <a:pt x="67639" y="30659"/>
                </a:cubicBezTo>
                <a:cubicBezTo>
                  <a:pt x="67451" y="31224"/>
                  <a:pt x="67184" y="31654"/>
                  <a:pt x="66837" y="31950"/>
                </a:cubicBezTo>
                <a:cubicBezTo>
                  <a:pt x="66489" y="32246"/>
                  <a:pt x="65995" y="32555"/>
                  <a:pt x="65353" y="32877"/>
                </a:cubicBezTo>
                <a:lnTo>
                  <a:pt x="13712" y="58096"/>
                </a:lnTo>
                <a:lnTo>
                  <a:pt x="65032" y="82914"/>
                </a:lnTo>
                <a:cubicBezTo>
                  <a:pt x="65727" y="83289"/>
                  <a:pt x="66275" y="83623"/>
                  <a:pt x="66676" y="83917"/>
                </a:cubicBezTo>
                <a:cubicBezTo>
                  <a:pt x="67077" y="84211"/>
                  <a:pt x="67385" y="84638"/>
                  <a:pt x="67598" y="85200"/>
                </a:cubicBezTo>
                <a:cubicBezTo>
                  <a:pt x="67812" y="85761"/>
                  <a:pt x="67959" y="86509"/>
                  <a:pt x="68039" y="87445"/>
                </a:cubicBezTo>
                <a:cubicBezTo>
                  <a:pt x="68120" y="88380"/>
                  <a:pt x="68160" y="89623"/>
                  <a:pt x="68160" y="91174"/>
                </a:cubicBezTo>
                <a:close/>
                <a:moveTo>
                  <a:pt x="101044" y="102159"/>
                </a:moveTo>
                <a:cubicBezTo>
                  <a:pt x="101044" y="102587"/>
                  <a:pt x="100937" y="102961"/>
                  <a:pt x="100723" y="103282"/>
                </a:cubicBezTo>
                <a:cubicBezTo>
                  <a:pt x="100509" y="103603"/>
                  <a:pt x="100135" y="103857"/>
                  <a:pt x="99600" y="104044"/>
                </a:cubicBezTo>
                <a:cubicBezTo>
                  <a:pt x="99066" y="104231"/>
                  <a:pt x="98358" y="104391"/>
                  <a:pt x="97475" y="104525"/>
                </a:cubicBezTo>
                <a:cubicBezTo>
                  <a:pt x="96593" y="104659"/>
                  <a:pt x="95484" y="104725"/>
                  <a:pt x="94148" y="104725"/>
                </a:cubicBezTo>
                <a:cubicBezTo>
                  <a:pt x="92865" y="104725"/>
                  <a:pt x="91769" y="104659"/>
                  <a:pt x="90860" y="104525"/>
                </a:cubicBezTo>
                <a:cubicBezTo>
                  <a:pt x="89951" y="104391"/>
                  <a:pt x="89229" y="104231"/>
                  <a:pt x="88695" y="104044"/>
                </a:cubicBezTo>
                <a:cubicBezTo>
                  <a:pt x="88160" y="103857"/>
                  <a:pt x="87786" y="103603"/>
                  <a:pt x="87572" y="103282"/>
                </a:cubicBezTo>
                <a:cubicBezTo>
                  <a:pt x="87358" y="102961"/>
                  <a:pt x="87252" y="102587"/>
                  <a:pt x="87252" y="102159"/>
                </a:cubicBezTo>
                <a:lnTo>
                  <a:pt x="87252" y="2566"/>
                </a:lnTo>
                <a:cubicBezTo>
                  <a:pt x="87252" y="2138"/>
                  <a:pt x="87372" y="1764"/>
                  <a:pt x="87612" y="1443"/>
                </a:cubicBezTo>
                <a:cubicBezTo>
                  <a:pt x="87853" y="1123"/>
                  <a:pt x="88254" y="869"/>
                  <a:pt x="88815" y="682"/>
                </a:cubicBezTo>
                <a:cubicBezTo>
                  <a:pt x="89376" y="494"/>
                  <a:pt x="90098" y="334"/>
                  <a:pt x="90980" y="200"/>
                </a:cubicBezTo>
                <a:cubicBezTo>
                  <a:pt x="91862" y="67"/>
                  <a:pt x="92918" y="0"/>
                  <a:pt x="94148" y="0"/>
                </a:cubicBezTo>
                <a:cubicBezTo>
                  <a:pt x="95484" y="0"/>
                  <a:pt x="96593" y="67"/>
                  <a:pt x="97475" y="200"/>
                </a:cubicBezTo>
                <a:cubicBezTo>
                  <a:pt x="98358" y="334"/>
                  <a:pt x="99066" y="494"/>
                  <a:pt x="99600" y="682"/>
                </a:cubicBezTo>
                <a:cubicBezTo>
                  <a:pt x="100135" y="869"/>
                  <a:pt x="100509" y="1123"/>
                  <a:pt x="100723" y="1443"/>
                </a:cubicBezTo>
                <a:cubicBezTo>
                  <a:pt x="100937" y="1764"/>
                  <a:pt x="101044" y="2138"/>
                  <a:pt x="101044" y="2566"/>
                </a:cubicBezTo>
                <a:lnTo>
                  <a:pt x="101044" y="102159"/>
                </a:lnTo>
                <a:close/>
                <a:moveTo>
                  <a:pt x="190244" y="102240"/>
                </a:moveTo>
                <a:cubicBezTo>
                  <a:pt x="190244" y="102667"/>
                  <a:pt x="190137" y="103028"/>
                  <a:pt x="189923" y="103322"/>
                </a:cubicBezTo>
                <a:cubicBezTo>
                  <a:pt x="189709" y="103616"/>
                  <a:pt x="189362" y="103870"/>
                  <a:pt x="188881" y="104084"/>
                </a:cubicBezTo>
                <a:cubicBezTo>
                  <a:pt x="188399" y="104298"/>
                  <a:pt x="187731" y="104458"/>
                  <a:pt x="186876" y="104565"/>
                </a:cubicBezTo>
                <a:cubicBezTo>
                  <a:pt x="186021" y="104672"/>
                  <a:pt x="184951" y="104725"/>
                  <a:pt x="183668" y="104725"/>
                </a:cubicBezTo>
                <a:cubicBezTo>
                  <a:pt x="182332" y="104725"/>
                  <a:pt x="181236" y="104672"/>
                  <a:pt x="180381" y="104565"/>
                </a:cubicBezTo>
                <a:cubicBezTo>
                  <a:pt x="179525" y="104458"/>
                  <a:pt x="178857" y="104298"/>
                  <a:pt x="178376" y="104084"/>
                </a:cubicBezTo>
                <a:cubicBezTo>
                  <a:pt x="177895" y="103870"/>
                  <a:pt x="177547" y="103616"/>
                  <a:pt x="177333" y="103322"/>
                </a:cubicBezTo>
                <a:cubicBezTo>
                  <a:pt x="177120" y="103028"/>
                  <a:pt x="177013" y="102667"/>
                  <a:pt x="177013" y="102240"/>
                </a:cubicBezTo>
                <a:lnTo>
                  <a:pt x="177013" y="59981"/>
                </a:lnTo>
                <a:cubicBezTo>
                  <a:pt x="177013" y="55864"/>
                  <a:pt x="176692" y="52550"/>
                  <a:pt x="176050" y="50037"/>
                </a:cubicBezTo>
                <a:cubicBezTo>
                  <a:pt x="175409" y="47525"/>
                  <a:pt x="174473" y="45360"/>
                  <a:pt x="173244" y="43542"/>
                </a:cubicBezTo>
                <a:cubicBezTo>
                  <a:pt x="172014" y="41724"/>
                  <a:pt x="170424" y="40335"/>
                  <a:pt x="168473" y="39372"/>
                </a:cubicBezTo>
                <a:cubicBezTo>
                  <a:pt x="166521" y="38410"/>
                  <a:pt x="164263" y="37929"/>
                  <a:pt x="161697" y="37929"/>
                </a:cubicBezTo>
                <a:cubicBezTo>
                  <a:pt x="158382" y="37929"/>
                  <a:pt x="155068" y="39105"/>
                  <a:pt x="151754" y="41457"/>
                </a:cubicBezTo>
                <a:cubicBezTo>
                  <a:pt x="148439" y="43809"/>
                  <a:pt x="144964" y="47257"/>
                  <a:pt x="141329" y="51801"/>
                </a:cubicBezTo>
                <a:lnTo>
                  <a:pt x="141329" y="102240"/>
                </a:lnTo>
                <a:cubicBezTo>
                  <a:pt x="141329" y="102667"/>
                  <a:pt x="141222" y="103028"/>
                  <a:pt x="141008" y="103322"/>
                </a:cubicBezTo>
                <a:cubicBezTo>
                  <a:pt x="140795" y="103616"/>
                  <a:pt x="140447" y="103870"/>
                  <a:pt x="139966" y="104084"/>
                </a:cubicBezTo>
                <a:cubicBezTo>
                  <a:pt x="139485" y="104298"/>
                  <a:pt x="138817" y="104458"/>
                  <a:pt x="137961" y="104565"/>
                </a:cubicBezTo>
                <a:cubicBezTo>
                  <a:pt x="137106" y="104672"/>
                  <a:pt x="136010" y="104725"/>
                  <a:pt x="134674" y="104725"/>
                </a:cubicBezTo>
                <a:cubicBezTo>
                  <a:pt x="133391" y="104725"/>
                  <a:pt x="132321" y="104672"/>
                  <a:pt x="131466" y="104565"/>
                </a:cubicBezTo>
                <a:cubicBezTo>
                  <a:pt x="130611" y="104458"/>
                  <a:pt x="129929" y="104298"/>
                  <a:pt x="129421" y="104084"/>
                </a:cubicBezTo>
                <a:cubicBezTo>
                  <a:pt x="128913" y="103870"/>
                  <a:pt x="128566" y="103616"/>
                  <a:pt x="128379" y="103322"/>
                </a:cubicBezTo>
                <a:cubicBezTo>
                  <a:pt x="128192" y="103028"/>
                  <a:pt x="128098" y="102667"/>
                  <a:pt x="128098" y="102240"/>
                </a:cubicBezTo>
                <a:lnTo>
                  <a:pt x="128098" y="30070"/>
                </a:lnTo>
                <a:cubicBezTo>
                  <a:pt x="128098" y="29643"/>
                  <a:pt x="128178" y="29282"/>
                  <a:pt x="128339" y="28988"/>
                </a:cubicBezTo>
                <a:cubicBezTo>
                  <a:pt x="128499" y="28694"/>
                  <a:pt x="128820" y="28427"/>
                  <a:pt x="129301" y="28186"/>
                </a:cubicBezTo>
                <a:cubicBezTo>
                  <a:pt x="129782" y="27945"/>
                  <a:pt x="130397" y="27785"/>
                  <a:pt x="131145" y="27705"/>
                </a:cubicBezTo>
                <a:cubicBezTo>
                  <a:pt x="131894" y="27625"/>
                  <a:pt x="132883" y="27585"/>
                  <a:pt x="134112" y="27585"/>
                </a:cubicBezTo>
                <a:cubicBezTo>
                  <a:pt x="135288" y="27585"/>
                  <a:pt x="136264" y="27625"/>
                  <a:pt x="137039" y="27705"/>
                </a:cubicBezTo>
                <a:cubicBezTo>
                  <a:pt x="137814" y="27785"/>
                  <a:pt x="138416" y="27945"/>
                  <a:pt x="138843" y="28186"/>
                </a:cubicBezTo>
                <a:cubicBezTo>
                  <a:pt x="139271" y="28427"/>
                  <a:pt x="139578" y="28694"/>
                  <a:pt x="139765" y="28988"/>
                </a:cubicBezTo>
                <a:cubicBezTo>
                  <a:pt x="139953" y="29282"/>
                  <a:pt x="140046" y="29643"/>
                  <a:pt x="140046" y="30070"/>
                </a:cubicBezTo>
                <a:lnTo>
                  <a:pt x="140046" y="39613"/>
                </a:lnTo>
                <a:cubicBezTo>
                  <a:pt x="144109" y="35069"/>
                  <a:pt x="148158" y="31741"/>
                  <a:pt x="152195" y="29629"/>
                </a:cubicBezTo>
                <a:cubicBezTo>
                  <a:pt x="156231" y="27518"/>
                  <a:pt x="160307" y="26462"/>
                  <a:pt x="164423" y="26462"/>
                </a:cubicBezTo>
                <a:cubicBezTo>
                  <a:pt x="169235" y="26462"/>
                  <a:pt x="173284" y="27277"/>
                  <a:pt x="176572" y="28908"/>
                </a:cubicBezTo>
                <a:cubicBezTo>
                  <a:pt x="179859" y="30538"/>
                  <a:pt x="182519" y="32717"/>
                  <a:pt x="184550" y="35443"/>
                </a:cubicBezTo>
                <a:cubicBezTo>
                  <a:pt x="186582" y="38169"/>
                  <a:pt x="188039" y="41364"/>
                  <a:pt x="188921" y="45026"/>
                </a:cubicBezTo>
                <a:cubicBezTo>
                  <a:pt x="189803" y="48687"/>
                  <a:pt x="190244" y="53084"/>
                  <a:pt x="190244" y="58216"/>
                </a:cubicBezTo>
                <a:lnTo>
                  <a:pt x="190244" y="102240"/>
                </a:lnTo>
                <a:close/>
                <a:moveTo>
                  <a:pt x="279726" y="65073"/>
                </a:moveTo>
                <a:cubicBezTo>
                  <a:pt x="279726" y="71386"/>
                  <a:pt x="279045" y="77057"/>
                  <a:pt x="277682" y="82087"/>
                </a:cubicBezTo>
                <a:cubicBezTo>
                  <a:pt x="276318" y="87118"/>
                  <a:pt x="274314" y="91386"/>
                  <a:pt x="271667" y="94892"/>
                </a:cubicBezTo>
                <a:cubicBezTo>
                  <a:pt x="269021" y="98397"/>
                  <a:pt x="265747" y="101099"/>
                  <a:pt x="261844" y="102999"/>
                </a:cubicBezTo>
                <a:cubicBezTo>
                  <a:pt x="257942" y="104898"/>
                  <a:pt x="253478" y="105848"/>
                  <a:pt x="248453" y="105848"/>
                </a:cubicBezTo>
                <a:cubicBezTo>
                  <a:pt x="246315" y="105848"/>
                  <a:pt x="244337" y="105634"/>
                  <a:pt x="242519" y="105207"/>
                </a:cubicBezTo>
                <a:cubicBezTo>
                  <a:pt x="240702" y="104779"/>
                  <a:pt x="238924" y="104111"/>
                  <a:pt x="237187" y="103202"/>
                </a:cubicBezTo>
                <a:cubicBezTo>
                  <a:pt x="235449" y="102291"/>
                  <a:pt x="233725" y="101140"/>
                  <a:pt x="232015" y="99749"/>
                </a:cubicBezTo>
                <a:cubicBezTo>
                  <a:pt x="230304" y="98357"/>
                  <a:pt x="228486" y="96725"/>
                  <a:pt x="226562" y="94852"/>
                </a:cubicBezTo>
                <a:lnTo>
                  <a:pt x="226562" y="130872"/>
                </a:lnTo>
                <a:cubicBezTo>
                  <a:pt x="226562" y="131298"/>
                  <a:pt x="226455" y="131671"/>
                  <a:pt x="226241" y="131992"/>
                </a:cubicBezTo>
                <a:cubicBezTo>
                  <a:pt x="226027" y="132313"/>
                  <a:pt x="225680" y="132579"/>
                  <a:pt x="225199" y="132791"/>
                </a:cubicBezTo>
                <a:cubicBezTo>
                  <a:pt x="224717" y="133005"/>
                  <a:pt x="224049" y="133165"/>
                  <a:pt x="223194" y="133272"/>
                </a:cubicBezTo>
                <a:cubicBezTo>
                  <a:pt x="222339" y="133379"/>
                  <a:pt x="221243" y="133433"/>
                  <a:pt x="219906" y="133433"/>
                </a:cubicBezTo>
                <a:cubicBezTo>
                  <a:pt x="218623" y="133433"/>
                  <a:pt x="217554" y="133379"/>
                  <a:pt x="216699" y="133272"/>
                </a:cubicBezTo>
                <a:cubicBezTo>
                  <a:pt x="215843" y="133165"/>
                  <a:pt x="215162" y="133005"/>
                  <a:pt x="214654" y="132791"/>
                </a:cubicBezTo>
                <a:cubicBezTo>
                  <a:pt x="214146" y="132577"/>
                  <a:pt x="213799" y="132310"/>
                  <a:pt x="213611" y="131989"/>
                </a:cubicBezTo>
                <a:cubicBezTo>
                  <a:pt x="213424" y="131669"/>
                  <a:pt x="213331" y="131294"/>
                  <a:pt x="213331" y="130867"/>
                </a:cubicBezTo>
                <a:lnTo>
                  <a:pt x="213331" y="30070"/>
                </a:lnTo>
                <a:cubicBezTo>
                  <a:pt x="213331" y="29589"/>
                  <a:pt x="213411" y="29202"/>
                  <a:pt x="213571" y="28908"/>
                </a:cubicBezTo>
                <a:cubicBezTo>
                  <a:pt x="213732" y="28614"/>
                  <a:pt x="214052" y="28360"/>
                  <a:pt x="214534" y="28146"/>
                </a:cubicBezTo>
                <a:cubicBezTo>
                  <a:pt x="215015" y="27932"/>
                  <a:pt x="215629" y="27785"/>
                  <a:pt x="216378" y="27705"/>
                </a:cubicBezTo>
                <a:cubicBezTo>
                  <a:pt x="217126" y="27625"/>
                  <a:pt x="218035" y="27585"/>
                  <a:pt x="219104" y="27585"/>
                </a:cubicBezTo>
                <a:cubicBezTo>
                  <a:pt x="220227" y="27585"/>
                  <a:pt x="221149" y="27625"/>
                  <a:pt x="221871" y="27705"/>
                </a:cubicBezTo>
                <a:cubicBezTo>
                  <a:pt x="222592" y="27785"/>
                  <a:pt x="223194" y="27932"/>
                  <a:pt x="223675" y="28146"/>
                </a:cubicBezTo>
                <a:cubicBezTo>
                  <a:pt x="224156" y="28360"/>
                  <a:pt x="224490" y="28615"/>
                  <a:pt x="224677" y="28910"/>
                </a:cubicBezTo>
                <a:cubicBezTo>
                  <a:pt x="224864" y="29204"/>
                  <a:pt x="224958" y="29592"/>
                  <a:pt x="224958" y="30073"/>
                </a:cubicBezTo>
                <a:lnTo>
                  <a:pt x="224958" y="39786"/>
                </a:lnTo>
                <a:cubicBezTo>
                  <a:pt x="227150" y="37539"/>
                  <a:pt x="229261" y="35586"/>
                  <a:pt x="231293" y="33927"/>
                </a:cubicBezTo>
                <a:cubicBezTo>
                  <a:pt x="233324" y="32268"/>
                  <a:pt x="235369" y="30891"/>
                  <a:pt x="237427" y="29795"/>
                </a:cubicBezTo>
                <a:cubicBezTo>
                  <a:pt x="239485" y="28697"/>
                  <a:pt x="241597" y="27868"/>
                  <a:pt x="243762" y="27306"/>
                </a:cubicBezTo>
                <a:cubicBezTo>
                  <a:pt x="245927" y="26744"/>
                  <a:pt x="248213" y="26462"/>
                  <a:pt x="250618" y="26462"/>
                </a:cubicBezTo>
                <a:cubicBezTo>
                  <a:pt x="255857" y="26462"/>
                  <a:pt x="260321" y="27479"/>
                  <a:pt x="264010" y="29512"/>
                </a:cubicBezTo>
                <a:cubicBezTo>
                  <a:pt x="267698" y="31545"/>
                  <a:pt x="270705" y="34328"/>
                  <a:pt x="273031" y="37861"/>
                </a:cubicBezTo>
                <a:cubicBezTo>
                  <a:pt x="275356" y="41393"/>
                  <a:pt x="277053" y="45500"/>
                  <a:pt x="278123" y="50183"/>
                </a:cubicBezTo>
                <a:cubicBezTo>
                  <a:pt x="279192" y="54864"/>
                  <a:pt x="279726" y="59827"/>
                  <a:pt x="279726" y="65073"/>
                </a:cubicBezTo>
                <a:moveTo>
                  <a:pt x="265774" y="66596"/>
                </a:moveTo>
                <a:cubicBezTo>
                  <a:pt x="265774" y="62902"/>
                  <a:pt x="265493" y="59329"/>
                  <a:pt x="264932" y="55876"/>
                </a:cubicBezTo>
                <a:cubicBezTo>
                  <a:pt x="264370" y="52423"/>
                  <a:pt x="263408" y="49358"/>
                  <a:pt x="262045" y="46682"/>
                </a:cubicBezTo>
                <a:cubicBezTo>
                  <a:pt x="260682" y="44006"/>
                  <a:pt x="258851" y="41865"/>
                  <a:pt x="256552" y="40259"/>
                </a:cubicBezTo>
                <a:cubicBezTo>
                  <a:pt x="254253" y="38652"/>
                  <a:pt x="251393" y="37849"/>
                  <a:pt x="247972" y="37849"/>
                </a:cubicBezTo>
                <a:cubicBezTo>
                  <a:pt x="246261" y="37849"/>
                  <a:pt x="244577" y="38103"/>
                  <a:pt x="242920" y="38613"/>
                </a:cubicBezTo>
                <a:cubicBezTo>
                  <a:pt x="241263" y="39121"/>
                  <a:pt x="239579" y="39924"/>
                  <a:pt x="237868" y="41021"/>
                </a:cubicBezTo>
                <a:cubicBezTo>
                  <a:pt x="236158" y="42119"/>
                  <a:pt x="234367" y="43565"/>
                  <a:pt x="232496" y="45359"/>
                </a:cubicBezTo>
                <a:cubicBezTo>
                  <a:pt x="230625" y="47153"/>
                  <a:pt x="228647" y="49362"/>
                  <a:pt x="226562" y="51987"/>
                </a:cubicBezTo>
                <a:lnTo>
                  <a:pt x="226562" y="80724"/>
                </a:lnTo>
                <a:cubicBezTo>
                  <a:pt x="230197" y="85170"/>
                  <a:pt x="233645" y="88571"/>
                  <a:pt x="236906" y="90928"/>
                </a:cubicBezTo>
                <a:cubicBezTo>
                  <a:pt x="240167" y="93284"/>
                  <a:pt x="243588" y="94461"/>
                  <a:pt x="247170" y="94461"/>
                </a:cubicBezTo>
                <a:cubicBezTo>
                  <a:pt x="250484" y="94461"/>
                  <a:pt x="253331" y="93659"/>
                  <a:pt x="255710" y="92053"/>
                </a:cubicBezTo>
                <a:cubicBezTo>
                  <a:pt x="258089" y="90446"/>
                  <a:pt x="260013" y="88304"/>
                  <a:pt x="261484" y="85628"/>
                </a:cubicBezTo>
                <a:cubicBezTo>
                  <a:pt x="262954" y="82952"/>
                  <a:pt x="264036" y="79954"/>
                  <a:pt x="264731" y="76635"/>
                </a:cubicBezTo>
                <a:cubicBezTo>
                  <a:pt x="265426" y="73315"/>
                  <a:pt x="265774" y="69969"/>
                  <a:pt x="265774" y="66596"/>
                </a:cubicBezTo>
                <a:close/>
                <a:moveTo>
                  <a:pt x="360388" y="102240"/>
                </a:moveTo>
                <a:cubicBezTo>
                  <a:pt x="360388" y="102667"/>
                  <a:pt x="360294" y="103028"/>
                  <a:pt x="360107" y="103322"/>
                </a:cubicBezTo>
                <a:cubicBezTo>
                  <a:pt x="359920" y="103616"/>
                  <a:pt x="359586" y="103870"/>
                  <a:pt x="359105" y="104084"/>
                </a:cubicBezTo>
                <a:cubicBezTo>
                  <a:pt x="358624" y="104298"/>
                  <a:pt x="357996" y="104458"/>
                  <a:pt x="357221" y="104565"/>
                </a:cubicBezTo>
                <a:cubicBezTo>
                  <a:pt x="356445" y="104672"/>
                  <a:pt x="355497" y="104725"/>
                  <a:pt x="354374" y="104725"/>
                </a:cubicBezTo>
                <a:cubicBezTo>
                  <a:pt x="353144" y="104725"/>
                  <a:pt x="352142" y="104672"/>
                  <a:pt x="351367" y="104565"/>
                </a:cubicBezTo>
                <a:cubicBezTo>
                  <a:pt x="350592" y="104458"/>
                  <a:pt x="349977" y="104298"/>
                  <a:pt x="349523" y="104084"/>
                </a:cubicBezTo>
                <a:cubicBezTo>
                  <a:pt x="349068" y="103870"/>
                  <a:pt x="348761" y="103616"/>
                  <a:pt x="348600" y="103322"/>
                </a:cubicBezTo>
                <a:cubicBezTo>
                  <a:pt x="348440" y="103028"/>
                  <a:pt x="348360" y="102667"/>
                  <a:pt x="348360" y="102240"/>
                </a:cubicBezTo>
                <a:lnTo>
                  <a:pt x="348360" y="92697"/>
                </a:lnTo>
                <a:cubicBezTo>
                  <a:pt x="344244" y="97270"/>
                  <a:pt x="340181" y="100605"/>
                  <a:pt x="336171" y="102703"/>
                </a:cubicBezTo>
                <a:cubicBezTo>
                  <a:pt x="332162" y="104800"/>
                  <a:pt x="328099" y="105848"/>
                  <a:pt x="323983" y="105848"/>
                </a:cubicBezTo>
                <a:cubicBezTo>
                  <a:pt x="319171" y="105848"/>
                  <a:pt x="315122" y="105045"/>
                  <a:pt x="311834" y="103440"/>
                </a:cubicBezTo>
                <a:cubicBezTo>
                  <a:pt x="308547" y="101834"/>
                  <a:pt x="305887" y="99654"/>
                  <a:pt x="303856" y="96900"/>
                </a:cubicBezTo>
                <a:cubicBezTo>
                  <a:pt x="301824" y="94143"/>
                  <a:pt x="300367" y="90932"/>
                  <a:pt x="299485" y="87267"/>
                </a:cubicBezTo>
                <a:cubicBezTo>
                  <a:pt x="298603" y="83600"/>
                  <a:pt x="298162" y="79145"/>
                  <a:pt x="298162" y="73901"/>
                </a:cubicBezTo>
                <a:lnTo>
                  <a:pt x="298162" y="30073"/>
                </a:lnTo>
                <a:cubicBezTo>
                  <a:pt x="298162" y="29645"/>
                  <a:pt x="298256" y="29284"/>
                  <a:pt x="298443" y="28990"/>
                </a:cubicBezTo>
                <a:cubicBezTo>
                  <a:pt x="298630" y="28695"/>
                  <a:pt x="298991" y="28427"/>
                  <a:pt x="299525" y="28186"/>
                </a:cubicBezTo>
                <a:cubicBezTo>
                  <a:pt x="300060" y="27945"/>
                  <a:pt x="300755" y="27785"/>
                  <a:pt x="301610" y="27705"/>
                </a:cubicBezTo>
                <a:cubicBezTo>
                  <a:pt x="302466" y="27625"/>
                  <a:pt x="303535" y="27585"/>
                  <a:pt x="304818" y="27585"/>
                </a:cubicBezTo>
                <a:cubicBezTo>
                  <a:pt x="306101" y="27585"/>
                  <a:pt x="307170" y="27625"/>
                  <a:pt x="308025" y="27705"/>
                </a:cubicBezTo>
                <a:cubicBezTo>
                  <a:pt x="308881" y="27785"/>
                  <a:pt x="309562" y="27945"/>
                  <a:pt x="310070" y="28186"/>
                </a:cubicBezTo>
                <a:cubicBezTo>
                  <a:pt x="310578" y="28427"/>
                  <a:pt x="310939" y="28695"/>
                  <a:pt x="311153" y="28990"/>
                </a:cubicBezTo>
                <a:cubicBezTo>
                  <a:pt x="311366" y="29284"/>
                  <a:pt x="311473" y="29645"/>
                  <a:pt x="311473" y="30073"/>
                </a:cubicBezTo>
                <a:lnTo>
                  <a:pt x="311473" y="72142"/>
                </a:lnTo>
                <a:cubicBezTo>
                  <a:pt x="311473" y="76370"/>
                  <a:pt x="311781" y="79755"/>
                  <a:pt x="312396" y="82298"/>
                </a:cubicBezTo>
                <a:cubicBezTo>
                  <a:pt x="313010" y="84840"/>
                  <a:pt x="313946" y="87009"/>
                  <a:pt x="315202" y="88803"/>
                </a:cubicBezTo>
                <a:cubicBezTo>
                  <a:pt x="316458" y="90596"/>
                  <a:pt x="318049" y="91987"/>
                  <a:pt x="319973" y="92978"/>
                </a:cubicBezTo>
                <a:cubicBezTo>
                  <a:pt x="321898" y="93967"/>
                  <a:pt x="324143" y="94461"/>
                  <a:pt x="326709" y="94461"/>
                </a:cubicBezTo>
                <a:cubicBezTo>
                  <a:pt x="330024" y="94461"/>
                  <a:pt x="333325" y="93279"/>
                  <a:pt x="336612" y="90913"/>
                </a:cubicBezTo>
                <a:cubicBezTo>
                  <a:pt x="339900" y="88548"/>
                  <a:pt x="343388" y="85079"/>
                  <a:pt x="347077" y="80509"/>
                </a:cubicBezTo>
                <a:lnTo>
                  <a:pt x="347077" y="30070"/>
                </a:lnTo>
                <a:cubicBezTo>
                  <a:pt x="347077" y="29643"/>
                  <a:pt x="347170" y="29282"/>
                  <a:pt x="347357" y="28988"/>
                </a:cubicBezTo>
                <a:cubicBezTo>
                  <a:pt x="347545" y="28694"/>
                  <a:pt x="347905" y="28427"/>
                  <a:pt x="348440" y="28186"/>
                </a:cubicBezTo>
                <a:cubicBezTo>
                  <a:pt x="348975" y="27945"/>
                  <a:pt x="349656" y="27785"/>
                  <a:pt x="350485" y="27705"/>
                </a:cubicBezTo>
                <a:cubicBezTo>
                  <a:pt x="351313" y="27625"/>
                  <a:pt x="352396" y="27585"/>
                  <a:pt x="353732" y="27585"/>
                </a:cubicBezTo>
                <a:cubicBezTo>
                  <a:pt x="355015" y="27585"/>
                  <a:pt x="356085" y="27625"/>
                  <a:pt x="356940" y="27705"/>
                </a:cubicBezTo>
                <a:cubicBezTo>
                  <a:pt x="357795" y="27785"/>
                  <a:pt x="358464" y="27945"/>
                  <a:pt x="358945" y="28186"/>
                </a:cubicBezTo>
                <a:cubicBezTo>
                  <a:pt x="359426" y="28427"/>
                  <a:pt x="359787" y="28694"/>
                  <a:pt x="360027" y="28988"/>
                </a:cubicBezTo>
                <a:cubicBezTo>
                  <a:pt x="360268" y="29282"/>
                  <a:pt x="360388" y="29643"/>
                  <a:pt x="360388" y="30070"/>
                </a:cubicBezTo>
                <a:lnTo>
                  <a:pt x="360388" y="102240"/>
                </a:lnTo>
                <a:close/>
                <a:moveTo>
                  <a:pt x="421323" y="97027"/>
                </a:moveTo>
                <a:cubicBezTo>
                  <a:pt x="421323" y="98578"/>
                  <a:pt x="421217" y="99807"/>
                  <a:pt x="421003" y="100716"/>
                </a:cubicBezTo>
                <a:cubicBezTo>
                  <a:pt x="420789" y="101625"/>
                  <a:pt x="420468" y="102293"/>
                  <a:pt x="420040" y="102721"/>
                </a:cubicBezTo>
                <a:cubicBezTo>
                  <a:pt x="419613" y="103148"/>
                  <a:pt x="418971" y="103549"/>
                  <a:pt x="418116" y="103924"/>
                </a:cubicBezTo>
                <a:cubicBezTo>
                  <a:pt x="417261" y="104298"/>
                  <a:pt x="416285" y="104605"/>
                  <a:pt x="415189" y="104846"/>
                </a:cubicBezTo>
                <a:cubicBezTo>
                  <a:pt x="414093" y="105086"/>
                  <a:pt x="412930" y="105287"/>
                  <a:pt x="411701" y="105447"/>
                </a:cubicBezTo>
                <a:cubicBezTo>
                  <a:pt x="410471" y="105608"/>
                  <a:pt x="409242" y="105688"/>
                  <a:pt x="408012" y="105688"/>
                </a:cubicBezTo>
                <a:cubicBezTo>
                  <a:pt x="404270" y="105688"/>
                  <a:pt x="401063" y="105192"/>
                  <a:pt x="398390" y="104202"/>
                </a:cubicBezTo>
                <a:cubicBezTo>
                  <a:pt x="395717" y="103209"/>
                  <a:pt x="393525" y="101708"/>
                  <a:pt x="391814" y="99699"/>
                </a:cubicBezTo>
                <a:cubicBezTo>
                  <a:pt x="390104" y="97689"/>
                  <a:pt x="388861" y="95144"/>
                  <a:pt x="388086" y="92063"/>
                </a:cubicBezTo>
                <a:cubicBezTo>
                  <a:pt x="387310" y="88983"/>
                  <a:pt x="386923" y="85353"/>
                  <a:pt x="386923" y="81173"/>
                </a:cubicBezTo>
                <a:lnTo>
                  <a:pt x="386923" y="38891"/>
                </a:lnTo>
                <a:lnTo>
                  <a:pt x="376819" y="38891"/>
                </a:lnTo>
                <a:cubicBezTo>
                  <a:pt x="376017" y="38891"/>
                  <a:pt x="375376" y="38463"/>
                  <a:pt x="374895" y="37608"/>
                </a:cubicBezTo>
                <a:cubicBezTo>
                  <a:pt x="374413" y="36753"/>
                  <a:pt x="374173" y="35363"/>
                  <a:pt x="374173" y="33438"/>
                </a:cubicBezTo>
                <a:cubicBezTo>
                  <a:pt x="374173" y="32423"/>
                  <a:pt x="374240" y="31567"/>
                  <a:pt x="374373" y="30872"/>
                </a:cubicBezTo>
                <a:cubicBezTo>
                  <a:pt x="374507" y="30177"/>
                  <a:pt x="374681" y="29603"/>
                  <a:pt x="374895" y="29148"/>
                </a:cubicBezTo>
                <a:cubicBezTo>
                  <a:pt x="375108" y="28694"/>
                  <a:pt x="375389" y="28373"/>
                  <a:pt x="375737" y="28186"/>
                </a:cubicBezTo>
                <a:cubicBezTo>
                  <a:pt x="376084" y="27999"/>
                  <a:pt x="376472" y="27905"/>
                  <a:pt x="376899" y="27905"/>
                </a:cubicBezTo>
                <a:lnTo>
                  <a:pt x="386923" y="27905"/>
                </a:lnTo>
                <a:lnTo>
                  <a:pt x="386923" y="10745"/>
                </a:lnTo>
                <a:cubicBezTo>
                  <a:pt x="386923" y="10371"/>
                  <a:pt x="387016" y="10023"/>
                  <a:pt x="387203" y="9703"/>
                </a:cubicBezTo>
                <a:cubicBezTo>
                  <a:pt x="387391" y="9382"/>
                  <a:pt x="387738" y="9101"/>
                  <a:pt x="388246" y="8861"/>
                </a:cubicBezTo>
                <a:cubicBezTo>
                  <a:pt x="388754" y="8620"/>
                  <a:pt x="389435" y="8446"/>
                  <a:pt x="390291" y="8340"/>
                </a:cubicBezTo>
                <a:cubicBezTo>
                  <a:pt x="391146" y="8233"/>
                  <a:pt x="392215" y="8179"/>
                  <a:pt x="393498" y="8179"/>
                </a:cubicBezTo>
                <a:cubicBezTo>
                  <a:pt x="394835" y="8179"/>
                  <a:pt x="395931" y="8233"/>
                  <a:pt x="396786" y="8340"/>
                </a:cubicBezTo>
                <a:cubicBezTo>
                  <a:pt x="397641" y="8446"/>
                  <a:pt x="398309" y="8620"/>
                  <a:pt x="398791" y="8861"/>
                </a:cubicBezTo>
                <a:cubicBezTo>
                  <a:pt x="399272" y="9101"/>
                  <a:pt x="399619" y="9382"/>
                  <a:pt x="399833" y="9703"/>
                </a:cubicBezTo>
                <a:cubicBezTo>
                  <a:pt x="400047" y="10023"/>
                  <a:pt x="400154" y="10371"/>
                  <a:pt x="400154" y="10745"/>
                </a:cubicBezTo>
                <a:lnTo>
                  <a:pt x="400154" y="27905"/>
                </a:lnTo>
                <a:lnTo>
                  <a:pt x="418677" y="27905"/>
                </a:lnTo>
                <a:cubicBezTo>
                  <a:pt x="419105" y="27905"/>
                  <a:pt x="419479" y="27999"/>
                  <a:pt x="419800" y="28186"/>
                </a:cubicBezTo>
                <a:cubicBezTo>
                  <a:pt x="420121" y="28373"/>
                  <a:pt x="420401" y="28694"/>
                  <a:pt x="420642" y="29148"/>
                </a:cubicBezTo>
                <a:cubicBezTo>
                  <a:pt x="420882" y="29603"/>
                  <a:pt x="421056" y="30177"/>
                  <a:pt x="421163" y="30872"/>
                </a:cubicBezTo>
                <a:cubicBezTo>
                  <a:pt x="421270" y="31567"/>
                  <a:pt x="421323" y="32423"/>
                  <a:pt x="421323" y="33438"/>
                </a:cubicBezTo>
                <a:cubicBezTo>
                  <a:pt x="421323" y="35363"/>
                  <a:pt x="421083" y="36753"/>
                  <a:pt x="420602" y="37608"/>
                </a:cubicBezTo>
                <a:cubicBezTo>
                  <a:pt x="420121" y="38463"/>
                  <a:pt x="419479" y="38891"/>
                  <a:pt x="418677" y="38891"/>
                </a:cubicBezTo>
                <a:lnTo>
                  <a:pt x="400154" y="38891"/>
                </a:lnTo>
                <a:lnTo>
                  <a:pt x="400154" y="79263"/>
                </a:lnTo>
                <a:cubicBezTo>
                  <a:pt x="400154" y="84248"/>
                  <a:pt x="400889" y="88015"/>
                  <a:pt x="402359" y="90562"/>
                </a:cubicBezTo>
                <a:cubicBezTo>
                  <a:pt x="403829" y="93108"/>
                  <a:pt x="406462" y="94381"/>
                  <a:pt x="410258" y="94381"/>
                </a:cubicBezTo>
                <a:cubicBezTo>
                  <a:pt x="411487" y="94381"/>
                  <a:pt x="412583" y="94261"/>
                  <a:pt x="413545" y="94020"/>
                </a:cubicBezTo>
                <a:cubicBezTo>
                  <a:pt x="414507" y="93780"/>
                  <a:pt x="415363" y="93526"/>
                  <a:pt x="416111" y="93259"/>
                </a:cubicBezTo>
                <a:cubicBezTo>
                  <a:pt x="416860" y="92991"/>
                  <a:pt x="417501" y="92737"/>
                  <a:pt x="418036" y="92497"/>
                </a:cubicBezTo>
                <a:cubicBezTo>
                  <a:pt x="418570" y="92256"/>
                  <a:pt x="419051" y="92136"/>
                  <a:pt x="419479" y="92136"/>
                </a:cubicBezTo>
                <a:cubicBezTo>
                  <a:pt x="419746" y="92136"/>
                  <a:pt x="420000" y="92203"/>
                  <a:pt x="420241" y="92336"/>
                </a:cubicBezTo>
                <a:cubicBezTo>
                  <a:pt x="420481" y="92470"/>
                  <a:pt x="420669" y="92724"/>
                  <a:pt x="420802" y="93098"/>
                </a:cubicBezTo>
                <a:cubicBezTo>
                  <a:pt x="420936" y="93472"/>
                  <a:pt x="421056" y="93980"/>
                  <a:pt x="421163" y="94622"/>
                </a:cubicBezTo>
                <a:cubicBezTo>
                  <a:pt x="421270" y="95263"/>
                  <a:pt x="421323" y="96065"/>
                  <a:pt x="421323" y="97027"/>
                </a:cubicBezTo>
                <a:close/>
                <a:moveTo>
                  <a:pt x="502881" y="58176"/>
                </a:moveTo>
                <a:cubicBezTo>
                  <a:pt x="502881" y="59087"/>
                  <a:pt x="502827" y="59903"/>
                  <a:pt x="502720" y="60625"/>
                </a:cubicBezTo>
                <a:cubicBezTo>
                  <a:pt x="502614" y="61346"/>
                  <a:pt x="502480" y="61975"/>
                  <a:pt x="502319" y="62511"/>
                </a:cubicBezTo>
                <a:cubicBezTo>
                  <a:pt x="502159" y="63046"/>
                  <a:pt x="501945" y="63461"/>
                  <a:pt x="501678" y="63757"/>
                </a:cubicBezTo>
                <a:cubicBezTo>
                  <a:pt x="501411" y="64051"/>
                  <a:pt x="501117" y="64278"/>
                  <a:pt x="500796" y="64439"/>
                </a:cubicBezTo>
                <a:lnTo>
                  <a:pt x="437848" y="96226"/>
                </a:lnTo>
                <a:cubicBezTo>
                  <a:pt x="437260" y="96493"/>
                  <a:pt x="436752" y="96640"/>
                  <a:pt x="436325" y="96667"/>
                </a:cubicBezTo>
                <a:cubicBezTo>
                  <a:pt x="435897" y="96693"/>
                  <a:pt x="435563" y="96520"/>
                  <a:pt x="435322" y="96145"/>
                </a:cubicBezTo>
                <a:cubicBezTo>
                  <a:pt x="435082" y="95771"/>
                  <a:pt x="434908" y="95196"/>
                  <a:pt x="434801" y="94421"/>
                </a:cubicBezTo>
                <a:cubicBezTo>
                  <a:pt x="434694" y="93646"/>
                  <a:pt x="434641" y="92644"/>
                  <a:pt x="434641" y="91414"/>
                </a:cubicBezTo>
                <a:cubicBezTo>
                  <a:pt x="434641" y="89917"/>
                  <a:pt x="434668" y="88715"/>
                  <a:pt x="434721" y="87806"/>
                </a:cubicBezTo>
                <a:cubicBezTo>
                  <a:pt x="434775" y="86897"/>
                  <a:pt x="434895" y="86162"/>
                  <a:pt x="435082" y="85601"/>
                </a:cubicBezTo>
                <a:cubicBezTo>
                  <a:pt x="435269" y="85039"/>
                  <a:pt x="435550" y="84598"/>
                  <a:pt x="435924" y="84278"/>
                </a:cubicBezTo>
                <a:cubicBezTo>
                  <a:pt x="436298" y="83957"/>
                  <a:pt x="436779" y="83663"/>
                  <a:pt x="437367" y="83395"/>
                </a:cubicBezTo>
                <a:lnTo>
                  <a:pt x="489088" y="57976"/>
                </a:lnTo>
                <a:lnTo>
                  <a:pt x="437688" y="33198"/>
                </a:lnTo>
                <a:cubicBezTo>
                  <a:pt x="436993" y="32875"/>
                  <a:pt x="436445" y="32566"/>
                  <a:pt x="436044" y="32271"/>
                </a:cubicBezTo>
                <a:cubicBezTo>
                  <a:pt x="435643" y="31975"/>
                  <a:pt x="435336" y="31531"/>
                  <a:pt x="435122" y="30940"/>
                </a:cubicBezTo>
                <a:cubicBezTo>
                  <a:pt x="434908" y="30347"/>
                  <a:pt x="434775" y="29580"/>
                  <a:pt x="434721" y="28640"/>
                </a:cubicBezTo>
                <a:cubicBezTo>
                  <a:pt x="434668" y="27697"/>
                  <a:pt x="434641" y="26447"/>
                  <a:pt x="434641" y="24888"/>
                </a:cubicBezTo>
                <a:cubicBezTo>
                  <a:pt x="434641" y="23490"/>
                  <a:pt x="434694" y="22401"/>
                  <a:pt x="434801" y="21621"/>
                </a:cubicBezTo>
                <a:cubicBezTo>
                  <a:pt x="434908" y="20841"/>
                  <a:pt x="435082" y="20277"/>
                  <a:pt x="435322" y="19929"/>
                </a:cubicBezTo>
                <a:cubicBezTo>
                  <a:pt x="435563" y="19580"/>
                  <a:pt x="435897" y="19432"/>
                  <a:pt x="436325" y="19486"/>
                </a:cubicBezTo>
                <a:cubicBezTo>
                  <a:pt x="436752" y="19539"/>
                  <a:pt x="437260" y="19726"/>
                  <a:pt x="437848" y="20047"/>
                </a:cubicBezTo>
                <a:lnTo>
                  <a:pt x="501036" y="51914"/>
                </a:lnTo>
                <a:cubicBezTo>
                  <a:pt x="501571" y="52183"/>
                  <a:pt x="502012" y="52840"/>
                  <a:pt x="502360" y="53884"/>
                </a:cubicBezTo>
                <a:cubicBezTo>
                  <a:pt x="502707" y="54926"/>
                  <a:pt x="502881" y="56357"/>
                  <a:pt x="502881" y="581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“">
            <a:extLst xmlns:a="http://schemas.openxmlformats.org/drawingml/2006/main">
              <a:ext uri="{FF2B5EF4-FFF2-40B4-BE49-F238E27FC236}">
                <a16:creationId xmlns:a16="http://schemas.microsoft.com/office/drawing/2014/main" id="{D58E89B8-2186-4E44-ABBE-CFAF0845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364" y="2918355"/>
            <a:ext cx="54421" cy="41267"/>
          </a:xfrm>
          <a:custGeom xmlns:a="http://schemas.openxmlformats.org/drawingml/2006/main">
            <a:pathLst>
              <a:path w="54421" h="41267">
                <a:moveTo>
                  <a:pt x="43516" y="24535"/>
                </a:moveTo>
                <a:lnTo>
                  <a:pt x="43516" y="34671"/>
                </a:lnTo>
                <a:cubicBezTo>
                  <a:pt x="43516" y="36066"/>
                  <a:pt x="43368" y="37193"/>
                  <a:pt x="43074" y="38051"/>
                </a:cubicBezTo>
                <a:cubicBezTo>
                  <a:pt x="42780" y="38909"/>
                  <a:pt x="42325" y="39580"/>
                  <a:pt x="41709" y="40063"/>
                </a:cubicBezTo>
                <a:cubicBezTo>
                  <a:pt x="41094" y="40545"/>
                  <a:pt x="40317" y="40866"/>
                  <a:pt x="39381" y="41027"/>
                </a:cubicBezTo>
                <a:cubicBezTo>
                  <a:pt x="38444" y="41187"/>
                  <a:pt x="37333" y="41267"/>
                  <a:pt x="36049" y="41267"/>
                </a:cubicBezTo>
                <a:cubicBezTo>
                  <a:pt x="34764" y="41267"/>
                  <a:pt x="33667" y="41187"/>
                  <a:pt x="32757" y="41027"/>
                </a:cubicBezTo>
                <a:cubicBezTo>
                  <a:pt x="31847" y="40866"/>
                  <a:pt x="31098" y="40545"/>
                  <a:pt x="30509" y="40063"/>
                </a:cubicBezTo>
                <a:cubicBezTo>
                  <a:pt x="29920" y="39580"/>
                  <a:pt x="29479" y="38909"/>
                  <a:pt x="29184" y="38051"/>
                </a:cubicBezTo>
                <a:cubicBezTo>
                  <a:pt x="28890" y="37193"/>
                  <a:pt x="28743" y="36066"/>
                  <a:pt x="28743" y="34671"/>
                </a:cubicBezTo>
                <a:cubicBezTo>
                  <a:pt x="28743" y="33062"/>
                  <a:pt x="28823" y="31575"/>
                  <a:pt x="28984" y="30208"/>
                </a:cubicBezTo>
                <a:cubicBezTo>
                  <a:pt x="29144" y="28840"/>
                  <a:pt x="29398" y="27539"/>
                  <a:pt x="29746" y="26307"/>
                </a:cubicBezTo>
                <a:cubicBezTo>
                  <a:pt x="30094" y="25072"/>
                  <a:pt x="30576" y="23852"/>
                  <a:pt x="31191" y="22646"/>
                </a:cubicBezTo>
                <a:cubicBezTo>
                  <a:pt x="31807" y="21438"/>
                  <a:pt x="32543" y="20165"/>
                  <a:pt x="33399" y="18825"/>
                </a:cubicBezTo>
                <a:lnTo>
                  <a:pt x="44238" y="2333"/>
                </a:lnTo>
                <a:cubicBezTo>
                  <a:pt x="44506" y="1903"/>
                  <a:pt x="44800" y="1555"/>
                  <a:pt x="45121" y="1287"/>
                </a:cubicBezTo>
                <a:cubicBezTo>
                  <a:pt x="45442" y="1019"/>
                  <a:pt x="45844" y="792"/>
                  <a:pt x="46326" y="605"/>
                </a:cubicBezTo>
                <a:cubicBezTo>
                  <a:pt x="46807" y="416"/>
                  <a:pt x="47383" y="268"/>
                  <a:pt x="48052" y="161"/>
                </a:cubicBezTo>
                <a:cubicBezTo>
                  <a:pt x="48721" y="54"/>
                  <a:pt x="49537" y="0"/>
                  <a:pt x="50500" y="0"/>
                </a:cubicBezTo>
                <a:cubicBezTo>
                  <a:pt x="51357" y="0"/>
                  <a:pt x="52079" y="40"/>
                  <a:pt x="52668" y="120"/>
                </a:cubicBezTo>
                <a:cubicBezTo>
                  <a:pt x="53257" y="201"/>
                  <a:pt x="53685" y="335"/>
                  <a:pt x="53953" y="524"/>
                </a:cubicBezTo>
                <a:cubicBezTo>
                  <a:pt x="54220" y="712"/>
                  <a:pt x="54368" y="966"/>
                  <a:pt x="54394" y="1287"/>
                </a:cubicBezTo>
                <a:cubicBezTo>
                  <a:pt x="54421" y="1608"/>
                  <a:pt x="54301" y="1984"/>
                  <a:pt x="54033" y="2414"/>
                </a:cubicBezTo>
                <a:lnTo>
                  <a:pt x="43516" y="24535"/>
                </a:lnTo>
                <a:moveTo>
                  <a:pt x="14773" y="24535"/>
                </a:moveTo>
                <a:lnTo>
                  <a:pt x="14773" y="34671"/>
                </a:lnTo>
                <a:cubicBezTo>
                  <a:pt x="14773" y="36066"/>
                  <a:pt x="14626" y="37193"/>
                  <a:pt x="14331" y="38051"/>
                </a:cubicBezTo>
                <a:cubicBezTo>
                  <a:pt x="14037" y="38909"/>
                  <a:pt x="13582" y="39580"/>
                  <a:pt x="12966" y="40063"/>
                </a:cubicBezTo>
                <a:cubicBezTo>
                  <a:pt x="12351" y="40545"/>
                  <a:pt x="11575" y="40866"/>
                  <a:pt x="10638" y="41027"/>
                </a:cubicBezTo>
                <a:cubicBezTo>
                  <a:pt x="9701" y="41187"/>
                  <a:pt x="8591" y="41267"/>
                  <a:pt x="7306" y="41267"/>
                </a:cubicBezTo>
                <a:cubicBezTo>
                  <a:pt x="6022" y="41267"/>
                  <a:pt x="4924" y="41187"/>
                  <a:pt x="4014" y="41027"/>
                </a:cubicBezTo>
                <a:cubicBezTo>
                  <a:pt x="3104" y="40866"/>
                  <a:pt x="2355" y="40545"/>
                  <a:pt x="1766" y="40063"/>
                </a:cubicBezTo>
                <a:cubicBezTo>
                  <a:pt x="1178" y="39580"/>
                  <a:pt x="736" y="38909"/>
                  <a:pt x="442" y="38051"/>
                </a:cubicBezTo>
                <a:cubicBezTo>
                  <a:pt x="147" y="37193"/>
                  <a:pt x="0" y="36066"/>
                  <a:pt x="0" y="34671"/>
                </a:cubicBezTo>
                <a:cubicBezTo>
                  <a:pt x="0" y="33062"/>
                  <a:pt x="80" y="31575"/>
                  <a:pt x="241" y="30208"/>
                </a:cubicBezTo>
                <a:cubicBezTo>
                  <a:pt x="401" y="28840"/>
                  <a:pt x="656" y="27539"/>
                  <a:pt x="1004" y="26307"/>
                </a:cubicBezTo>
                <a:cubicBezTo>
                  <a:pt x="1351" y="25072"/>
                  <a:pt x="1833" y="23852"/>
                  <a:pt x="2449" y="22646"/>
                </a:cubicBezTo>
                <a:cubicBezTo>
                  <a:pt x="3064" y="21438"/>
                  <a:pt x="3800" y="20165"/>
                  <a:pt x="4657" y="18825"/>
                </a:cubicBezTo>
                <a:lnTo>
                  <a:pt x="15495" y="2333"/>
                </a:lnTo>
                <a:cubicBezTo>
                  <a:pt x="15763" y="1903"/>
                  <a:pt x="16057" y="1555"/>
                  <a:pt x="16379" y="1287"/>
                </a:cubicBezTo>
                <a:cubicBezTo>
                  <a:pt x="16700" y="1019"/>
                  <a:pt x="17101" y="792"/>
                  <a:pt x="17583" y="605"/>
                </a:cubicBezTo>
                <a:cubicBezTo>
                  <a:pt x="18065" y="416"/>
                  <a:pt x="18640" y="268"/>
                  <a:pt x="19309" y="161"/>
                </a:cubicBezTo>
                <a:cubicBezTo>
                  <a:pt x="19978" y="54"/>
                  <a:pt x="20794" y="0"/>
                  <a:pt x="21758" y="0"/>
                </a:cubicBezTo>
                <a:cubicBezTo>
                  <a:pt x="22614" y="0"/>
                  <a:pt x="23323" y="40"/>
                  <a:pt x="23885" y="120"/>
                </a:cubicBezTo>
                <a:cubicBezTo>
                  <a:pt x="24447" y="201"/>
                  <a:pt x="24876" y="335"/>
                  <a:pt x="25170" y="524"/>
                </a:cubicBezTo>
                <a:cubicBezTo>
                  <a:pt x="25464" y="712"/>
                  <a:pt x="25612" y="966"/>
                  <a:pt x="25612" y="1287"/>
                </a:cubicBezTo>
                <a:cubicBezTo>
                  <a:pt x="25612" y="1608"/>
                  <a:pt x="25504" y="1984"/>
                  <a:pt x="25290" y="2414"/>
                </a:cubicBezTo>
                <a:lnTo>
                  <a:pt x="14773" y="245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Achairwith……legs.”">
            <a:extLst xmlns:a="http://schemas.openxmlformats.org/drawingml/2006/main">
              <a:ext uri="{FF2B5EF4-FFF2-40B4-BE49-F238E27FC236}">
                <a16:creationId xmlns:a16="http://schemas.microsoft.com/office/drawing/2014/main" id="{5B707CA5-3A0D-404E-9E43-98989BFA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0023" y="2918355"/>
            <a:ext cx="1423431" cy="141787"/>
          </a:xfrm>
          <a:custGeom xmlns:a="http://schemas.openxmlformats.org/drawingml/2006/main">
            <a:pathLst>
              <a:path w="1423431" h="141787">
                <a:moveTo>
                  <a:pt x="88784" y="107504"/>
                </a:moveTo>
                <a:cubicBezTo>
                  <a:pt x="89212" y="108682"/>
                  <a:pt x="89440" y="109632"/>
                  <a:pt x="89466" y="110354"/>
                </a:cubicBezTo>
                <a:cubicBezTo>
                  <a:pt x="89493" y="111077"/>
                  <a:pt x="89292" y="111626"/>
                  <a:pt x="88864" y="112000"/>
                </a:cubicBezTo>
                <a:cubicBezTo>
                  <a:pt x="88436" y="112375"/>
                  <a:pt x="87727" y="112616"/>
                  <a:pt x="86737" y="112723"/>
                </a:cubicBezTo>
                <a:cubicBezTo>
                  <a:pt x="85746" y="112830"/>
                  <a:pt x="84422" y="112883"/>
                  <a:pt x="82762" y="112883"/>
                </a:cubicBezTo>
                <a:cubicBezTo>
                  <a:pt x="81103" y="112883"/>
                  <a:pt x="79778" y="112843"/>
                  <a:pt x="78788" y="112763"/>
                </a:cubicBezTo>
                <a:cubicBezTo>
                  <a:pt x="77798" y="112683"/>
                  <a:pt x="77049" y="112549"/>
                  <a:pt x="76540" y="112362"/>
                </a:cubicBezTo>
                <a:cubicBezTo>
                  <a:pt x="76032" y="112174"/>
                  <a:pt x="75657" y="111920"/>
                  <a:pt x="75416" y="111599"/>
                </a:cubicBezTo>
                <a:cubicBezTo>
                  <a:pt x="75175" y="111278"/>
                  <a:pt x="74948" y="110876"/>
                  <a:pt x="74734" y="110395"/>
                </a:cubicBezTo>
                <a:lnTo>
                  <a:pt x="65822" y="85104"/>
                </a:lnTo>
                <a:lnTo>
                  <a:pt x="22628" y="85104"/>
                </a:lnTo>
                <a:lnTo>
                  <a:pt x="14117" y="110073"/>
                </a:lnTo>
                <a:cubicBezTo>
                  <a:pt x="13957" y="110555"/>
                  <a:pt x="13742" y="110970"/>
                  <a:pt x="13475" y="111318"/>
                </a:cubicBezTo>
                <a:cubicBezTo>
                  <a:pt x="13207" y="111666"/>
                  <a:pt x="12819" y="111960"/>
                  <a:pt x="12311" y="112201"/>
                </a:cubicBezTo>
                <a:cubicBezTo>
                  <a:pt x="11802" y="112442"/>
                  <a:pt x="11080" y="112616"/>
                  <a:pt x="10143" y="112723"/>
                </a:cubicBezTo>
                <a:cubicBezTo>
                  <a:pt x="9206" y="112830"/>
                  <a:pt x="7989" y="112883"/>
                  <a:pt x="6490" y="112883"/>
                </a:cubicBezTo>
                <a:cubicBezTo>
                  <a:pt x="4938" y="112883"/>
                  <a:pt x="3666" y="112817"/>
                  <a:pt x="2676" y="112683"/>
                </a:cubicBezTo>
                <a:cubicBezTo>
                  <a:pt x="1686" y="112549"/>
                  <a:pt x="990" y="112295"/>
                  <a:pt x="589" y="111920"/>
                </a:cubicBezTo>
                <a:cubicBezTo>
                  <a:pt x="187" y="111545"/>
                  <a:pt x="0" y="110997"/>
                  <a:pt x="27" y="110274"/>
                </a:cubicBezTo>
                <a:cubicBezTo>
                  <a:pt x="54" y="109552"/>
                  <a:pt x="281" y="108601"/>
                  <a:pt x="709" y="107424"/>
                </a:cubicBezTo>
                <a:lnTo>
                  <a:pt x="35554" y="10919"/>
                </a:lnTo>
                <a:cubicBezTo>
                  <a:pt x="35768" y="10330"/>
                  <a:pt x="36049" y="9849"/>
                  <a:pt x="36397" y="9474"/>
                </a:cubicBezTo>
                <a:cubicBezTo>
                  <a:pt x="36745" y="9099"/>
                  <a:pt x="37253" y="8805"/>
                  <a:pt x="37922" y="8591"/>
                </a:cubicBezTo>
                <a:cubicBezTo>
                  <a:pt x="38591" y="8377"/>
                  <a:pt x="39448" y="8229"/>
                  <a:pt x="40491" y="8149"/>
                </a:cubicBezTo>
                <a:cubicBezTo>
                  <a:pt x="41535" y="8069"/>
                  <a:pt x="42860" y="8029"/>
                  <a:pt x="44466" y="8029"/>
                </a:cubicBezTo>
                <a:cubicBezTo>
                  <a:pt x="46178" y="8029"/>
                  <a:pt x="47597" y="8069"/>
                  <a:pt x="48721" y="8149"/>
                </a:cubicBezTo>
                <a:cubicBezTo>
                  <a:pt x="49845" y="8229"/>
                  <a:pt x="50755" y="8377"/>
                  <a:pt x="51451" y="8591"/>
                </a:cubicBezTo>
                <a:cubicBezTo>
                  <a:pt x="52146" y="8805"/>
                  <a:pt x="52682" y="9113"/>
                  <a:pt x="53056" y="9514"/>
                </a:cubicBezTo>
                <a:cubicBezTo>
                  <a:pt x="53431" y="9915"/>
                  <a:pt x="53725" y="10411"/>
                  <a:pt x="53939" y="10999"/>
                </a:cubicBezTo>
                <a:lnTo>
                  <a:pt x="88784" y="107504"/>
                </a:lnTo>
                <a:moveTo>
                  <a:pt x="44064" y="22320"/>
                </a:moveTo>
                <a:lnTo>
                  <a:pt x="43984" y="22320"/>
                </a:lnTo>
                <a:lnTo>
                  <a:pt x="26080" y="74105"/>
                </a:lnTo>
                <a:lnTo>
                  <a:pt x="62209" y="74105"/>
                </a:lnTo>
                <a:lnTo>
                  <a:pt x="44064" y="22320"/>
                </a:lnTo>
                <a:close/>
                <a:moveTo>
                  <a:pt x="189166" y="99476"/>
                </a:moveTo>
                <a:cubicBezTo>
                  <a:pt x="189166" y="100385"/>
                  <a:pt x="189139" y="101175"/>
                  <a:pt x="189086" y="101844"/>
                </a:cubicBezTo>
                <a:cubicBezTo>
                  <a:pt x="189032" y="102513"/>
                  <a:pt x="188939" y="103075"/>
                  <a:pt x="188805" y="103530"/>
                </a:cubicBezTo>
                <a:cubicBezTo>
                  <a:pt x="188671" y="103985"/>
                  <a:pt x="188510" y="104386"/>
                  <a:pt x="188323" y="104734"/>
                </a:cubicBezTo>
                <a:cubicBezTo>
                  <a:pt x="188136" y="105082"/>
                  <a:pt x="187708" y="105591"/>
                  <a:pt x="187038" y="106260"/>
                </a:cubicBezTo>
                <a:cubicBezTo>
                  <a:pt x="186369" y="106929"/>
                  <a:pt x="185232" y="107758"/>
                  <a:pt x="183626" y="108749"/>
                </a:cubicBezTo>
                <a:cubicBezTo>
                  <a:pt x="182021" y="109739"/>
                  <a:pt x="180214" y="110622"/>
                  <a:pt x="178207" y="111398"/>
                </a:cubicBezTo>
                <a:cubicBezTo>
                  <a:pt x="176200" y="112174"/>
                  <a:pt x="174019" y="112803"/>
                  <a:pt x="171664" y="113285"/>
                </a:cubicBezTo>
                <a:cubicBezTo>
                  <a:pt x="169308" y="113767"/>
                  <a:pt x="166873" y="114007"/>
                  <a:pt x="164357" y="114007"/>
                </a:cubicBezTo>
                <a:cubicBezTo>
                  <a:pt x="159166" y="114007"/>
                  <a:pt x="154562" y="113149"/>
                  <a:pt x="150548" y="111433"/>
                </a:cubicBezTo>
                <a:cubicBezTo>
                  <a:pt x="146534" y="109717"/>
                  <a:pt x="143175" y="107210"/>
                  <a:pt x="140472" y="103911"/>
                </a:cubicBezTo>
                <a:cubicBezTo>
                  <a:pt x="137769" y="100613"/>
                  <a:pt x="135708" y="96563"/>
                  <a:pt x="134290" y="91763"/>
                </a:cubicBezTo>
                <a:cubicBezTo>
                  <a:pt x="132872" y="86962"/>
                  <a:pt x="132162" y="81425"/>
                  <a:pt x="132162" y="75151"/>
                </a:cubicBezTo>
                <a:cubicBezTo>
                  <a:pt x="132162" y="68017"/>
                  <a:pt x="133032" y="61890"/>
                  <a:pt x="134772" y="56768"/>
                </a:cubicBezTo>
                <a:cubicBezTo>
                  <a:pt x="136511" y="51646"/>
                  <a:pt x="138893" y="47450"/>
                  <a:pt x="141917" y="44178"/>
                </a:cubicBezTo>
                <a:cubicBezTo>
                  <a:pt x="144941" y="40906"/>
                  <a:pt x="148501" y="38479"/>
                  <a:pt x="152595" y="36897"/>
                </a:cubicBezTo>
                <a:cubicBezTo>
                  <a:pt x="156690" y="35315"/>
                  <a:pt x="161119" y="34523"/>
                  <a:pt x="165883" y="34523"/>
                </a:cubicBezTo>
                <a:cubicBezTo>
                  <a:pt x="168184" y="34523"/>
                  <a:pt x="170419" y="34737"/>
                  <a:pt x="172587" y="35166"/>
                </a:cubicBezTo>
                <a:cubicBezTo>
                  <a:pt x="174755" y="35594"/>
                  <a:pt x="176748" y="36156"/>
                  <a:pt x="178568" y="36852"/>
                </a:cubicBezTo>
                <a:cubicBezTo>
                  <a:pt x="180388" y="37548"/>
                  <a:pt x="182007" y="38350"/>
                  <a:pt x="183426" y="39260"/>
                </a:cubicBezTo>
                <a:cubicBezTo>
                  <a:pt x="184844" y="40170"/>
                  <a:pt x="185874" y="40946"/>
                  <a:pt x="186517" y="41589"/>
                </a:cubicBezTo>
                <a:cubicBezTo>
                  <a:pt x="187159" y="42231"/>
                  <a:pt x="187600" y="42739"/>
                  <a:pt x="187841" y="43114"/>
                </a:cubicBezTo>
                <a:cubicBezTo>
                  <a:pt x="188082" y="43489"/>
                  <a:pt x="188283" y="43930"/>
                  <a:pt x="188444" y="44439"/>
                </a:cubicBezTo>
                <a:cubicBezTo>
                  <a:pt x="188604" y="44947"/>
                  <a:pt x="188711" y="45523"/>
                  <a:pt x="188765" y="46165"/>
                </a:cubicBezTo>
                <a:cubicBezTo>
                  <a:pt x="188818" y="46807"/>
                  <a:pt x="188845" y="47610"/>
                  <a:pt x="188845" y="48574"/>
                </a:cubicBezTo>
                <a:cubicBezTo>
                  <a:pt x="188845" y="50661"/>
                  <a:pt x="188604" y="52120"/>
                  <a:pt x="188122" y="52949"/>
                </a:cubicBezTo>
                <a:cubicBezTo>
                  <a:pt x="187641" y="53779"/>
                  <a:pt x="187052" y="54194"/>
                  <a:pt x="186356" y="54194"/>
                </a:cubicBezTo>
                <a:cubicBezTo>
                  <a:pt x="185553" y="54194"/>
                  <a:pt x="184630" y="53752"/>
                  <a:pt x="183586" y="52869"/>
                </a:cubicBezTo>
                <a:cubicBezTo>
                  <a:pt x="182542" y="51986"/>
                  <a:pt x="181218" y="51009"/>
                  <a:pt x="179612" y="49938"/>
                </a:cubicBezTo>
                <a:cubicBezTo>
                  <a:pt x="178006" y="48868"/>
                  <a:pt x="176066" y="47891"/>
                  <a:pt x="173791" y="47008"/>
                </a:cubicBezTo>
                <a:cubicBezTo>
                  <a:pt x="171516" y="46125"/>
                  <a:pt x="168827" y="45683"/>
                  <a:pt x="165722" y="45683"/>
                </a:cubicBezTo>
                <a:cubicBezTo>
                  <a:pt x="159353" y="45683"/>
                  <a:pt x="154469" y="48140"/>
                  <a:pt x="151070" y="53052"/>
                </a:cubicBezTo>
                <a:cubicBezTo>
                  <a:pt x="147671" y="57963"/>
                  <a:pt x="145972" y="65088"/>
                  <a:pt x="145972" y="74426"/>
                </a:cubicBezTo>
                <a:cubicBezTo>
                  <a:pt x="145972" y="79096"/>
                  <a:pt x="146413" y="83189"/>
                  <a:pt x="147296" y="86705"/>
                </a:cubicBezTo>
                <a:cubicBezTo>
                  <a:pt x="148180" y="90221"/>
                  <a:pt x="149478" y="93160"/>
                  <a:pt x="151190" y="95521"/>
                </a:cubicBezTo>
                <a:cubicBezTo>
                  <a:pt x="152903" y="97883"/>
                  <a:pt x="155004" y="99641"/>
                  <a:pt x="157493" y="100795"/>
                </a:cubicBezTo>
                <a:cubicBezTo>
                  <a:pt x="159982" y="101949"/>
                  <a:pt x="162832" y="102526"/>
                  <a:pt x="166043" y="102526"/>
                </a:cubicBezTo>
                <a:cubicBezTo>
                  <a:pt x="169094" y="102526"/>
                  <a:pt x="171771" y="102045"/>
                  <a:pt x="174072" y="101081"/>
                </a:cubicBezTo>
                <a:cubicBezTo>
                  <a:pt x="176374" y="100118"/>
                  <a:pt x="178367" y="99061"/>
                  <a:pt x="180054" y="97910"/>
                </a:cubicBezTo>
                <a:cubicBezTo>
                  <a:pt x="181740" y="96759"/>
                  <a:pt x="183158" y="95715"/>
                  <a:pt x="184309" y="94779"/>
                </a:cubicBezTo>
                <a:cubicBezTo>
                  <a:pt x="185460" y="93842"/>
                  <a:pt x="186356" y="93374"/>
                  <a:pt x="186998" y="93374"/>
                </a:cubicBezTo>
                <a:cubicBezTo>
                  <a:pt x="187373" y="93374"/>
                  <a:pt x="187694" y="93481"/>
                  <a:pt x="187962" y="93695"/>
                </a:cubicBezTo>
                <a:cubicBezTo>
                  <a:pt x="188229" y="93909"/>
                  <a:pt x="188457" y="94270"/>
                  <a:pt x="188644" y="94779"/>
                </a:cubicBezTo>
                <a:cubicBezTo>
                  <a:pt x="188832" y="95287"/>
                  <a:pt x="188965" y="95930"/>
                  <a:pt x="189046" y="96706"/>
                </a:cubicBezTo>
                <a:cubicBezTo>
                  <a:pt x="189126" y="97482"/>
                  <a:pt x="189166" y="98405"/>
                  <a:pt x="189166" y="99476"/>
                </a:cubicBezTo>
                <a:close/>
                <a:moveTo>
                  <a:pt x="272285" y="110395"/>
                </a:moveTo>
                <a:cubicBezTo>
                  <a:pt x="272285" y="110823"/>
                  <a:pt x="272178" y="111184"/>
                  <a:pt x="271964" y="111478"/>
                </a:cubicBezTo>
                <a:cubicBezTo>
                  <a:pt x="271750" y="111773"/>
                  <a:pt x="271402" y="112027"/>
                  <a:pt x="270920" y="112241"/>
                </a:cubicBezTo>
                <a:cubicBezTo>
                  <a:pt x="270438" y="112455"/>
                  <a:pt x="269769" y="112616"/>
                  <a:pt x="268913" y="112723"/>
                </a:cubicBezTo>
                <a:cubicBezTo>
                  <a:pt x="268056" y="112830"/>
                  <a:pt x="266986" y="112883"/>
                  <a:pt x="265701" y="112883"/>
                </a:cubicBezTo>
                <a:cubicBezTo>
                  <a:pt x="264363" y="112883"/>
                  <a:pt x="263266" y="112830"/>
                  <a:pt x="262409" y="112723"/>
                </a:cubicBezTo>
                <a:cubicBezTo>
                  <a:pt x="261553" y="112616"/>
                  <a:pt x="260884" y="112455"/>
                  <a:pt x="260402" y="112241"/>
                </a:cubicBezTo>
                <a:cubicBezTo>
                  <a:pt x="259921" y="112027"/>
                  <a:pt x="259573" y="111773"/>
                  <a:pt x="259359" y="111478"/>
                </a:cubicBezTo>
                <a:cubicBezTo>
                  <a:pt x="259144" y="111184"/>
                  <a:pt x="259037" y="110823"/>
                  <a:pt x="259037" y="110395"/>
                </a:cubicBezTo>
                <a:lnTo>
                  <a:pt x="259037" y="68083"/>
                </a:lnTo>
                <a:cubicBezTo>
                  <a:pt x="259037" y="63962"/>
                  <a:pt x="258716" y="60643"/>
                  <a:pt x="258074" y="58128"/>
                </a:cubicBezTo>
                <a:cubicBezTo>
                  <a:pt x="257432" y="55612"/>
                  <a:pt x="256495" y="53444"/>
                  <a:pt x="255264" y="51625"/>
                </a:cubicBezTo>
                <a:cubicBezTo>
                  <a:pt x="254033" y="49805"/>
                  <a:pt x="252441" y="48413"/>
                  <a:pt x="250487" y="47450"/>
                </a:cubicBezTo>
                <a:cubicBezTo>
                  <a:pt x="248533" y="46486"/>
                  <a:pt x="246272" y="46004"/>
                  <a:pt x="243703" y="46004"/>
                </a:cubicBezTo>
                <a:cubicBezTo>
                  <a:pt x="240384" y="46004"/>
                  <a:pt x="237066" y="47182"/>
                  <a:pt x="233747" y="49537"/>
                </a:cubicBezTo>
                <a:cubicBezTo>
                  <a:pt x="230429" y="51892"/>
                  <a:pt x="226949" y="55344"/>
                  <a:pt x="223310" y="59894"/>
                </a:cubicBezTo>
                <a:lnTo>
                  <a:pt x="223310" y="110395"/>
                </a:lnTo>
                <a:cubicBezTo>
                  <a:pt x="223310" y="110823"/>
                  <a:pt x="223203" y="111184"/>
                  <a:pt x="222989" y="111478"/>
                </a:cubicBezTo>
                <a:cubicBezTo>
                  <a:pt x="222775" y="111773"/>
                  <a:pt x="222427" y="112027"/>
                  <a:pt x="221945" y="112241"/>
                </a:cubicBezTo>
                <a:cubicBezTo>
                  <a:pt x="221463" y="112455"/>
                  <a:pt x="220794" y="112616"/>
                  <a:pt x="219938" y="112723"/>
                </a:cubicBezTo>
                <a:cubicBezTo>
                  <a:pt x="219081" y="112830"/>
                  <a:pt x="217984" y="112883"/>
                  <a:pt x="216646" y="112883"/>
                </a:cubicBezTo>
                <a:cubicBezTo>
                  <a:pt x="215361" y="112883"/>
                  <a:pt x="214291" y="112830"/>
                  <a:pt x="213434" y="112723"/>
                </a:cubicBezTo>
                <a:cubicBezTo>
                  <a:pt x="212578" y="112616"/>
                  <a:pt x="211896" y="112455"/>
                  <a:pt x="211387" y="112241"/>
                </a:cubicBezTo>
                <a:cubicBezTo>
                  <a:pt x="210879" y="112027"/>
                  <a:pt x="210531" y="111773"/>
                  <a:pt x="210343" y="111478"/>
                </a:cubicBezTo>
                <a:cubicBezTo>
                  <a:pt x="210156" y="111182"/>
                  <a:pt x="210062" y="110820"/>
                  <a:pt x="210062" y="110392"/>
                </a:cubicBezTo>
                <a:lnTo>
                  <a:pt x="210062" y="3053"/>
                </a:lnTo>
                <a:cubicBezTo>
                  <a:pt x="210062" y="2625"/>
                  <a:pt x="210156" y="2251"/>
                  <a:pt x="210343" y="1929"/>
                </a:cubicBezTo>
                <a:cubicBezTo>
                  <a:pt x="210531" y="1607"/>
                  <a:pt x="210879" y="1338"/>
                  <a:pt x="211387" y="1124"/>
                </a:cubicBezTo>
                <a:cubicBezTo>
                  <a:pt x="211896" y="910"/>
                  <a:pt x="212578" y="749"/>
                  <a:pt x="213434" y="642"/>
                </a:cubicBezTo>
                <a:cubicBezTo>
                  <a:pt x="214291" y="535"/>
                  <a:pt x="215361" y="482"/>
                  <a:pt x="216646" y="482"/>
                </a:cubicBezTo>
                <a:cubicBezTo>
                  <a:pt x="217984" y="482"/>
                  <a:pt x="219081" y="535"/>
                  <a:pt x="219938" y="642"/>
                </a:cubicBezTo>
                <a:cubicBezTo>
                  <a:pt x="220794" y="749"/>
                  <a:pt x="221463" y="911"/>
                  <a:pt x="221945" y="1127"/>
                </a:cubicBezTo>
                <a:cubicBezTo>
                  <a:pt x="222427" y="1341"/>
                  <a:pt x="222775" y="1608"/>
                  <a:pt x="222989" y="1929"/>
                </a:cubicBezTo>
                <a:cubicBezTo>
                  <a:pt x="223203" y="2251"/>
                  <a:pt x="223310" y="2626"/>
                  <a:pt x="223310" y="3056"/>
                </a:cubicBezTo>
                <a:lnTo>
                  <a:pt x="223310" y="46406"/>
                </a:lnTo>
                <a:cubicBezTo>
                  <a:pt x="227110" y="42392"/>
                  <a:pt x="230937" y="39408"/>
                  <a:pt x="234791" y="37454"/>
                </a:cubicBezTo>
                <a:cubicBezTo>
                  <a:pt x="238645" y="35500"/>
                  <a:pt x="242525" y="34523"/>
                  <a:pt x="246432" y="34523"/>
                </a:cubicBezTo>
                <a:cubicBezTo>
                  <a:pt x="251250" y="34523"/>
                  <a:pt x="255304" y="35340"/>
                  <a:pt x="258596" y="36972"/>
                </a:cubicBezTo>
                <a:cubicBezTo>
                  <a:pt x="261888" y="38605"/>
                  <a:pt x="264550" y="40786"/>
                  <a:pt x="266584" y="43516"/>
                </a:cubicBezTo>
                <a:cubicBezTo>
                  <a:pt x="268618" y="46245"/>
                  <a:pt x="270077" y="49443"/>
                  <a:pt x="270960" y="53110"/>
                </a:cubicBezTo>
                <a:cubicBezTo>
                  <a:pt x="271843" y="56776"/>
                  <a:pt x="272285" y="61205"/>
                  <a:pt x="272285" y="66397"/>
                </a:cubicBezTo>
                <a:lnTo>
                  <a:pt x="272285" y="110395"/>
                </a:lnTo>
                <a:close/>
                <a:moveTo>
                  <a:pt x="349670" y="110475"/>
                </a:moveTo>
                <a:cubicBezTo>
                  <a:pt x="349670" y="111117"/>
                  <a:pt x="349456" y="111599"/>
                  <a:pt x="349028" y="111920"/>
                </a:cubicBezTo>
                <a:cubicBezTo>
                  <a:pt x="348600" y="112241"/>
                  <a:pt x="348011" y="112482"/>
                  <a:pt x="347262" y="112643"/>
                </a:cubicBezTo>
                <a:cubicBezTo>
                  <a:pt x="346512" y="112803"/>
                  <a:pt x="345415" y="112883"/>
                  <a:pt x="343970" y="112883"/>
                </a:cubicBezTo>
                <a:cubicBezTo>
                  <a:pt x="342578" y="112883"/>
                  <a:pt x="341468" y="112803"/>
                  <a:pt x="340638" y="112643"/>
                </a:cubicBezTo>
                <a:cubicBezTo>
                  <a:pt x="339809" y="112482"/>
                  <a:pt x="339206" y="112241"/>
                  <a:pt x="338832" y="111920"/>
                </a:cubicBezTo>
                <a:cubicBezTo>
                  <a:pt x="338457" y="111599"/>
                  <a:pt x="338270" y="111117"/>
                  <a:pt x="338270" y="110475"/>
                </a:cubicBezTo>
                <a:lnTo>
                  <a:pt x="338270" y="103249"/>
                </a:lnTo>
                <a:cubicBezTo>
                  <a:pt x="335112" y="106621"/>
                  <a:pt x="331593" y="109257"/>
                  <a:pt x="327712" y="111157"/>
                </a:cubicBezTo>
                <a:cubicBezTo>
                  <a:pt x="323831" y="113057"/>
                  <a:pt x="319723" y="114007"/>
                  <a:pt x="315388" y="114007"/>
                </a:cubicBezTo>
                <a:cubicBezTo>
                  <a:pt x="311588" y="114007"/>
                  <a:pt x="308149" y="113511"/>
                  <a:pt x="305071" y="112517"/>
                </a:cubicBezTo>
                <a:cubicBezTo>
                  <a:pt x="301993" y="111524"/>
                  <a:pt x="299371" y="110087"/>
                  <a:pt x="297203" y="108207"/>
                </a:cubicBezTo>
                <a:cubicBezTo>
                  <a:pt x="295035" y="106327"/>
                  <a:pt x="293349" y="104018"/>
                  <a:pt x="292145" y="101279"/>
                </a:cubicBezTo>
                <a:cubicBezTo>
                  <a:pt x="290941" y="98540"/>
                  <a:pt x="290338" y="95424"/>
                  <a:pt x="290338" y="91931"/>
                </a:cubicBezTo>
                <a:cubicBezTo>
                  <a:pt x="290338" y="87850"/>
                  <a:pt x="291168" y="84305"/>
                  <a:pt x="292827" y="81298"/>
                </a:cubicBezTo>
                <a:cubicBezTo>
                  <a:pt x="294487" y="78289"/>
                  <a:pt x="296868" y="75791"/>
                  <a:pt x="299973" y="73804"/>
                </a:cubicBezTo>
                <a:cubicBezTo>
                  <a:pt x="303077" y="71817"/>
                  <a:pt x="306878" y="70326"/>
                  <a:pt x="311374" y="69333"/>
                </a:cubicBezTo>
                <a:cubicBezTo>
                  <a:pt x="315870" y="68339"/>
                  <a:pt x="320928" y="67842"/>
                  <a:pt x="326548" y="67842"/>
                </a:cubicBezTo>
                <a:lnTo>
                  <a:pt x="336503" y="67842"/>
                </a:lnTo>
                <a:lnTo>
                  <a:pt x="336503" y="62242"/>
                </a:lnTo>
                <a:cubicBezTo>
                  <a:pt x="336503" y="59469"/>
                  <a:pt x="336209" y="57016"/>
                  <a:pt x="335620" y="54884"/>
                </a:cubicBezTo>
                <a:cubicBezTo>
                  <a:pt x="335031" y="52749"/>
                  <a:pt x="334081" y="50976"/>
                  <a:pt x="332770" y="49562"/>
                </a:cubicBezTo>
                <a:cubicBezTo>
                  <a:pt x="331459" y="48149"/>
                  <a:pt x="329759" y="47082"/>
                  <a:pt x="327672" y="46363"/>
                </a:cubicBezTo>
                <a:cubicBezTo>
                  <a:pt x="325584" y="45642"/>
                  <a:pt x="323015" y="45282"/>
                  <a:pt x="319964" y="45282"/>
                </a:cubicBezTo>
                <a:cubicBezTo>
                  <a:pt x="316699" y="45282"/>
                  <a:pt x="313769" y="45666"/>
                  <a:pt x="311173" y="46433"/>
                </a:cubicBezTo>
                <a:cubicBezTo>
                  <a:pt x="308577" y="47201"/>
                  <a:pt x="306302" y="48048"/>
                  <a:pt x="304348" y="48975"/>
                </a:cubicBezTo>
                <a:cubicBezTo>
                  <a:pt x="302395" y="49902"/>
                  <a:pt x="300762" y="50749"/>
                  <a:pt x="299451" y="51517"/>
                </a:cubicBezTo>
                <a:cubicBezTo>
                  <a:pt x="298140" y="52284"/>
                  <a:pt x="297163" y="52668"/>
                  <a:pt x="296520" y="52668"/>
                </a:cubicBezTo>
                <a:cubicBezTo>
                  <a:pt x="296092" y="52668"/>
                  <a:pt x="295718" y="52561"/>
                  <a:pt x="295396" y="52347"/>
                </a:cubicBezTo>
                <a:cubicBezTo>
                  <a:pt x="295075" y="52133"/>
                  <a:pt x="294794" y="51812"/>
                  <a:pt x="294553" y="51384"/>
                </a:cubicBezTo>
                <a:cubicBezTo>
                  <a:pt x="294313" y="50955"/>
                  <a:pt x="294139" y="50407"/>
                  <a:pt x="294032" y="49738"/>
                </a:cubicBezTo>
                <a:cubicBezTo>
                  <a:pt x="293925" y="49069"/>
                  <a:pt x="293871" y="48333"/>
                  <a:pt x="293871" y="47530"/>
                </a:cubicBezTo>
                <a:cubicBezTo>
                  <a:pt x="293871" y="46192"/>
                  <a:pt x="293965" y="45135"/>
                  <a:pt x="294152" y="44359"/>
                </a:cubicBezTo>
                <a:cubicBezTo>
                  <a:pt x="294339" y="43582"/>
                  <a:pt x="294794" y="42846"/>
                  <a:pt x="295517" y="42151"/>
                </a:cubicBezTo>
                <a:cubicBezTo>
                  <a:pt x="296239" y="41455"/>
                  <a:pt x="297484" y="40644"/>
                  <a:pt x="299250" y="39719"/>
                </a:cubicBezTo>
                <a:cubicBezTo>
                  <a:pt x="301017" y="38793"/>
                  <a:pt x="303051" y="37946"/>
                  <a:pt x="305352" y="37180"/>
                </a:cubicBezTo>
                <a:cubicBezTo>
                  <a:pt x="307654" y="36414"/>
                  <a:pt x="310169" y="35780"/>
                  <a:pt x="312899" y="35279"/>
                </a:cubicBezTo>
                <a:cubicBezTo>
                  <a:pt x="315629" y="34775"/>
                  <a:pt x="318385" y="34523"/>
                  <a:pt x="321169" y="34523"/>
                </a:cubicBezTo>
                <a:cubicBezTo>
                  <a:pt x="326360" y="34523"/>
                  <a:pt x="330776" y="35112"/>
                  <a:pt x="334416" y="36290"/>
                </a:cubicBezTo>
                <a:cubicBezTo>
                  <a:pt x="338056" y="37467"/>
                  <a:pt x="340999" y="39193"/>
                  <a:pt x="343247" y="41468"/>
                </a:cubicBezTo>
                <a:cubicBezTo>
                  <a:pt x="345496" y="43743"/>
                  <a:pt x="347128" y="46566"/>
                  <a:pt x="348145" y="49938"/>
                </a:cubicBezTo>
                <a:cubicBezTo>
                  <a:pt x="349162" y="53311"/>
                  <a:pt x="349670" y="57245"/>
                  <a:pt x="349670" y="61741"/>
                </a:cubicBezTo>
                <a:lnTo>
                  <a:pt x="349670" y="110475"/>
                </a:lnTo>
                <a:moveTo>
                  <a:pt x="336503" y="77397"/>
                </a:moveTo>
                <a:lnTo>
                  <a:pt x="325183" y="77397"/>
                </a:lnTo>
                <a:cubicBezTo>
                  <a:pt x="321543" y="77397"/>
                  <a:pt x="318385" y="77707"/>
                  <a:pt x="315709" y="78327"/>
                </a:cubicBezTo>
                <a:cubicBezTo>
                  <a:pt x="313033" y="78946"/>
                  <a:pt x="310812" y="79861"/>
                  <a:pt x="309045" y="81072"/>
                </a:cubicBezTo>
                <a:cubicBezTo>
                  <a:pt x="307279" y="82283"/>
                  <a:pt x="305981" y="83738"/>
                  <a:pt x="305151" y="85435"/>
                </a:cubicBezTo>
                <a:cubicBezTo>
                  <a:pt x="304322" y="87131"/>
                  <a:pt x="303907" y="89083"/>
                  <a:pt x="303907" y="91291"/>
                </a:cubicBezTo>
                <a:cubicBezTo>
                  <a:pt x="303907" y="95061"/>
                  <a:pt x="305098" y="98064"/>
                  <a:pt x="307480" y="100298"/>
                </a:cubicBezTo>
                <a:cubicBezTo>
                  <a:pt x="309862" y="102533"/>
                  <a:pt x="313193" y="103650"/>
                  <a:pt x="317475" y="103650"/>
                </a:cubicBezTo>
                <a:cubicBezTo>
                  <a:pt x="320954" y="103650"/>
                  <a:pt x="324179" y="102762"/>
                  <a:pt x="327150" y="100986"/>
                </a:cubicBezTo>
                <a:cubicBezTo>
                  <a:pt x="330121" y="99208"/>
                  <a:pt x="333238" y="96488"/>
                  <a:pt x="336503" y="92827"/>
                </a:cubicBezTo>
                <a:lnTo>
                  <a:pt x="336503" y="77397"/>
                </a:lnTo>
                <a:close/>
                <a:moveTo>
                  <a:pt x="387244" y="110395"/>
                </a:moveTo>
                <a:cubicBezTo>
                  <a:pt x="387244" y="110823"/>
                  <a:pt x="387137" y="111184"/>
                  <a:pt x="386923" y="111478"/>
                </a:cubicBezTo>
                <a:cubicBezTo>
                  <a:pt x="386709" y="111773"/>
                  <a:pt x="386361" y="112027"/>
                  <a:pt x="385879" y="112241"/>
                </a:cubicBezTo>
                <a:cubicBezTo>
                  <a:pt x="385397" y="112455"/>
                  <a:pt x="384728" y="112616"/>
                  <a:pt x="383872" y="112723"/>
                </a:cubicBezTo>
                <a:cubicBezTo>
                  <a:pt x="383016" y="112830"/>
                  <a:pt x="381918" y="112883"/>
                  <a:pt x="380580" y="112883"/>
                </a:cubicBezTo>
                <a:cubicBezTo>
                  <a:pt x="379296" y="112883"/>
                  <a:pt x="378225" y="112830"/>
                  <a:pt x="377369" y="112723"/>
                </a:cubicBezTo>
                <a:cubicBezTo>
                  <a:pt x="376512" y="112616"/>
                  <a:pt x="375830" y="112455"/>
                  <a:pt x="375321" y="112241"/>
                </a:cubicBezTo>
                <a:cubicBezTo>
                  <a:pt x="374813" y="112027"/>
                  <a:pt x="374465" y="111773"/>
                  <a:pt x="374278" y="111478"/>
                </a:cubicBezTo>
                <a:cubicBezTo>
                  <a:pt x="374090" y="111184"/>
                  <a:pt x="373997" y="110823"/>
                  <a:pt x="373997" y="110395"/>
                </a:cubicBezTo>
                <a:lnTo>
                  <a:pt x="373997" y="38136"/>
                </a:lnTo>
                <a:cubicBezTo>
                  <a:pt x="373997" y="37762"/>
                  <a:pt x="374090" y="37414"/>
                  <a:pt x="374278" y="37093"/>
                </a:cubicBezTo>
                <a:cubicBezTo>
                  <a:pt x="374465" y="36771"/>
                  <a:pt x="374813" y="36504"/>
                  <a:pt x="375321" y="36290"/>
                </a:cubicBezTo>
                <a:cubicBezTo>
                  <a:pt x="375830" y="36076"/>
                  <a:pt x="376512" y="35915"/>
                  <a:pt x="377369" y="35808"/>
                </a:cubicBezTo>
                <a:cubicBezTo>
                  <a:pt x="378225" y="35701"/>
                  <a:pt x="379296" y="35647"/>
                  <a:pt x="380580" y="35647"/>
                </a:cubicBezTo>
                <a:cubicBezTo>
                  <a:pt x="381918" y="35647"/>
                  <a:pt x="383016" y="35701"/>
                  <a:pt x="383872" y="35808"/>
                </a:cubicBezTo>
                <a:cubicBezTo>
                  <a:pt x="384728" y="35915"/>
                  <a:pt x="385397" y="36076"/>
                  <a:pt x="385879" y="36290"/>
                </a:cubicBezTo>
                <a:cubicBezTo>
                  <a:pt x="386361" y="36504"/>
                  <a:pt x="386709" y="36771"/>
                  <a:pt x="386923" y="37093"/>
                </a:cubicBezTo>
                <a:cubicBezTo>
                  <a:pt x="387137" y="37414"/>
                  <a:pt x="387244" y="37762"/>
                  <a:pt x="387244" y="38136"/>
                </a:cubicBezTo>
                <a:lnTo>
                  <a:pt x="387244" y="110395"/>
                </a:lnTo>
                <a:moveTo>
                  <a:pt x="388769" y="13649"/>
                </a:moveTo>
                <a:cubicBezTo>
                  <a:pt x="388769" y="16753"/>
                  <a:pt x="388181" y="18867"/>
                  <a:pt x="387003" y="19991"/>
                </a:cubicBezTo>
                <a:cubicBezTo>
                  <a:pt x="385826" y="21115"/>
                  <a:pt x="383658" y="21677"/>
                  <a:pt x="380500" y="21677"/>
                </a:cubicBezTo>
                <a:cubicBezTo>
                  <a:pt x="377395" y="21677"/>
                  <a:pt x="375268" y="21129"/>
                  <a:pt x="374117" y="20032"/>
                </a:cubicBezTo>
                <a:cubicBezTo>
                  <a:pt x="372966" y="18934"/>
                  <a:pt x="372391" y="16860"/>
                  <a:pt x="372391" y="13809"/>
                </a:cubicBezTo>
                <a:cubicBezTo>
                  <a:pt x="372391" y="10705"/>
                  <a:pt x="372980" y="8591"/>
                  <a:pt x="374157" y="7467"/>
                </a:cubicBezTo>
                <a:cubicBezTo>
                  <a:pt x="375335" y="6343"/>
                  <a:pt x="377502" y="5781"/>
                  <a:pt x="380660" y="5781"/>
                </a:cubicBezTo>
                <a:cubicBezTo>
                  <a:pt x="383765" y="5781"/>
                  <a:pt x="385892" y="6329"/>
                  <a:pt x="387043" y="7427"/>
                </a:cubicBezTo>
                <a:cubicBezTo>
                  <a:pt x="388194" y="8524"/>
                  <a:pt x="388769" y="10598"/>
                  <a:pt x="388769" y="13649"/>
                </a:cubicBezTo>
                <a:close/>
                <a:moveTo>
                  <a:pt x="453060" y="42873"/>
                </a:moveTo>
                <a:cubicBezTo>
                  <a:pt x="453060" y="44051"/>
                  <a:pt x="453033" y="45041"/>
                  <a:pt x="452979" y="45844"/>
                </a:cubicBezTo>
                <a:cubicBezTo>
                  <a:pt x="452926" y="46647"/>
                  <a:pt x="452819" y="47276"/>
                  <a:pt x="452658" y="47731"/>
                </a:cubicBezTo>
                <a:cubicBezTo>
                  <a:pt x="452498" y="48186"/>
                  <a:pt x="452297" y="48533"/>
                  <a:pt x="452056" y="48774"/>
                </a:cubicBezTo>
                <a:cubicBezTo>
                  <a:pt x="451815" y="49015"/>
                  <a:pt x="451481" y="49136"/>
                  <a:pt x="451052" y="49136"/>
                </a:cubicBezTo>
                <a:cubicBezTo>
                  <a:pt x="450624" y="49136"/>
                  <a:pt x="450102" y="49015"/>
                  <a:pt x="449487" y="48774"/>
                </a:cubicBezTo>
                <a:cubicBezTo>
                  <a:pt x="448871" y="48533"/>
                  <a:pt x="448175" y="48293"/>
                  <a:pt x="447399" y="48052"/>
                </a:cubicBezTo>
                <a:cubicBezTo>
                  <a:pt x="446623" y="47811"/>
                  <a:pt x="445753" y="47583"/>
                  <a:pt x="444790" y="47369"/>
                </a:cubicBezTo>
                <a:cubicBezTo>
                  <a:pt x="443827" y="47155"/>
                  <a:pt x="442783" y="47048"/>
                  <a:pt x="441659" y="47048"/>
                </a:cubicBezTo>
                <a:cubicBezTo>
                  <a:pt x="440321" y="47048"/>
                  <a:pt x="439009" y="47316"/>
                  <a:pt x="437725" y="47851"/>
                </a:cubicBezTo>
                <a:cubicBezTo>
                  <a:pt x="436440" y="48386"/>
                  <a:pt x="435089" y="49269"/>
                  <a:pt x="433670" y="50500"/>
                </a:cubicBezTo>
                <a:cubicBezTo>
                  <a:pt x="432252" y="51732"/>
                  <a:pt x="430767" y="53364"/>
                  <a:pt x="429214" y="55398"/>
                </a:cubicBezTo>
                <a:cubicBezTo>
                  <a:pt x="427662" y="57432"/>
                  <a:pt x="425949" y="59921"/>
                  <a:pt x="424076" y="62865"/>
                </a:cubicBezTo>
                <a:lnTo>
                  <a:pt x="424076" y="110395"/>
                </a:lnTo>
                <a:cubicBezTo>
                  <a:pt x="424076" y="110823"/>
                  <a:pt x="423969" y="111184"/>
                  <a:pt x="423755" y="111478"/>
                </a:cubicBezTo>
                <a:cubicBezTo>
                  <a:pt x="423541" y="111773"/>
                  <a:pt x="423193" y="112027"/>
                  <a:pt x="422711" y="112241"/>
                </a:cubicBezTo>
                <a:cubicBezTo>
                  <a:pt x="422229" y="112455"/>
                  <a:pt x="421560" y="112616"/>
                  <a:pt x="420704" y="112723"/>
                </a:cubicBezTo>
                <a:cubicBezTo>
                  <a:pt x="419848" y="112830"/>
                  <a:pt x="418750" y="112883"/>
                  <a:pt x="417412" y="112883"/>
                </a:cubicBezTo>
                <a:cubicBezTo>
                  <a:pt x="416128" y="112883"/>
                  <a:pt x="415057" y="112830"/>
                  <a:pt x="414201" y="112723"/>
                </a:cubicBezTo>
                <a:cubicBezTo>
                  <a:pt x="413344" y="112616"/>
                  <a:pt x="412662" y="112455"/>
                  <a:pt x="412153" y="112241"/>
                </a:cubicBezTo>
                <a:cubicBezTo>
                  <a:pt x="411645" y="112027"/>
                  <a:pt x="411297" y="111773"/>
                  <a:pt x="411110" y="111478"/>
                </a:cubicBezTo>
                <a:cubicBezTo>
                  <a:pt x="410922" y="111184"/>
                  <a:pt x="410829" y="110823"/>
                  <a:pt x="410829" y="110395"/>
                </a:cubicBezTo>
                <a:lnTo>
                  <a:pt x="410829" y="38136"/>
                </a:lnTo>
                <a:cubicBezTo>
                  <a:pt x="410829" y="37708"/>
                  <a:pt x="410909" y="37347"/>
                  <a:pt x="411070" y="37052"/>
                </a:cubicBezTo>
                <a:cubicBezTo>
                  <a:pt x="411230" y="36758"/>
                  <a:pt x="411551" y="36490"/>
                  <a:pt x="412033" y="36250"/>
                </a:cubicBezTo>
                <a:cubicBezTo>
                  <a:pt x="412515" y="36009"/>
                  <a:pt x="413130" y="35848"/>
                  <a:pt x="413880" y="35768"/>
                </a:cubicBezTo>
                <a:cubicBezTo>
                  <a:pt x="414629" y="35688"/>
                  <a:pt x="415619" y="35647"/>
                  <a:pt x="416850" y="35647"/>
                </a:cubicBezTo>
                <a:cubicBezTo>
                  <a:pt x="418028" y="35647"/>
                  <a:pt x="419005" y="35688"/>
                  <a:pt x="419781" y="35768"/>
                </a:cubicBezTo>
                <a:cubicBezTo>
                  <a:pt x="420557" y="35848"/>
                  <a:pt x="421159" y="36009"/>
                  <a:pt x="421587" y="36250"/>
                </a:cubicBezTo>
                <a:cubicBezTo>
                  <a:pt x="422015" y="36490"/>
                  <a:pt x="422323" y="36758"/>
                  <a:pt x="422510" y="37052"/>
                </a:cubicBezTo>
                <a:cubicBezTo>
                  <a:pt x="422698" y="37347"/>
                  <a:pt x="422791" y="37708"/>
                  <a:pt x="422791" y="38136"/>
                </a:cubicBezTo>
                <a:lnTo>
                  <a:pt x="422791" y="48654"/>
                </a:lnTo>
                <a:cubicBezTo>
                  <a:pt x="424772" y="45764"/>
                  <a:pt x="426632" y="43408"/>
                  <a:pt x="428371" y="41589"/>
                </a:cubicBezTo>
                <a:cubicBezTo>
                  <a:pt x="430111" y="39769"/>
                  <a:pt x="431757" y="38337"/>
                  <a:pt x="433309" y="37293"/>
                </a:cubicBezTo>
                <a:cubicBezTo>
                  <a:pt x="434861" y="36250"/>
                  <a:pt x="436400" y="35527"/>
                  <a:pt x="437925" y="35126"/>
                </a:cubicBezTo>
                <a:cubicBezTo>
                  <a:pt x="439451" y="34724"/>
                  <a:pt x="440990" y="34523"/>
                  <a:pt x="442542" y="34523"/>
                </a:cubicBezTo>
                <a:cubicBezTo>
                  <a:pt x="443238" y="34523"/>
                  <a:pt x="444027" y="34564"/>
                  <a:pt x="444910" y="34644"/>
                </a:cubicBezTo>
                <a:cubicBezTo>
                  <a:pt x="445794" y="34724"/>
                  <a:pt x="446717" y="34871"/>
                  <a:pt x="447680" y="35085"/>
                </a:cubicBezTo>
                <a:cubicBezTo>
                  <a:pt x="448644" y="35299"/>
                  <a:pt x="449514" y="35540"/>
                  <a:pt x="450290" y="35808"/>
                </a:cubicBezTo>
                <a:cubicBezTo>
                  <a:pt x="451066" y="36076"/>
                  <a:pt x="451614" y="36343"/>
                  <a:pt x="451936" y="36611"/>
                </a:cubicBezTo>
                <a:cubicBezTo>
                  <a:pt x="452257" y="36878"/>
                  <a:pt x="452471" y="37133"/>
                  <a:pt x="452578" y="37374"/>
                </a:cubicBezTo>
                <a:cubicBezTo>
                  <a:pt x="452685" y="37614"/>
                  <a:pt x="452779" y="37922"/>
                  <a:pt x="452859" y="38297"/>
                </a:cubicBezTo>
                <a:cubicBezTo>
                  <a:pt x="452939" y="38672"/>
                  <a:pt x="452993" y="39220"/>
                  <a:pt x="453019" y="39943"/>
                </a:cubicBezTo>
                <a:cubicBezTo>
                  <a:pt x="453046" y="40665"/>
                  <a:pt x="453060" y="41642"/>
                  <a:pt x="453060" y="42873"/>
                </a:cubicBezTo>
                <a:close/>
                <a:moveTo>
                  <a:pt x="603168" y="37976"/>
                </a:moveTo>
                <a:cubicBezTo>
                  <a:pt x="603168" y="38350"/>
                  <a:pt x="603114" y="38805"/>
                  <a:pt x="603007" y="39341"/>
                </a:cubicBezTo>
                <a:cubicBezTo>
                  <a:pt x="602900" y="39876"/>
                  <a:pt x="602713" y="40545"/>
                  <a:pt x="602445" y="41348"/>
                </a:cubicBezTo>
                <a:lnTo>
                  <a:pt x="581169" y="109993"/>
                </a:lnTo>
                <a:cubicBezTo>
                  <a:pt x="581008" y="110582"/>
                  <a:pt x="580754" y="111064"/>
                  <a:pt x="580406" y="111438"/>
                </a:cubicBezTo>
                <a:cubicBezTo>
                  <a:pt x="580058" y="111813"/>
                  <a:pt x="579577" y="112107"/>
                  <a:pt x="578961" y="112321"/>
                </a:cubicBezTo>
                <a:cubicBezTo>
                  <a:pt x="578346" y="112536"/>
                  <a:pt x="577503" y="112683"/>
                  <a:pt x="576432" y="112763"/>
                </a:cubicBezTo>
                <a:cubicBezTo>
                  <a:pt x="575362" y="112843"/>
                  <a:pt x="574023" y="112883"/>
                  <a:pt x="572418" y="112883"/>
                </a:cubicBezTo>
                <a:cubicBezTo>
                  <a:pt x="570758" y="112883"/>
                  <a:pt x="569367" y="112830"/>
                  <a:pt x="568243" y="112723"/>
                </a:cubicBezTo>
                <a:cubicBezTo>
                  <a:pt x="567119" y="112616"/>
                  <a:pt x="566222" y="112455"/>
                  <a:pt x="565553" y="112241"/>
                </a:cubicBezTo>
                <a:cubicBezTo>
                  <a:pt x="564884" y="112027"/>
                  <a:pt x="564389" y="111733"/>
                  <a:pt x="564068" y="111358"/>
                </a:cubicBezTo>
                <a:cubicBezTo>
                  <a:pt x="563747" y="110983"/>
                  <a:pt x="563506" y="110528"/>
                  <a:pt x="563345" y="109993"/>
                </a:cubicBezTo>
                <a:lnTo>
                  <a:pt x="548171" y="57566"/>
                </a:lnTo>
                <a:lnTo>
                  <a:pt x="548010" y="56843"/>
                </a:lnTo>
                <a:lnTo>
                  <a:pt x="547850" y="57566"/>
                </a:lnTo>
                <a:lnTo>
                  <a:pt x="533800" y="109993"/>
                </a:lnTo>
                <a:cubicBezTo>
                  <a:pt x="533639" y="110582"/>
                  <a:pt x="533385" y="111064"/>
                  <a:pt x="533037" y="111438"/>
                </a:cubicBezTo>
                <a:cubicBezTo>
                  <a:pt x="532689" y="111813"/>
                  <a:pt x="532167" y="112107"/>
                  <a:pt x="531471" y="112321"/>
                </a:cubicBezTo>
                <a:cubicBezTo>
                  <a:pt x="530776" y="112536"/>
                  <a:pt x="529879" y="112683"/>
                  <a:pt x="528782" y="112763"/>
                </a:cubicBezTo>
                <a:cubicBezTo>
                  <a:pt x="527684" y="112843"/>
                  <a:pt x="526333" y="112883"/>
                  <a:pt x="524727" y="112883"/>
                </a:cubicBezTo>
                <a:cubicBezTo>
                  <a:pt x="523068" y="112883"/>
                  <a:pt x="521716" y="112830"/>
                  <a:pt x="520673" y="112723"/>
                </a:cubicBezTo>
                <a:cubicBezTo>
                  <a:pt x="519629" y="112616"/>
                  <a:pt x="518773" y="112455"/>
                  <a:pt x="518104" y="112241"/>
                </a:cubicBezTo>
                <a:cubicBezTo>
                  <a:pt x="517435" y="112027"/>
                  <a:pt x="516939" y="111733"/>
                  <a:pt x="516618" y="111358"/>
                </a:cubicBezTo>
                <a:cubicBezTo>
                  <a:pt x="516297" y="110983"/>
                  <a:pt x="516056" y="110528"/>
                  <a:pt x="515896" y="109993"/>
                </a:cubicBezTo>
                <a:lnTo>
                  <a:pt x="494780" y="41348"/>
                </a:lnTo>
                <a:cubicBezTo>
                  <a:pt x="494513" y="40545"/>
                  <a:pt x="494325" y="39876"/>
                  <a:pt x="494218" y="39341"/>
                </a:cubicBezTo>
                <a:cubicBezTo>
                  <a:pt x="494111" y="38805"/>
                  <a:pt x="494058" y="38350"/>
                  <a:pt x="494058" y="37976"/>
                </a:cubicBezTo>
                <a:cubicBezTo>
                  <a:pt x="494058" y="37494"/>
                  <a:pt x="494165" y="37106"/>
                  <a:pt x="494379" y="36812"/>
                </a:cubicBezTo>
                <a:cubicBezTo>
                  <a:pt x="494593" y="36517"/>
                  <a:pt x="494954" y="36276"/>
                  <a:pt x="495463" y="36089"/>
                </a:cubicBezTo>
                <a:cubicBezTo>
                  <a:pt x="495971" y="35902"/>
                  <a:pt x="496654" y="35781"/>
                  <a:pt x="497510" y="35728"/>
                </a:cubicBezTo>
                <a:cubicBezTo>
                  <a:pt x="498366" y="35674"/>
                  <a:pt x="499410" y="35647"/>
                  <a:pt x="500641" y="35647"/>
                </a:cubicBezTo>
                <a:cubicBezTo>
                  <a:pt x="502140" y="35647"/>
                  <a:pt x="503344" y="35688"/>
                  <a:pt x="504254" y="35768"/>
                </a:cubicBezTo>
                <a:cubicBezTo>
                  <a:pt x="505164" y="35848"/>
                  <a:pt x="505860" y="35982"/>
                  <a:pt x="506342" y="36169"/>
                </a:cubicBezTo>
                <a:cubicBezTo>
                  <a:pt x="506823" y="36357"/>
                  <a:pt x="507171" y="36624"/>
                  <a:pt x="507385" y="36972"/>
                </a:cubicBezTo>
                <a:cubicBezTo>
                  <a:pt x="507599" y="37318"/>
                  <a:pt x="507787" y="37732"/>
                  <a:pt x="507947" y="38214"/>
                </a:cubicBezTo>
                <a:lnTo>
                  <a:pt x="525370" y="97709"/>
                </a:lnTo>
                <a:lnTo>
                  <a:pt x="525530" y="98432"/>
                </a:lnTo>
                <a:lnTo>
                  <a:pt x="525691" y="97709"/>
                </a:lnTo>
                <a:lnTo>
                  <a:pt x="541668" y="38214"/>
                </a:lnTo>
                <a:cubicBezTo>
                  <a:pt x="541775" y="37732"/>
                  <a:pt x="541949" y="37318"/>
                  <a:pt x="542190" y="36972"/>
                </a:cubicBezTo>
                <a:cubicBezTo>
                  <a:pt x="542431" y="36624"/>
                  <a:pt x="542792" y="36357"/>
                  <a:pt x="543274" y="36169"/>
                </a:cubicBezTo>
                <a:cubicBezTo>
                  <a:pt x="543755" y="35982"/>
                  <a:pt x="544411" y="35848"/>
                  <a:pt x="545241" y="35768"/>
                </a:cubicBezTo>
                <a:cubicBezTo>
                  <a:pt x="546070" y="35688"/>
                  <a:pt x="547154" y="35647"/>
                  <a:pt x="548492" y="35647"/>
                </a:cubicBezTo>
                <a:cubicBezTo>
                  <a:pt x="549777" y="35647"/>
                  <a:pt x="550834" y="35688"/>
                  <a:pt x="551664" y="35768"/>
                </a:cubicBezTo>
                <a:cubicBezTo>
                  <a:pt x="552493" y="35848"/>
                  <a:pt x="553149" y="35982"/>
                  <a:pt x="553631" y="36169"/>
                </a:cubicBezTo>
                <a:cubicBezTo>
                  <a:pt x="554112" y="36357"/>
                  <a:pt x="554460" y="36611"/>
                  <a:pt x="554674" y="36932"/>
                </a:cubicBezTo>
                <a:cubicBezTo>
                  <a:pt x="554888" y="37251"/>
                  <a:pt x="555049" y="37625"/>
                  <a:pt x="555156" y="38053"/>
                </a:cubicBezTo>
                <a:lnTo>
                  <a:pt x="572418" y="97709"/>
                </a:lnTo>
                <a:lnTo>
                  <a:pt x="572578" y="98432"/>
                </a:lnTo>
                <a:lnTo>
                  <a:pt x="572659" y="97709"/>
                </a:lnTo>
                <a:lnTo>
                  <a:pt x="589840" y="38214"/>
                </a:lnTo>
                <a:cubicBezTo>
                  <a:pt x="589947" y="37732"/>
                  <a:pt x="590121" y="37318"/>
                  <a:pt x="590362" y="36972"/>
                </a:cubicBezTo>
                <a:cubicBezTo>
                  <a:pt x="590603" y="36624"/>
                  <a:pt x="590977" y="36357"/>
                  <a:pt x="591486" y="36169"/>
                </a:cubicBezTo>
                <a:cubicBezTo>
                  <a:pt x="591994" y="35982"/>
                  <a:pt x="592690" y="35848"/>
                  <a:pt x="593573" y="35768"/>
                </a:cubicBezTo>
                <a:cubicBezTo>
                  <a:pt x="594456" y="35688"/>
                  <a:pt x="595594" y="35647"/>
                  <a:pt x="596985" y="35647"/>
                </a:cubicBezTo>
                <a:cubicBezTo>
                  <a:pt x="598270" y="35647"/>
                  <a:pt x="599300" y="35674"/>
                  <a:pt x="600077" y="35728"/>
                </a:cubicBezTo>
                <a:cubicBezTo>
                  <a:pt x="600853" y="35781"/>
                  <a:pt x="601468" y="35915"/>
                  <a:pt x="601923" y="36129"/>
                </a:cubicBezTo>
                <a:cubicBezTo>
                  <a:pt x="602378" y="36343"/>
                  <a:pt x="602699" y="36584"/>
                  <a:pt x="602887" y="36852"/>
                </a:cubicBezTo>
                <a:cubicBezTo>
                  <a:pt x="603074" y="37119"/>
                  <a:pt x="603168" y="37494"/>
                  <a:pt x="603168" y="37976"/>
                </a:cubicBezTo>
                <a:close/>
                <a:moveTo>
                  <a:pt x="630926" y="110395"/>
                </a:moveTo>
                <a:cubicBezTo>
                  <a:pt x="630926" y="110823"/>
                  <a:pt x="630819" y="111184"/>
                  <a:pt x="630605" y="111478"/>
                </a:cubicBezTo>
                <a:cubicBezTo>
                  <a:pt x="630391" y="111773"/>
                  <a:pt x="630043" y="112027"/>
                  <a:pt x="629562" y="112241"/>
                </a:cubicBezTo>
                <a:cubicBezTo>
                  <a:pt x="629080" y="112455"/>
                  <a:pt x="628411" y="112616"/>
                  <a:pt x="627554" y="112723"/>
                </a:cubicBezTo>
                <a:cubicBezTo>
                  <a:pt x="626698" y="112830"/>
                  <a:pt x="625601" y="112883"/>
                  <a:pt x="624263" y="112883"/>
                </a:cubicBezTo>
                <a:cubicBezTo>
                  <a:pt x="622978" y="112883"/>
                  <a:pt x="621908" y="112830"/>
                  <a:pt x="621051" y="112723"/>
                </a:cubicBezTo>
                <a:cubicBezTo>
                  <a:pt x="620195" y="112616"/>
                  <a:pt x="619512" y="112455"/>
                  <a:pt x="619004" y="112241"/>
                </a:cubicBezTo>
                <a:cubicBezTo>
                  <a:pt x="618495" y="112027"/>
                  <a:pt x="618147" y="111773"/>
                  <a:pt x="617960" y="111478"/>
                </a:cubicBezTo>
                <a:cubicBezTo>
                  <a:pt x="617773" y="111184"/>
                  <a:pt x="617679" y="110823"/>
                  <a:pt x="617679" y="110395"/>
                </a:cubicBezTo>
                <a:lnTo>
                  <a:pt x="617679" y="38136"/>
                </a:lnTo>
                <a:cubicBezTo>
                  <a:pt x="617679" y="37762"/>
                  <a:pt x="617773" y="37414"/>
                  <a:pt x="617960" y="37093"/>
                </a:cubicBezTo>
                <a:cubicBezTo>
                  <a:pt x="618147" y="36771"/>
                  <a:pt x="618495" y="36504"/>
                  <a:pt x="619004" y="36290"/>
                </a:cubicBezTo>
                <a:cubicBezTo>
                  <a:pt x="619512" y="36076"/>
                  <a:pt x="620195" y="35915"/>
                  <a:pt x="621051" y="35808"/>
                </a:cubicBezTo>
                <a:cubicBezTo>
                  <a:pt x="621908" y="35701"/>
                  <a:pt x="622978" y="35647"/>
                  <a:pt x="624263" y="35647"/>
                </a:cubicBezTo>
                <a:cubicBezTo>
                  <a:pt x="625601" y="35647"/>
                  <a:pt x="626698" y="35701"/>
                  <a:pt x="627554" y="35808"/>
                </a:cubicBezTo>
                <a:cubicBezTo>
                  <a:pt x="628411" y="35915"/>
                  <a:pt x="629080" y="36076"/>
                  <a:pt x="629562" y="36290"/>
                </a:cubicBezTo>
                <a:cubicBezTo>
                  <a:pt x="630043" y="36504"/>
                  <a:pt x="630391" y="36771"/>
                  <a:pt x="630605" y="37093"/>
                </a:cubicBezTo>
                <a:cubicBezTo>
                  <a:pt x="630819" y="37414"/>
                  <a:pt x="630926" y="37762"/>
                  <a:pt x="630926" y="38136"/>
                </a:cubicBezTo>
                <a:lnTo>
                  <a:pt x="630926" y="110395"/>
                </a:lnTo>
                <a:moveTo>
                  <a:pt x="632452" y="13649"/>
                </a:moveTo>
                <a:cubicBezTo>
                  <a:pt x="632452" y="16753"/>
                  <a:pt x="631863" y="18867"/>
                  <a:pt x="630686" y="19991"/>
                </a:cubicBezTo>
                <a:cubicBezTo>
                  <a:pt x="629508" y="21115"/>
                  <a:pt x="627340" y="21677"/>
                  <a:pt x="624182" y="21677"/>
                </a:cubicBezTo>
                <a:cubicBezTo>
                  <a:pt x="621078" y="21677"/>
                  <a:pt x="618950" y="21129"/>
                  <a:pt x="617799" y="20032"/>
                </a:cubicBezTo>
                <a:cubicBezTo>
                  <a:pt x="616649" y="18934"/>
                  <a:pt x="616073" y="16860"/>
                  <a:pt x="616073" y="13809"/>
                </a:cubicBezTo>
                <a:cubicBezTo>
                  <a:pt x="616073" y="10705"/>
                  <a:pt x="616662" y="8591"/>
                  <a:pt x="617840" y="7467"/>
                </a:cubicBezTo>
                <a:cubicBezTo>
                  <a:pt x="619017" y="6343"/>
                  <a:pt x="621185" y="5781"/>
                  <a:pt x="624343" y="5781"/>
                </a:cubicBezTo>
                <a:cubicBezTo>
                  <a:pt x="627447" y="5781"/>
                  <a:pt x="629575" y="6329"/>
                  <a:pt x="630726" y="7427"/>
                </a:cubicBezTo>
                <a:cubicBezTo>
                  <a:pt x="631876" y="8524"/>
                  <a:pt x="632452" y="10598"/>
                  <a:pt x="632452" y="13649"/>
                </a:cubicBezTo>
                <a:close/>
                <a:moveTo>
                  <a:pt x="691756" y="105176"/>
                </a:moveTo>
                <a:cubicBezTo>
                  <a:pt x="691756" y="106728"/>
                  <a:pt x="691649" y="107959"/>
                  <a:pt x="691435" y="108869"/>
                </a:cubicBezTo>
                <a:cubicBezTo>
                  <a:pt x="691221" y="109779"/>
                  <a:pt x="690900" y="110448"/>
                  <a:pt x="690472" y="110876"/>
                </a:cubicBezTo>
                <a:cubicBezTo>
                  <a:pt x="690044" y="111304"/>
                  <a:pt x="689401" y="111706"/>
                  <a:pt x="688545" y="112081"/>
                </a:cubicBezTo>
                <a:cubicBezTo>
                  <a:pt x="687689" y="112455"/>
                  <a:pt x="686712" y="112763"/>
                  <a:pt x="685615" y="113004"/>
                </a:cubicBezTo>
                <a:cubicBezTo>
                  <a:pt x="684517" y="113245"/>
                  <a:pt x="683353" y="113445"/>
                  <a:pt x="682122" y="113606"/>
                </a:cubicBezTo>
                <a:cubicBezTo>
                  <a:pt x="680891" y="113767"/>
                  <a:pt x="679660" y="113847"/>
                  <a:pt x="678429" y="113847"/>
                </a:cubicBezTo>
                <a:cubicBezTo>
                  <a:pt x="674682" y="113847"/>
                  <a:pt x="671471" y="113351"/>
                  <a:pt x="668794" y="112359"/>
                </a:cubicBezTo>
                <a:cubicBezTo>
                  <a:pt x="666118" y="111366"/>
                  <a:pt x="663924" y="109863"/>
                  <a:pt x="662211" y="107850"/>
                </a:cubicBezTo>
                <a:cubicBezTo>
                  <a:pt x="660498" y="105838"/>
                  <a:pt x="659254" y="103290"/>
                  <a:pt x="658478" y="100206"/>
                </a:cubicBezTo>
                <a:cubicBezTo>
                  <a:pt x="657701" y="97121"/>
                  <a:pt x="657313" y="93487"/>
                  <a:pt x="657313" y="89302"/>
                </a:cubicBezTo>
                <a:lnTo>
                  <a:pt x="657313" y="46968"/>
                </a:lnTo>
                <a:lnTo>
                  <a:pt x="647197" y="46968"/>
                </a:lnTo>
                <a:cubicBezTo>
                  <a:pt x="646394" y="46968"/>
                  <a:pt x="645752" y="46540"/>
                  <a:pt x="645270" y="45683"/>
                </a:cubicBezTo>
                <a:cubicBezTo>
                  <a:pt x="644789" y="44827"/>
                  <a:pt x="644548" y="43435"/>
                  <a:pt x="644548" y="41508"/>
                </a:cubicBezTo>
                <a:cubicBezTo>
                  <a:pt x="644548" y="40491"/>
                  <a:pt x="644615" y="39635"/>
                  <a:pt x="644748" y="38939"/>
                </a:cubicBezTo>
                <a:cubicBezTo>
                  <a:pt x="644882" y="38243"/>
                  <a:pt x="645056" y="37668"/>
                  <a:pt x="645270" y="37213"/>
                </a:cubicBezTo>
                <a:cubicBezTo>
                  <a:pt x="645484" y="36758"/>
                  <a:pt x="645765" y="36437"/>
                  <a:pt x="646113" y="36250"/>
                </a:cubicBezTo>
                <a:cubicBezTo>
                  <a:pt x="646461" y="36062"/>
                  <a:pt x="646849" y="35969"/>
                  <a:pt x="647278" y="35969"/>
                </a:cubicBezTo>
                <a:lnTo>
                  <a:pt x="657313" y="35969"/>
                </a:lnTo>
                <a:lnTo>
                  <a:pt x="657313" y="18787"/>
                </a:lnTo>
                <a:cubicBezTo>
                  <a:pt x="657313" y="18412"/>
                  <a:pt x="657407" y="18065"/>
                  <a:pt x="657594" y="17743"/>
                </a:cubicBezTo>
                <a:cubicBezTo>
                  <a:pt x="657782" y="17422"/>
                  <a:pt x="658130" y="17141"/>
                  <a:pt x="658638" y="16900"/>
                </a:cubicBezTo>
                <a:cubicBezTo>
                  <a:pt x="659147" y="16660"/>
                  <a:pt x="659829" y="16486"/>
                  <a:pt x="660685" y="16379"/>
                </a:cubicBezTo>
                <a:cubicBezTo>
                  <a:pt x="661542" y="16271"/>
                  <a:pt x="662612" y="16218"/>
                  <a:pt x="663897" y="16218"/>
                </a:cubicBezTo>
                <a:cubicBezTo>
                  <a:pt x="665235" y="16218"/>
                  <a:pt x="666332" y="16271"/>
                  <a:pt x="667189" y="16379"/>
                </a:cubicBezTo>
                <a:cubicBezTo>
                  <a:pt x="668045" y="16486"/>
                  <a:pt x="668714" y="16660"/>
                  <a:pt x="669196" y="16900"/>
                </a:cubicBezTo>
                <a:cubicBezTo>
                  <a:pt x="669678" y="17141"/>
                  <a:pt x="670025" y="17422"/>
                  <a:pt x="670240" y="17743"/>
                </a:cubicBezTo>
                <a:cubicBezTo>
                  <a:pt x="670454" y="18065"/>
                  <a:pt x="670561" y="18412"/>
                  <a:pt x="670561" y="18787"/>
                </a:cubicBezTo>
                <a:lnTo>
                  <a:pt x="670561" y="35969"/>
                </a:lnTo>
                <a:lnTo>
                  <a:pt x="689107" y="35969"/>
                </a:lnTo>
                <a:cubicBezTo>
                  <a:pt x="689535" y="35969"/>
                  <a:pt x="689910" y="36062"/>
                  <a:pt x="690231" y="36250"/>
                </a:cubicBezTo>
                <a:cubicBezTo>
                  <a:pt x="690552" y="36437"/>
                  <a:pt x="690833" y="36758"/>
                  <a:pt x="691074" y="37213"/>
                </a:cubicBezTo>
                <a:cubicBezTo>
                  <a:pt x="691315" y="37668"/>
                  <a:pt x="691489" y="38243"/>
                  <a:pt x="691596" y="38939"/>
                </a:cubicBezTo>
                <a:cubicBezTo>
                  <a:pt x="691703" y="39635"/>
                  <a:pt x="691756" y="40491"/>
                  <a:pt x="691756" y="41508"/>
                </a:cubicBezTo>
                <a:cubicBezTo>
                  <a:pt x="691756" y="43435"/>
                  <a:pt x="691516" y="44827"/>
                  <a:pt x="691034" y="45683"/>
                </a:cubicBezTo>
                <a:cubicBezTo>
                  <a:pt x="690552" y="46540"/>
                  <a:pt x="689910" y="46968"/>
                  <a:pt x="689107" y="46968"/>
                </a:cubicBezTo>
                <a:lnTo>
                  <a:pt x="670561" y="46968"/>
                </a:lnTo>
                <a:lnTo>
                  <a:pt x="670561" y="87390"/>
                </a:lnTo>
                <a:cubicBezTo>
                  <a:pt x="670561" y="92381"/>
                  <a:pt x="671297" y="96152"/>
                  <a:pt x="672769" y="98703"/>
                </a:cubicBezTo>
                <a:cubicBezTo>
                  <a:pt x="674241" y="101252"/>
                  <a:pt x="676877" y="102526"/>
                  <a:pt x="680677" y="102526"/>
                </a:cubicBezTo>
                <a:cubicBezTo>
                  <a:pt x="681908" y="102526"/>
                  <a:pt x="683005" y="102406"/>
                  <a:pt x="683969" y="102165"/>
                </a:cubicBezTo>
                <a:cubicBezTo>
                  <a:pt x="684932" y="101924"/>
                  <a:pt x="685788" y="101670"/>
                  <a:pt x="686538" y="101402"/>
                </a:cubicBezTo>
                <a:cubicBezTo>
                  <a:pt x="687287" y="101135"/>
                  <a:pt x="687929" y="100881"/>
                  <a:pt x="688465" y="100640"/>
                </a:cubicBezTo>
                <a:cubicBezTo>
                  <a:pt x="689000" y="100399"/>
                  <a:pt x="689482" y="100278"/>
                  <a:pt x="689910" y="100278"/>
                </a:cubicBezTo>
                <a:cubicBezTo>
                  <a:pt x="690178" y="100278"/>
                  <a:pt x="690432" y="100345"/>
                  <a:pt x="690673" y="100479"/>
                </a:cubicBezTo>
                <a:cubicBezTo>
                  <a:pt x="690913" y="100613"/>
                  <a:pt x="691101" y="100867"/>
                  <a:pt x="691235" y="101242"/>
                </a:cubicBezTo>
                <a:cubicBezTo>
                  <a:pt x="691368" y="101616"/>
                  <a:pt x="691489" y="102125"/>
                  <a:pt x="691596" y="102767"/>
                </a:cubicBezTo>
                <a:cubicBezTo>
                  <a:pt x="691703" y="103410"/>
                  <a:pt x="691756" y="104212"/>
                  <a:pt x="691756" y="105176"/>
                </a:cubicBezTo>
                <a:close/>
                <a:moveTo>
                  <a:pt x="771488" y="110395"/>
                </a:moveTo>
                <a:cubicBezTo>
                  <a:pt x="771488" y="110823"/>
                  <a:pt x="771381" y="111184"/>
                  <a:pt x="771167" y="111478"/>
                </a:cubicBezTo>
                <a:cubicBezTo>
                  <a:pt x="770952" y="111773"/>
                  <a:pt x="770605" y="112027"/>
                  <a:pt x="770123" y="112241"/>
                </a:cubicBezTo>
                <a:cubicBezTo>
                  <a:pt x="769641" y="112455"/>
                  <a:pt x="768972" y="112616"/>
                  <a:pt x="768116" y="112723"/>
                </a:cubicBezTo>
                <a:cubicBezTo>
                  <a:pt x="767259" y="112830"/>
                  <a:pt x="766189" y="112883"/>
                  <a:pt x="764904" y="112883"/>
                </a:cubicBezTo>
                <a:cubicBezTo>
                  <a:pt x="763566" y="112883"/>
                  <a:pt x="762469" y="112830"/>
                  <a:pt x="761612" y="112723"/>
                </a:cubicBezTo>
                <a:cubicBezTo>
                  <a:pt x="760756" y="112616"/>
                  <a:pt x="760087" y="112455"/>
                  <a:pt x="759605" y="112241"/>
                </a:cubicBezTo>
                <a:cubicBezTo>
                  <a:pt x="759124" y="112027"/>
                  <a:pt x="758776" y="111773"/>
                  <a:pt x="758562" y="111478"/>
                </a:cubicBezTo>
                <a:cubicBezTo>
                  <a:pt x="758347" y="111184"/>
                  <a:pt x="758240" y="110823"/>
                  <a:pt x="758240" y="110395"/>
                </a:cubicBezTo>
                <a:lnTo>
                  <a:pt x="758240" y="68083"/>
                </a:lnTo>
                <a:cubicBezTo>
                  <a:pt x="758240" y="63962"/>
                  <a:pt x="757919" y="60643"/>
                  <a:pt x="757277" y="58128"/>
                </a:cubicBezTo>
                <a:cubicBezTo>
                  <a:pt x="756635" y="55612"/>
                  <a:pt x="755698" y="53444"/>
                  <a:pt x="754467" y="51625"/>
                </a:cubicBezTo>
                <a:cubicBezTo>
                  <a:pt x="753236" y="49805"/>
                  <a:pt x="751643" y="48413"/>
                  <a:pt x="749690" y="47450"/>
                </a:cubicBezTo>
                <a:cubicBezTo>
                  <a:pt x="747736" y="46486"/>
                  <a:pt x="745475" y="46004"/>
                  <a:pt x="742906" y="46004"/>
                </a:cubicBezTo>
                <a:cubicBezTo>
                  <a:pt x="739587" y="46004"/>
                  <a:pt x="736269" y="47182"/>
                  <a:pt x="732950" y="49537"/>
                </a:cubicBezTo>
                <a:cubicBezTo>
                  <a:pt x="729631" y="51892"/>
                  <a:pt x="726152" y="55344"/>
                  <a:pt x="722513" y="59894"/>
                </a:cubicBezTo>
                <a:lnTo>
                  <a:pt x="722513" y="110395"/>
                </a:lnTo>
                <a:cubicBezTo>
                  <a:pt x="722513" y="110823"/>
                  <a:pt x="722406" y="111184"/>
                  <a:pt x="722192" y="111478"/>
                </a:cubicBezTo>
                <a:cubicBezTo>
                  <a:pt x="721977" y="111773"/>
                  <a:pt x="721630" y="112027"/>
                  <a:pt x="721148" y="112241"/>
                </a:cubicBezTo>
                <a:cubicBezTo>
                  <a:pt x="720666" y="112455"/>
                  <a:pt x="719997" y="112616"/>
                  <a:pt x="719141" y="112723"/>
                </a:cubicBezTo>
                <a:cubicBezTo>
                  <a:pt x="718284" y="112830"/>
                  <a:pt x="717187" y="112883"/>
                  <a:pt x="715849" y="112883"/>
                </a:cubicBezTo>
                <a:cubicBezTo>
                  <a:pt x="714564" y="112883"/>
                  <a:pt x="713494" y="112830"/>
                  <a:pt x="712637" y="112723"/>
                </a:cubicBezTo>
                <a:cubicBezTo>
                  <a:pt x="711781" y="112616"/>
                  <a:pt x="711099" y="112455"/>
                  <a:pt x="710590" y="112241"/>
                </a:cubicBezTo>
                <a:cubicBezTo>
                  <a:pt x="710082" y="112027"/>
                  <a:pt x="709734" y="111773"/>
                  <a:pt x="709546" y="111478"/>
                </a:cubicBezTo>
                <a:cubicBezTo>
                  <a:pt x="709359" y="111182"/>
                  <a:pt x="709265" y="110820"/>
                  <a:pt x="709265" y="110392"/>
                </a:cubicBezTo>
                <a:lnTo>
                  <a:pt x="709265" y="3053"/>
                </a:lnTo>
                <a:cubicBezTo>
                  <a:pt x="709265" y="2625"/>
                  <a:pt x="709359" y="2251"/>
                  <a:pt x="709546" y="1929"/>
                </a:cubicBezTo>
                <a:cubicBezTo>
                  <a:pt x="709734" y="1607"/>
                  <a:pt x="710082" y="1338"/>
                  <a:pt x="710590" y="1124"/>
                </a:cubicBezTo>
                <a:cubicBezTo>
                  <a:pt x="711099" y="910"/>
                  <a:pt x="711781" y="749"/>
                  <a:pt x="712637" y="642"/>
                </a:cubicBezTo>
                <a:cubicBezTo>
                  <a:pt x="713494" y="535"/>
                  <a:pt x="714564" y="482"/>
                  <a:pt x="715849" y="482"/>
                </a:cubicBezTo>
                <a:cubicBezTo>
                  <a:pt x="717187" y="482"/>
                  <a:pt x="718284" y="535"/>
                  <a:pt x="719141" y="642"/>
                </a:cubicBezTo>
                <a:cubicBezTo>
                  <a:pt x="719997" y="749"/>
                  <a:pt x="720666" y="911"/>
                  <a:pt x="721148" y="1127"/>
                </a:cubicBezTo>
                <a:cubicBezTo>
                  <a:pt x="721630" y="1341"/>
                  <a:pt x="721977" y="1608"/>
                  <a:pt x="722192" y="1929"/>
                </a:cubicBezTo>
                <a:cubicBezTo>
                  <a:pt x="722406" y="2251"/>
                  <a:pt x="722513" y="2626"/>
                  <a:pt x="722513" y="3056"/>
                </a:cubicBezTo>
                <a:lnTo>
                  <a:pt x="722513" y="46406"/>
                </a:lnTo>
                <a:cubicBezTo>
                  <a:pt x="726313" y="42392"/>
                  <a:pt x="730140" y="39408"/>
                  <a:pt x="733994" y="37454"/>
                </a:cubicBezTo>
                <a:cubicBezTo>
                  <a:pt x="737848" y="35500"/>
                  <a:pt x="741728" y="34523"/>
                  <a:pt x="745635" y="34523"/>
                </a:cubicBezTo>
                <a:cubicBezTo>
                  <a:pt x="750453" y="34523"/>
                  <a:pt x="754507" y="35340"/>
                  <a:pt x="757799" y="36972"/>
                </a:cubicBezTo>
                <a:cubicBezTo>
                  <a:pt x="761091" y="38605"/>
                  <a:pt x="763753" y="40786"/>
                  <a:pt x="765787" y="43516"/>
                </a:cubicBezTo>
                <a:cubicBezTo>
                  <a:pt x="767821" y="46245"/>
                  <a:pt x="769280" y="49443"/>
                  <a:pt x="770163" y="53110"/>
                </a:cubicBezTo>
                <a:cubicBezTo>
                  <a:pt x="771046" y="56776"/>
                  <a:pt x="771488" y="61205"/>
                  <a:pt x="771488" y="66397"/>
                </a:cubicBezTo>
                <a:lnTo>
                  <a:pt x="771488" y="110395"/>
                </a:lnTo>
                <a:close/>
                <a:moveTo>
                  <a:pt x="847312" y="103771"/>
                </a:moveTo>
                <a:cubicBezTo>
                  <a:pt x="847312" y="107533"/>
                  <a:pt x="846683" y="110046"/>
                  <a:pt x="845425" y="111310"/>
                </a:cubicBezTo>
                <a:cubicBezTo>
                  <a:pt x="844168" y="112573"/>
                  <a:pt x="841933" y="113205"/>
                  <a:pt x="838722" y="113205"/>
                </a:cubicBezTo>
                <a:cubicBezTo>
                  <a:pt x="835617" y="113205"/>
                  <a:pt x="833449" y="112587"/>
                  <a:pt x="832218" y="111350"/>
                </a:cubicBezTo>
                <a:cubicBezTo>
                  <a:pt x="830987" y="110114"/>
                  <a:pt x="830372" y="107668"/>
                  <a:pt x="830372" y="104012"/>
                </a:cubicBezTo>
                <a:cubicBezTo>
                  <a:pt x="830372" y="100250"/>
                  <a:pt x="831001" y="97738"/>
                  <a:pt x="832258" y="96475"/>
                </a:cubicBezTo>
                <a:cubicBezTo>
                  <a:pt x="833516" y="95210"/>
                  <a:pt x="835751" y="94578"/>
                  <a:pt x="838962" y="94578"/>
                </a:cubicBezTo>
                <a:cubicBezTo>
                  <a:pt x="842067" y="94578"/>
                  <a:pt x="844235" y="95196"/>
                  <a:pt x="845466" y="96432"/>
                </a:cubicBezTo>
                <a:cubicBezTo>
                  <a:pt x="846697" y="97668"/>
                  <a:pt x="847312" y="100114"/>
                  <a:pt x="847312" y="103771"/>
                </a:cubicBezTo>
                <a:moveTo>
                  <a:pt x="883522" y="103771"/>
                </a:moveTo>
                <a:cubicBezTo>
                  <a:pt x="883522" y="107533"/>
                  <a:pt x="882906" y="110046"/>
                  <a:pt x="881675" y="111310"/>
                </a:cubicBezTo>
                <a:cubicBezTo>
                  <a:pt x="880444" y="112573"/>
                  <a:pt x="878223" y="113205"/>
                  <a:pt x="875011" y="113205"/>
                </a:cubicBezTo>
                <a:cubicBezTo>
                  <a:pt x="871907" y="113205"/>
                  <a:pt x="869739" y="112587"/>
                  <a:pt x="868508" y="111350"/>
                </a:cubicBezTo>
                <a:cubicBezTo>
                  <a:pt x="867277" y="110114"/>
                  <a:pt x="866661" y="107668"/>
                  <a:pt x="866661" y="104012"/>
                </a:cubicBezTo>
                <a:cubicBezTo>
                  <a:pt x="866661" y="100250"/>
                  <a:pt x="867290" y="97738"/>
                  <a:pt x="868548" y="96475"/>
                </a:cubicBezTo>
                <a:cubicBezTo>
                  <a:pt x="869806" y="95210"/>
                  <a:pt x="872014" y="94578"/>
                  <a:pt x="875172" y="94578"/>
                </a:cubicBezTo>
                <a:cubicBezTo>
                  <a:pt x="878330" y="94578"/>
                  <a:pt x="880511" y="95196"/>
                  <a:pt x="881715" y="96432"/>
                </a:cubicBezTo>
                <a:cubicBezTo>
                  <a:pt x="882919" y="97668"/>
                  <a:pt x="883522" y="100114"/>
                  <a:pt x="883522" y="103771"/>
                </a:cubicBezTo>
                <a:moveTo>
                  <a:pt x="919811" y="103771"/>
                </a:moveTo>
                <a:cubicBezTo>
                  <a:pt x="919811" y="107533"/>
                  <a:pt x="919182" y="110046"/>
                  <a:pt x="917925" y="111310"/>
                </a:cubicBezTo>
                <a:cubicBezTo>
                  <a:pt x="916667" y="112573"/>
                  <a:pt x="914432" y="113205"/>
                  <a:pt x="911221" y="113205"/>
                </a:cubicBezTo>
                <a:cubicBezTo>
                  <a:pt x="908116" y="113205"/>
                  <a:pt x="905948" y="112587"/>
                  <a:pt x="904717" y="111350"/>
                </a:cubicBezTo>
                <a:cubicBezTo>
                  <a:pt x="903486" y="110114"/>
                  <a:pt x="902871" y="107668"/>
                  <a:pt x="902871" y="104012"/>
                </a:cubicBezTo>
                <a:cubicBezTo>
                  <a:pt x="902871" y="100250"/>
                  <a:pt x="903500" y="97738"/>
                  <a:pt x="904758" y="96475"/>
                </a:cubicBezTo>
                <a:cubicBezTo>
                  <a:pt x="906015" y="95210"/>
                  <a:pt x="908250" y="94578"/>
                  <a:pt x="911461" y="94578"/>
                </a:cubicBezTo>
                <a:cubicBezTo>
                  <a:pt x="914566" y="94578"/>
                  <a:pt x="916734" y="95196"/>
                  <a:pt x="917965" y="96432"/>
                </a:cubicBezTo>
                <a:cubicBezTo>
                  <a:pt x="919196" y="97668"/>
                  <a:pt x="919811" y="100114"/>
                  <a:pt x="919811" y="103771"/>
                </a:cubicBezTo>
                <a:close/>
                <a:moveTo>
                  <a:pt x="962740" y="103771"/>
                </a:moveTo>
                <a:cubicBezTo>
                  <a:pt x="962740" y="107533"/>
                  <a:pt x="962111" y="110046"/>
                  <a:pt x="960853" y="111310"/>
                </a:cubicBezTo>
                <a:cubicBezTo>
                  <a:pt x="959596" y="112573"/>
                  <a:pt x="957361" y="113205"/>
                  <a:pt x="954149" y="113205"/>
                </a:cubicBezTo>
                <a:cubicBezTo>
                  <a:pt x="951045" y="113205"/>
                  <a:pt x="948877" y="112587"/>
                  <a:pt x="947646" y="111350"/>
                </a:cubicBezTo>
                <a:cubicBezTo>
                  <a:pt x="946415" y="110114"/>
                  <a:pt x="945800" y="107668"/>
                  <a:pt x="945800" y="104012"/>
                </a:cubicBezTo>
                <a:cubicBezTo>
                  <a:pt x="945800" y="100250"/>
                  <a:pt x="946428" y="97738"/>
                  <a:pt x="947686" y="96475"/>
                </a:cubicBezTo>
                <a:cubicBezTo>
                  <a:pt x="948944" y="95210"/>
                  <a:pt x="951179" y="94578"/>
                  <a:pt x="954390" y="94578"/>
                </a:cubicBezTo>
                <a:cubicBezTo>
                  <a:pt x="957495" y="94578"/>
                  <a:pt x="959662" y="95196"/>
                  <a:pt x="960893" y="96432"/>
                </a:cubicBezTo>
                <a:cubicBezTo>
                  <a:pt x="962125" y="97668"/>
                  <a:pt x="962740" y="100114"/>
                  <a:pt x="962740" y="103771"/>
                </a:cubicBezTo>
                <a:moveTo>
                  <a:pt x="998949" y="103771"/>
                </a:moveTo>
                <a:cubicBezTo>
                  <a:pt x="998949" y="107533"/>
                  <a:pt x="998334" y="110046"/>
                  <a:pt x="997103" y="111310"/>
                </a:cubicBezTo>
                <a:cubicBezTo>
                  <a:pt x="995872" y="112573"/>
                  <a:pt x="993651" y="113205"/>
                  <a:pt x="990439" y="113205"/>
                </a:cubicBezTo>
                <a:cubicBezTo>
                  <a:pt x="987335" y="113205"/>
                  <a:pt x="985167" y="112587"/>
                  <a:pt x="983936" y="111350"/>
                </a:cubicBezTo>
                <a:cubicBezTo>
                  <a:pt x="982705" y="110114"/>
                  <a:pt x="982089" y="107668"/>
                  <a:pt x="982089" y="104012"/>
                </a:cubicBezTo>
                <a:cubicBezTo>
                  <a:pt x="982089" y="100250"/>
                  <a:pt x="982718" y="97738"/>
                  <a:pt x="983976" y="96475"/>
                </a:cubicBezTo>
                <a:cubicBezTo>
                  <a:pt x="985234" y="95210"/>
                  <a:pt x="987442" y="94578"/>
                  <a:pt x="990600" y="94578"/>
                </a:cubicBezTo>
                <a:cubicBezTo>
                  <a:pt x="993758" y="94578"/>
                  <a:pt x="995939" y="95196"/>
                  <a:pt x="997143" y="96432"/>
                </a:cubicBezTo>
                <a:cubicBezTo>
                  <a:pt x="998347" y="97668"/>
                  <a:pt x="998949" y="100114"/>
                  <a:pt x="998949" y="103771"/>
                </a:cubicBezTo>
                <a:moveTo>
                  <a:pt x="1035239" y="103771"/>
                </a:moveTo>
                <a:cubicBezTo>
                  <a:pt x="1035239" y="107533"/>
                  <a:pt x="1034610" y="110046"/>
                  <a:pt x="1033352" y="111310"/>
                </a:cubicBezTo>
                <a:cubicBezTo>
                  <a:pt x="1032095" y="112573"/>
                  <a:pt x="1029860" y="113205"/>
                  <a:pt x="1026648" y="113205"/>
                </a:cubicBezTo>
                <a:cubicBezTo>
                  <a:pt x="1023544" y="113205"/>
                  <a:pt x="1021376" y="112587"/>
                  <a:pt x="1020145" y="111350"/>
                </a:cubicBezTo>
                <a:cubicBezTo>
                  <a:pt x="1018914" y="110114"/>
                  <a:pt x="1018299" y="107668"/>
                  <a:pt x="1018299" y="104012"/>
                </a:cubicBezTo>
                <a:cubicBezTo>
                  <a:pt x="1018299" y="100250"/>
                  <a:pt x="1018928" y="97738"/>
                  <a:pt x="1020185" y="96475"/>
                </a:cubicBezTo>
                <a:cubicBezTo>
                  <a:pt x="1021443" y="95210"/>
                  <a:pt x="1023678" y="94578"/>
                  <a:pt x="1026889" y="94578"/>
                </a:cubicBezTo>
                <a:cubicBezTo>
                  <a:pt x="1029994" y="94578"/>
                  <a:pt x="1032162" y="95196"/>
                  <a:pt x="1033393" y="96432"/>
                </a:cubicBezTo>
                <a:cubicBezTo>
                  <a:pt x="1034624" y="97668"/>
                  <a:pt x="1035239" y="100114"/>
                  <a:pt x="1035239" y="103771"/>
                </a:cubicBezTo>
                <a:close/>
                <a:moveTo>
                  <a:pt x="1105300" y="110392"/>
                </a:moveTo>
                <a:cubicBezTo>
                  <a:pt x="1105300" y="110820"/>
                  <a:pt x="1105193" y="111182"/>
                  <a:pt x="1104979" y="111478"/>
                </a:cubicBezTo>
                <a:cubicBezTo>
                  <a:pt x="1104765" y="111773"/>
                  <a:pt x="1104417" y="112027"/>
                  <a:pt x="1103935" y="112241"/>
                </a:cubicBezTo>
                <a:cubicBezTo>
                  <a:pt x="1103453" y="112455"/>
                  <a:pt x="1102784" y="112616"/>
                  <a:pt x="1101928" y="112723"/>
                </a:cubicBezTo>
                <a:cubicBezTo>
                  <a:pt x="1101072" y="112830"/>
                  <a:pt x="1099974" y="112883"/>
                  <a:pt x="1098636" y="112883"/>
                </a:cubicBezTo>
                <a:cubicBezTo>
                  <a:pt x="1097352" y="112883"/>
                  <a:pt x="1096281" y="112830"/>
                  <a:pt x="1095425" y="112723"/>
                </a:cubicBezTo>
                <a:cubicBezTo>
                  <a:pt x="1094568" y="112616"/>
                  <a:pt x="1093886" y="112455"/>
                  <a:pt x="1093377" y="112241"/>
                </a:cubicBezTo>
                <a:cubicBezTo>
                  <a:pt x="1092869" y="112027"/>
                  <a:pt x="1092521" y="111773"/>
                  <a:pt x="1092334" y="111478"/>
                </a:cubicBezTo>
                <a:cubicBezTo>
                  <a:pt x="1092146" y="111182"/>
                  <a:pt x="1092053" y="110820"/>
                  <a:pt x="1092053" y="110392"/>
                </a:cubicBezTo>
                <a:lnTo>
                  <a:pt x="1092053" y="3053"/>
                </a:lnTo>
                <a:cubicBezTo>
                  <a:pt x="1092053" y="2625"/>
                  <a:pt x="1092146" y="2251"/>
                  <a:pt x="1092334" y="1929"/>
                </a:cubicBezTo>
                <a:cubicBezTo>
                  <a:pt x="1092521" y="1607"/>
                  <a:pt x="1092869" y="1338"/>
                  <a:pt x="1093377" y="1124"/>
                </a:cubicBezTo>
                <a:cubicBezTo>
                  <a:pt x="1093886" y="910"/>
                  <a:pt x="1094568" y="749"/>
                  <a:pt x="1095425" y="642"/>
                </a:cubicBezTo>
                <a:cubicBezTo>
                  <a:pt x="1096281" y="535"/>
                  <a:pt x="1097352" y="482"/>
                  <a:pt x="1098636" y="482"/>
                </a:cubicBezTo>
                <a:cubicBezTo>
                  <a:pt x="1099974" y="482"/>
                  <a:pt x="1101072" y="535"/>
                  <a:pt x="1101928" y="642"/>
                </a:cubicBezTo>
                <a:cubicBezTo>
                  <a:pt x="1102784" y="749"/>
                  <a:pt x="1103453" y="910"/>
                  <a:pt x="1103935" y="1124"/>
                </a:cubicBezTo>
                <a:cubicBezTo>
                  <a:pt x="1104417" y="1338"/>
                  <a:pt x="1104765" y="1607"/>
                  <a:pt x="1104979" y="1929"/>
                </a:cubicBezTo>
                <a:cubicBezTo>
                  <a:pt x="1105193" y="2251"/>
                  <a:pt x="1105300" y="2625"/>
                  <a:pt x="1105300" y="3053"/>
                </a:cubicBezTo>
                <a:lnTo>
                  <a:pt x="1105300" y="110392"/>
                </a:lnTo>
                <a:close/>
                <a:moveTo>
                  <a:pt x="1190216" y="71134"/>
                </a:moveTo>
                <a:cubicBezTo>
                  <a:pt x="1190216" y="73222"/>
                  <a:pt x="1189694" y="74707"/>
                  <a:pt x="1188651" y="75590"/>
                </a:cubicBezTo>
                <a:cubicBezTo>
                  <a:pt x="1187607" y="76473"/>
                  <a:pt x="1186416" y="76915"/>
                  <a:pt x="1185078" y="76915"/>
                </a:cubicBezTo>
                <a:lnTo>
                  <a:pt x="1137708" y="76915"/>
                </a:lnTo>
                <a:cubicBezTo>
                  <a:pt x="1137708" y="80941"/>
                  <a:pt x="1138110" y="84565"/>
                  <a:pt x="1138913" y="87786"/>
                </a:cubicBezTo>
                <a:cubicBezTo>
                  <a:pt x="1139716" y="91008"/>
                  <a:pt x="1141054" y="93773"/>
                  <a:pt x="1142927" y="96081"/>
                </a:cubicBezTo>
                <a:cubicBezTo>
                  <a:pt x="1144800" y="98389"/>
                  <a:pt x="1147236" y="100161"/>
                  <a:pt x="1150233" y="101397"/>
                </a:cubicBezTo>
                <a:cubicBezTo>
                  <a:pt x="1153231" y="102632"/>
                  <a:pt x="1156897" y="103249"/>
                  <a:pt x="1161233" y="103249"/>
                </a:cubicBezTo>
                <a:cubicBezTo>
                  <a:pt x="1164658" y="103249"/>
                  <a:pt x="1167709" y="102968"/>
                  <a:pt x="1170385" y="102406"/>
                </a:cubicBezTo>
                <a:cubicBezTo>
                  <a:pt x="1173061" y="101844"/>
                  <a:pt x="1175376" y="101215"/>
                  <a:pt x="1177330" y="100519"/>
                </a:cubicBezTo>
                <a:cubicBezTo>
                  <a:pt x="1179284" y="99823"/>
                  <a:pt x="1180889" y="99195"/>
                  <a:pt x="1182147" y="98632"/>
                </a:cubicBezTo>
                <a:cubicBezTo>
                  <a:pt x="1183405" y="98070"/>
                  <a:pt x="1184355" y="97789"/>
                  <a:pt x="1184997" y="97789"/>
                </a:cubicBezTo>
                <a:cubicBezTo>
                  <a:pt x="1185372" y="97789"/>
                  <a:pt x="1185707" y="97883"/>
                  <a:pt x="1186001" y="98070"/>
                </a:cubicBezTo>
                <a:cubicBezTo>
                  <a:pt x="1186295" y="98258"/>
                  <a:pt x="1186523" y="98539"/>
                  <a:pt x="1186684" y="98914"/>
                </a:cubicBezTo>
                <a:cubicBezTo>
                  <a:pt x="1186844" y="99288"/>
                  <a:pt x="1186965" y="99810"/>
                  <a:pt x="1187045" y="100479"/>
                </a:cubicBezTo>
                <a:cubicBezTo>
                  <a:pt x="1187125" y="101148"/>
                  <a:pt x="1187165" y="101964"/>
                  <a:pt x="1187165" y="102928"/>
                </a:cubicBezTo>
                <a:cubicBezTo>
                  <a:pt x="1187165" y="103624"/>
                  <a:pt x="1187138" y="104226"/>
                  <a:pt x="1187085" y="104734"/>
                </a:cubicBezTo>
                <a:cubicBezTo>
                  <a:pt x="1187031" y="105243"/>
                  <a:pt x="1186965" y="105698"/>
                  <a:pt x="1186884" y="106099"/>
                </a:cubicBezTo>
                <a:cubicBezTo>
                  <a:pt x="1186804" y="106501"/>
                  <a:pt x="1186670" y="106862"/>
                  <a:pt x="1186483" y="107183"/>
                </a:cubicBezTo>
                <a:cubicBezTo>
                  <a:pt x="1186295" y="107504"/>
                  <a:pt x="1186055" y="107812"/>
                  <a:pt x="1185760" y="108106"/>
                </a:cubicBezTo>
                <a:cubicBezTo>
                  <a:pt x="1185466" y="108401"/>
                  <a:pt x="1184596" y="108882"/>
                  <a:pt x="1183151" y="109552"/>
                </a:cubicBezTo>
                <a:cubicBezTo>
                  <a:pt x="1181706" y="110221"/>
                  <a:pt x="1179832" y="110876"/>
                  <a:pt x="1177531" y="111519"/>
                </a:cubicBezTo>
                <a:cubicBezTo>
                  <a:pt x="1175229" y="112161"/>
                  <a:pt x="1172566" y="112736"/>
                  <a:pt x="1169542" y="113245"/>
                </a:cubicBezTo>
                <a:cubicBezTo>
                  <a:pt x="1166518" y="113753"/>
                  <a:pt x="1163293" y="114007"/>
                  <a:pt x="1159868" y="114007"/>
                </a:cubicBezTo>
                <a:cubicBezTo>
                  <a:pt x="1153926" y="114007"/>
                  <a:pt x="1148721" y="113177"/>
                  <a:pt x="1144252" y="111516"/>
                </a:cubicBezTo>
                <a:cubicBezTo>
                  <a:pt x="1139783" y="109855"/>
                  <a:pt x="1136022" y="107390"/>
                  <a:pt x="1132972" y="104122"/>
                </a:cubicBezTo>
                <a:cubicBezTo>
                  <a:pt x="1129921" y="100854"/>
                  <a:pt x="1127619" y="96755"/>
                  <a:pt x="1126067" y="91826"/>
                </a:cubicBezTo>
                <a:cubicBezTo>
                  <a:pt x="1124515" y="86896"/>
                  <a:pt x="1123739" y="81163"/>
                  <a:pt x="1123739" y="74627"/>
                </a:cubicBezTo>
                <a:cubicBezTo>
                  <a:pt x="1123739" y="68411"/>
                  <a:pt x="1124541" y="62825"/>
                  <a:pt x="1126147" y="57869"/>
                </a:cubicBezTo>
                <a:cubicBezTo>
                  <a:pt x="1127753" y="52913"/>
                  <a:pt x="1130068" y="48707"/>
                  <a:pt x="1133092" y="45252"/>
                </a:cubicBezTo>
                <a:cubicBezTo>
                  <a:pt x="1136116" y="41796"/>
                  <a:pt x="1139769" y="39144"/>
                  <a:pt x="1144051" y="37296"/>
                </a:cubicBezTo>
                <a:cubicBezTo>
                  <a:pt x="1148333" y="35448"/>
                  <a:pt x="1153124" y="34523"/>
                  <a:pt x="1158423" y="34523"/>
                </a:cubicBezTo>
                <a:cubicBezTo>
                  <a:pt x="1164096" y="34523"/>
                  <a:pt x="1168927" y="35433"/>
                  <a:pt x="1172914" y="37253"/>
                </a:cubicBezTo>
                <a:cubicBezTo>
                  <a:pt x="1176902" y="39073"/>
                  <a:pt x="1180180" y="41522"/>
                  <a:pt x="1182749" y="44599"/>
                </a:cubicBezTo>
                <a:cubicBezTo>
                  <a:pt x="1185319" y="47677"/>
                  <a:pt x="1187205" y="51290"/>
                  <a:pt x="1188410" y="55438"/>
                </a:cubicBezTo>
                <a:cubicBezTo>
                  <a:pt x="1189614" y="59586"/>
                  <a:pt x="1190216" y="64015"/>
                  <a:pt x="1190216" y="68726"/>
                </a:cubicBezTo>
                <a:lnTo>
                  <a:pt x="1190216" y="71134"/>
                </a:lnTo>
                <a:moveTo>
                  <a:pt x="1176889" y="67200"/>
                </a:moveTo>
                <a:cubicBezTo>
                  <a:pt x="1177049" y="60242"/>
                  <a:pt x="1175510" y="54782"/>
                  <a:pt x="1172272" y="50822"/>
                </a:cubicBezTo>
                <a:cubicBezTo>
                  <a:pt x="1169034" y="46861"/>
                  <a:pt x="1164230" y="44880"/>
                  <a:pt x="1157861" y="44880"/>
                </a:cubicBezTo>
                <a:cubicBezTo>
                  <a:pt x="1154596" y="44880"/>
                  <a:pt x="1151732" y="45496"/>
                  <a:pt x="1149270" y="46727"/>
                </a:cubicBezTo>
                <a:cubicBezTo>
                  <a:pt x="1146808" y="47958"/>
                  <a:pt x="1144747" y="49591"/>
                  <a:pt x="1143088" y="51625"/>
                </a:cubicBezTo>
                <a:cubicBezTo>
                  <a:pt x="1141428" y="53658"/>
                  <a:pt x="1140144" y="56027"/>
                  <a:pt x="1139234" y="58730"/>
                </a:cubicBezTo>
                <a:cubicBezTo>
                  <a:pt x="1138324" y="61433"/>
                  <a:pt x="1137816" y="64256"/>
                  <a:pt x="1137708" y="67200"/>
                </a:cubicBezTo>
                <a:lnTo>
                  <a:pt x="1176889" y="67200"/>
                </a:lnTo>
                <a:close/>
                <a:moveTo>
                  <a:pt x="1268021" y="41348"/>
                </a:moveTo>
                <a:cubicBezTo>
                  <a:pt x="1268021" y="43221"/>
                  <a:pt x="1267767" y="44573"/>
                  <a:pt x="1267258" y="45402"/>
                </a:cubicBezTo>
                <a:cubicBezTo>
                  <a:pt x="1266750" y="46232"/>
                  <a:pt x="1266094" y="46647"/>
                  <a:pt x="1265291" y="46647"/>
                </a:cubicBezTo>
                <a:lnTo>
                  <a:pt x="1254934" y="46647"/>
                </a:lnTo>
                <a:cubicBezTo>
                  <a:pt x="1256808" y="48579"/>
                  <a:pt x="1258119" y="50713"/>
                  <a:pt x="1258868" y="53050"/>
                </a:cubicBezTo>
                <a:cubicBezTo>
                  <a:pt x="1259618" y="55385"/>
                  <a:pt x="1259992" y="57813"/>
                  <a:pt x="1259992" y="60336"/>
                </a:cubicBezTo>
                <a:cubicBezTo>
                  <a:pt x="1259992" y="64504"/>
                  <a:pt x="1259323" y="68191"/>
                  <a:pt x="1257985" y="71398"/>
                </a:cubicBezTo>
                <a:cubicBezTo>
                  <a:pt x="1256647" y="74604"/>
                  <a:pt x="1254734" y="77316"/>
                  <a:pt x="1252245" y="79534"/>
                </a:cubicBezTo>
                <a:cubicBezTo>
                  <a:pt x="1249756" y="81752"/>
                  <a:pt x="1246799" y="83449"/>
                  <a:pt x="1243373" y="84625"/>
                </a:cubicBezTo>
                <a:cubicBezTo>
                  <a:pt x="1239947" y="85801"/>
                  <a:pt x="1236147" y="86389"/>
                  <a:pt x="1231972" y="86389"/>
                </a:cubicBezTo>
                <a:cubicBezTo>
                  <a:pt x="1229028" y="86389"/>
                  <a:pt x="1226232" y="86002"/>
                  <a:pt x="1223582" y="85227"/>
                </a:cubicBezTo>
                <a:cubicBezTo>
                  <a:pt x="1220933" y="84453"/>
                  <a:pt x="1218886" y="83478"/>
                  <a:pt x="1217440" y="82302"/>
                </a:cubicBezTo>
                <a:cubicBezTo>
                  <a:pt x="1216477" y="83265"/>
                  <a:pt x="1215687" y="84362"/>
                  <a:pt x="1215072" y="85593"/>
                </a:cubicBezTo>
                <a:cubicBezTo>
                  <a:pt x="1214456" y="86823"/>
                  <a:pt x="1214149" y="88240"/>
                  <a:pt x="1214149" y="89844"/>
                </a:cubicBezTo>
                <a:cubicBezTo>
                  <a:pt x="1214149" y="91717"/>
                  <a:pt x="1215018" y="93269"/>
                  <a:pt x="1216758" y="94500"/>
                </a:cubicBezTo>
                <a:cubicBezTo>
                  <a:pt x="1218497" y="95730"/>
                  <a:pt x="1220812" y="96398"/>
                  <a:pt x="1223703" y="96505"/>
                </a:cubicBezTo>
                <a:lnTo>
                  <a:pt x="1242570" y="97310"/>
                </a:lnTo>
                <a:cubicBezTo>
                  <a:pt x="1246156" y="97417"/>
                  <a:pt x="1249448" y="97914"/>
                  <a:pt x="1252445" y="98801"/>
                </a:cubicBezTo>
                <a:cubicBezTo>
                  <a:pt x="1255443" y="99687"/>
                  <a:pt x="1258039" y="100950"/>
                  <a:pt x="1260233" y="102589"/>
                </a:cubicBezTo>
                <a:cubicBezTo>
                  <a:pt x="1262428" y="104227"/>
                  <a:pt x="1264141" y="106241"/>
                  <a:pt x="1265372" y="108631"/>
                </a:cubicBezTo>
                <a:cubicBezTo>
                  <a:pt x="1266603" y="111021"/>
                  <a:pt x="1267218" y="113801"/>
                  <a:pt x="1267218" y="116971"/>
                </a:cubicBezTo>
                <a:cubicBezTo>
                  <a:pt x="1267218" y="120301"/>
                  <a:pt x="1266522" y="123470"/>
                  <a:pt x="1265131" y="126477"/>
                </a:cubicBezTo>
                <a:cubicBezTo>
                  <a:pt x="1263739" y="129486"/>
                  <a:pt x="1261612" y="132131"/>
                  <a:pt x="1258748" y="134413"/>
                </a:cubicBezTo>
                <a:cubicBezTo>
                  <a:pt x="1255884" y="136696"/>
                  <a:pt x="1252231" y="138496"/>
                  <a:pt x="1247789" y="139812"/>
                </a:cubicBezTo>
                <a:cubicBezTo>
                  <a:pt x="1243346" y="141129"/>
                  <a:pt x="1238101" y="141787"/>
                  <a:pt x="1232053" y="141787"/>
                </a:cubicBezTo>
                <a:cubicBezTo>
                  <a:pt x="1226218" y="141787"/>
                  <a:pt x="1221254" y="141291"/>
                  <a:pt x="1217159" y="140299"/>
                </a:cubicBezTo>
                <a:cubicBezTo>
                  <a:pt x="1213065" y="139309"/>
                  <a:pt x="1209706" y="137956"/>
                  <a:pt x="1207083" y="136242"/>
                </a:cubicBezTo>
                <a:cubicBezTo>
                  <a:pt x="1204461" y="134529"/>
                  <a:pt x="1202561" y="132481"/>
                  <a:pt x="1201383" y="130097"/>
                </a:cubicBezTo>
                <a:cubicBezTo>
                  <a:pt x="1200205" y="127714"/>
                  <a:pt x="1199617" y="125129"/>
                  <a:pt x="1199617" y="122342"/>
                </a:cubicBezTo>
                <a:cubicBezTo>
                  <a:pt x="1199617" y="120576"/>
                  <a:pt x="1199831" y="118862"/>
                  <a:pt x="1200259" y="117201"/>
                </a:cubicBezTo>
                <a:cubicBezTo>
                  <a:pt x="1200687" y="115540"/>
                  <a:pt x="1201343" y="113960"/>
                  <a:pt x="1202226" y="112459"/>
                </a:cubicBezTo>
                <a:cubicBezTo>
                  <a:pt x="1203109" y="110961"/>
                  <a:pt x="1204206" y="109529"/>
                  <a:pt x="1205518" y="108164"/>
                </a:cubicBezTo>
                <a:cubicBezTo>
                  <a:pt x="1206829" y="106798"/>
                  <a:pt x="1208341" y="105444"/>
                  <a:pt x="1210054" y="104105"/>
                </a:cubicBezTo>
                <a:cubicBezTo>
                  <a:pt x="1207431" y="102761"/>
                  <a:pt x="1205491" y="101069"/>
                  <a:pt x="1204233" y="99026"/>
                </a:cubicBezTo>
                <a:cubicBezTo>
                  <a:pt x="1202975" y="96982"/>
                  <a:pt x="1202346" y="94778"/>
                  <a:pt x="1202346" y="92413"/>
                </a:cubicBezTo>
                <a:cubicBezTo>
                  <a:pt x="1202346" y="89134"/>
                  <a:pt x="1203015" y="86205"/>
                  <a:pt x="1204354" y="83624"/>
                </a:cubicBezTo>
                <a:cubicBezTo>
                  <a:pt x="1205692" y="81043"/>
                  <a:pt x="1207351" y="78731"/>
                  <a:pt x="1209331" y="76689"/>
                </a:cubicBezTo>
                <a:cubicBezTo>
                  <a:pt x="1207672" y="74712"/>
                  <a:pt x="1206361" y="72481"/>
                  <a:pt x="1205397" y="69995"/>
                </a:cubicBezTo>
                <a:cubicBezTo>
                  <a:pt x="1204434" y="67510"/>
                  <a:pt x="1203952" y="64504"/>
                  <a:pt x="1203952" y="60978"/>
                </a:cubicBezTo>
                <a:cubicBezTo>
                  <a:pt x="1203952" y="56863"/>
                  <a:pt x="1204648" y="53176"/>
                  <a:pt x="1206040" y="49916"/>
                </a:cubicBezTo>
                <a:cubicBezTo>
                  <a:pt x="1207431" y="46656"/>
                  <a:pt x="1209358" y="43904"/>
                  <a:pt x="1211820" y="41659"/>
                </a:cubicBezTo>
                <a:cubicBezTo>
                  <a:pt x="1214282" y="39414"/>
                  <a:pt x="1217240" y="37691"/>
                  <a:pt x="1220692" y="36488"/>
                </a:cubicBezTo>
                <a:cubicBezTo>
                  <a:pt x="1224144" y="35285"/>
                  <a:pt x="1227904" y="34684"/>
                  <a:pt x="1231972" y="34684"/>
                </a:cubicBezTo>
                <a:cubicBezTo>
                  <a:pt x="1234167" y="34684"/>
                  <a:pt x="1236214" y="34798"/>
                  <a:pt x="1238114" y="35025"/>
                </a:cubicBezTo>
                <a:cubicBezTo>
                  <a:pt x="1240014" y="35251"/>
                  <a:pt x="1241794" y="35565"/>
                  <a:pt x="1243453" y="35969"/>
                </a:cubicBezTo>
                <a:lnTo>
                  <a:pt x="1265291" y="35969"/>
                </a:lnTo>
                <a:cubicBezTo>
                  <a:pt x="1266201" y="35969"/>
                  <a:pt x="1266884" y="36410"/>
                  <a:pt x="1267339" y="37293"/>
                </a:cubicBezTo>
                <a:cubicBezTo>
                  <a:pt x="1267794" y="38176"/>
                  <a:pt x="1268021" y="39528"/>
                  <a:pt x="1268021" y="41348"/>
                </a:cubicBezTo>
                <a:moveTo>
                  <a:pt x="1247307" y="60416"/>
                </a:moveTo>
                <a:cubicBezTo>
                  <a:pt x="1247307" y="55505"/>
                  <a:pt x="1245956" y="51675"/>
                  <a:pt x="1243253" y="48925"/>
                </a:cubicBezTo>
                <a:cubicBezTo>
                  <a:pt x="1240550" y="46175"/>
                  <a:pt x="1236709" y="44800"/>
                  <a:pt x="1231731" y="44800"/>
                </a:cubicBezTo>
                <a:cubicBezTo>
                  <a:pt x="1229162" y="44800"/>
                  <a:pt x="1226928" y="45227"/>
                  <a:pt x="1225027" y="46082"/>
                </a:cubicBezTo>
                <a:cubicBezTo>
                  <a:pt x="1223127" y="46935"/>
                  <a:pt x="1221548" y="48109"/>
                  <a:pt x="1220291" y="49605"/>
                </a:cubicBezTo>
                <a:cubicBezTo>
                  <a:pt x="1219033" y="51100"/>
                  <a:pt x="1218096" y="52822"/>
                  <a:pt x="1217481" y="54771"/>
                </a:cubicBezTo>
                <a:cubicBezTo>
                  <a:pt x="1216865" y="56719"/>
                  <a:pt x="1216557" y="58762"/>
                  <a:pt x="1216557" y="60898"/>
                </a:cubicBezTo>
                <a:cubicBezTo>
                  <a:pt x="1216557" y="65648"/>
                  <a:pt x="1217909" y="69385"/>
                  <a:pt x="1220612" y="72108"/>
                </a:cubicBezTo>
                <a:cubicBezTo>
                  <a:pt x="1223315" y="74831"/>
                  <a:pt x="1227102" y="76192"/>
                  <a:pt x="1231972" y="76192"/>
                </a:cubicBezTo>
                <a:cubicBezTo>
                  <a:pt x="1234595" y="76192"/>
                  <a:pt x="1236870" y="75779"/>
                  <a:pt x="1238797" y="74953"/>
                </a:cubicBezTo>
                <a:cubicBezTo>
                  <a:pt x="1240724" y="74125"/>
                  <a:pt x="1242316" y="72977"/>
                  <a:pt x="1243574" y="71508"/>
                </a:cubicBezTo>
                <a:cubicBezTo>
                  <a:pt x="1244832" y="70039"/>
                  <a:pt x="1245768" y="68344"/>
                  <a:pt x="1246384" y="66422"/>
                </a:cubicBezTo>
                <a:cubicBezTo>
                  <a:pt x="1246999" y="64501"/>
                  <a:pt x="1247307" y="62498"/>
                  <a:pt x="1247307" y="60416"/>
                </a:cubicBezTo>
                <a:moveTo>
                  <a:pt x="1253971" y="117691"/>
                </a:moveTo>
                <a:cubicBezTo>
                  <a:pt x="1253971" y="114564"/>
                  <a:pt x="1252700" y="112153"/>
                  <a:pt x="1250157" y="110457"/>
                </a:cubicBezTo>
                <a:cubicBezTo>
                  <a:pt x="1247615" y="108760"/>
                  <a:pt x="1244176" y="107857"/>
                  <a:pt x="1239840" y="107750"/>
                </a:cubicBezTo>
                <a:lnTo>
                  <a:pt x="1221134" y="107103"/>
                </a:lnTo>
                <a:cubicBezTo>
                  <a:pt x="1219421" y="108449"/>
                  <a:pt x="1218016" y="109729"/>
                  <a:pt x="1216919" y="110941"/>
                </a:cubicBezTo>
                <a:cubicBezTo>
                  <a:pt x="1215821" y="112154"/>
                  <a:pt x="1214951" y="113312"/>
                  <a:pt x="1214309" y="114416"/>
                </a:cubicBezTo>
                <a:cubicBezTo>
                  <a:pt x="1213667" y="115520"/>
                  <a:pt x="1213225" y="116611"/>
                  <a:pt x="1212984" y="117688"/>
                </a:cubicBezTo>
                <a:cubicBezTo>
                  <a:pt x="1212744" y="118767"/>
                  <a:pt x="1212623" y="119872"/>
                  <a:pt x="1212623" y="121002"/>
                </a:cubicBezTo>
                <a:cubicBezTo>
                  <a:pt x="1212623" y="124505"/>
                  <a:pt x="1214389" y="127159"/>
                  <a:pt x="1217922" y="128963"/>
                </a:cubicBezTo>
                <a:cubicBezTo>
                  <a:pt x="1221455" y="130768"/>
                  <a:pt x="1226379" y="131671"/>
                  <a:pt x="1232695" y="131671"/>
                </a:cubicBezTo>
                <a:cubicBezTo>
                  <a:pt x="1236709" y="131671"/>
                  <a:pt x="1240068" y="131280"/>
                  <a:pt x="1242771" y="130499"/>
                </a:cubicBezTo>
                <a:cubicBezTo>
                  <a:pt x="1245474" y="129718"/>
                  <a:pt x="1247655" y="128681"/>
                  <a:pt x="1249314" y="127388"/>
                </a:cubicBezTo>
                <a:cubicBezTo>
                  <a:pt x="1250974" y="126095"/>
                  <a:pt x="1252164" y="124613"/>
                  <a:pt x="1252887" y="122942"/>
                </a:cubicBezTo>
                <a:cubicBezTo>
                  <a:pt x="1253610" y="121273"/>
                  <a:pt x="1253971" y="119522"/>
                  <a:pt x="1253971" y="117691"/>
                </a:cubicBezTo>
                <a:close/>
                <a:moveTo>
                  <a:pt x="1331933" y="90782"/>
                </a:moveTo>
                <a:cubicBezTo>
                  <a:pt x="1331933" y="94478"/>
                  <a:pt x="1331250" y="97774"/>
                  <a:pt x="1329885" y="100667"/>
                </a:cubicBezTo>
                <a:cubicBezTo>
                  <a:pt x="1328521" y="103559"/>
                  <a:pt x="1326580" y="105997"/>
                  <a:pt x="1324065" y="107981"/>
                </a:cubicBezTo>
                <a:cubicBezTo>
                  <a:pt x="1321549" y="109963"/>
                  <a:pt x="1318552" y="111463"/>
                  <a:pt x="1315073" y="112479"/>
                </a:cubicBezTo>
                <a:cubicBezTo>
                  <a:pt x="1311593" y="113498"/>
                  <a:pt x="1307766" y="114007"/>
                  <a:pt x="1303591" y="114007"/>
                </a:cubicBezTo>
                <a:cubicBezTo>
                  <a:pt x="1301022" y="114007"/>
                  <a:pt x="1298574" y="113807"/>
                  <a:pt x="1296245" y="113405"/>
                </a:cubicBezTo>
                <a:cubicBezTo>
                  <a:pt x="1293917" y="113004"/>
                  <a:pt x="1291829" y="112495"/>
                  <a:pt x="1289983" y="111880"/>
                </a:cubicBezTo>
                <a:cubicBezTo>
                  <a:pt x="1288136" y="111264"/>
                  <a:pt x="1286571" y="110622"/>
                  <a:pt x="1285286" y="109953"/>
                </a:cubicBezTo>
                <a:cubicBezTo>
                  <a:pt x="1284001" y="109284"/>
                  <a:pt x="1283065" y="108682"/>
                  <a:pt x="1282476" y="108146"/>
                </a:cubicBezTo>
                <a:cubicBezTo>
                  <a:pt x="1281887" y="107611"/>
                  <a:pt x="1281459" y="106862"/>
                  <a:pt x="1281191" y="105898"/>
                </a:cubicBezTo>
                <a:cubicBezTo>
                  <a:pt x="1280924" y="104935"/>
                  <a:pt x="1280790" y="103624"/>
                  <a:pt x="1280790" y="101964"/>
                </a:cubicBezTo>
                <a:cubicBezTo>
                  <a:pt x="1280790" y="100947"/>
                  <a:pt x="1280844" y="100091"/>
                  <a:pt x="1280951" y="99395"/>
                </a:cubicBezTo>
                <a:cubicBezTo>
                  <a:pt x="1281058" y="98699"/>
                  <a:pt x="1281191" y="98137"/>
                  <a:pt x="1281352" y="97709"/>
                </a:cubicBezTo>
                <a:cubicBezTo>
                  <a:pt x="1281513" y="97281"/>
                  <a:pt x="1281740" y="96973"/>
                  <a:pt x="1282034" y="96786"/>
                </a:cubicBezTo>
                <a:cubicBezTo>
                  <a:pt x="1282329" y="96599"/>
                  <a:pt x="1282663" y="96505"/>
                  <a:pt x="1283038" y="96505"/>
                </a:cubicBezTo>
                <a:cubicBezTo>
                  <a:pt x="1283627" y="96505"/>
                  <a:pt x="1284497" y="96866"/>
                  <a:pt x="1285647" y="97589"/>
                </a:cubicBezTo>
                <a:cubicBezTo>
                  <a:pt x="1286798" y="98311"/>
                  <a:pt x="1288217" y="99101"/>
                  <a:pt x="1289903" y="99957"/>
                </a:cubicBezTo>
                <a:cubicBezTo>
                  <a:pt x="1291589" y="100814"/>
                  <a:pt x="1293582" y="101603"/>
                  <a:pt x="1295884" y="102326"/>
                </a:cubicBezTo>
                <a:cubicBezTo>
                  <a:pt x="1298186" y="103048"/>
                  <a:pt x="1300835" y="103410"/>
                  <a:pt x="1303832" y="103410"/>
                </a:cubicBezTo>
                <a:cubicBezTo>
                  <a:pt x="1306080" y="103410"/>
                  <a:pt x="1308114" y="103169"/>
                  <a:pt x="1309934" y="102687"/>
                </a:cubicBezTo>
                <a:cubicBezTo>
                  <a:pt x="1311754" y="102204"/>
                  <a:pt x="1313333" y="101493"/>
                  <a:pt x="1314671" y="100554"/>
                </a:cubicBezTo>
                <a:cubicBezTo>
                  <a:pt x="1316009" y="99616"/>
                  <a:pt x="1317040" y="98423"/>
                  <a:pt x="1317762" y="96974"/>
                </a:cubicBezTo>
                <a:cubicBezTo>
                  <a:pt x="1318485" y="95526"/>
                  <a:pt x="1318846" y="93809"/>
                  <a:pt x="1318846" y="91826"/>
                </a:cubicBezTo>
                <a:cubicBezTo>
                  <a:pt x="1318846" y="89790"/>
                  <a:pt x="1318324" y="88076"/>
                  <a:pt x="1317280" y="86682"/>
                </a:cubicBezTo>
                <a:cubicBezTo>
                  <a:pt x="1316237" y="85289"/>
                  <a:pt x="1314858" y="84057"/>
                  <a:pt x="1313146" y="82987"/>
                </a:cubicBezTo>
                <a:cubicBezTo>
                  <a:pt x="1311433" y="81914"/>
                  <a:pt x="1309506" y="80964"/>
                  <a:pt x="1307365" y="80134"/>
                </a:cubicBezTo>
                <a:cubicBezTo>
                  <a:pt x="1305224" y="79303"/>
                  <a:pt x="1303016" y="78432"/>
                  <a:pt x="1300741" y="77522"/>
                </a:cubicBezTo>
                <a:cubicBezTo>
                  <a:pt x="1298467" y="76610"/>
                  <a:pt x="1296245" y="75578"/>
                  <a:pt x="1294077" y="74426"/>
                </a:cubicBezTo>
                <a:cubicBezTo>
                  <a:pt x="1291910" y="73274"/>
                  <a:pt x="1289969" y="71867"/>
                  <a:pt x="1288257" y="70206"/>
                </a:cubicBezTo>
                <a:cubicBezTo>
                  <a:pt x="1286544" y="68545"/>
                  <a:pt x="1285166" y="66563"/>
                  <a:pt x="1284122" y="64260"/>
                </a:cubicBezTo>
                <a:cubicBezTo>
                  <a:pt x="1283078" y="61956"/>
                  <a:pt x="1282556" y="59197"/>
                  <a:pt x="1282556" y="55983"/>
                </a:cubicBezTo>
                <a:cubicBezTo>
                  <a:pt x="1282556" y="53142"/>
                  <a:pt x="1283105" y="50424"/>
                  <a:pt x="1284202" y="47826"/>
                </a:cubicBezTo>
                <a:cubicBezTo>
                  <a:pt x="1285299" y="45227"/>
                  <a:pt x="1286945" y="42949"/>
                  <a:pt x="1289140" y="40994"/>
                </a:cubicBezTo>
                <a:cubicBezTo>
                  <a:pt x="1291334" y="39037"/>
                  <a:pt x="1294077" y="37470"/>
                  <a:pt x="1297369" y="36292"/>
                </a:cubicBezTo>
                <a:cubicBezTo>
                  <a:pt x="1300661" y="35113"/>
                  <a:pt x="1304501" y="34523"/>
                  <a:pt x="1308890" y="34523"/>
                </a:cubicBezTo>
                <a:cubicBezTo>
                  <a:pt x="1310817" y="34523"/>
                  <a:pt x="1312744" y="34686"/>
                  <a:pt x="1314671" y="35013"/>
                </a:cubicBezTo>
                <a:cubicBezTo>
                  <a:pt x="1316598" y="35339"/>
                  <a:pt x="1318338" y="35746"/>
                  <a:pt x="1319890" y="36234"/>
                </a:cubicBezTo>
                <a:cubicBezTo>
                  <a:pt x="1321442" y="36723"/>
                  <a:pt x="1322767" y="37252"/>
                  <a:pt x="1323864" y="37823"/>
                </a:cubicBezTo>
                <a:cubicBezTo>
                  <a:pt x="1324961" y="38393"/>
                  <a:pt x="1325791" y="38896"/>
                  <a:pt x="1326353" y="39331"/>
                </a:cubicBezTo>
                <a:cubicBezTo>
                  <a:pt x="1326915" y="39765"/>
                  <a:pt x="1327290" y="40143"/>
                  <a:pt x="1327477" y="40465"/>
                </a:cubicBezTo>
                <a:cubicBezTo>
                  <a:pt x="1327664" y="40786"/>
                  <a:pt x="1327798" y="41147"/>
                  <a:pt x="1327878" y="41548"/>
                </a:cubicBezTo>
                <a:cubicBezTo>
                  <a:pt x="1327959" y="41950"/>
                  <a:pt x="1328039" y="42445"/>
                  <a:pt x="1328119" y="43034"/>
                </a:cubicBezTo>
                <a:cubicBezTo>
                  <a:pt x="1328199" y="43623"/>
                  <a:pt x="1328240" y="44345"/>
                  <a:pt x="1328240" y="45202"/>
                </a:cubicBezTo>
                <a:cubicBezTo>
                  <a:pt x="1328240" y="46111"/>
                  <a:pt x="1328199" y="46901"/>
                  <a:pt x="1328119" y="47570"/>
                </a:cubicBezTo>
                <a:cubicBezTo>
                  <a:pt x="1328039" y="48239"/>
                  <a:pt x="1327905" y="48788"/>
                  <a:pt x="1327718" y="49216"/>
                </a:cubicBezTo>
                <a:cubicBezTo>
                  <a:pt x="1327530" y="49644"/>
                  <a:pt x="1327303" y="49952"/>
                  <a:pt x="1327035" y="50139"/>
                </a:cubicBezTo>
                <a:cubicBezTo>
                  <a:pt x="1326768" y="50327"/>
                  <a:pt x="1326473" y="50420"/>
                  <a:pt x="1326152" y="50420"/>
                </a:cubicBezTo>
                <a:cubicBezTo>
                  <a:pt x="1325670" y="50420"/>
                  <a:pt x="1324975" y="50122"/>
                  <a:pt x="1324065" y="49524"/>
                </a:cubicBezTo>
                <a:cubicBezTo>
                  <a:pt x="1323155" y="48927"/>
                  <a:pt x="1321977" y="48289"/>
                  <a:pt x="1320532" y="47610"/>
                </a:cubicBezTo>
                <a:cubicBezTo>
                  <a:pt x="1319087" y="46931"/>
                  <a:pt x="1317387" y="46293"/>
                  <a:pt x="1315434" y="45696"/>
                </a:cubicBezTo>
                <a:cubicBezTo>
                  <a:pt x="1313480" y="45099"/>
                  <a:pt x="1311246" y="44800"/>
                  <a:pt x="1308730" y="44800"/>
                </a:cubicBezTo>
                <a:cubicBezTo>
                  <a:pt x="1306482" y="44800"/>
                  <a:pt x="1304501" y="45055"/>
                  <a:pt x="1302789" y="45565"/>
                </a:cubicBezTo>
                <a:cubicBezTo>
                  <a:pt x="1301076" y="46074"/>
                  <a:pt x="1299671" y="46797"/>
                  <a:pt x="1298574" y="47736"/>
                </a:cubicBezTo>
                <a:cubicBezTo>
                  <a:pt x="1297476" y="48674"/>
                  <a:pt x="1296647" y="49787"/>
                  <a:pt x="1296085" y="51075"/>
                </a:cubicBezTo>
                <a:cubicBezTo>
                  <a:pt x="1295523" y="52361"/>
                  <a:pt x="1295242" y="53755"/>
                  <a:pt x="1295242" y="55257"/>
                </a:cubicBezTo>
                <a:cubicBezTo>
                  <a:pt x="1295242" y="57347"/>
                  <a:pt x="1295777" y="59101"/>
                  <a:pt x="1296847" y="60521"/>
                </a:cubicBezTo>
                <a:cubicBezTo>
                  <a:pt x="1297918" y="61941"/>
                  <a:pt x="1299310" y="63187"/>
                  <a:pt x="1301022" y="64260"/>
                </a:cubicBezTo>
                <a:cubicBezTo>
                  <a:pt x="1302735" y="65330"/>
                  <a:pt x="1304689" y="66294"/>
                  <a:pt x="1306883" y="67152"/>
                </a:cubicBezTo>
                <a:cubicBezTo>
                  <a:pt x="1309078" y="68009"/>
                  <a:pt x="1311312" y="68893"/>
                  <a:pt x="1313587" y="69804"/>
                </a:cubicBezTo>
                <a:cubicBezTo>
                  <a:pt x="1315862" y="70714"/>
                  <a:pt x="1318110" y="71732"/>
                  <a:pt x="1320331" y="72858"/>
                </a:cubicBezTo>
                <a:cubicBezTo>
                  <a:pt x="1322553" y="73984"/>
                  <a:pt x="1324520" y="75350"/>
                  <a:pt x="1326232" y="76958"/>
                </a:cubicBezTo>
                <a:cubicBezTo>
                  <a:pt x="1327945" y="78565"/>
                  <a:pt x="1329323" y="80494"/>
                  <a:pt x="1330367" y="82746"/>
                </a:cubicBezTo>
                <a:cubicBezTo>
                  <a:pt x="1331411" y="84995"/>
                  <a:pt x="1331933" y="87674"/>
                  <a:pt x="1331933" y="90782"/>
                </a:cubicBezTo>
                <a:close/>
                <a:moveTo>
                  <a:pt x="1364510" y="103691"/>
                </a:moveTo>
                <a:cubicBezTo>
                  <a:pt x="1364510" y="107508"/>
                  <a:pt x="1363881" y="110047"/>
                  <a:pt x="1362623" y="111310"/>
                </a:cubicBezTo>
                <a:cubicBezTo>
                  <a:pt x="1361365" y="112573"/>
                  <a:pt x="1359077" y="113205"/>
                  <a:pt x="1355759" y="113205"/>
                </a:cubicBezTo>
                <a:cubicBezTo>
                  <a:pt x="1352547" y="113205"/>
                  <a:pt x="1350326" y="112587"/>
                  <a:pt x="1349095" y="111350"/>
                </a:cubicBezTo>
                <a:cubicBezTo>
                  <a:pt x="1347864" y="110114"/>
                  <a:pt x="1347248" y="107641"/>
                  <a:pt x="1347248" y="103931"/>
                </a:cubicBezTo>
                <a:cubicBezTo>
                  <a:pt x="1347248" y="100114"/>
                  <a:pt x="1347877" y="97575"/>
                  <a:pt x="1349135" y="96312"/>
                </a:cubicBezTo>
                <a:cubicBezTo>
                  <a:pt x="1350393" y="95049"/>
                  <a:pt x="1352681" y="94417"/>
                  <a:pt x="1356000" y="94417"/>
                </a:cubicBezTo>
                <a:cubicBezTo>
                  <a:pt x="1359211" y="94417"/>
                  <a:pt x="1361432" y="95035"/>
                  <a:pt x="1362663" y="96272"/>
                </a:cubicBezTo>
                <a:cubicBezTo>
                  <a:pt x="1363894" y="97508"/>
                  <a:pt x="1364510" y="99981"/>
                  <a:pt x="1364510" y="103691"/>
                </a:cubicBezTo>
                <a:close/>
                <a:moveTo>
                  <a:pt x="1423431" y="6516"/>
                </a:moveTo>
                <a:cubicBezTo>
                  <a:pt x="1423431" y="8178"/>
                  <a:pt x="1423351" y="9694"/>
                  <a:pt x="1423190" y="11062"/>
                </a:cubicBezTo>
                <a:cubicBezTo>
                  <a:pt x="1423030" y="12429"/>
                  <a:pt x="1422776" y="13729"/>
                  <a:pt x="1422428" y="14963"/>
                </a:cubicBezTo>
                <a:cubicBezTo>
                  <a:pt x="1422080" y="16196"/>
                  <a:pt x="1421598" y="17416"/>
                  <a:pt x="1420983" y="18624"/>
                </a:cubicBezTo>
                <a:cubicBezTo>
                  <a:pt x="1420367" y="19830"/>
                  <a:pt x="1419631" y="21076"/>
                  <a:pt x="1418775" y="22362"/>
                </a:cubicBezTo>
                <a:lnTo>
                  <a:pt x="1407856" y="38854"/>
                </a:lnTo>
                <a:cubicBezTo>
                  <a:pt x="1407642" y="39284"/>
                  <a:pt x="1407361" y="39646"/>
                  <a:pt x="1407013" y="39940"/>
                </a:cubicBezTo>
                <a:cubicBezTo>
                  <a:pt x="1406665" y="40235"/>
                  <a:pt x="1406250" y="40476"/>
                  <a:pt x="1405768" y="40665"/>
                </a:cubicBezTo>
                <a:cubicBezTo>
                  <a:pt x="1405286" y="40853"/>
                  <a:pt x="1404724" y="41000"/>
                  <a:pt x="1404082" y="41107"/>
                </a:cubicBezTo>
                <a:cubicBezTo>
                  <a:pt x="1403440" y="41214"/>
                  <a:pt x="1402637" y="41267"/>
                  <a:pt x="1401674" y="41267"/>
                </a:cubicBezTo>
                <a:cubicBezTo>
                  <a:pt x="1400817" y="41267"/>
                  <a:pt x="1400108" y="41227"/>
                  <a:pt x="1399546" y="41147"/>
                </a:cubicBezTo>
                <a:cubicBezTo>
                  <a:pt x="1398984" y="41067"/>
                  <a:pt x="1398556" y="40920"/>
                  <a:pt x="1398261" y="40705"/>
                </a:cubicBezTo>
                <a:cubicBezTo>
                  <a:pt x="1397967" y="40490"/>
                  <a:pt x="1397820" y="40221"/>
                  <a:pt x="1397820" y="39900"/>
                </a:cubicBezTo>
                <a:cubicBezTo>
                  <a:pt x="1397820" y="39579"/>
                  <a:pt x="1397900" y="39177"/>
                  <a:pt x="1398061" y="38693"/>
                </a:cubicBezTo>
                <a:lnTo>
                  <a:pt x="1408659" y="16732"/>
                </a:lnTo>
                <a:lnTo>
                  <a:pt x="1408659" y="6516"/>
                </a:lnTo>
                <a:cubicBezTo>
                  <a:pt x="1408659" y="5121"/>
                  <a:pt x="1408792" y="3994"/>
                  <a:pt x="1409060" y="3136"/>
                </a:cubicBezTo>
                <a:cubicBezTo>
                  <a:pt x="1409328" y="2278"/>
                  <a:pt x="1409769" y="1622"/>
                  <a:pt x="1410385" y="1167"/>
                </a:cubicBezTo>
                <a:cubicBezTo>
                  <a:pt x="1411000" y="710"/>
                  <a:pt x="1411776" y="401"/>
                  <a:pt x="1412713" y="241"/>
                </a:cubicBezTo>
                <a:cubicBezTo>
                  <a:pt x="1413650" y="80"/>
                  <a:pt x="1414787" y="0"/>
                  <a:pt x="1416125" y="0"/>
                </a:cubicBezTo>
                <a:cubicBezTo>
                  <a:pt x="1417356" y="0"/>
                  <a:pt x="1418440" y="80"/>
                  <a:pt x="1419377" y="241"/>
                </a:cubicBezTo>
                <a:cubicBezTo>
                  <a:pt x="1420314" y="401"/>
                  <a:pt x="1421076" y="710"/>
                  <a:pt x="1421665" y="1167"/>
                </a:cubicBezTo>
                <a:cubicBezTo>
                  <a:pt x="1422254" y="1622"/>
                  <a:pt x="1422695" y="2278"/>
                  <a:pt x="1422990" y="3136"/>
                </a:cubicBezTo>
                <a:cubicBezTo>
                  <a:pt x="1423284" y="3994"/>
                  <a:pt x="1423431" y="5121"/>
                  <a:pt x="1423431" y="6516"/>
                </a:cubicBezTo>
                <a:moveTo>
                  <a:pt x="1394689" y="6516"/>
                </a:moveTo>
                <a:cubicBezTo>
                  <a:pt x="1394689" y="8178"/>
                  <a:pt x="1394608" y="9694"/>
                  <a:pt x="1394448" y="11062"/>
                </a:cubicBezTo>
                <a:cubicBezTo>
                  <a:pt x="1394287" y="12429"/>
                  <a:pt x="1394033" y="13729"/>
                  <a:pt x="1393685" y="14963"/>
                </a:cubicBezTo>
                <a:cubicBezTo>
                  <a:pt x="1393337" y="16196"/>
                  <a:pt x="1392855" y="17416"/>
                  <a:pt x="1392240" y="18624"/>
                </a:cubicBezTo>
                <a:cubicBezTo>
                  <a:pt x="1391624" y="19830"/>
                  <a:pt x="1390888" y="21076"/>
                  <a:pt x="1390032" y="22362"/>
                </a:cubicBezTo>
                <a:lnTo>
                  <a:pt x="1379113" y="38854"/>
                </a:lnTo>
                <a:cubicBezTo>
                  <a:pt x="1378899" y="39284"/>
                  <a:pt x="1378618" y="39646"/>
                  <a:pt x="1378270" y="39940"/>
                </a:cubicBezTo>
                <a:cubicBezTo>
                  <a:pt x="1377922" y="40235"/>
                  <a:pt x="1377507" y="40476"/>
                  <a:pt x="1377025" y="40665"/>
                </a:cubicBezTo>
                <a:cubicBezTo>
                  <a:pt x="1376544" y="40853"/>
                  <a:pt x="1375982" y="41000"/>
                  <a:pt x="1375339" y="41107"/>
                </a:cubicBezTo>
                <a:cubicBezTo>
                  <a:pt x="1374697" y="41214"/>
                  <a:pt x="1373894" y="41267"/>
                  <a:pt x="1372931" y="41267"/>
                </a:cubicBezTo>
                <a:cubicBezTo>
                  <a:pt x="1372074" y="41267"/>
                  <a:pt x="1371352" y="41227"/>
                  <a:pt x="1370763" y="41147"/>
                </a:cubicBezTo>
                <a:cubicBezTo>
                  <a:pt x="1370174" y="41067"/>
                  <a:pt x="1369746" y="40920"/>
                  <a:pt x="1369479" y="40705"/>
                </a:cubicBezTo>
                <a:cubicBezTo>
                  <a:pt x="1369211" y="40490"/>
                  <a:pt x="1369064" y="40221"/>
                  <a:pt x="1369037" y="39900"/>
                </a:cubicBezTo>
                <a:cubicBezTo>
                  <a:pt x="1369010" y="39579"/>
                  <a:pt x="1369104" y="39177"/>
                  <a:pt x="1369318" y="38693"/>
                </a:cubicBezTo>
                <a:lnTo>
                  <a:pt x="1379916" y="16732"/>
                </a:lnTo>
                <a:lnTo>
                  <a:pt x="1379916" y="6516"/>
                </a:lnTo>
                <a:cubicBezTo>
                  <a:pt x="1379916" y="5121"/>
                  <a:pt x="1380050" y="3994"/>
                  <a:pt x="1380317" y="3136"/>
                </a:cubicBezTo>
                <a:cubicBezTo>
                  <a:pt x="1380585" y="2278"/>
                  <a:pt x="1381026" y="1622"/>
                  <a:pt x="1381642" y="1167"/>
                </a:cubicBezTo>
                <a:cubicBezTo>
                  <a:pt x="1382258" y="710"/>
                  <a:pt x="1383034" y="401"/>
                  <a:pt x="1383970" y="241"/>
                </a:cubicBezTo>
                <a:cubicBezTo>
                  <a:pt x="1384907" y="80"/>
                  <a:pt x="1386044" y="0"/>
                  <a:pt x="1387383" y="0"/>
                </a:cubicBezTo>
                <a:cubicBezTo>
                  <a:pt x="1388667" y="0"/>
                  <a:pt x="1389764" y="80"/>
                  <a:pt x="1390674" y="241"/>
                </a:cubicBezTo>
                <a:cubicBezTo>
                  <a:pt x="1391584" y="401"/>
                  <a:pt x="1392334" y="710"/>
                  <a:pt x="1392922" y="1167"/>
                </a:cubicBezTo>
                <a:cubicBezTo>
                  <a:pt x="1393511" y="1622"/>
                  <a:pt x="1393953" y="2278"/>
                  <a:pt x="1394247" y="3136"/>
                </a:cubicBezTo>
                <a:cubicBezTo>
                  <a:pt x="1394541" y="3994"/>
                  <a:pt x="1394689" y="5121"/>
                  <a:pt x="1394689" y="65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C914F-39D4-4195-A699-C9AA6C5A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908" y="1343336"/>
            <a:ext cx="936689" cy="377110"/>
          </a:xfrm>
          <a:custGeom xmlns:a="http://schemas.openxmlformats.org/drawingml/2006/main">
            <a:pathLst>
              <a:path w="936688" h="377110">
                <a:moveTo>
                  <a:pt x="0" y="62851"/>
                </a:moveTo>
                <a:cubicBezTo>
                  <a:pt x="0" y="28141"/>
                  <a:pt x="28141" y="0"/>
                  <a:pt x="62851" y="0"/>
                </a:cubicBezTo>
                <a:lnTo>
                  <a:pt x="873838" y="0"/>
                </a:lnTo>
                <a:cubicBezTo>
                  <a:pt x="908548" y="0"/>
                  <a:pt x="936688" y="28141"/>
                  <a:pt x="936688" y="62851"/>
                </a:cubicBezTo>
                <a:lnTo>
                  <a:pt x="936688" y="314256"/>
                </a:lnTo>
                <a:cubicBezTo>
                  <a:pt x="936688" y="348966"/>
                  <a:pt x="908548" y="377110"/>
                  <a:pt x="873838" y="377110"/>
                </a:cubicBezTo>
                <a:lnTo>
                  <a:pt x="62851" y="377110"/>
                </a:lnTo>
                <a:cubicBezTo>
                  <a:pt x="28141" y="377110"/>
                  <a:pt x="0" y="348966"/>
                  <a:pt x="0" y="314256"/>
                </a:cubicBezTo>
                <a:lnTo>
                  <a:pt x="0" y="62851"/>
                </a:lnTo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Create">
            <a:extLst xmlns:a="http://schemas.openxmlformats.org/drawingml/2006/main">
              <a:ext uri="{FF2B5EF4-FFF2-40B4-BE49-F238E27FC236}">
                <a16:creationId xmlns:a16="http://schemas.microsoft.com/office/drawing/2014/main" id="{1AD096EF-8B4D-4422-8E0B-B47EBDE0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498" y="1481991"/>
            <a:ext cx="418666" cy="106650"/>
          </a:xfrm>
          <a:custGeom xmlns:a="http://schemas.openxmlformats.org/drawingml/2006/main">
            <a:pathLst>
              <a:path w="418666" h="106650">
                <a:moveTo>
                  <a:pt x="75296" y="90292"/>
                </a:moveTo>
                <a:cubicBezTo>
                  <a:pt x="75296" y="91147"/>
                  <a:pt x="75270" y="91895"/>
                  <a:pt x="75216" y="92537"/>
                </a:cubicBezTo>
                <a:cubicBezTo>
                  <a:pt x="75163" y="93178"/>
                  <a:pt x="75069" y="93740"/>
                  <a:pt x="74936" y="94221"/>
                </a:cubicBezTo>
                <a:cubicBezTo>
                  <a:pt x="74802" y="94702"/>
                  <a:pt x="74628" y="95130"/>
                  <a:pt x="74414" y="95504"/>
                </a:cubicBezTo>
                <a:cubicBezTo>
                  <a:pt x="74201" y="95878"/>
                  <a:pt x="73826" y="96335"/>
                  <a:pt x="73292" y="96875"/>
                </a:cubicBezTo>
                <a:cubicBezTo>
                  <a:pt x="72757" y="97412"/>
                  <a:pt x="71635" y="98234"/>
                  <a:pt x="69924" y="99338"/>
                </a:cubicBezTo>
                <a:cubicBezTo>
                  <a:pt x="68213" y="100442"/>
                  <a:pt x="66088" y="101520"/>
                  <a:pt x="63549" y="102570"/>
                </a:cubicBezTo>
                <a:cubicBezTo>
                  <a:pt x="61010" y="103621"/>
                  <a:pt x="58096" y="104510"/>
                  <a:pt x="54808" y="105237"/>
                </a:cubicBezTo>
                <a:cubicBezTo>
                  <a:pt x="51521" y="105965"/>
                  <a:pt x="47926" y="106329"/>
                  <a:pt x="44023" y="106329"/>
                </a:cubicBezTo>
                <a:cubicBezTo>
                  <a:pt x="37287" y="106329"/>
                  <a:pt x="31206" y="105207"/>
                  <a:pt x="25780" y="102961"/>
                </a:cubicBezTo>
                <a:cubicBezTo>
                  <a:pt x="20354" y="100716"/>
                  <a:pt x="15730" y="97402"/>
                  <a:pt x="11908" y="93018"/>
                </a:cubicBezTo>
                <a:cubicBezTo>
                  <a:pt x="8086" y="88634"/>
                  <a:pt x="5145" y="83222"/>
                  <a:pt x="3087" y="76780"/>
                </a:cubicBezTo>
                <a:cubicBezTo>
                  <a:pt x="1029" y="70338"/>
                  <a:pt x="0" y="62921"/>
                  <a:pt x="0" y="54528"/>
                </a:cubicBezTo>
                <a:cubicBezTo>
                  <a:pt x="0" y="45921"/>
                  <a:pt x="1109" y="38250"/>
                  <a:pt x="3328" y="31514"/>
                </a:cubicBezTo>
                <a:cubicBezTo>
                  <a:pt x="5546" y="24778"/>
                  <a:pt x="8660" y="19071"/>
                  <a:pt x="12670" y="14394"/>
                </a:cubicBezTo>
                <a:cubicBezTo>
                  <a:pt x="16679" y="9716"/>
                  <a:pt x="21477" y="6148"/>
                  <a:pt x="27063" y="3689"/>
                </a:cubicBezTo>
                <a:cubicBezTo>
                  <a:pt x="32650" y="1230"/>
                  <a:pt x="38838" y="0"/>
                  <a:pt x="45627" y="0"/>
                </a:cubicBezTo>
                <a:cubicBezTo>
                  <a:pt x="48621" y="0"/>
                  <a:pt x="51534" y="283"/>
                  <a:pt x="54367" y="849"/>
                </a:cubicBezTo>
                <a:cubicBezTo>
                  <a:pt x="57201" y="1416"/>
                  <a:pt x="59820" y="2130"/>
                  <a:pt x="62226" y="2992"/>
                </a:cubicBezTo>
                <a:cubicBezTo>
                  <a:pt x="64631" y="3854"/>
                  <a:pt x="66770" y="4851"/>
                  <a:pt x="68641" y="5984"/>
                </a:cubicBezTo>
                <a:cubicBezTo>
                  <a:pt x="70512" y="7115"/>
                  <a:pt x="71808" y="8045"/>
                  <a:pt x="72530" y="8773"/>
                </a:cubicBezTo>
                <a:cubicBezTo>
                  <a:pt x="73252" y="9500"/>
                  <a:pt x="73719" y="10050"/>
                  <a:pt x="73933" y="10424"/>
                </a:cubicBezTo>
                <a:cubicBezTo>
                  <a:pt x="74147" y="10799"/>
                  <a:pt x="74321" y="11240"/>
                  <a:pt x="74454" y="11748"/>
                </a:cubicBezTo>
                <a:cubicBezTo>
                  <a:pt x="74588" y="12255"/>
                  <a:pt x="74695" y="12857"/>
                  <a:pt x="74775" y="13552"/>
                </a:cubicBezTo>
                <a:cubicBezTo>
                  <a:pt x="74855" y="14247"/>
                  <a:pt x="74896" y="15075"/>
                  <a:pt x="74896" y="16038"/>
                </a:cubicBezTo>
                <a:cubicBezTo>
                  <a:pt x="74896" y="17107"/>
                  <a:pt x="74842" y="18016"/>
                  <a:pt x="74735" y="18764"/>
                </a:cubicBezTo>
                <a:cubicBezTo>
                  <a:pt x="74628" y="19512"/>
                  <a:pt x="74468" y="20141"/>
                  <a:pt x="74254" y="20648"/>
                </a:cubicBezTo>
                <a:cubicBezTo>
                  <a:pt x="74040" y="21156"/>
                  <a:pt x="73786" y="21530"/>
                  <a:pt x="73492" y="21771"/>
                </a:cubicBezTo>
                <a:cubicBezTo>
                  <a:pt x="73198" y="22012"/>
                  <a:pt x="72837" y="22132"/>
                  <a:pt x="72410" y="22132"/>
                </a:cubicBezTo>
                <a:cubicBezTo>
                  <a:pt x="71661" y="22132"/>
                  <a:pt x="70619" y="21606"/>
                  <a:pt x="69282" y="20556"/>
                </a:cubicBezTo>
                <a:cubicBezTo>
                  <a:pt x="67946" y="19505"/>
                  <a:pt x="66222" y="18346"/>
                  <a:pt x="64110" y="17080"/>
                </a:cubicBezTo>
                <a:cubicBezTo>
                  <a:pt x="61999" y="15814"/>
                  <a:pt x="59433" y="14655"/>
                  <a:pt x="56412" y="13604"/>
                </a:cubicBezTo>
                <a:cubicBezTo>
                  <a:pt x="53392" y="12554"/>
                  <a:pt x="49770" y="12028"/>
                  <a:pt x="45547" y="12028"/>
                </a:cubicBezTo>
                <a:cubicBezTo>
                  <a:pt x="40949" y="12028"/>
                  <a:pt x="36766" y="12950"/>
                  <a:pt x="32997" y="14795"/>
                </a:cubicBezTo>
                <a:cubicBezTo>
                  <a:pt x="29229" y="16639"/>
                  <a:pt x="26008" y="19352"/>
                  <a:pt x="23335" y="22934"/>
                </a:cubicBezTo>
                <a:cubicBezTo>
                  <a:pt x="20662" y="26515"/>
                  <a:pt x="18590" y="30886"/>
                  <a:pt x="17120" y="36044"/>
                </a:cubicBezTo>
                <a:cubicBezTo>
                  <a:pt x="15650" y="41203"/>
                  <a:pt x="14915" y="47097"/>
                  <a:pt x="14915" y="53726"/>
                </a:cubicBezTo>
                <a:cubicBezTo>
                  <a:pt x="14915" y="60301"/>
                  <a:pt x="15623" y="66115"/>
                  <a:pt x="17040" y="71167"/>
                </a:cubicBezTo>
                <a:cubicBezTo>
                  <a:pt x="18457" y="76219"/>
                  <a:pt x="20488" y="80442"/>
                  <a:pt x="23134" y="83836"/>
                </a:cubicBezTo>
                <a:cubicBezTo>
                  <a:pt x="25780" y="87231"/>
                  <a:pt x="29028" y="89797"/>
                  <a:pt x="32877" y="91535"/>
                </a:cubicBezTo>
                <a:cubicBezTo>
                  <a:pt x="36726" y="93272"/>
                  <a:pt x="41083" y="94141"/>
                  <a:pt x="45948" y="94141"/>
                </a:cubicBezTo>
                <a:cubicBezTo>
                  <a:pt x="50064" y="94141"/>
                  <a:pt x="53659" y="93629"/>
                  <a:pt x="56733" y="92605"/>
                </a:cubicBezTo>
                <a:cubicBezTo>
                  <a:pt x="59807" y="91580"/>
                  <a:pt x="62426" y="90435"/>
                  <a:pt x="64591" y="89169"/>
                </a:cubicBezTo>
                <a:cubicBezTo>
                  <a:pt x="66756" y="87903"/>
                  <a:pt x="68534" y="86757"/>
                  <a:pt x="69924" y="85733"/>
                </a:cubicBezTo>
                <a:cubicBezTo>
                  <a:pt x="71314" y="84709"/>
                  <a:pt x="72410" y="84197"/>
                  <a:pt x="73212" y="84197"/>
                </a:cubicBezTo>
                <a:cubicBezTo>
                  <a:pt x="73586" y="84197"/>
                  <a:pt x="73907" y="84278"/>
                  <a:pt x="74174" y="84438"/>
                </a:cubicBezTo>
                <a:cubicBezTo>
                  <a:pt x="74441" y="84598"/>
                  <a:pt x="74655" y="84906"/>
                  <a:pt x="74815" y="85360"/>
                </a:cubicBezTo>
                <a:cubicBezTo>
                  <a:pt x="74976" y="85814"/>
                  <a:pt x="75096" y="86443"/>
                  <a:pt x="75176" y="87244"/>
                </a:cubicBezTo>
                <a:cubicBezTo>
                  <a:pt x="75256" y="88046"/>
                  <a:pt x="75296" y="89062"/>
                  <a:pt x="75296" y="90292"/>
                </a:cubicBezTo>
                <a:close/>
                <a:moveTo>
                  <a:pt x="131902" y="35603"/>
                </a:moveTo>
                <a:cubicBezTo>
                  <a:pt x="131902" y="36780"/>
                  <a:pt x="131876" y="37769"/>
                  <a:pt x="131822" y="38570"/>
                </a:cubicBezTo>
                <a:cubicBezTo>
                  <a:pt x="131769" y="39372"/>
                  <a:pt x="131662" y="40000"/>
                  <a:pt x="131501" y="40455"/>
                </a:cubicBezTo>
                <a:cubicBezTo>
                  <a:pt x="131341" y="40909"/>
                  <a:pt x="131141" y="41257"/>
                  <a:pt x="130900" y="41497"/>
                </a:cubicBezTo>
                <a:cubicBezTo>
                  <a:pt x="130659" y="41738"/>
                  <a:pt x="130325" y="41858"/>
                  <a:pt x="129898" y="41858"/>
                </a:cubicBezTo>
                <a:cubicBezTo>
                  <a:pt x="129470" y="41858"/>
                  <a:pt x="128949" y="41738"/>
                  <a:pt x="128334" y="41497"/>
                </a:cubicBezTo>
                <a:cubicBezTo>
                  <a:pt x="127719" y="41257"/>
                  <a:pt x="127024" y="41016"/>
                  <a:pt x="126249" y="40776"/>
                </a:cubicBezTo>
                <a:cubicBezTo>
                  <a:pt x="125474" y="40535"/>
                  <a:pt x="124605" y="40308"/>
                  <a:pt x="123643" y="40094"/>
                </a:cubicBezTo>
                <a:cubicBezTo>
                  <a:pt x="122681" y="39880"/>
                  <a:pt x="121638" y="39773"/>
                  <a:pt x="120516" y="39773"/>
                </a:cubicBezTo>
                <a:cubicBezTo>
                  <a:pt x="119179" y="39773"/>
                  <a:pt x="117869" y="40041"/>
                  <a:pt x="116586" y="40575"/>
                </a:cubicBezTo>
                <a:cubicBezTo>
                  <a:pt x="115303" y="41110"/>
                  <a:pt x="113954" y="41992"/>
                  <a:pt x="112537" y="43221"/>
                </a:cubicBezTo>
                <a:cubicBezTo>
                  <a:pt x="111120" y="44451"/>
                  <a:pt x="109637" y="46081"/>
                  <a:pt x="108086" y="48113"/>
                </a:cubicBezTo>
                <a:cubicBezTo>
                  <a:pt x="106536" y="50144"/>
                  <a:pt x="104826" y="52630"/>
                  <a:pt x="102954" y="55570"/>
                </a:cubicBezTo>
                <a:lnTo>
                  <a:pt x="102954" y="103041"/>
                </a:lnTo>
                <a:cubicBezTo>
                  <a:pt x="102954" y="103469"/>
                  <a:pt x="102848" y="103830"/>
                  <a:pt x="102634" y="104124"/>
                </a:cubicBezTo>
                <a:cubicBezTo>
                  <a:pt x="102420" y="104418"/>
                  <a:pt x="102072" y="104672"/>
                  <a:pt x="101591" y="104886"/>
                </a:cubicBezTo>
                <a:cubicBezTo>
                  <a:pt x="101110" y="105100"/>
                  <a:pt x="100442" y="105260"/>
                  <a:pt x="99587" y="105367"/>
                </a:cubicBezTo>
                <a:cubicBezTo>
                  <a:pt x="98731" y="105474"/>
                  <a:pt x="97635" y="105527"/>
                  <a:pt x="96299" y="105527"/>
                </a:cubicBezTo>
                <a:cubicBezTo>
                  <a:pt x="95016" y="105527"/>
                  <a:pt x="93947" y="105474"/>
                  <a:pt x="93091" y="105367"/>
                </a:cubicBezTo>
                <a:cubicBezTo>
                  <a:pt x="92236" y="105260"/>
                  <a:pt x="91554" y="105100"/>
                  <a:pt x="91047" y="104886"/>
                </a:cubicBezTo>
                <a:cubicBezTo>
                  <a:pt x="90539" y="104672"/>
                  <a:pt x="90191" y="104418"/>
                  <a:pt x="90004" y="104124"/>
                </a:cubicBezTo>
                <a:cubicBezTo>
                  <a:pt x="89817" y="103830"/>
                  <a:pt x="89723" y="103469"/>
                  <a:pt x="89723" y="103041"/>
                </a:cubicBezTo>
                <a:lnTo>
                  <a:pt x="89723" y="30872"/>
                </a:lnTo>
                <a:cubicBezTo>
                  <a:pt x="89723" y="30445"/>
                  <a:pt x="89804" y="30084"/>
                  <a:pt x="89964" y="29790"/>
                </a:cubicBezTo>
                <a:cubicBezTo>
                  <a:pt x="90124" y="29496"/>
                  <a:pt x="90445" y="29229"/>
                  <a:pt x="90926" y="28988"/>
                </a:cubicBezTo>
                <a:cubicBezTo>
                  <a:pt x="91407" y="28747"/>
                  <a:pt x="92022" y="28587"/>
                  <a:pt x="92771" y="28507"/>
                </a:cubicBezTo>
                <a:cubicBezTo>
                  <a:pt x="93519" y="28427"/>
                  <a:pt x="94508" y="28387"/>
                  <a:pt x="95738" y="28387"/>
                </a:cubicBezTo>
                <a:cubicBezTo>
                  <a:pt x="96914" y="28387"/>
                  <a:pt x="97889" y="28427"/>
                  <a:pt x="98664" y="28507"/>
                </a:cubicBezTo>
                <a:cubicBezTo>
                  <a:pt x="99440" y="28587"/>
                  <a:pt x="100041" y="28747"/>
                  <a:pt x="100469" y="28988"/>
                </a:cubicBezTo>
                <a:cubicBezTo>
                  <a:pt x="100896" y="29229"/>
                  <a:pt x="101204" y="29496"/>
                  <a:pt x="101391" y="29790"/>
                </a:cubicBezTo>
                <a:cubicBezTo>
                  <a:pt x="101578" y="30084"/>
                  <a:pt x="101671" y="30445"/>
                  <a:pt x="101671" y="30872"/>
                </a:cubicBezTo>
                <a:lnTo>
                  <a:pt x="101671" y="41377"/>
                </a:lnTo>
                <a:cubicBezTo>
                  <a:pt x="103649" y="38490"/>
                  <a:pt x="105507" y="36138"/>
                  <a:pt x="107245" y="34320"/>
                </a:cubicBezTo>
                <a:cubicBezTo>
                  <a:pt x="108982" y="32503"/>
                  <a:pt x="110626" y="31073"/>
                  <a:pt x="112176" y="30030"/>
                </a:cubicBezTo>
                <a:cubicBezTo>
                  <a:pt x="113726" y="28988"/>
                  <a:pt x="115263" y="28266"/>
                  <a:pt x="116787" y="27865"/>
                </a:cubicBezTo>
                <a:cubicBezTo>
                  <a:pt x="118310" y="27464"/>
                  <a:pt x="119847" y="27264"/>
                  <a:pt x="121398" y="27264"/>
                </a:cubicBezTo>
                <a:cubicBezTo>
                  <a:pt x="122093" y="27264"/>
                  <a:pt x="122881" y="27304"/>
                  <a:pt x="123763" y="27384"/>
                </a:cubicBezTo>
                <a:cubicBezTo>
                  <a:pt x="124645" y="27464"/>
                  <a:pt x="125567" y="27611"/>
                  <a:pt x="126530" y="27825"/>
                </a:cubicBezTo>
                <a:cubicBezTo>
                  <a:pt x="127492" y="28039"/>
                  <a:pt x="128361" y="28280"/>
                  <a:pt x="129136" y="28547"/>
                </a:cubicBezTo>
                <a:cubicBezTo>
                  <a:pt x="129911" y="28814"/>
                  <a:pt x="130459" y="29081"/>
                  <a:pt x="130780" y="29349"/>
                </a:cubicBezTo>
                <a:cubicBezTo>
                  <a:pt x="131100" y="29616"/>
                  <a:pt x="131314" y="29870"/>
                  <a:pt x="131421" y="30111"/>
                </a:cubicBezTo>
                <a:cubicBezTo>
                  <a:pt x="131528" y="30351"/>
                  <a:pt x="131622" y="30659"/>
                  <a:pt x="131702" y="31033"/>
                </a:cubicBezTo>
                <a:cubicBezTo>
                  <a:pt x="131782" y="31407"/>
                  <a:pt x="131835" y="31955"/>
                  <a:pt x="131862" y="32677"/>
                </a:cubicBezTo>
                <a:cubicBezTo>
                  <a:pt x="131889" y="33398"/>
                  <a:pt x="131902" y="34374"/>
                  <a:pt x="131902" y="35603"/>
                </a:cubicBezTo>
                <a:close/>
                <a:moveTo>
                  <a:pt x="205995" y="63830"/>
                </a:moveTo>
                <a:cubicBezTo>
                  <a:pt x="205995" y="65914"/>
                  <a:pt x="205473" y="67398"/>
                  <a:pt x="204431" y="68280"/>
                </a:cubicBezTo>
                <a:cubicBezTo>
                  <a:pt x="203389" y="69162"/>
                  <a:pt x="202199" y="69603"/>
                  <a:pt x="200863" y="69603"/>
                </a:cubicBezTo>
                <a:lnTo>
                  <a:pt x="153552" y="69603"/>
                </a:lnTo>
                <a:cubicBezTo>
                  <a:pt x="153552" y="73624"/>
                  <a:pt x="153953" y="77244"/>
                  <a:pt x="154755" y="80461"/>
                </a:cubicBezTo>
                <a:cubicBezTo>
                  <a:pt x="155556" y="83679"/>
                  <a:pt x="156893" y="86440"/>
                  <a:pt x="158764" y="88745"/>
                </a:cubicBezTo>
                <a:cubicBezTo>
                  <a:pt x="160635" y="91051"/>
                  <a:pt x="163067" y="92821"/>
                  <a:pt x="166061" y="94055"/>
                </a:cubicBezTo>
                <a:cubicBezTo>
                  <a:pt x="169055" y="95288"/>
                  <a:pt x="172717" y="95905"/>
                  <a:pt x="177047" y="95905"/>
                </a:cubicBezTo>
                <a:cubicBezTo>
                  <a:pt x="180468" y="95905"/>
                  <a:pt x="183515" y="95624"/>
                  <a:pt x="186188" y="95063"/>
                </a:cubicBezTo>
                <a:cubicBezTo>
                  <a:pt x="188861" y="94501"/>
                  <a:pt x="191173" y="93873"/>
                  <a:pt x="193124" y="93178"/>
                </a:cubicBezTo>
                <a:cubicBezTo>
                  <a:pt x="195076" y="92483"/>
                  <a:pt x="196679" y="91855"/>
                  <a:pt x="197936" y="91294"/>
                </a:cubicBezTo>
                <a:cubicBezTo>
                  <a:pt x="199192" y="90733"/>
                  <a:pt x="200141" y="90452"/>
                  <a:pt x="200782" y="90452"/>
                </a:cubicBezTo>
                <a:cubicBezTo>
                  <a:pt x="201157" y="90452"/>
                  <a:pt x="201491" y="90546"/>
                  <a:pt x="201785" y="90733"/>
                </a:cubicBezTo>
                <a:cubicBezTo>
                  <a:pt x="202079" y="90920"/>
                  <a:pt x="202306" y="91200"/>
                  <a:pt x="202466" y="91575"/>
                </a:cubicBezTo>
                <a:cubicBezTo>
                  <a:pt x="202627" y="91949"/>
                  <a:pt x="202747" y="92470"/>
                  <a:pt x="202827" y="93138"/>
                </a:cubicBezTo>
                <a:cubicBezTo>
                  <a:pt x="202907" y="93807"/>
                  <a:pt x="202947" y="94622"/>
                  <a:pt x="202947" y="95584"/>
                </a:cubicBezTo>
                <a:cubicBezTo>
                  <a:pt x="202947" y="96279"/>
                  <a:pt x="202921" y="96880"/>
                  <a:pt x="202867" y="97388"/>
                </a:cubicBezTo>
                <a:cubicBezTo>
                  <a:pt x="202814" y="97896"/>
                  <a:pt x="202747" y="98351"/>
                  <a:pt x="202667" y="98751"/>
                </a:cubicBezTo>
                <a:cubicBezTo>
                  <a:pt x="202587" y="99152"/>
                  <a:pt x="202453" y="99513"/>
                  <a:pt x="202266" y="99834"/>
                </a:cubicBezTo>
                <a:cubicBezTo>
                  <a:pt x="202079" y="100155"/>
                  <a:pt x="201838" y="100462"/>
                  <a:pt x="201544" y="100756"/>
                </a:cubicBezTo>
                <a:cubicBezTo>
                  <a:pt x="201250" y="101050"/>
                  <a:pt x="200381" y="101531"/>
                  <a:pt x="198938" y="102200"/>
                </a:cubicBezTo>
                <a:cubicBezTo>
                  <a:pt x="197495" y="102868"/>
                  <a:pt x="195624" y="103523"/>
                  <a:pt x="193325" y="104164"/>
                </a:cubicBezTo>
                <a:cubicBezTo>
                  <a:pt x="191026" y="104806"/>
                  <a:pt x="188367" y="105380"/>
                  <a:pt x="185346" y="105888"/>
                </a:cubicBezTo>
                <a:cubicBezTo>
                  <a:pt x="182326" y="106396"/>
                  <a:pt x="179105" y="106650"/>
                  <a:pt x="175684" y="106650"/>
                </a:cubicBezTo>
                <a:cubicBezTo>
                  <a:pt x="169750" y="106650"/>
                  <a:pt x="164551" y="105821"/>
                  <a:pt x="160087" y="104162"/>
                </a:cubicBezTo>
                <a:cubicBezTo>
                  <a:pt x="155623" y="102503"/>
                  <a:pt x="151868" y="100041"/>
                  <a:pt x="148821" y="96777"/>
                </a:cubicBezTo>
                <a:cubicBezTo>
                  <a:pt x="145773" y="93512"/>
                  <a:pt x="143475" y="89419"/>
                  <a:pt x="141924" y="84496"/>
                </a:cubicBezTo>
                <a:cubicBezTo>
                  <a:pt x="140374" y="79572"/>
                  <a:pt x="139599" y="73846"/>
                  <a:pt x="139599" y="67318"/>
                </a:cubicBezTo>
                <a:cubicBezTo>
                  <a:pt x="139599" y="61110"/>
                  <a:pt x="140401" y="55531"/>
                  <a:pt x="142005" y="50581"/>
                </a:cubicBezTo>
                <a:cubicBezTo>
                  <a:pt x="143608" y="45631"/>
                  <a:pt x="145921" y="41430"/>
                  <a:pt x="148941" y="37979"/>
                </a:cubicBezTo>
                <a:cubicBezTo>
                  <a:pt x="151961" y="34528"/>
                  <a:pt x="155610" y="31879"/>
                  <a:pt x="159887" y="30033"/>
                </a:cubicBezTo>
                <a:cubicBezTo>
                  <a:pt x="164163" y="28187"/>
                  <a:pt x="168948" y="27264"/>
                  <a:pt x="174240" y="27264"/>
                </a:cubicBezTo>
                <a:cubicBezTo>
                  <a:pt x="179907" y="27264"/>
                  <a:pt x="184731" y="28173"/>
                  <a:pt x="188714" y="29990"/>
                </a:cubicBezTo>
                <a:cubicBezTo>
                  <a:pt x="192697" y="31808"/>
                  <a:pt x="195971" y="34254"/>
                  <a:pt x="198537" y="37327"/>
                </a:cubicBezTo>
                <a:cubicBezTo>
                  <a:pt x="201103" y="40401"/>
                  <a:pt x="202988" y="44010"/>
                  <a:pt x="204190" y="48153"/>
                </a:cubicBezTo>
                <a:cubicBezTo>
                  <a:pt x="205393" y="52296"/>
                  <a:pt x="205995" y="56720"/>
                  <a:pt x="205995" y="61424"/>
                </a:cubicBezTo>
                <a:lnTo>
                  <a:pt x="205995" y="63830"/>
                </a:lnTo>
                <a:moveTo>
                  <a:pt x="192683" y="59900"/>
                </a:moveTo>
                <a:cubicBezTo>
                  <a:pt x="192844" y="52951"/>
                  <a:pt x="191307" y="47498"/>
                  <a:pt x="188073" y="43542"/>
                </a:cubicBezTo>
                <a:cubicBezTo>
                  <a:pt x="184838" y="39586"/>
                  <a:pt x="180040" y="37608"/>
                  <a:pt x="173679" y="37608"/>
                </a:cubicBezTo>
                <a:cubicBezTo>
                  <a:pt x="170418" y="37608"/>
                  <a:pt x="167558" y="38223"/>
                  <a:pt x="165099" y="39452"/>
                </a:cubicBezTo>
                <a:cubicBezTo>
                  <a:pt x="162640" y="40682"/>
                  <a:pt x="160582" y="42313"/>
                  <a:pt x="158924" y="44344"/>
                </a:cubicBezTo>
                <a:cubicBezTo>
                  <a:pt x="157267" y="46375"/>
                  <a:pt x="155984" y="48741"/>
                  <a:pt x="155075" y="51441"/>
                </a:cubicBezTo>
                <a:cubicBezTo>
                  <a:pt x="154166" y="54140"/>
                  <a:pt x="153659" y="56960"/>
                  <a:pt x="153552" y="59900"/>
                </a:cubicBezTo>
                <a:lnTo>
                  <a:pt x="192683" y="59900"/>
                </a:lnTo>
                <a:close/>
                <a:moveTo>
                  <a:pt x="277770" y="103122"/>
                </a:moveTo>
                <a:cubicBezTo>
                  <a:pt x="277770" y="103763"/>
                  <a:pt x="277556" y="104244"/>
                  <a:pt x="277129" y="104565"/>
                </a:cubicBezTo>
                <a:cubicBezTo>
                  <a:pt x="276701" y="104886"/>
                  <a:pt x="276113" y="105126"/>
                  <a:pt x="275365" y="105287"/>
                </a:cubicBezTo>
                <a:cubicBezTo>
                  <a:pt x="274616" y="105447"/>
                  <a:pt x="273520" y="105527"/>
                  <a:pt x="272077" y="105527"/>
                </a:cubicBezTo>
                <a:cubicBezTo>
                  <a:pt x="270687" y="105527"/>
                  <a:pt x="269578" y="105447"/>
                  <a:pt x="268749" y="105287"/>
                </a:cubicBezTo>
                <a:cubicBezTo>
                  <a:pt x="267920" y="105126"/>
                  <a:pt x="267319" y="104886"/>
                  <a:pt x="266945" y="104565"/>
                </a:cubicBezTo>
                <a:cubicBezTo>
                  <a:pt x="266571" y="104244"/>
                  <a:pt x="266383" y="103763"/>
                  <a:pt x="266383" y="103122"/>
                </a:cubicBezTo>
                <a:lnTo>
                  <a:pt x="266383" y="95905"/>
                </a:lnTo>
                <a:cubicBezTo>
                  <a:pt x="263229" y="99273"/>
                  <a:pt x="259715" y="101905"/>
                  <a:pt x="255839" y="103803"/>
                </a:cubicBezTo>
                <a:cubicBezTo>
                  <a:pt x="251963" y="105701"/>
                  <a:pt x="247860" y="106650"/>
                  <a:pt x="243530" y="106650"/>
                </a:cubicBezTo>
                <a:cubicBezTo>
                  <a:pt x="239734" y="106650"/>
                  <a:pt x="236300" y="106154"/>
                  <a:pt x="233226" y="105161"/>
                </a:cubicBezTo>
                <a:cubicBezTo>
                  <a:pt x="230152" y="104169"/>
                  <a:pt x="227532" y="102734"/>
                  <a:pt x="225367" y="100856"/>
                </a:cubicBezTo>
                <a:cubicBezTo>
                  <a:pt x="223202" y="98979"/>
                  <a:pt x="221518" y="96672"/>
                  <a:pt x="220316" y="93938"/>
                </a:cubicBezTo>
                <a:cubicBezTo>
                  <a:pt x="219113" y="91201"/>
                  <a:pt x="218511" y="88089"/>
                  <a:pt x="218511" y="84601"/>
                </a:cubicBezTo>
                <a:cubicBezTo>
                  <a:pt x="218511" y="80525"/>
                  <a:pt x="219340" y="76985"/>
                  <a:pt x="220997" y="73981"/>
                </a:cubicBezTo>
                <a:cubicBezTo>
                  <a:pt x="222654" y="70976"/>
                  <a:pt x="225033" y="68480"/>
                  <a:pt x="228134" y="66496"/>
                </a:cubicBezTo>
                <a:cubicBezTo>
                  <a:pt x="231234" y="64511"/>
                  <a:pt x="235030" y="63023"/>
                  <a:pt x="239521" y="62030"/>
                </a:cubicBezTo>
                <a:cubicBezTo>
                  <a:pt x="244011" y="61038"/>
                  <a:pt x="249063" y="60542"/>
                  <a:pt x="254676" y="60542"/>
                </a:cubicBezTo>
                <a:lnTo>
                  <a:pt x="264619" y="60542"/>
                </a:lnTo>
                <a:lnTo>
                  <a:pt x="264619" y="54949"/>
                </a:lnTo>
                <a:cubicBezTo>
                  <a:pt x="264619" y="52179"/>
                  <a:pt x="264325" y="49729"/>
                  <a:pt x="263737" y="47599"/>
                </a:cubicBezTo>
                <a:cubicBezTo>
                  <a:pt x="263149" y="45467"/>
                  <a:pt x="262200" y="43696"/>
                  <a:pt x="260891" y="42284"/>
                </a:cubicBezTo>
                <a:cubicBezTo>
                  <a:pt x="259581" y="40872"/>
                  <a:pt x="257884" y="39807"/>
                  <a:pt x="255799" y="39089"/>
                </a:cubicBezTo>
                <a:cubicBezTo>
                  <a:pt x="253714" y="38369"/>
                  <a:pt x="251148" y="38009"/>
                  <a:pt x="248101" y="38009"/>
                </a:cubicBezTo>
                <a:cubicBezTo>
                  <a:pt x="244840" y="38009"/>
                  <a:pt x="241913" y="38392"/>
                  <a:pt x="239320" y="39159"/>
                </a:cubicBezTo>
                <a:cubicBezTo>
                  <a:pt x="236727" y="39926"/>
                  <a:pt x="234455" y="40772"/>
                  <a:pt x="232504" y="41698"/>
                </a:cubicBezTo>
                <a:cubicBezTo>
                  <a:pt x="230553" y="42623"/>
                  <a:pt x="228922" y="43469"/>
                  <a:pt x="227613" y="44236"/>
                </a:cubicBezTo>
                <a:cubicBezTo>
                  <a:pt x="226303" y="45003"/>
                  <a:pt x="225327" y="45386"/>
                  <a:pt x="224686" y="45386"/>
                </a:cubicBezTo>
                <a:cubicBezTo>
                  <a:pt x="224258" y="45386"/>
                  <a:pt x="223884" y="45279"/>
                  <a:pt x="223563" y="45066"/>
                </a:cubicBezTo>
                <a:cubicBezTo>
                  <a:pt x="223242" y="44852"/>
                  <a:pt x="222962" y="44531"/>
                  <a:pt x="222721" y="44103"/>
                </a:cubicBezTo>
                <a:cubicBezTo>
                  <a:pt x="222481" y="43676"/>
                  <a:pt x="222307" y="43128"/>
                  <a:pt x="222200" y="42460"/>
                </a:cubicBezTo>
                <a:cubicBezTo>
                  <a:pt x="222093" y="41791"/>
                  <a:pt x="222040" y="41056"/>
                  <a:pt x="222040" y="40254"/>
                </a:cubicBezTo>
                <a:cubicBezTo>
                  <a:pt x="222040" y="38918"/>
                  <a:pt x="222133" y="37862"/>
                  <a:pt x="222320" y="37087"/>
                </a:cubicBezTo>
                <a:cubicBezTo>
                  <a:pt x="222507" y="36312"/>
                  <a:pt x="222962" y="35577"/>
                  <a:pt x="223683" y="34882"/>
                </a:cubicBezTo>
                <a:cubicBezTo>
                  <a:pt x="224405" y="34187"/>
                  <a:pt x="225648" y="33377"/>
                  <a:pt x="227412" y="32454"/>
                </a:cubicBezTo>
                <a:cubicBezTo>
                  <a:pt x="229176" y="31528"/>
                  <a:pt x="231208" y="30683"/>
                  <a:pt x="233506" y="29918"/>
                </a:cubicBezTo>
                <a:cubicBezTo>
                  <a:pt x="235805" y="29152"/>
                  <a:pt x="238318" y="28519"/>
                  <a:pt x="241044" y="28018"/>
                </a:cubicBezTo>
                <a:cubicBezTo>
                  <a:pt x="243770" y="27515"/>
                  <a:pt x="246524" y="27264"/>
                  <a:pt x="249303" y="27264"/>
                </a:cubicBezTo>
                <a:cubicBezTo>
                  <a:pt x="254489" y="27264"/>
                  <a:pt x="258899" y="27852"/>
                  <a:pt x="262534" y="29028"/>
                </a:cubicBezTo>
                <a:cubicBezTo>
                  <a:pt x="266170" y="30204"/>
                  <a:pt x="269110" y="31928"/>
                  <a:pt x="271355" y="34200"/>
                </a:cubicBezTo>
                <a:cubicBezTo>
                  <a:pt x="273600" y="36472"/>
                  <a:pt x="275231" y="39292"/>
                  <a:pt x="276247" y="42660"/>
                </a:cubicBezTo>
                <a:cubicBezTo>
                  <a:pt x="277262" y="46028"/>
                  <a:pt x="277770" y="49957"/>
                  <a:pt x="277770" y="54448"/>
                </a:cubicBezTo>
                <a:lnTo>
                  <a:pt x="277770" y="103122"/>
                </a:lnTo>
                <a:moveTo>
                  <a:pt x="264619" y="70084"/>
                </a:moveTo>
                <a:lnTo>
                  <a:pt x="253313" y="70084"/>
                </a:lnTo>
                <a:cubicBezTo>
                  <a:pt x="249678" y="70084"/>
                  <a:pt x="246524" y="70394"/>
                  <a:pt x="243851" y="71014"/>
                </a:cubicBezTo>
                <a:cubicBezTo>
                  <a:pt x="241178" y="71632"/>
                  <a:pt x="238959" y="72546"/>
                  <a:pt x="237195" y="73755"/>
                </a:cubicBezTo>
                <a:cubicBezTo>
                  <a:pt x="235431" y="74965"/>
                  <a:pt x="234135" y="76417"/>
                  <a:pt x="233306" y="78113"/>
                </a:cubicBezTo>
                <a:cubicBezTo>
                  <a:pt x="232477" y="79807"/>
                  <a:pt x="232063" y="81757"/>
                  <a:pt x="232063" y="83962"/>
                </a:cubicBezTo>
                <a:cubicBezTo>
                  <a:pt x="232063" y="87727"/>
                  <a:pt x="233252" y="90726"/>
                  <a:pt x="235631" y="92958"/>
                </a:cubicBezTo>
                <a:cubicBezTo>
                  <a:pt x="238010" y="95190"/>
                  <a:pt x="241338" y="96306"/>
                  <a:pt x="245615" y="96306"/>
                </a:cubicBezTo>
                <a:cubicBezTo>
                  <a:pt x="249090" y="96306"/>
                  <a:pt x="252310" y="95419"/>
                  <a:pt x="255277" y="93644"/>
                </a:cubicBezTo>
                <a:cubicBezTo>
                  <a:pt x="258244" y="91869"/>
                  <a:pt x="261358" y="89152"/>
                  <a:pt x="264619" y="85495"/>
                </a:cubicBezTo>
                <a:lnTo>
                  <a:pt x="264619" y="70084"/>
                </a:lnTo>
                <a:close/>
                <a:moveTo>
                  <a:pt x="339594" y="97829"/>
                </a:moveTo>
                <a:cubicBezTo>
                  <a:pt x="339594" y="99380"/>
                  <a:pt x="339487" y="100609"/>
                  <a:pt x="339273" y="101518"/>
                </a:cubicBezTo>
                <a:cubicBezTo>
                  <a:pt x="339060" y="102427"/>
                  <a:pt x="338739" y="103095"/>
                  <a:pt x="338311" y="103523"/>
                </a:cubicBezTo>
                <a:cubicBezTo>
                  <a:pt x="337884" y="103950"/>
                  <a:pt x="337242" y="104351"/>
                  <a:pt x="336387" y="104725"/>
                </a:cubicBezTo>
                <a:cubicBezTo>
                  <a:pt x="335531" y="105100"/>
                  <a:pt x="334556" y="105407"/>
                  <a:pt x="333460" y="105648"/>
                </a:cubicBezTo>
                <a:cubicBezTo>
                  <a:pt x="332364" y="105888"/>
                  <a:pt x="331201" y="106089"/>
                  <a:pt x="329972" y="106249"/>
                </a:cubicBezTo>
                <a:cubicBezTo>
                  <a:pt x="328742" y="106409"/>
                  <a:pt x="327513" y="106490"/>
                  <a:pt x="326283" y="106490"/>
                </a:cubicBezTo>
                <a:cubicBezTo>
                  <a:pt x="322541" y="106490"/>
                  <a:pt x="319333" y="105994"/>
                  <a:pt x="316660" y="105004"/>
                </a:cubicBezTo>
                <a:cubicBezTo>
                  <a:pt x="313988" y="104011"/>
                  <a:pt x="311796" y="102510"/>
                  <a:pt x="310085" y="100501"/>
                </a:cubicBezTo>
                <a:cubicBezTo>
                  <a:pt x="308374" y="98491"/>
                  <a:pt x="307131" y="95946"/>
                  <a:pt x="306356" y="92865"/>
                </a:cubicBezTo>
                <a:cubicBezTo>
                  <a:pt x="305581" y="89785"/>
                  <a:pt x="305194" y="86154"/>
                  <a:pt x="305194" y="81975"/>
                </a:cubicBezTo>
                <a:lnTo>
                  <a:pt x="305194" y="39693"/>
                </a:lnTo>
                <a:lnTo>
                  <a:pt x="295090" y="39693"/>
                </a:lnTo>
                <a:cubicBezTo>
                  <a:pt x="294288" y="39693"/>
                  <a:pt x="293647" y="39265"/>
                  <a:pt x="293165" y="38410"/>
                </a:cubicBezTo>
                <a:cubicBezTo>
                  <a:pt x="292684" y="37555"/>
                  <a:pt x="292444" y="36165"/>
                  <a:pt x="292444" y="34240"/>
                </a:cubicBezTo>
                <a:cubicBezTo>
                  <a:pt x="292444" y="33225"/>
                  <a:pt x="292511" y="32369"/>
                  <a:pt x="292644" y="31674"/>
                </a:cubicBezTo>
                <a:cubicBezTo>
                  <a:pt x="292778" y="30979"/>
                  <a:pt x="292952" y="30405"/>
                  <a:pt x="293165" y="29950"/>
                </a:cubicBezTo>
                <a:cubicBezTo>
                  <a:pt x="293379" y="29496"/>
                  <a:pt x="293660" y="29175"/>
                  <a:pt x="294007" y="28988"/>
                </a:cubicBezTo>
                <a:cubicBezTo>
                  <a:pt x="294355" y="28801"/>
                  <a:pt x="294742" y="28707"/>
                  <a:pt x="295170" y="28707"/>
                </a:cubicBezTo>
                <a:lnTo>
                  <a:pt x="305194" y="28707"/>
                </a:lnTo>
                <a:lnTo>
                  <a:pt x="305194" y="11547"/>
                </a:lnTo>
                <a:cubicBezTo>
                  <a:pt x="305194" y="11173"/>
                  <a:pt x="305287" y="10825"/>
                  <a:pt x="305474" y="10505"/>
                </a:cubicBezTo>
                <a:cubicBezTo>
                  <a:pt x="305661" y="10184"/>
                  <a:pt x="306009" y="9903"/>
                  <a:pt x="306517" y="9663"/>
                </a:cubicBezTo>
                <a:cubicBezTo>
                  <a:pt x="307025" y="9422"/>
                  <a:pt x="307706" y="9248"/>
                  <a:pt x="308562" y="9141"/>
                </a:cubicBezTo>
                <a:cubicBezTo>
                  <a:pt x="309417" y="9035"/>
                  <a:pt x="310486" y="8981"/>
                  <a:pt x="311769" y="8981"/>
                </a:cubicBezTo>
                <a:cubicBezTo>
                  <a:pt x="313105" y="8981"/>
                  <a:pt x="314201" y="9035"/>
                  <a:pt x="315057" y="9141"/>
                </a:cubicBezTo>
                <a:cubicBezTo>
                  <a:pt x="315912" y="9248"/>
                  <a:pt x="316580" y="9422"/>
                  <a:pt x="317061" y="9663"/>
                </a:cubicBezTo>
                <a:cubicBezTo>
                  <a:pt x="317543" y="9903"/>
                  <a:pt x="317890" y="10184"/>
                  <a:pt x="318104" y="10505"/>
                </a:cubicBezTo>
                <a:cubicBezTo>
                  <a:pt x="318318" y="10825"/>
                  <a:pt x="318425" y="11173"/>
                  <a:pt x="318425" y="11547"/>
                </a:cubicBezTo>
                <a:lnTo>
                  <a:pt x="318425" y="28707"/>
                </a:lnTo>
                <a:lnTo>
                  <a:pt x="336948" y="28707"/>
                </a:lnTo>
                <a:cubicBezTo>
                  <a:pt x="337376" y="28707"/>
                  <a:pt x="337750" y="28801"/>
                  <a:pt x="338071" y="28988"/>
                </a:cubicBezTo>
                <a:cubicBezTo>
                  <a:pt x="338391" y="29175"/>
                  <a:pt x="338672" y="29496"/>
                  <a:pt x="338913" y="29950"/>
                </a:cubicBezTo>
                <a:cubicBezTo>
                  <a:pt x="339153" y="30405"/>
                  <a:pt x="339327" y="30979"/>
                  <a:pt x="339434" y="31674"/>
                </a:cubicBezTo>
                <a:cubicBezTo>
                  <a:pt x="339541" y="32369"/>
                  <a:pt x="339594" y="33225"/>
                  <a:pt x="339594" y="34240"/>
                </a:cubicBezTo>
                <a:cubicBezTo>
                  <a:pt x="339594" y="36165"/>
                  <a:pt x="339354" y="37555"/>
                  <a:pt x="338873" y="38410"/>
                </a:cubicBezTo>
                <a:cubicBezTo>
                  <a:pt x="338391" y="39265"/>
                  <a:pt x="337750" y="39693"/>
                  <a:pt x="336948" y="39693"/>
                </a:cubicBezTo>
                <a:lnTo>
                  <a:pt x="318425" y="39693"/>
                </a:lnTo>
                <a:lnTo>
                  <a:pt x="318425" y="80065"/>
                </a:lnTo>
                <a:cubicBezTo>
                  <a:pt x="318425" y="85050"/>
                  <a:pt x="319160" y="88816"/>
                  <a:pt x="320630" y="91364"/>
                </a:cubicBezTo>
                <a:cubicBezTo>
                  <a:pt x="322100" y="93910"/>
                  <a:pt x="324733" y="95183"/>
                  <a:pt x="328528" y="95183"/>
                </a:cubicBezTo>
                <a:cubicBezTo>
                  <a:pt x="329758" y="95183"/>
                  <a:pt x="330854" y="95063"/>
                  <a:pt x="331816" y="94822"/>
                </a:cubicBezTo>
                <a:cubicBezTo>
                  <a:pt x="332778" y="94582"/>
                  <a:pt x="333634" y="94328"/>
                  <a:pt x="334382" y="94060"/>
                </a:cubicBezTo>
                <a:cubicBezTo>
                  <a:pt x="335130" y="93793"/>
                  <a:pt x="335772" y="93539"/>
                  <a:pt x="336307" y="93299"/>
                </a:cubicBezTo>
                <a:cubicBezTo>
                  <a:pt x="336841" y="93058"/>
                  <a:pt x="337322" y="92938"/>
                  <a:pt x="337750" y="92938"/>
                </a:cubicBezTo>
                <a:cubicBezTo>
                  <a:pt x="338017" y="92938"/>
                  <a:pt x="338271" y="93005"/>
                  <a:pt x="338512" y="93138"/>
                </a:cubicBezTo>
                <a:cubicBezTo>
                  <a:pt x="338752" y="93272"/>
                  <a:pt x="338939" y="93526"/>
                  <a:pt x="339073" y="93900"/>
                </a:cubicBezTo>
                <a:cubicBezTo>
                  <a:pt x="339207" y="94274"/>
                  <a:pt x="339327" y="94782"/>
                  <a:pt x="339434" y="95424"/>
                </a:cubicBezTo>
                <a:cubicBezTo>
                  <a:pt x="339541" y="96065"/>
                  <a:pt x="339594" y="96867"/>
                  <a:pt x="339594" y="97829"/>
                </a:cubicBezTo>
                <a:close/>
                <a:moveTo>
                  <a:pt x="418666" y="63830"/>
                </a:moveTo>
                <a:cubicBezTo>
                  <a:pt x="418666" y="65914"/>
                  <a:pt x="418145" y="67398"/>
                  <a:pt x="417102" y="68280"/>
                </a:cubicBezTo>
                <a:cubicBezTo>
                  <a:pt x="416060" y="69162"/>
                  <a:pt x="414870" y="69603"/>
                  <a:pt x="413534" y="69603"/>
                </a:cubicBezTo>
                <a:lnTo>
                  <a:pt x="366223" y="69603"/>
                </a:lnTo>
                <a:cubicBezTo>
                  <a:pt x="366223" y="73624"/>
                  <a:pt x="366624" y="77244"/>
                  <a:pt x="367426" y="80461"/>
                </a:cubicBezTo>
                <a:cubicBezTo>
                  <a:pt x="368228" y="83679"/>
                  <a:pt x="369564" y="86440"/>
                  <a:pt x="371435" y="88745"/>
                </a:cubicBezTo>
                <a:cubicBezTo>
                  <a:pt x="373306" y="91051"/>
                  <a:pt x="375739" y="92821"/>
                  <a:pt x="378732" y="94055"/>
                </a:cubicBezTo>
                <a:cubicBezTo>
                  <a:pt x="381726" y="95288"/>
                  <a:pt x="385388" y="95905"/>
                  <a:pt x="389718" y="95905"/>
                </a:cubicBezTo>
                <a:cubicBezTo>
                  <a:pt x="393139" y="95905"/>
                  <a:pt x="396186" y="95624"/>
                  <a:pt x="398859" y="95063"/>
                </a:cubicBezTo>
                <a:cubicBezTo>
                  <a:pt x="401532" y="94501"/>
                  <a:pt x="403844" y="93873"/>
                  <a:pt x="405796" y="93178"/>
                </a:cubicBezTo>
                <a:cubicBezTo>
                  <a:pt x="407747" y="92483"/>
                  <a:pt x="409351" y="91855"/>
                  <a:pt x="410607" y="91294"/>
                </a:cubicBezTo>
                <a:cubicBezTo>
                  <a:pt x="411863" y="90733"/>
                  <a:pt x="412812" y="90452"/>
                  <a:pt x="413454" y="90452"/>
                </a:cubicBezTo>
                <a:cubicBezTo>
                  <a:pt x="413828" y="90452"/>
                  <a:pt x="414162" y="90546"/>
                  <a:pt x="414456" y="90733"/>
                </a:cubicBezTo>
                <a:cubicBezTo>
                  <a:pt x="414750" y="90920"/>
                  <a:pt x="414977" y="91200"/>
                  <a:pt x="415138" y="91575"/>
                </a:cubicBezTo>
                <a:cubicBezTo>
                  <a:pt x="415298" y="91949"/>
                  <a:pt x="415418" y="92470"/>
                  <a:pt x="415498" y="93138"/>
                </a:cubicBezTo>
                <a:cubicBezTo>
                  <a:pt x="415579" y="93807"/>
                  <a:pt x="415619" y="94622"/>
                  <a:pt x="415619" y="95584"/>
                </a:cubicBezTo>
                <a:cubicBezTo>
                  <a:pt x="415619" y="96279"/>
                  <a:pt x="415592" y="96880"/>
                  <a:pt x="415538" y="97388"/>
                </a:cubicBezTo>
                <a:cubicBezTo>
                  <a:pt x="415485" y="97896"/>
                  <a:pt x="415418" y="98351"/>
                  <a:pt x="415338" y="98751"/>
                </a:cubicBezTo>
                <a:cubicBezTo>
                  <a:pt x="415258" y="99152"/>
                  <a:pt x="415124" y="99513"/>
                  <a:pt x="414937" y="99834"/>
                </a:cubicBezTo>
                <a:cubicBezTo>
                  <a:pt x="414750" y="100155"/>
                  <a:pt x="414509" y="100462"/>
                  <a:pt x="414215" y="100756"/>
                </a:cubicBezTo>
                <a:cubicBezTo>
                  <a:pt x="413921" y="101050"/>
                  <a:pt x="413053" y="101531"/>
                  <a:pt x="411609" y="102200"/>
                </a:cubicBezTo>
                <a:cubicBezTo>
                  <a:pt x="410166" y="102868"/>
                  <a:pt x="408295" y="103523"/>
                  <a:pt x="405996" y="104164"/>
                </a:cubicBezTo>
                <a:cubicBezTo>
                  <a:pt x="403697" y="104806"/>
                  <a:pt x="401038" y="105380"/>
                  <a:pt x="398017" y="105888"/>
                </a:cubicBezTo>
                <a:cubicBezTo>
                  <a:pt x="394997" y="106396"/>
                  <a:pt x="391776" y="106650"/>
                  <a:pt x="388355" y="106650"/>
                </a:cubicBezTo>
                <a:cubicBezTo>
                  <a:pt x="382421" y="106650"/>
                  <a:pt x="377222" y="105821"/>
                  <a:pt x="372758" y="104162"/>
                </a:cubicBezTo>
                <a:cubicBezTo>
                  <a:pt x="368294" y="102503"/>
                  <a:pt x="364539" y="100041"/>
                  <a:pt x="361492" y="96777"/>
                </a:cubicBezTo>
                <a:cubicBezTo>
                  <a:pt x="358445" y="93512"/>
                  <a:pt x="356146" y="89419"/>
                  <a:pt x="354596" y="84496"/>
                </a:cubicBezTo>
                <a:cubicBezTo>
                  <a:pt x="353045" y="79572"/>
                  <a:pt x="352270" y="73846"/>
                  <a:pt x="352270" y="67318"/>
                </a:cubicBezTo>
                <a:cubicBezTo>
                  <a:pt x="352270" y="61110"/>
                  <a:pt x="353072" y="55531"/>
                  <a:pt x="354676" y="50581"/>
                </a:cubicBezTo>
                <a:cubicBezTo>
                  <a:pt x="356280" y="45631"/>
                  <a:pt x="358592" y="41430"/>
                  <a:pt x="361612" y="37979"/>
                </a:cubicBezTo>
                <a:cubicBezTo>
                  <a:pt x="364632" y="34528"/>
                  <a:pt x="368281" y="31879"/>
                  <a:pt x="372558" y="30033"/>
                </a:cubicBezTo>
                <a:cubicBezTo>
                  <a:pt x="376834" y="28187"/>
                  <a:pt x="381619" y="27264"/>
                  <a:pt x="386911" y="27264"/>
                </a:cubicBezTo>
                <a:cubicBezTo>
                  <a:pt x="392578" y="27264"/>
                  <a:pt x="397403" y="28173"/>
                  <a:pt x="401385" y="29990"/>
                </a:cubicBezTo>
                <a:cubicBezTo>
                  <a:pt x="405368" y="31808"/>
                  <a:pt x="408642" y="34254"/>
                  <a:pt x="411208" y="37327"/>
                </a:cubicBezTo>
                <a:cubicBezTo>
                  <a:pt x="413774" y="40401"/>
                  <a:pt x="415659" y="44010"/>
                  <a:pt x="416862" y="48153"/>
                </a:cubicBezTo>
                <a:cubicBezTo>
                  <a:pt x="418064" y="52296"/>
                  <a:pt x="418666" y="56720"/>
                  <a:pt x="418666" y="61424"/>
                </a:cubicBezTo>
                <a:lnTo>
                  <a:pt x="418666" y="63830"/>
                </a:lnTo>
                <a:moveTo>
                  <a:pt x="405355" y="59900"/>
                </a:moveTo>
                <a:cubicBezTo>
                  <a:pt x="405515" y="52951"/>
                  <a:pt x="403978" y="47498"/>
                  <a:pt x="400744" y="43542"/>
                </a:cubicBezTo>
                <a:cubicBezTo>
                  <a:pt x="397510" y="39586"/>
                  <a:pt x="392712" y="37608"/>
                  <a:pt x="386350" y="37608"/>
                </a:cubicBezTo>
                <a:cubicBezTo>
                  <a:pt x="383089" y="37608"/>
                  <a:pt x="380229" y="38223"/>
                  <a:pt x="377770" y="39452"/>
                </a:cubicBezTo>
                <a:cubicBezTo>
                  <a:pt x="375311" y="40682"/>
                  <a:pt x="373253" y="42313"/>
                  <a:pt x="371595" y="44344"/>
                </a:cubicBezTo>
                <a:cubicBezTo>
                  <a:pt x="369938" y="46375"/>
                  <a:pt x="368655" y="48741"/>
                  <a:pt x="367746" y="51441"/>
                </a:cubicBezTo>
                <a:cubicBezTo>
                  <a:pt x="366838" y="54140"/>
                  <a:pt x="366330" y="56960"/>
                  <a:pt x="366223" y="59900"/>
                </a:cubicBezTo>
                <a:lnTo>
                  <a:pt x="405355" y="59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9070B-237C-4CB9-B70A-D75EF719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871" y="1343336"/>
            <a:ext cx="930608" cy="377110"/>
          </a:xfrm>
          <a:custGeom xmlns:a="http://schemas.openxmlformats.org/drawingml/2006/main">
            <a:pathLst>
              <a:path w="930608" h="377110">
                <a:moveTo>
                  <a:pt x="0" y="62851"/>
                </a:moveTo>
                <a:cubicBezTo>
                  <a:pt x="0" y="28141"/>
                  <a:pt x="28141" y="0"/>
                  <a:pt x="62854" y="0"/>
                </a:cubicBezTo>
                <a:lnTo>
                  <a:pt x="867757" y="0"/>
                </a:lnTo>
                <a:cubicBezTo>
                  <a:pt x="902467" y="0"/>
                  <a:pt x="930608" y="28141"/>
                  <a:pt x="930608" y="62851"/>
                </a:cubicBezTo>
                <a:lnTo>
                  <a:pt x="930608" y="314256"/>
                </a:lnTo>
                <a:cubicBezTo>
                  <a:pt x="930608" y="348966"/>
                  <a:pt x="902467" y="377110"/>
                  <a:pt x="867757" y="377110"/>
                </a:cubicBezTo>
                <a:lnTo>
                  <a:pt x="62854" y="377110"/>
                </a:lnTo>
                <a:cubicBezTo>
                  <a:pt x="28141" y="377110"/>
                  <a:pt x="0" y="348966"/>
                  <a:pt x="0" y="314256"/>
                </a:cubicBezTo>
                <a:lnTo>
                  <a:pt x="0" y="62851"/>
                </a:lnTo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legs.”">
            <a:extLst xmlns:a="http://schemas.openxmlformats.org/drawingml/2006/main">
              <a:ext uri="{FF2B5EF4-FFF2-40B4-BE49-F238E27FC236}">
                <a16:creationId xmlns:a16="http://schemas.microsoft.com/office/drawing/2014/main" id="{82F62A3D-4B48-42E0-BD90-6637637C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9678" y="1474473"/>
            <a:ext cx="331213" cy="141787"/>
          </a:xfrm>
          <a:custGeom xmlns:a="http://schemas.openxmlformats.org/drawingml/2006/main">
            <a:pathLst>
              <a:path w="331213" h="141787">
                <a:moveTo>
                  <a:pt x="13247" y="110392"/>
                </a:moveTo>
                <a:cubicBezTo>
                  <a:pt x="13247" y="110820"/>
                  <a:pt x="13140" y="111182"/>
                  <a:pt x="12926" y="111478"/>
                </a:cubicBezTo>
                <a:cubicBezTo>
                  <a:pt x="12712" y="111773"/>
                  <a:pt x="12364" y="112027"/>
                  <a:pt x="11882" y="112241"/>
                </a:cubicBezTo>
                <a:cubicBezTo>
                  <a:pt x="11401" y="112455"/>
                  <a:pt x="10732" y="112616"/>
                  <a:pt x="9875" y="112723"/>
                </a:cubicBezTo>
                <a:cubicBezTo>
                  <a:pt x="9019" y="112830"/>
                  <a:pt x="7922" y="112883"/>
                  <a:pt x="6584" y="112883"/>
                </a:cubicBezTo>
                <a:cubicBezTo>
                  <a:pt x="5299" y="112883"/>
                  <a:pt x="4228" y="112830"/>
                  <a:pt x="3372" y="112723"/>
                </a:cubicBezTo>
                <a:cubicBezTo>
                  <a:pt x="2516" y="112616"/>
                  <a:pt x="1833" y="112455"/>
                  <a:pt x="1325" y="112241"/>
                </a:cubicBezTo>
                <a:cubicBezTo>
                  <a:pt x="816" y="112027"/>
                  <a:pt x="468" y="111773"/>
                  <a:pt x="281" y="111478"/>
                </a:cubicBezTo>
                <a:cubicBezTo>
                  <a:pt x="94" y="111182"/>
                  <a:pt x="0" y="110820"/>
                  <a:pt x="0" y="110392"/>
                </a:cubicBezTo>
                <a:lnTo>
                  <a:pt x="0" y="3053"/>
                </a:lnTo>
                <a:cubicBezTo>
                  <a:pt x="0" y="2625"/>
                  <a:pt x="94" y="2251"/>
                  <a:pt x="281" y="1929"/>
                </a:cubicBezTo>
                <a:cubicBezTo>
                  <a:pt x="468" y="1607"/>
                  <a:pt x="816" y="1338"/>
                  <a:pt x="1325" y="1124"/>
                </a:cubicBezTo>
                <a:cubicBezTo>
                  <a:pt x="1833" y="910"/>
                  <a:pt x="2516" y="749"/>
                  <a:pt x="3372" y="642"/>
                </a:cubicBezTo>
                <a:cubicBezTo>
                  <a:pt x="4228" y="535"/>
                  <a:pt x="5299" y="482"/>
                  <a:pt x="6584" y="482"/>
                </a:cubicBezTo>
                <a:cubicBezTo>
                  <a:pt x="7922" y="482"/>
                  <a:pt x="9019" y="535"/>
                  <a:pt x="9875" y="642"/>
                </a:cubicBezTo>
                <a:cubicBezTo>
                  <a:pt x="10732" y="749"/>
                  <a:pt x="11401" y="910"/>
                  <a:pt x="11882" y="1124"/>
                </a:cubicBezTo>
                <a:cubicBezTo>
                  <a:pt x="12364" y="1338"/>
                  <a:pt x="12712" y="1607"/>
                  <a:pt x="12926" y="1929"/>
                </a:cubicBezTo>
                <a:cubicBezTo>
                  <a:pt x="13140" y="2251"/>
                  <a:pt x="13247" y="2625"/>
                  <a:pt x="13247" y="3053"/>
                </a:cubicBezTo>
                <a:lnTo>
                  <a:pt x="13247" y="110392"/>
                </a:lnTo>
                <a:close/>
                <a:moveTo>
                  <a:pt x="98163" y="71134"/>
                </a:moveTo>
                <a:cubicBezTo>
                  <a:pt x="98163" y="73222"/>
                  <a:pt x="97641" y="74707"/>
                  <a:pt x="96597" y="75590"/>
                </a:cubicBezTo>
                <a:cubicBezTo>
                  <a:pt x="95554" y="76473"/>
                  <a:pt x="94363" y="76915"/>
                  <a:pt x="93025" y="76915"/>
                </a:cubicBezTo>
                <a:lnTo>
                  <a:pt x="45655" y="76915"/>
                </a:lnTo>
                <a:cubicBezTo>
                  <a:pt x="45655" y="80941"/>
                  <a:pt x="46057" y="84565"/>
                  <a:pt x="46860" y="87786"/>
                </a:cubicBezTo>
                <a:cubicBezTo>
                  <a:pt x="47662" y="91008"/>
                  <a:pt x="49001" y="93773"/>
                  <a:pt x="50874" y="96081"/>
                </a:cubicBezTo>
                <a:cubicBezTo>
                  <a:pt x="52747" y="98389"/>
                  <a:pt x="55183" y="100161"/>
                  <a:pt x="58180" y="101397"/>
                </a:cubicBezTo>
                <a:cubicBezTo>
                  <a:pt x="61177" y="102632"/>
                  <a:pt x="64844" y="103249"/>
                  <a:pt x="69179" y="103249"/>
                </a:cubicBezTo>
                <a:cubicBezTo>
                  <a:pt x="72605" y="103249"/>
                  <a:pt x="75656" y="102968"/>
                  <a:pt x="78332" y="102406"/>
                </a:cubicBezTo>
                <a:cubicBezTo>
                  <a:pt x="81008" y="101844"/>
                  <a:pt x="83323" y="101215"/>
                  <a:pt x="85277" y="100519"/>
                </a:cubicBezTo>
                <a:cubicBezTo>
                  <a:pt x="87231" y="99823"/>
                  <a:pt x="88836" y="99195"/>
                  <a:pt x="90094" y="98632"/>
                </a:cubicBezTo>
                <a:cubicBezTo>
                  <a:pt x="91352" y="98070"/>
                  <a:pt x="92302" y="97789"/>
                  <a:pt x="92944" y="97789"/>
                </a:cubicBezTo>
                <a:cubicBezTo>
                  <a:pt x="93319" y="97789"/>
                  <a:pt x="93653" y="97883"/>
                  <a:pt x="93948" y="98070"/>
                </a:cubicBezTo>
                <a:cubicBezTo>
                  <a:pt x="94242" y="98258"/>
                  <a:pt x="94470" y="98539"/>
                  <a:pt x="94630" y="98914"/>
                </a:cubicBezTo>
                <a:cubicBezTo>
                  <a:pt x="94791" y="99288"/>
                  <a:pt x="94911" y="99810"/>
                  <a:pt x="94992" y="100479"/>
                </a:cubicBezTo>
                <a:cubicBezTo>
                  <a:pt x="95072" y="101148"/>
                  <a:pt x="95112" y="101964"/>
                  <a:pt x="95112" y="102928"/>
                </a:cubicBezTo>
                <a:cubicBezTo>
                  <a:pt x="95112" y="103624"/>
                  <a:pt x="95085" y="104226"/>
                  <a:pt x="95032" y="104734"/>
                </a:cubicBezTo>
                <a:cubicBezTo>
                  <a:pt x="94978" y="105243"/>
                  <a:pt x="94911" y="105698"/>
                  <a:pt x="94831" y="106099"/>
                </a:cubicBezTo>
                <a:cubicBezTo>
                  <a:pt x="94751" y="106501"/>
                  <a:pt x="94617" y="106862"/>
                  <a:pt x="94430" y="107183"/>
                </a:cubicBezTo>
                <a:cubicBezTo>
                  <a:pt x="94242" y="107504"/>
                  <a:pt x="94001" y="107812"/>
                  <a:pt x="93707" y="108106"/>
                </a:cubicBezTo>
                <a:cubicBezTo>
                  <a:pt x="93413" y="108401"/>
                  <a:pt x="92543" y="108882"/>
                  <a:pt x="91098" y="109552"/>
                </a:cubicBezTo>
                <a:cubicBezTo>
                  <a:pt x="89653" y="110221"/>
                  <a:pt x="87779" y="110876"/>
                  <a:pt x="85478" y="111519"/>
                </a:cubicBezTo>
                <a:cubicBezTo>
                  <a:pt x="83176" y="112161"/>
                  <a:pt x="80513" y="112736"/>
                  <a:pt x="77489" y="113245"/>
                </a:cubicBezTo>
                <a:cubicBezTo>
                  <a:pt x="74465" y="113753"/>
                  <a:pt x="71240" y="114007"/>
                  <a:pt x="67814" y="114007"/>
                </a:cubicBezTo>
                <a:cubicBezTo>
                  <a:pt x="61873" y="114007"/>
                  <a:pt x="56668" y="113177"/>
                  <a:pt x="52199" y="111516"/>
                </a:cubicBezTo>
                <a:cubicBezTo>
                  <a:pt x="47729" y="109855"/>
                  <a:pt x="43969" y="107390"/>
                  <a:pt x="40918" y="104122"/>
                </a:cubicBezTo>
                <a:cubicBezTo>
                  <a:pt x="37867" y="100854"/>
                  <a:pt x="35566" y="96755"/>
                  <a:pt x="34014" y="91826"/>
                </a:cubicBezTo>
                <a:cubicBezTo>
                  <a:pt x="32461" y="86896"/>
                  <a:pt x="31685" y="81163"/>
                  <a:pt x="31685" y="74627"/>
                </a:cubicBezTo>
                <a:cubicBezTo>
                  <a:pt x="31685" y="68411"/>
                  <a:pt x="32488" y="62825"/>
                  <a:pt x="34094" y="57869"/>
                </a:cubicBezTo>
                <a:cubicBezTo>
                  <a:pt x="35700" y="52913"/>
                  <a:pt x="38015" y="48707"/>
                  <a:pt x="41039" y="45252"/>
                </a:cubicBezTo>
                <a:cubicBezTo>
                  <a:pt x="44063" y="41796"/>
                  <a:pt x="47716" y="39144"/>
                  <a:pt x="51998" y="37296"/>
                </a:cubicBezTo>
                <a:cubicBezTo>
                  <a:pt x="56280" y="35448"/>
                  <a:pt x="61070" y="34523"/>
                  <a:pt x="66369" y="34523"/>
                </a:cubicBezTo>
                <a:cubicBezTo>
                  <a:pt x="72043" y="34523"/>
                  <a:pt x="76874" y="35433"/>
                  <a:pt x="80861" y="37253"/>
                </a:cubicBezTo>
                <a:cubicBezTo>
                  <a:pt x="84849" y="39073"/>
                  <a:pt x="88127" y="41522"/>
                  <a:pt x="90696" y="44599"/>
                </a:cubicBezTo>
                <a:cubicBezTo>
                  <a:pt x="93265" y="47677"/>
                  <a:pt x="95152" y="51290"/>
                  <a:pt x="96356" y="55438"/>
                </a:cubicBezTo>
                <a:cubicBezTo>
                  <a:pt x="97561" y="59586"/>
                  <a:pt x="98163" y="64015"/>
                  <a:pt x="98163" y="68726"/>
                </a:cubicBezTo>
                <a:lnTo>
                  <a:pt x="98163" y="71134"/>
                </a:lnTo>
                <a:moveTo>
                  <a:pt x="84835" y="67200"/>
                </a:moveTo>
                <a:cubicBezTo>
                  <a:pt x="84996" y="60242"/>
                  <a:pt x="83457" y="54782"/>
                  <a:pt x="80219" y="50822"/>
                </a:cubicBezTo>
                <a:cubicBezTo>
                  <a:pt x="76981" y="46861"/>
                  <a:pt x="72177" y="44880"/>
                  <a:pt x="65807" y="44880"/>
                </a:cubicBezTo>
                <a:cubicBezTo>
                  <a:pt x="62542" y="44880"/>
                  <a:pt x="59679" y="45496"/>
                  <a:pt x="57217" y="46727"/>
                </a:cubicBezTo>
                <a:cubicBezTo>
                  <a:pt x="54754" y="47958"/>
                  <a:pt x="52694" y="49591"/>
                  <a:pt x="51034" y="51625"/>
                </a:cubicBezTo>
                <a:cubicBezTo>
                  <a:pt x="49375" y="53658"/>
                  <a:pt x="48091" y="56027"/>
                  <a:pt x="47181" y="58730"/>
                </a:cubicBezTo>
                <a:cubicBezTo>
                  <a:pt x="46271" y="61433"/>
                  <a:pt x="45762" y="64256"/>
                  <a:pt x="45655" y="67200"/>
                </a:cubicBezTo>
                <a:lnTo>
                  <a:pt x="84835" y="67200"/>
                </a:lnTo>
                <a:close/>
                <a:moveTo>
                  <a:pt x="181888" y="41348"/>
                </a:moveTo>
                <a:cubicBezTo>
                  <a:pt x="181888" y="43221"/>
                  <a:pt x="181633" y="44573"/>
                  <a:pt x="181125" y="45402"/>
                </a:cubicBezTo>
                <a:cubicBezTo>
                  <a:pt x="180616" y="46232"/>
                  <a:pt x="179961" y="46647"/>
                  <a:pt x="179158" y="46647"/>
                </a:cubicBezTo>
                <a:lnTo>
                  <a:pt x="168801" y="46647"/>
                </a:lnTo>
                <a:cubicBezTo>
                  <a:pt x="170674" y="48579"/>
                  <a:pt x="171985" y="50713"/>
                  <a:pt x="172735" y="53050"/>
                </a:cubicBezTo>
                <a:cubicBezTo>
                  <a:pt x="173484" y="55385"/>
                  <a:pt x="173859" y="57813"/>
                  <a:pt x="173859" y="60336"/>
                </a:cubicBezTo>
                <a:cubicBezTo>
                  <a:pt x="173859" y="64504"/>
                  <a:pt x="173190" y="68191"/>
                  <a:pt x="171852" y="71398"/>
                </a:cubicBezTo>
                <a:cubicBezTo>
                  <a:pt x="170514" y="74604"/>
                  <a:pt x="168600" y="77316"/>
                  <a:pt x="166111" y="79534"/>
                </a:cubicBezTo>
                <a:cubicBezTo>
                  <a:pt x="163622" y="81752"/>
                  <a:pt x="160665" y="83449"/>
                  <a:pt x="157239" y="84625"/>
                </a:cubicBezTo>
                <a:cubicBezTo>
                  <a:pt x="153814" y="85801"/>
                  <a:pt x="150014" y="86389"/>
                  <a:pt x="145839" y="86389"/>
                </a:cubicBezTo>
                <a:cubicBezTo>
                  <a:pt x="142895" y="86389"/>
                  <a:pt x="140098" y="86002"/>
                  <a:pt x="137449" y="85227"/>
                </a:cubicBezTo>
                <a:cubicBezTo>
                  <a:pt x="134799" y="84453"/>
                  <a:pt x="132752" y="83478"/>
                  <a:pt x="131307" y="82302"/>
                </a:cubicBezTo>
                <a:cubicBezTo>
                  <a:pt x="130343" y="83265"/>
                  <a:pt x="129554" y="84362"/>
                  <a:pt x="128938" y="85593"/>
                </a:cubicBezTo>
                <a:cubicBezTo>
                  <a:pt x="128323" y="86823"/>
                  <a:pt x="128015" y="88240"/>
                  <a:pt x="128015" y="89844"/>
                </a:cubicBezTo>
                <a:cubicBezTo>
                  <a:pt x="128015" y="91717"/>
                  <a:pt x="128885" y="93269"/>
                  <a:pt x="130624" y="94500"/>
                </a:cubicBezTo>
                <a:cubicBezTo>
                  <a:pt x="132364" y="95730"/>
                  <a:pt x="134679" y="96398"/>
                  <a:pt x="137569" y="96505"/>
                </a:cubicBezTo>
                <a:lnTo>
                  <a:pt x="156437" y="97310"/>
                </a:lnTo>
                <a:cubicBezTo>
                  <a:pt x="160023" y="97417"/>
                  <a:pt x="163314" y="97914"/>
                  <a:pt x="166312" y="98801"/>
                </a:cubicBezTo>
                <a:cubicBezTo>
                  <a:pt x="169309" y="99687"/>
                  <a:pt x="171905" y="100950"/>
                  <a:pt x="174100" y="102589"/>
                </a:cubicBezTo>
                <a:cubicBezTo>
                  <a:pt x="176294" y="104227"/>
                  <a:pt x="178007" y="106241"/>
                  <a:pt x="179238" y="108631"/>
                </a:cubicBezTo>
                <a:cubicBezTo>
                  <a:pt x="180469" y="111021"/>
                  <a:pt x="181085" y="113801"/>
                  <a:pt x="181085" y="116971"/>
                </a:cubicBezTo>
                <a:cubicBezTo>
                  <a:pt x="181085" y="120301"/>
                  <a:pt x="180389" y="123470"/>
                  <a:pt x="178997" y="126477"/>
                </a:cubicBezTo>
                <a:cubicBezTo>
                  <a:pt x="177606" y="129486"/>
                  <a:pt x="175478" y="132131"/>
                  <a:pt x="172614" y="134413"/>
                </a:cubicBezTo>
                <a:cubicBezTo>
                  <a:pt x="169751" y="136696"/>
                  <a:pt x="166098" y="138496"/>
                  <a:pt x="161655" y="139812"/>
                </a:cubicBezTo>
                <a:cubicBezTo>
                  <a:pt x="157213" y="141129"/>
                  <a:pt x="151967" y="141787"/>
                  <a:pt x="145919" y="141787"/>
                </a:cubicBezTo>
                <a:cubicBezTo>
                  <a:pt x="140085" y="141787"/>
                  <a:pt x="135120" y="141291"/>
                  <a:pt x="131026" y="140299"/>
                </a:cubicBezTo>
                <a:cubicBezTo>
                  <a:pt x="126931" y="139309"/>
                  <a:pt x="123572" y="137956"/>
                  <a:pt x="120950" y="136242"/>
                </a:cubicBezTo>
                <a:cubicBezTo>
                  <a:pt x="118327" y="134529"/>
                  <a:pt x="116427" y="132481"/>
                  <a:pt x="115249" y="130097"/>
                </a:cubicBezTo>
                <a:cubicBezTo>
                  <a:pt x="114072" y="127714"/>
                  <a:pt x="113483" y="125129"/>
                  <a:pt x="113483" y="122342"/>
                </a:cubicBezTo>
                <a:cubicBezTo>
                  <a:pt x="113483" y="120576"/>
                  <a:pt x="113697" y="118862"/>
                  <a:pt x="114125" y="117201"/>
                </a:cubicBezTo>
                <a:cubicBezTo>
                  <a:pt x="114554" y="115540"/>
                  <a:pt x="115209" y="113960"/>
                  <a:pt x="116092" y="112459"/>
                </a:cubicBezTo>
                <a:cubicBezTo>
                  <a:pt x="116976" y="110961"/>
                  <a:pt x="118073" y="109529"/>
                  <a:pt x="119384" y="108164"/>
                </a:cubicBezTo>
                <a:cubicBezTo>
                  <a:pt x="120696" y="106798"/>
                  <a:pt x="122208" y="105444"/>
                  <a:pt x="123920" y="104105"/>
                </a:cubicBezTo>
                <a:cubicBezTo>
                  <a:pt x="121298" y="102761"/>
                  <a:pt x="119357" y="101069"/>
                  <a:pt x="118100" y="99026"/>
                </a:cubicBezTo>
                <a:cubicBezTo>
                  <a:pt x="116842" y="96982"/>
                  <a:pt x="116213" y="94778"/>
                  <a:pt x="116213" y="92413"/>
                </a:cubicBezTo>
                <a:cubicBezTo>
                  <a:pt x="116213" y="89134"/>
                  <a:pt x="116882" y="86205"/>
                  <a:pt x="118220" y="83624"/>
                </a:cubicBezTo>
                <a:cubicBezTo>
                  <a:pt x="119558" y="81043"/>
                  <a:pt x="121217" y="78731"/>
                  <a:pt x="123198" y="76689"/>
                </a:cubicBezTo>
                <a:cubicBezTo>
                  <a:pt x="121539" y="74712"/>
                  <a:pt x="120227" y="72481"/>
                  <a:pt x="119264" y="69995"/>
                </a:cubicBezTo>
                <a:cubicBezTo>
                  <a:pt x="118300" y="67510"/>
                  <a:pt x="117819" y="64504"/>
                  <a:pt x="117819" y="60978"/>
                </a:cubicBezTo>
                <a:cubicBezTo>
                  <a:pt x="117819" y="56863"/>
                  <a:pt x="118514" y="53176"/>
                  <a:pt x="119906" y="49916"/>
                </a:cubicBezTo>
                <a:cubicBezTo>
                  <a:pt x="121298" y="46656"/>
                  <a:pt x="123225" y="43904"/>
                  <a:pt x="125687" y="41659"/>
                </a:cubicBezTo>
                <a:cubicBezTo>
                  <a:pt x="128149" y="39414"/>
                  <a:pt x="131106" y="37691"/>
                  <a:pt x="134558" y="36488"/>
                </a:cubicBezTo>
                <a:cubicBezTo>
                  <a:pt x="138011" y="35285"/>
                  <a:pt x="141771" y="34684"/>
                  <a:pt x="145839" y="34684"/>
                </a:cubicBezTo>
                <a:cubicBezTo>
                  <a:pt x="148033" y="34684"/>
                  <a:pt x="150081" y="34798"/>
                  <a:pt x="151981" y="35025"/>
                </a:cubicBezTo>
                <a:cubicBezTo>
                  <a:pt x="153881" y="35251"/>
                  <a:pt x="155660" y="35565"/>
                  <a:pt x="157320" y="35969"/>
                </a:cubicBezTo>
                <a:lnTo>
                  <a:pt x="179158" y="35969"/>
                </a:lnTo>
                <a:cubicBezTo>
                  <a:pt x="180068" y="35969"/>
                  <a:pt x="180750" y="36410"/>
                  <a:pt x="181205" y="37293"/>
                </a:cubicBezTo>
                <a:cubicBezTo>
                  <a:pt x="181660" y="38176"/>
                  <a:pt x="181888" y="39528"/>
                  <a:pt x="181888" y="41348"/>
                </a:cubicBezTo>
                <a:moveTo>
                  <a:pt x="161174" y="60416"/>
                </a:moveTo>
                <a:cubicBezTo>
                  <a:pt x="161174" y="55505"/>
                  <a:pt x="159822" y="51675"/>
                  <a:pt x="157119" y="48925"/>
                </a:cubicBezTo>
                <a:cubicBezTo>
                  <a:pt x="154416" y="46175"/>
                  <a:pt x="150576" y="44800"/>
                  <a:pt x="145598" y="44800"/>
                </a:cubicBezTo>
                <a:cubicBezTo>
                  <a:pt x="143029" y="44800"/>
                  <a:pt x="140794" y="45227"/>
                  <a:pt x="138894" y="46082"/>
                </a:cubicBezTo>
                <a:cubicBezTo>
                  <a:pt x="136994" y="46935"/>
                  <a:pt x="135415" y="48109"/>
                  <a:pt x="134157" y="49605"/>
                </a:cubicBezTo>
                <a:cubicBezTo>
                  <a:pt x="132899" y="51100"/>
                  <a:pt x="131962" y="52822"/>
                  <a:pt x="131347" y="54771"/>
                </a:cubicBezTo>
                <a:cubicBezTo>
                  <a:pt x="130731" y="56719"/>
                  <a:pt x="130424" y="58762"/>
                  <a:pt x="130424" y="60898"/>
                </a:cubicBezTo>
                <a:cubicBezTo>
                  <a:pt x="130424" y="65648"/>
                  <a:pt x="131775" y="69385"/>
                  <a:pt x="134478" y="72108"/>
                </a:cubicBezTo>
                <a:cubicBezTo>
                  <a:pt x="137181" y="74831"/>
                  <a:pt x="140968" y="76192"/>
                  <a:pt x="145839" y="76192"/>
                </a:cubicBezTo>
                <a:cubicBezTo>
                  <a:pt x="148461" y="76192"/>
                  <a:pt x="150736" y="75779"/>
                  <a:pt x="152663" y="74953"/>
                </a:cubicBezTo>
                <a:cubicBezTo>
                  <a:pt x="154590" y="74125"/>
                  <a:pt x="156182" y="72977"/>
                  <a:pt x="157440" y="71508"/>
                </a:cubicBezTo>
                <a:cubicBezTo>
                  <a:pt x="158698" y="70039"/>
                  <a:pt x="159635" y="68344"/>
                  <a:pt x="160250" y="66422"/>
                </a:cubicBezTo>
                <a:cubicBezTo>
                  <a:pt x="160866" y="64501"/>
                  <a:pt x="161174" y="62498"/>
                  <a:pt x="161174" y="60416"/>
                </a:cubicBezTo>
                <a:moveTo>
                  <a:pt x="167837" y="117691"/>
                </a:moveTo>
                <a:cubicBezTo>
                  <a:pt x="167837" y="114564"/>
                  <a:pt x="166566" y="112153"/>
                  <a:pt x="164024" y="110457"/>
                </a:cubicBezTo>
                <a:cubicBezTo>
                  <a:pt x="161481" y="108760"/>
                  <a:pt x="158042" y="107857"/>
                  <a:pt x="153707" y="107750"/>
                </a:cubicBezTo>
                <a:lnTo>
                  <a:pt x="135000" y="107103"/>
                </a:lnTo>
                <a:cubicBezTo>
                  <a:pt x="133287" y="108449"/>
                  <a:pt x="131882" y="109729"/>
                  <a:pt x="130785" y="110941"/>
                </a:cubicBezTo>
                <a:cubicBezTo>
                  <a:pt x="129688" y="112154"/>
                  <a:pt x="128818" y="113312"/>
                  <a:pt x="128176" y="114416"/>
                </a:cubicBezTo>
                <a:cubicBezTo>
                  <a:pt x="127533" y="115520"/>
                  <a:pt x="127092" y="116611"/>
                  <a:pt x="126851" y="117688"/>
                </a:cubicBezTo>
                <a:cubicBezTo>
                  <a:pt x="126610" y="118767"/>
                  <a:pt x="126490" y="119872"/>
                  <a:pt x="126490" y="121002"/>
                </a:cubicBezTo>
                <a:cubicBezTo>
                  <a:pt x="126490" y="124505"/>
                  <a:pt x="128256" y="127159"/>
                  <a:pt x="131788" y="128963"/>
                </a:cubicBezTo>
                <a:cubicBezTo>
                  <a:pt x="135321" y="130768"/>
                  <a:pt x="140245" y="131671"/>
                  <a:pt x="146561" y="131671"/>
                </a:cubicBezTo>
                <a:cubicBezTo>
                  <a:pt x="150576" y="131671"/>
                  <a:pt x="153934" y="131280"/>
                  <a:pt x="156637" y="130499"/>
                </a:cubicBezTo>
                <a:cubicBezTo>
                  <a:pt x="159340" y="129718"/>
                  <a:pt x="161521" y="128681"/>
                  <a:pt x="163181" y="127388"/>
                </a:cubicBezTo>
                <a:cubicBezTo>
                  <a:pt x="164840" y="126095"/>
                  <a:pt x="166031" y="124613"/>
                  <a:pt x="166753" y="122942"/>
                </a:cubicBezTo>
                <a:cubicBezTo>
                  <a:pt x="167476" y="121273"/>
                  <a:pt x="167837" y="119522"/>
                  <a:pt x="167837" y="117691"/>
                </a:cubicBezTo>
                <a:close/>
                <a:moveTo>
                  <a:pt x="239880" y="90782"/>
                </a:moveTo>
                <a:cubicBezTo>
                  <a:pt x="239880" y="94478"/>
                  <a:pt x="239197" y="97774"/>
                  <a:pt x="237833" y="100667"/>
                </a:cubicBezTo>
                <a:cubicBezTo>
                  <a:pt x="236468" y="103559"/>
                  <a:pt x="234527" y="105997"/>
                  <a:pt x="232012" y="107981"/>
                </a:cubicBezTo>
                <a:cubicBezTo>
                  <a:pt x="229496" y="109963"/>
                  <a:pt x="226499" y="111463"/>
                  <a:pt x="223020" y="112479"/>
                </a:cubicBezTo>
                <a:cubicBezTo>
                  <a:pt x="219541" y="113498"/>
                  <a:pt x="215713" y="114007"/>
                  <a:pt x="211539" y="114007"/>
                </a:cubicBezTo>
                <a:cubicBezTo>
                  <a:pt x="208969" y="114007"/>
                  <a:pt x="206521" y="113807"/>
                  <a:pt x="204192" y="113405"/>
                </a:cubicBezTo>
                <a:cubicBezTo>
                  <a:pt x="201864" y="113004"/>
                  <a:pt x="199777" y="112495"/>
                  <a:pt x="197930" y="111880"/>
                </a:cubicBezTo>
                <a:cubicBezTo>
                  <a:pt x="196083" y="111264"/>
                  <a:pt x="194518" y="110622"/>
                  <a:pt x="193233" y="109953"/>
                </a:cubicBezTo>
                <a:cubicBezTo>
                  <a:pt x="191949" y="109284"/>
                  <a:pt x="191012" y="108682"/>
                  <a:pt x="190423" y="108146"/>
                </a:cubicBezTo>
                <a:cubicBezTo>
                  <a:pt x="189834" y="107611"/>
                  <a:pt x="189406" y="106862"/>
                  <a:pt x="189139" y="105898"/>
                </a:cubicBezTo>
                <a:cubicBezTo>
                  <a:pt x="188871" y="104935"/>
                  <a:pt x="188737" y="103624"/>
                  <a:pt x="188737" y="101964"/>
                </a:cubicBezTo>
                <a:cubicBezTo>
                  <a:pt x="188737" y="100947"/>
                  <a:pt x="188791" y="100091"/>
                  <a:pt x="188898" y="99395"/>
                </a:cubicBezTo>
                <a:cubicBezTo>
                  <a:pt x="189005" y="98699"/>
                  <a:pt x="189139" y="98137"/>
                  <a:pt x="189299" y="97709"/>
                </a:cubicBezTo>
                <a:cubicBezTo>
                  <a:pt x="189460" y="97281"/>
                  <a:pt x="189687" y="96973"/>
                  <a:pt x="189982" y="96786"/>
                </a:cubicBezTo>
                <a:cubicBezTo>
                  <a:pt x="190276" y="96599"/>
                  <a:pt x="190610" y="96505"/>
                  <a:pt x="190985" y="96505"/>
                </a:cubicBezTo>
                <a:cubicBezTo>
                  <a:pt x="191574" y="96505"/>
                  <a:pt x="192444" y="96866"/>
                  <a:pt x="193594" y="97589"/>
                </a:cubicBezTo>
                <a:cubicBezTo>
                  <a:pt x="194745" y="98311"/>
                  <a:pt x="196164" y="99101"/>
                  <a:pt x="197850" y="99957"/>
                </a:cubicBezTo>
                <a:cubicBezTo>
                  <a:pt x="199536" y="100814"/>
                  <a:pt x="201529" y="101603"/>
                  <a:pt x="203831" y="102326"/>
                </a:cubicBezTo>
                <a:cubicBezTo>
                  <a:pt x="206133" y="103048"/>
                  <a:pt x="208782" y="103410"/>
                  <a:pt x="211779" y="103410"/>
                </a:cubicBezTo>
                <a:cubicBezTo>
                  <a:pt x="214027" y="103410"/>
                  <a:pt x="216061" y="103169"/>
                  <a:pt x="217881" y="102687"/>
                </a:cubicBezTo>
                <a:cubicBezTo>
                  <a:pt x="219701" y="102204"/>
                  <a:pt x="221280" y="101493"/>
                  <a:pt x="222618" y="100554"/>
                </a:cubicBezTo>
                <a:cubicBezTo>
                  <a:pt x="223956" y="99616"/>
                  <a:pt x="224987" y="98423"/>
                  <a:pt x="225709" y="96974"/>
                </a:cubicBezTo>
                <a:cubicBezTo>
                  <a:pt x="226432" y="95526"/>
                  <a:pt x="226793" y="93809"/>
                  <a:pt x="226793" y="91826"/>
                </a:cubicBezTo>
                <a:cubicBezTo>
                  <a:pt x="226793" y="89790"/>
                  <a:pt x="226271" y="88076"/>
                  <a:pt x="225227" y="86682"/>
                </a:cubicBezTo>
                <a:cubicBezTo>
                  <a:pt x="224184" y="85289"/>
                  <a:pt x="222806" y="84057"/>
                  <a:pt x="221093" y="82987"/>
                </a:cubicBezTo>
                <a:cubicBezTo>
                  <a:pt x="219380" y="81914"/>
                  <a:pt x="217453" y="80964"/>
                  <a:pt x="215312" y="80134"/>
                </a:cubicBezTo>
                <a:cubicBezTo>
                  <a:pt x="213171" y="79303"/>
                  <a:pt x="210963" y="78432"/>
                  <a:pt x="208688" y="77522"/>
                </a:cubicBezTo>
                <a:cubicBezTo>
                  <a:pt x="206414" y="76610"/>
                  <a:pt x="204192" y="75578"/>
                  <a:pt x="202025" y="74426"/>
                </a:cubicBezTo>
                <a:cubicBezTo>
                  <a:pt x="199857" y="73274"/>
                  <a:pt x="197917" y="71867"/>
                  <a:pt x="196204" y="70206"/>
                </a:cubicBezTo>
                <a:cubicBezTo>
                  <a:pt x="194491" y="68545"/>
                  <a:pt x="193113" y="66563"/>
                  <a:pt x="192069" y="64260"/>
                </a:cubicBezTo>
                <a:cubicBezTo>
                  <a:pt x="191025" y="61956"/>
                  <a:pt x="190503" y="59197"/>
                  <a:pt x="190503" y="55983"/>
                </a:cubicBezTo>
                <a:cubicBezTo>
                  <a:pt x="190503" y="53142"/>
                  <a:pt x="191052" y="50424"/>
                  <a:pt x="192149" y="47826"/>
                </a:cubicBezTo>
                <a:cubicBezTo>
                  <a:pt x="193247" y="45227"/>
                  <a:pt x="194892" y="42949"/>
                  <a:pt x="197087" y="40994"/>
                </a:cubicBezTo>
                <a:cubicBezTo>
                  <a:pt x="199281" y="39037"/>
                  <a:pt x="202025" y="37470"/>
                  <a:pt x="205316" y="36292"/>
                </a:cubicBezTo>
                <a:cubicBezTo>
                  <a:pt x="208608" y="35113"/>
                  <a:pt x="212448" y="34523"/>
                  <a:pt x="216838" y="34523"/>
                </a:cubicBezTo>
                <a:cubicBezTo>
                  <a:pt x="218764" y="34523"/>
                  <a:pt x="220691" y="34686"/>
                  <a:pt x="222618" y="35013"/>
                </a:cubicBezTo>
                <a:cubicBezTo>
                  <a:pt x="224545" y="35339"/>
                  <a:pt x="226285" y="35746"/>
                  <a:pt x="227837" y="36234"/>
                </a:cubicBezTo>
                <a:cubicBezTo>
                  <a:pt x="229389" y="36723"/>
                  <a:pt x="230714" y="37252"/>
                  <a:pt x="231811" y="37823"/>
                </a:cubicBezTo>
                <a:cubicBezTo>
                  <a:pt x="232908" y="38393"/>
                  <a:pt x="233738" y="38896"/>
                  <a:pt x="234300" y="39331"/>
                </a:cubicBezTo>
                <a:cubicBezTo>
                  <a:pt x="234862" y="39765"/>
                  <a:pt x="235237" y="40143"/>
                  <a:pt x="235424" y="40465"/>
                </a:cubicBezTo>
                <a:cubicBezTo>
                  <a:pt x="235611" y="40786"/>
                  <a:pt x="235745" y="41147"/>
                  <a:pt x="235825" y="41548"/>
                </a:cubicBezTo>
                <a:cubicBezTo>
                  <a:pt x="235906" y="41950"/>
                  <a:pt x="235986" y="42445"/>
                  <a:pt x="236066" y="43034"/>
                </a:cubicBezTo>
                <a:cubicBezTo>
                  <a:pt x="236147" y="43623"/>
                  <a:pt x="236187" y="44345"/>
                  <a:pt x="236187" y="45202"/>
                </a:cubicBezTo>
                <a:cubicBezTo>
                  <a:pt x="236187" y="46111"/>
                  <a:pt x="236147" y="46901"/>
                  <a:pt x="236066" y="47570"/>
                </a:cubicBezTo>
                <a:cubicBezTo>
                  <a:pt x="235986" y="48239"/>
                  <a:pt x="235852" y="48788"/>
                  <a:pt x="235665" y="49216"/>
                </a:cubicBezTo>
                <a:cubicBezTo>
                  <a:pt x="235477" y="49644"/>
                  <a:pt x="235250" y="49952"/>
                  <a:pt x="234982" y="50139"/>
                </a:cubicBezTo>
                <a:cubicBezTo>
                  <a:pt x="234715" y="50327"/>
                  <a:pt x="234420" y="50420"/>
                  <a:pt x="234099" y="50420"/>
                </a:cubicBezTo>
                <a:cubicBezTo>
                  <a:pt x="233617" y="50420"/>
                  <a:pt x="232922" y="50122"/>
                  <a:pt x="232012" y="49524"/>
                </a:cubicBezTo>
                <a:cubicBezTo>
                  <a:pt x="231102" y="48927"/>
                  <a:pt x="229924" y="48289"/>
                  <a:pt x="228479" y="47610"/>
                </a:cubicBezTo>
                <a:cubicBezTo>
                  <a:pt x="227034" y="46931"/>
                  <a:pt x="225335" y="46293"/>
                  <a:pt x="223381" y="45696"/>
                </a:cubicBezTo>
                <a:cubicBezTo>
                  <a:pt x="221427" y="45099"/>
                  <a:pt x="219193" y="44800"/>
                  <a:pt x="216677" y="44800"/>
                </a:cubicBezTo>
                <a:cubicBezTo>
                  <a:pt x="214429" y="44800"/>
                  <a:pt x="212448" y="45055"/>
                  <a:pt x="210736" y="45565"/>
                </a:cubicBezTo>
                <a:cubicBezTo>
                  <a:pt x="209023" y="46074"/>
                  <a:pt x="207618" y="46797"/>
                  <a:pt x="206521" y="47736"/>
                </a:cubicBezTo>
                <a:cubicBezTo>
                  <a:pt x="205423" y="48674"/>
                  <a:pt x="204594" y="49787"/>
                  <a:pt x="204032" y="51075"/>
                </a:cubicBezTo>
                <a:cubicBezTo>
                  <a:pt x="203470" y="52361"/>
                  <a:pt x="203189" y="53755"/>
                  <a:pt x="203189" y="55257"/>
                </a:cubicBezTo>
                <a:cubicBezTo>
                  <a:pt x="203189" y="57347"/>
                  <a:pt x="203724" y="59101"/>
                  <a:pt x="204794" y="60521"/>
                </a:cubicBezTo>
                <a:cubicBezTo>
                  <a:pt x="205865" y="61941"/>
                  <a:pt x="207257" y="63187"/>
                  <a:pt x="208969" y="64260"/>
                </a:cubicBezTo>
                <a:cubicBezTo>
                  <a:pt x="210682" y="65330"/>
                  <a:pt x="212636" y="66294"/>
                  <a:pt x="214830" y="67152"/>
                </a:cubicBezTo>
                <a:cubicBezTo>
                  <a:pt x="217025" y="68009"/>
                  <a:pt x="219259" y="68893"/>
                  <a:pt x="221534" y="69804"/>
                </a:cubicBezTo>
                <a:cubicBezTo>
                  <a:pt x="223809" y="70714"/>
                  <a:pt x="226057" y="71732"/>
                  <a:pt x="228278" y="72858"/>
                </a:cubicBezTo>
                <a:cubicBezTo>
                  <a:pt x="230500" y="73984"/>
                  <a:pt x="232467" y="75350"/>
                  <a:pt x="234179" y="76958"/>
                </a:cubicBezTo>
                <a:cubicBezTo>
                  <a:pt x="235892" y="78565"/>
                  <a:pt x="237271" y="80494"/>
                  <a:pt x="238314" y="82746"/>
                </a:cubicBezTo>
                <a:cubicBezTo>
                  <a:pt x="239358" y="84995"/>
                  <a:pt x="239880" y="87674"/>
                  <a:pt x="239880" y="90782"/>
                </a:cubicBezTo>
                <a:close/>
                <a:moveTo>
                  <a:pt x="278376" y="103691"/>
                </a:moveTo>
                <a:cubicBezTo>
                  <a:pt x="278376" y="107508"/>
                  <a:pt x="277747" y="110047"/>
                  <a:pt x="276489" y="111310"/>
                </a:cubicBezTo>
                <a:cubicBezTo>
                  <a:pt x="275231" y="112573"/>
                  <a:pt x="272943" y="113205"/>
                  <a:pt x="269625" y="113205"/>
                </a:cubicBezTo>
                <a:cubicBezTo>
                  <a:pt x="266413" y="113205"/>
                  <a:pt x="264192" y="112587"/>
                  <a:pt x="262961" y="111350"/>
                </a:cubicBezTo>
                <a:cubicBezTo>
                  <a:pt x="261730" y="110114"/>
                  <a:pt x="261114" y="107641"/>
                  <a:pt x="261114" y="103931"/>
                </a:cubicBezTo>
                <a:cubicBezTo>
                  <a:pt x="261114" y="100114"/>
                  <a:pt x="261743" y="97575"/>
                  <a:pt x="263001" y="96312"/>
                </a:cubicBezTo>
                <a:cubicBezTo>
                  <a:pt x="264259" y="95049"/>
                  <a:pt x="266547" y="94417"/>
                  <a:pt x="269866" y="94417"/>
                </a:cubicBezTo>
                <a:cubicBezTo>
                  <a:pt x="273077" y="94417"/>
                  <a:pt x="275298" y="95035"/>
                  <a:pt x="276529" y="96272"/>
                </a:cubicBezTo>
                <a:cubicBezTo>
                  <a:pt x="277761" y="97508"/>
                  <a:pt x="278376" y="99981"/>
                  <a:pt x="278376" y="103691"/>
                </a:cubicBezTo>
                <a:close/>
                <a:moveTo>
                  <a:pt x="331213" y="6516"/>
                </a:moveTo>
                <a:cubicBezTo>
                  <a:pt x="331213" y="8178"/>
                  <a:pt x="331133" y="9694"/>
                  <a:pt x="330972" y="11062"/>
                </a:cubicBezTo>
                <a:cubicBezTo>
                  <a:pt x="330812" y="12429"/>
                  <a:pt x="330557" y="13729"/>
                  <a:pt x="330209" y="14963"/>
                </a:cubicBezTo>
                <a:cubicBezTo>
                  <a:pt x="329861" y="16196"/>
                  <a:pt x="329380" y="17416"/>
                  <a:pt x="328764" y="18624"/>
                </a:cubicBezTo>
                <a:cubicBezTo>
                  <a:pt x="328149" y="19830"/>
                  <a:pt x="327413" y="21076"/>
                  <a:pt x="326556" y="22362"/>
                </a:cubicBezTo>
                <a:lnTo>
                  <a:pt x="315637" y="38854"/>
                </a:lnTo>
                <a:cubicBezTo>
                  <a:pt x="315423" y="39284"/>
                  <a:pt x="315142" y="39646"/>
                  <a:pt x="314794" y="39940"/>
                </a:cubicBezTo>
                <a:cubicBezTo>
                  <a:pt x="314446" y="40235"/>
                  <a:pt x="314032" y="40476"/>
                  <a:pt x="313550" y="40665"/>
                </a:cubicBezTo>
                <a:cubicBezTo>
                  <a:pt x="313068" y="40853"/>
                  <a:pt x="312506" y="41000"/>
                  <a:pt x="311864" y="41107"/>
                </a:cubicBezTo>
                <a:cubicBezTo>
                  <a:pt x="311222" y="41214"/>
                  <a:pt x="310419" y="41267"/>
                  <a:pt x="309455" y="41267"/>
                </a:cubicBezTo>
                <a:cubicBezTo>
                  <a:pt x="308599" y="41267"/>
                  <a:pt x="307890" y="41227"/>
                  <a:pt x="307328" y="41147"/>
                </a:cubicBezTo>
                <a:cubicBezTo>
                  <a:pt x="306766" y="41067"/>
                  <a:pt x="306337" y="40920"/>
                  <a:pt x="306043" y="40705"/>
                </a:cubicBezTo>
                <a:cubicBezTo>
                  <a:pt x="305749" y="40490"/>
                  <a:pt x="305601" y="40221"/>
                  <a:pt x="305601" y="39900"/>
                </a:cubicBezTo>
                <a:cubicBezTo>
                  <a:pt x="305601" y="39579"/>
                  <a:pt x="305682" y="39177"/>
                  <a:pt x="305842" y="38693"/>
                </a:cubicBezTo>
                <a:lnTo>
                  <a:pt x="316440" y="16732"/>
                </a:lnTo>
                <a:lnTo>
                  <a:pt x="316440" y="6516"/>
                </a:lnTo>
                <a:cubicBezTo>
                  <a:pt x="316440" y="5121"/>
                  <a:pt x="316574" y="3994"/>
                  <a:pt x="316842" y="3136"/>
                </a:cubicBezTo>
                <a:cubicBezTo>
                  <a:pt x="317109" y="2278"/>
                  <a:pt x="317551" y="1622"/>
                  <a:pt x="318166" y="1167"/>
                </a:cubicBezTo>
                <a:cubicBezTo>
                  <a:pt x="318782" y="710"/>
                  <a:pt x="319558" y="401"/>
                  <a:pt x="320495" y="241"/>
                </a:cubicBezTo>
                <a:cubicBezTo>
                  <a:pt x="321431" y="80"/>
                  <a:pt x="322569" y="0"/>
                  <a:pt x="323907" y="0"/>
                </a:cubicBezTo>
                <a:cubicBezTo>
                  <a:pt x="325138" y="0"/>
                  <a:pt x="326222" y="80"/>
                  <a:pt x="327158" y="241"/>
                </a:cubicBezTo>
                <a:cubicBezTo>
                  <a:pt x="328095" y="401"/>
                  <a:pt x="328858" y="710"/>
                  <a:pt x="329447" y="1167"/>
                </a:cubicBezTo>
                <a:cubicBezTo>
                  <a:pt x="330035" y="1622"/>
                  <a:pt x="330477" y="2278"/>
                  <a:pt x="330771" y="3136"/>
                </a:cubicBezTo>
                <a:cubicBezTo>
                  <a:pt x="331066" y="3994"/>
                  <a:pt x="331213" y="5121"/>
                  <a:pt x="331213" y="6516"/>
                </a:cubicBezTo>
                <a:moveTo>
                  <a:pt x="302470" y="6516"/>
                </a:moveTo>
                <a:cubicBezTo>
                  <a:pt x="302470" y="8178"/>
                  <a:pt x="302390" y="9694"/>
                  <a:pt x="302229" y="11062"/>
                </a:cubicBezTo>
                <a:cubicBezTo>
                  <a:pt x="302069" y="12429"/>
                  <a:pt x="301815" y="13729"/>
                  <a:pt x="301467" y="14963"/>
                </a:cubicBezTo>
                <a:cubicBezTo>
                  <a:pt x="301119" y="16196"/>
                  <a:pt x="300637" y="17416"/>
                  <a:pt x="300021" y="18624"/>
                </a:cubicBezTo>
                <a:cubicBezTo>
                  <a:pt x="299406" y="19830"/>
                  <a:pt x="298670" y="21076"/>
                  <a:pt x="297814" y="22362"/>
                </a:cubicBezTo>
                <a:lnTo>
                  <a:pt x="286895" y="38854"/>
                </a:lnTo>
                <a:cubicBezTo>
                  <a:pt x="286680" y="39284"/>
                  <a:pt x="286399" y="39646"/>
                  <a:pt x="286052" y="39940"/>
                </a:cubicBezTo>
                <a:cubicBezTo>
                  <a:pt x="285704" y="40235"/>
                  <a:pt x="285289" y="40476"/>
                  <a:pt x="284807" y="40665"/>
                </a:cubicBezTo>
                <a:cubicBezTo>
                  <a:pt x="284325" y="40853"/>
                  <a:pt x="283763" y="41000"/>
                  <a:pt x="283121" y="41107"/>
                </a:cubicBezTo>
                <a:cubicBezTo>
                  <a:pt x="282479" y="41214"/>
                  <a:pt x="281676" y="41267"/>
                  <a:pt x="280712" y="41267"/>
                </a:cubicBezTo>
                <a:cubicBezTo>
                  <a:pt x="279856" y="41267"/>
                  <a:pt x="279134" y="41227"/>
                  <a:pt x="278545" y="41147"/>
                </a:cubicBezTo>
                <a:cubicBezTo>
                  <a:pt x="277956" y="41067"/>
                  <a:pt x="277528" y="40920"/>
                  <a:pt x="277260" y="40705"/>
                </a:cubicBezTo>
                <a:cubicBezTo>
                  <a:pt x="276993" y="40490"/>
                  <a:pt x="276845" y="40221"/>
                  <a:pt x="276819" y="39900"/>
                </a:cubicBezTo>
                <a:cubicBezTo>
                  <a:pt x="276792" y="39579"/>
                  <a:pt x="276885" y="39177"/>
                  <a:pt x="277100" y="38693"/>
                </a:cubicBezTo>
                <a:lnTo>
                  <a:pt x="287697" y="16732"/>
                </a:lnTo>
                <a:lnTo>
                  <a:pt x="287697" y="6516"/>
                </a:lnTo>
                <a:cubicBezTo>
                  <a:pt x="287697" y="5121"/>
                  <a:pt x="287831" y="3994"/>
                  <a:pt x="288099" y="3136"/>
                </a:cubicBezTo>
                <a:cubicBezTo>
                  <a:pt x="288366" y="2278"/>
                  <a:pt x="288808" y="1622"/>
                  <a:pt x="289424" y="1167"/>
                </a:cubicBezTo>
                <a:cubicBezTo>
                  <a:pt x="290039" y="710"/>
                  <a:pt x="290815" y="401"/>
                  <a:pt x="291752" y="241"/>
                </a:cubicBezTo>
                <a:cubicBezTo>
                  <a:pt x="292689" y="80"/>
                  <a:pt x="293826" y="0"/>
                  <a:pt x="295164" y="0"/>
                </a:cubicBezTo>
                <a:cubicBezTo>
                  <a:pt x="296449" y="0"/>
                  <a:pt x="297546" y="80"/>
                  <a:pt x="298456" y="241"/>
                </a:cubicBezTo>
                <a:cubicBezTo>
                  <a:pt x="299366" y="401"/>
                  <a:pt x="300115" y="710"/>
                  <a:pt x="300704" y="1167"/>
                </a:cubicBezTo>
                <a:cubicBezTo>
                  <a:pt x="301293" y="1622"/>
                  <a:pt x="301734" y="2278"/>
                  <a:pt x="302029" y="3136"/>
                </a:cubicBezTo>
                <a:cubicBezTo>
                  <a:pt x="302323" y="3994"/>
                  <a:pt x="302470" y="5121"/>
                  <a:pt x="302470" y="65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…">
            <a:extLst xmlns:a="http://schemas.openxmlformats.org/drawingml/2006/main">
              <a:ext uri="{FF2B5EF4-FFF2-40B4-BE49-F238E27FC236}">
                <a16:creationId xmlns:a16="http://schemas.microsoft.com/office/drawing/2014/main" id="{1D541D3E-F757-478C-8F9C-35BA19D7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145" y="1512844"/>
            <a:ext cx="142376" cy="29651"/>
          </a:xfrm>
          <a:custGeom xmlns:a="http://schemas.openxmlformats.org/drawingml/2006/main">
            <a:pathLst>
              <a:path w="142376" h="29651">
                <a:moveTo>
                  <a:pt x="26967" y="14634"/>
                </a:moveTo>
                <a:cubicBezTo>
                  <a:pt x="26967" y="20622"/>
                  <a:pt x="25966" y="24623"/>
                  <a:pt x="23964" y="26636"/>
                </a:cubicBezTo>
                <a:cubicBezTo>
                  <a:pt x="21961" y="28646"/>
                  <a:pt x="18404" y="29651"/>
                  <a:pt x="13292" y="29651"/>
                </a:cubicBezTo>
                <a:cubicBezTo>
                  <a:pt x="8350" y="29651"/>
                  <a:pt x="4899" y="28667"/>
                  <a:pt x="2940" y="26699"/>
                </a:cubicBezTo>
                <a:cubicBezTo>
                  <a:pt x="980" y="24732"/>
                  <a:pt x="0" y="20838"/>
                  <a:pt x="0" y="15017"/>
                </a:cubicBezTo>
                <a:cubicBezTo>
                  <a:pt x="0" y="9029"/>
                  <a:pt x="1001" y="5030"/>
                  <a:pt x="3003" y="3019"/>
                </a:cubicBezTo>
                <a:cubicBezTo>
                  <a:pt x="5006" y="1006"/>
                  <a:pt x="8563" y="0"/>
                  <a:pt x="13675" y="0"/>
                </a:cubicBezTo>
                <a:cubicBezTo>
                  <a:pt x="18617" y="0"/>
                  <a:pt x="22068" y="984"/>
                  <a:pt x="24027" y="2952"/>
                </a:cubicBezTo>
                <a:cubicBezTo>
                  <a:pt x="25987" y="4919"/>
                  <a:pt x="26967" y="8813"/>
                  <a:pt x="26967" y="14634"/>
                </a:cubicBezTo>
                <a:moveTo>
                  <a:pt x="84607" y="14634"/>
                </a:moveTo>
                <a:cubicBezTo>
                  <a:pt x="84607" y="20622"/>
                  <a:pt x="83628" y="24623"/>
                  <a:pt x="81668" y="26636"/>
                </a:cubicBezTo>
                <a:cubicBezTo>
                  <a:pt x="79708" y="28646"/>
                  <a:pt x="76172" y="29651"/>
                  <a:pt x="71060" y="29651"/>
                </a:cubicBezTo>
                <a:cubicBezTo>
                  <a:pt x="66118" y="29651"/>
                  <a:pt x="62667" y="28667"/>
                  <a:pt x="60708" y="26699"/>
                </a:cubicBezTo>
                <a:cubicBezTo>
                  <a:pt x="58748" y="24732"/>
                  <a:pt x="57768" y="20838"/>
                  <a:pt x="57768" y="15017"/>
                </a:cubicBezTo>
                <a:cubicBezTo>
                  <a:pt x="57768" y="9029"/>
                  <a:pt x="58769" y="5030"/>
                  <a:pt x="60772" y="3019"/>
                </a:cubicBezTo>
                <a:cubicBezTo>
                  <a:pt x="62774" y="1006"/>
                  <a:pt x="66289" y="0"/>
                  <a:pt x="71316" y="0"/>
                </a:cubicBezTo>
                <a:cubicBezTo>
                  <a:pt x="76343" y="0"/>
                  <a:pt x="79815" y="984"/>
                  <a:pt x="81732" y="2952"/>
                </a:cubicBezTo>
                <a:cubicBezTo>
                  <a:pt x="83649" y="4919"/>
                  <a:pt x="84607" y="8813"/>
                  <a:pt x="84607" y="14634"/>
                </a:cubicBezTo>
                <a:moveTo>
                  <a:pt x="142376" y="14634"/>
                </a:moveTo>
                <a:cubicBezTo>
                  <a:pt x="142376" y="20622"/>
                  <a:pt x="141374" y="24623"/>
                  <a:pt x="139372" y="26636"/>
                </a:cubicBezTo>
                <a:cubicBezTo>
                  <a:pt x="137370" y="28646"/>
                  <a:pt x="133813" y="29651"/>
                  <a:pt x="128700" y="29651"/>
                </a:cubicBezTo>
                <a:cubicBezTo>
                  <a:pt x="123759" y="29651"/>
                  <a:pt x="120308" y="28667"/>
                  <a:pt x="118348" y="26699"/>
                </a:cubicBezTo>
                <a:cubicBezTo>
                  <a:pt x="116388" y="24732"/>
                  <a:pt x="115409" y="20838"/>
                  <a:pt x="115409" y="15017"/>
                </a:cubicBezTo>
                <a:cubicBezTo>
                  <a:pt x="115409" y="9029"/>
                  <a:pt x="116410" y="5030"/>
                  <a:pt x="118412" y="3019"/>
                </a:cubicBezTo>
                <a:cubicBezTo>
                  <a:pt x="120414" y="1006"/>
                  <a:pt x="123972" y="0"/>
                  <a:pt x="129084" y="0"/>
                </a:cubicBezTo>
                <a:cubicBezTo>
                  <a:pt x="134026" y="0"/>
                  <a:pt x="137476" y="984"/>
                  <a:pt x="139436" y="2952"/>
                </a:cubicBezTo>
                <a:cubicBezTo>
                  <a:pt x="141396" y="4919"/>
                  <a:pt x="142376" y="8813"/>
                  <a:pt x="142376" y="146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58E7DE-930D-4A32-BB26-BBC1CB3E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378" y="1337253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7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7"/>
                </a:cubicBezTo>
                <a:lnTo>
                  <a:pt x="188555" y="345643"/>
                </a:lnTo>
                <a:cubicBezTo>
                  <a:pt x="188555" y="363000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1">
            <a:extLst xmlns:a="http://schemas.openxmlformats.org/drawingml/2006/main">
              <a:ext uri="{FF2B5EF4-FFF2-40B4-BE49-F238E27FC236}">
                <a16:creationId xmlns:a16="http://schemas.microsoft.com/office/drawing/2014/main" id="{C1790CCE-2595-4AC6-830D-2BBE0DBD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685" y="1477477"/>
            <a:ext cx="60456" cy="104694"/>
          </a:xfrm>
          <a:custGeom xmlns:a="http://schemas.openxmlformats.org/drawingml/2006/main">
            <a:pathLst>
              <a:path w="60456" h="104694">
                <a:moveTo>
                  <a:pt x="60456" y="99235"/>
                </a:moveTo>
                <a:cubicBezTo>
                  <a:pt x="60456" y="100252"/>
                  <a:pt x="60376" y="101108"/>
                  <a:pt x="60215" y="101804"/>
                </a:cubicBezTo>
                <a:cubicBezTo>
                  <a:pt x="60055" y="102500"/>
                  <a:pt x="59841" y="103062"/>
                  <a:pt x="59573" y="103490"/>
                </a:cubicBezTo>
                <a:cubicBezTo>
                  <a:pt x="59305" y="103918"/>
                  <a:pt x="58998" y="104226"/>
                  <a:pt x="58650" y="104413"/>
                </a:cubicBezTo>
                <a:cubicBezTo>
                  <a:pt x="58302" y="104600"/>
                  <a:pt x="57940" y="104694"/>
                  <a:pt x="57566" y="104694"/>
                </a:cubicBezTo>
                <a:lnTo>
                  <a:pt x="3292" y="104694"/>
                </a:lnTo>
                <a:cubicBezTo>
                  <a:pt x="2917" y="104694"/>
                  <a:pt x="2569" y="104600"/>
                  <a:pt x="2248" y="104413"/>
                </a:cubicBezTo>
                <a:cubicBezTo>
                  <a:pt x="1927" y="104226"/>
                  <a:pt x="1619" y="103918"/>
                  <a:pt x="1325" y="103490"/>
                </a:cubicBezTo>
                <a:cubicBezTo>
                  <a:pt x="1030" y="103062"/>
                  <a:pt x="803" y="102500"/>
                  <a:pt x="642" y="101804"/>
                </a:cubicBezTo>
                <a:cubicBezTo>
                  <a:pt x="482" y="101108"/>
                  <a:pt x="401" y="100252"/>
                  <a:pt x="401" y="99235"/>
                </a:cubicBezTo>
                <a:cubicBezTo>
                  <a:pt x="401" y="98271"/>
                  <a:pt x="482" y="97442"/>
                  <a:pt x="642" y="96746"/>
                </a:cubicBezTo>
                <a:cubicBezTo>
                  <a:pt x="803" y="96050"/>
                  <a:pt x="1004" y="95475"/>
                  <a:pt x="1244" y="95020"/>
                </a:cubicBezTo>
                <a:cubicBezTo>
                  <a:pt x="1485" y="94565"/>
                  <a:pt x="1780" y="94217"/>
                  <a:pt x="2128" y="93976"/>
                </a:cubicBezTo>
                <a:cubicBezTo>
                  <a:pt x="2476" y="93735"/>
                  <a:pt x="2864" y="93615"/>
                  <a:pt x="3292" y="93615"/>
                </a:cubicBezTo>
                <a:lnTo>
                  <a:pt x="24969" y="93615"/>
                </a:lnTo>
                <a:lnTo>
                  <a:pt x="24969" y="14532"/>
                </a:lnTo>
                <a:lnTo>
                  <a:pt x="4898" y="26575"/>
                </a:lnTo>
                <a:cubicBezTo>
                  <a:pt x="3881" y="27110"/>
                  <a:pt x="3064" y="27431"/>
                  <a:pt x="2449" y="27538"/>
                </a:cubicBezTo>
                <a:cubicBezTo>
                  <a:pt x="1833" y="27645"/>
                  <a:pt x="1338" y="27525"/>
                  <a:pt x="963" y="27177"/>
                </a:cubicBezTo>
                <a:cubicBezTo>
                  <a:pt x="589" y="26829"/>
                  <a:pt x="335" y="26253"/>
                  <a:pt x="201" y="25448"/>
                </a:cubicBezTo>
                <a:cubicBezTo>
                  <a:pt x="67" y="24642"/>
                  <a:pt x="0" y="23622"/>
                  <a:pt x="0" y="22388"/>
                </a:cubicBezTo>
                <a:cubicBezTo>
                  <a:pt x="0" y="21474"/>
                  <a:pt x="40" y="20696"/>
                  <a:pt x="120" y="20052"/>
                </a:cubicBezTo>
                <a:cubicBezTo>
                  <a:pt x="201" y="19408"/>
                  <a:pt x="321" y="18871"/>
                  <a:pt x="482" y="18441"/>
                </a:cubicBezTo>
                <a:cubicBezTo>
                  <a:pt x="642" y="18011"/>
                  <a:pt x="870" y="17636"/>
                  <a:pt x="1164" y="17314"/>
                </a:cubicBezTo>
                <a:cubicBezTo>
                  <a:pt x="1459" y="16992"/>
                  <a:pt x="1847" y="16670"/>
                  <a:pt x="2328" y="16348"/>
                </a:cubicBezTo>
                <a:lnTo>
                  <a:pt x="26254" y="966"/>
                </a:lnTo>
                <a:cubicBezTo>
                  <a:pt x="26468" y="805"/>
                  <a:pt x="26736" y="672"/>
                  <a:pt x="27057" y="565"/>
                </a:cubicBezTo>
                <a:cubicBezTo>
                  <a:pt x="27378" y="456"/>
                  <a:pt x="27779" y="348"/>
                  <a:pt x="28261" y="241"/>
                </a:cubicBezTo>
                <a:cubicBezTo>
                  <a:pt x="28743" y="134"/>
                  <a:pt x="29305" y="67"/>
                  <a:pt x="29947" y="40"/>
                </a:cubicBezTo>
                <a:cubicBezTo>
                  <a:pt x="30589" y="13"/>
                  <a:pt x="31392" y="0"/>
                  <a:pt x="32356" y="0"/>
                </a:cubicBezTo>
                <a:cubicBezTo>
                  <a:pt x="33640" y="0"/>
                  <a:pt x="34711" y="54"/>
                  <a:pt x="35567" y="161"/>
                </a:cubicBezTo>
                <a:cubicBezTo>
                  <a:pt x="36424" y="268"/>
                  <a:pt x="37093" y="415"/>
                  <a:pt x="37574" y="602"/>
                </a:cubicBezTo>
                <a:cubicBezTo>
                  <a:pt x="38056" y="789"/>
                  <a:pt x="38377" y="1031"/>
                  <a:pt x="38538" y="1327"/>
                </a:cubicBezTo>
                <a:cubicBezTo>
                  <a:pt x="38698" y="1622"/>
                  <a:pt x="38779" y="1929"/>
                  <a:pt x="38779" y="2251"/>
                </a:cubicBezTo>
                <a:lnTo>
                  <a:pt x="38779" y="93615"/>
                </a:lnTo>
                <a:lnTo>
                  <a:pt x="57566" y="93615"/>
                </a:lnTo>
                <a:cubicBezTo>
                  <a:pt x="57994" y="93615"/>
                  <a:pt x="58395" y="93735"/>
                  <a:pt x="58770" y="93976"/>
                </a:cubicBezTo>
                <a:cubicBezTo>
                  <a:pt x="59145" y="94217"/>
                  <a:pt x="59452" y="94565"/>
                  <a:pt x="59693" y="95020"/>
                </a:cubicBezTo>
                <a:cubicBezTo>
                  <a:pt x="59934" y="95475"/>
                  <a:pt x="60122" y="96050"/>
                  <a:pt x="60255" y="96746"/>
                </a:cubicBezTo>
                <a:cubicBezTo>
                  <a:pt x="60389" y="97442"/>
                  <a:pt x="60456" y="98271"/>
                  <a:pt x="60456" y="99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329BB9-BDF9-4622-B487-58DB552A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087" y="1337253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7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7"/>
                </a:cubicBezTo>
                <a:lnTo>
                  <a:pt x="188555" y="345643"/>
                </a:lnTo>
                <a:cubicBezTo>
                  <a:pt x="188555" y="363000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x">
            <a:extLst xmlns:a="http://schemas.openxmlformats.org/drawingml/2006/main">
              <a:ext uri="{FF2B5EF4-FFF2-40B4-BE49-F238E27FC236}">
                <a16:creationId xmlns:a16="http://schemas.microsoft.com/office/drawing/2014/main" id="{9B915A85-6EA9-4609-B71E-F631A38A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54" y="1505417"/>
            <a:ext cx="64377" cy="77236"/>
          </a:xfrm>
          <a:custGeom xmlns:a="http://schemas.openxmlformats.org/drawingml/2006/main">
            <a:pathLst>
              <a:path w="64377" h="77236">
                <a:moveTo>
                  <a:pt x="63734" y="73222"/>
                </a:moveTo>
                <a:cubicBezTo>
                  <a:pt x="64163" y="73971"/>
                  <a:pt x="64377" y="74600"/>
                  <a:pt x="64377" y="75108"/>
                </a:cubicBezTo>
                <a:cubicBezTo>
                  <a:pt x="64377" y="75617"/>
                  <a:pt x="64122" y="76032"/>
                  <a:pt x="63614" y="76353"/>
                </a:cubicBezTo>
                <a:cubicBezTo>
                  <a:pt x="63106" y="76674"/>
                  <a:pt x="62329" y="76901"/>
                  <a:pt x="61286" y="77035"/>
                </a:cubicBezTo>
                <a:cubicBezTo>
                  <a:pt x="60242" y="77169"/>
                  <a:pt x="58890" y="77236"/>
                  <a:pt x="57231" y="77236"/>
                </a:cubicBezTo>
                <a:cubicBezTo>
                  <a:pt x="55625" y="77236"/>
                  <a:pt x="54354" y="77196"/>
                  <a:pt x="53418" y="77116"/>
                </a:cubicBezTo>
                <a:cubicBezTo>
                  <a:pt x="52481" y="77035"/>
                  <a:pt x="51732" y="76901"/>
                  <a:pt x="51170" y="76714"/>
                </a:cubicBezTo>
                <a:cubicBezTo>
                  <a:pt x="50608" y="76527"/>
                  <a:pt x="50179" y="76286"/>
                  <a:pt x="49885" y="75992"/>
                </a:cubicBezTo>
                <a:cubicBezTo>
                  <a:pt x="49591" y="75697"/>
                  <a:pt x="49336" y="75363"/>
                  <a:pt x="49122" y="74988"/>
                </a:cubicBezTo>
                <a:lnTo>
                  <a:pt x="31780" y="46326"/>
                </a:lnTo>
                <a:lnTo>
                  <a:pt x="14519" y="74988"/>
                </a:lnTo>
                <a:cubicBezTo>
                  <a:pt x="14304" y="75363"/>
                  <a:pt x="14050" y="75697"/>
                  <a:pt x="13756" y="75992"/>
                </a:cubicBezTo>
                <a:cubicBezTo>
                  <a:pt x="13461" y="76286"/>
                  <a:pt x="13033" y="76527"/>
                  <a:pt x="12471" y="76714"/>
                </a:cubicBezTo>
                <a:cubicBezTo>
                  <a:pt x="11909" y="76901"/>
                  <a:pt x="11173" y="77035"/>
                  <a:pt x="10263" y="77116"/>
                </a:cubicBezTo>
                <a:cubicBezTo>
                  <a:pt x="9353" y="77196"/>
                  <a:pt x="8149" y="77236"/>
                  <a:pt x="6650" y="77236"/>
                </a:cubicBezTo>
                <a:cubicBezTo>
                  <a:pt x="5098" y="77236"/>
                  <a:pt x="3827" y="77169"/>
                  <a:pt x="2837" y="77035"/>
                </a:cubicBezTo>
                <a:cubicBezTo>
                  <a:pt x="1847" y="76901"/>
                  <a:pt x="1124" y="76674"/>
                  <a:pt x="669" y="76353"/>
                </a:cubicBezTo>
                <a:cubicBezTo>
                  <a:pt x="214" y="76032"/>
                  <a:pt x="0" y="75617"/>
                  <a:pt x="27" y="75108"/>
                </a:cubicBezTo>
                <a:cubicBezTo>
                  <a:pt x="54" y="74600"/>
                  <a:pt x="308" y="73971"/>
                  <a:pt x="789" y="73222"/>
                </a:cubicBezTo>
                <a:lnTo>
                  <a:pt x="23270" y="37976"/>
                </a:lnTo>
                <a:lnTo>
                  <a:pt x="1994" y="4014"/>
                </a:lnTo>
                <a:cubicBezTo>
                  <a:pt x="1566" y="3265"/>
                  <a:pt x="1338" y="2636"/>
                  <a:pt x="1311" y="2128"/>
                </a:cubicBezTo>
                <a:cubicBezTo>
                  <a:pt x="1285" y="1619"/>
                  <a:pt x="1525" y="1191"/>
                  <a:pt x="2034" y="843"/>
                </a:cubicBezTo>
                <a:cubicBezTo>
                  <a:pt x="2542" y="495"/>
                  <a:pt x="3319" y="268"/>
                  <a:pt x="4362" y="161"/>
                </a:cubicBezTo>
                <a:cubicBezTo>
                  <a:pt x="5406" y="54"/>
                  <a:pt x="6784" y="0"/>
                  <a:pt x="8497" y="0"/>
                </a:cubicBezTo>
                <a:cubicBezTo>
                  <a:pt x="10049" y="0"/>
                  <a:pt x="11294" y="40"/>
                  <a:pt x="12230" y="120"/>
                </a:cubicBezTo>
                <a:cubicBezTo>
                  <a:pt x="13167" y="201"/>
                  <a:pt x="13903" y="321"/>
                  <a:pt x="14438" y="482"/>
                </a:cubicBezTo>
                <a:cubicBezTo>
                  <a:pt x="14974" y="642"/>
                  <a:pt x="15375" y="856"/>
                  <a:pt x="15643" y="1124"/>
                </a:cubicBezTo>
                <a:cubicBezTo>
                  <a:pt x="15910" y="1392"/>
                  <a:pt x="16151" y="1713"/>
                  <a:pt x="16365" y="2087"/>
                </a:cubicBezTo>
                <a:lnTo>
                  <a:pt x="32824" y="28984"/>
                </a:lnTo>
                <a:lnTo>
                  <a:pt x="49524" y="2087"/>
                </a:lnTo>
                <a:cubicBezTo>
                  <a:pt x="49738" y="1766"/>
                  <a:pt x="49979" y="1472"/>
                  <a:pt x="50246" y="1204"/>
                </a:cubicBezTo>
                <a:cubicBezTo>
                  <a:pt x="50514" y="937"/>
                  <a:pt x="50875" y="709"/>
                  <a:pt x="51330" y="522"/>
                </a:cubicBezTo>
                <a:cubicBezTo>
                  <a:pt x="51785" y="335"/>
                  <a:pt x="52427" y="201"/>
                  <a:pt x="53257" y="120"/>
                </a:cubicBezTo>
                <a:cubicBezTo>
                  <a:pt x="54087" y="40"/>
                  <a:pt x="55224" y="0"/>
                  <a:pt x="56669" y="0"/>
                </a:cubicBezTo>
                <a:cubicBezTo>
                  <a:pt x="58221" y="0"/>
                  <a:pt x="59493" y="54"/>
                  <a:pt x="60483" y="161"/>
                </a:cubicBezTo>
                <a:cubicBezTo>
                  <a:pt x="61473" y="268"/>
                  <a:pt x="62209" y="468"/>
                  <a:pt x="62691" y="763"/>
                </a:cubicBezTo>
                <a:cubicBezTo>
                  <a:pt x="63172" y="1057"/>
                  <a:pt x="63387" y="1472"/>
                  <a:pt x="63333" y="2007"/>
                </a:cubicBezTo>
                <a:cubicBezTo>
                  <a:pt x="63279" y="2542"/>
                  <a:pt x="63012" y="3211"/>
                  <a:pt x="62530" y="4014"/>
                </a:cubicBezTo>
                <a:lnTo>
                  <a:pt x="41415" y="37574"/>
                </a:lnTo>
                <a:lnTo>
                  <a:pt x="63734" y="732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CAA67-1D31-401B-8805-E166D016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879" y="1337253"/>
            <a:ext cx="188552" cy="377110"/>
          </a:xfrm>
          <a:custGeom xmlns:a="http://schemas.openxmlformats.org/drawingml/2006/main">
            <a:pathLst>
              <a:path w="188552" h="377110">
                <a:moveTo>
                  <a:pt x="0" y="31387"/>
                </a:moveTo>
                <a:cubicBezTo>
                  <a:pt x="0" y="14030"/>
                  <a:pt x="14030" y="0"/>
                  <a:pt x="31464" y="0"/>
                </a:cubicBezTo>
                <a:lnTo>
                  <a:pt x="157088" y="0"/>
                </a:lnTo>
                <a:cubicBezTo>
                  <a:pt x="174525" y="0"/>
                  <a:pt x="188552" y="14030"/>
                  <a:pt x="188552" y="31387"/>
                </a:cubicBezTo>
                <a:lnTo>
                  <a:pt x="188552" y="345643"/>
                </a:lnTo>
                <a:cubicBezTo>
                  <a:pt x="188552" y="363000"/>
                  <a:pt x="174525" y="377110"/>
                  <a:pt x="157088" y="377110"/>
                </a:cubicBezTo>
                <a:lnTo>
                  <a:pt x="31464" y="377110"/>
                </a:lnTo>
                <a:cubicBezTo>
                  <a:pt x="14030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1">
            <a:extLst xmlns:a="http://schemas.openxmlformats.org/drawingml/2006/main">
              <a:ext uri="{FF2B5EF4-FFF2-40B4-BE49-F238E27FC236}">
                <a16:creationId xmlns:a16="http://schemas.microsoft.com/office/drawing/2014/main" id="{2A86ECBC-E61A-4B9B-89AE-C4B1A788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7589" y="1477477"/>
            <a:ext cx="60456" cy="104694"/>
          </a:xfrm>
          <a:custGeom xmlns:a="http://schemas.openxmlformats.org/drawingml/2006/main">
            <a:pathLst>
              <a:path w="60456" h="104694">
                <a:moveTo>
                  <a:pt x="60456" y="99235"/>
                </a:moveTo>
                <a:cubicBezTo>
                  <a:pt x="60456" y="100252"/>
                  <a:pt x="60376" y="101108"/>
                  <a:pt x="60215" y="101804"/>
                </a:cubicBezTo>
                <a:cubicBezTo>
                  <a:pt x="60055" y="102500"/>
                  <a:pt x="59841" y="103062"/>
                  <a:pt x="59573" y="103490"/>
                </a:cubicBezTo>
                <a:cubicBezTo>
                  <a:pt x="59305" y="103918"/>
                  <a:pt x="58998" y="104226"/>
                  <a:pt x="58650" y="104413"/>
                </a:cubicBezTo>
                <a:cubicBezTo>
                  <a:pt x="58302" y="104600"/>
                  <a:pt x="57940" y="104694"/>
                  <a:pt x="57566" y="104694"/>
                </a:cubicBezTo>
                <a:lnTo>
                  <a:pt x="3292" y="104694"/>
                </a:lnTo>
                <a:cubicBezTo>
                  <a:pt x="2917" y="104694"/>
                  <a:pt x="2569" y="104600"/>
                  <a:pt x="2248" y="104413"/>
                </a:cubicBezTo>
                <a:cubicBezTo>
                  <a:pt x="1927" y="104226"/>
                  <a:pt x="1619" y="103918"/>
                  <a:pt x="1325" y="103490"/>
                </a:cubicBezTo>
                <a:cubicBezTo>
                  <a:pt x="1030" y="103062"/>
                  <a:pt x="803" y="102500"/>
                  <a:pt x="642" y="101804"/>
                </a:cubicBezTo>
                <a:cubicBezTo>
                  <a:pt x="482" y="101108"/>
                  <a:pt x="401" y="100252"/>
                  <a:pt x="401" y="99235"/>
                </a:cubicBezTo>
                <a:cubicBezTo>
                  <a:pt x="401" y="98271"/>
                  <a:pt x="482" y="97442"/>
                  <a:pt x="642" y="96746"/>
                </a:cubicBezTo>
                <a:cubicBezTo>
                  <a:pt x="803" y="96050"/>
                  <a:pt x="1004" y="95475"/>
                  <a:pt x="1244" y="95020"/>
                </a:cubicBezTo>
                <a:cubicBezTo>
                  <a:pt x="1485" y="94565"/>
                  <a:pt x="1780" y="94217"/>
                  <a:pt x="2128" y="93976"/>
                </a:cubicBezTo>
                <a:cubicBezTo>
                  <a:pt x="2476" y="93735"/>
                  <a:pt x="2864" y="93615"/>
                  <a:pt x="3292" y="93615"/>
                </a:cubicBezTo>
                <a:lnTo>
                  <a:pt x="24969" y="93615"/>
                </a:lnTo>
                <a:lnTo>
                  <a:pt x="24969" y="14532"/>
                </a:lnTo>
                <a:lnTo>
                  <a:pt x="4898" y="26575"/>
                </a:lnTo>
                <a:cubicBezTo>
                  <a:pt x="3881" y="27110"/>
                  <a:pt x="3064" y="27431"/>
                  <a:pt x="2449" y="27538"/>
                </a:cubicBezTo>
                <a:cubicBezTo>
                  <a:pt x="1833" y="27645"/>
                  <a:pt x="1338" y="27525"/>
                  <a:pt x="963" y="27177"/>
                </a:cubicBezTo>
                <a:cubicBezTo>
                  <a:pt x="589" y="26829"/>
                  <a:pt x="335" y="26253"/>
                  <a:pt x="201" y="25448"/>
                </a:cubicBezTo>
                <a:cubicBezTo>
                  <a:pt x="67" y="24642"/>
                  <a:pt x="0" y="23622"/>
                  <a:pt x="0" y="22388"/>
                </a:cubicBezTo>
                <a:cubicBezTo>
                  <a:pt x="0" y="21474"/>
                  <a:pt x="40" y="20696"/>
                  <a:pt x="120" y="20052"/>
                </a:cubicBezTo>
                <a:cubicBezTo>
                  <a:pt x="201" y="19408"/>
                  <a:pt x="321" y="18871"/>
                  <a:pt x="482" y="18441"/>
                </a:cubicBezTo>
                <a:cubicBezTo>
                  <a:pt x="642" y="18011"/>
                  <a:pt x="870" y="17636"/>
                  <a:pt x="1164" y="17314"/>
                </a:cubicBezTo>
                <a:cubicBezTo>
                  <a:pt x="1459" y="16992"/>
                  <a:pt x="1847" y="16670"/>
                  <a:pt x="2328" y="16348"/>
                </a:cubicBezTo>
                <a:lnTo>
                  <a:pt x="26254" y="966"/>
                </a:lnTo>
                <a:cubicBezTo>
                  <a:pt x="26468" y="805"/>
                  <a:pt x="26736" y="672"/>
                  <a:pt x="27057" y="565"/>
                </a:cubicBezTo>
                <a:cubicBezTo>
                  <a:pt x="27378" y="456"/>
                  <a:pt x="27779" y="348"/>
                  <a:pt x="28261" y="241"/>
                </a:cubicBezTo>
                <a:cubicBezTo>
                  <a:pt x="28743" y="134"/>
                  <a:pt x="29305" y="67"/>
                  <a:pt x="29947" y="40"/>
                </a:cubicBezTo>
                <a:cubicBezTo>
                  <a:pt x="30589" y="13"/>
                  <a:pt x="31392" y="0"/>
                  <a:pt x="32356" y="0"/>
                </a:cubicBezTo>
                <a:cubicBezTo>
                  <a:pt x="33640" y="0"/>
                  <a:pt x="34711" y="54"/>
                  <a:pt x="35567" y="161"/>
                </a:cubicBezTo>
                <a:cubicBezTo>
                  <a:pt x="36424" y="268"/>
                  <a:pt x="37093" y="415"/>
                  <a:pt x="37574" y="602"/>
                </a:cubicBezTo>
                <a:cubicBezTo>
                  <a:pt x="38056" y="789"/>
                  <a:pt x="38377" y="1031"/>
                  <a:pt x="38538" y="1327"/>
                </a:cubicBezTo>
                <a:cubicBezTo>
                  <a:pt x="38698" y="1622"/>
                  <a:pt x="38779" y="1929"/>
                  <a:pt x="38779" y="2251"/>
                </a:cubicBezTo>
                <a:lnTo>
                  <a:pt x="38779" y="93615"/>
                </a:lnTo>
                <a:lnTo>
                  <a:pt x="57566" y="93615"/>
                </a:lnTo>
                <a:cubicBezTo>
                  <a:pt x="57994" y="93615"/>
                  <a:pt x="58395" y="93735"/>
                  <a:pt x="58770" y="93976"/>
                </a:cubicBezTo>
                <a:cubicBezTo>
                  <a:pt x="59145" y="94217"/>
                  <a:pt x="59452" y="94565"/>
                  <a:pt x="59693" y="95020"/>
                </a:cubicBezTo>
                <a:cubicBezTo>
                  <a:pt x="59934" y="95475"/>
                  <a:pt x="60122" y="96050"/>
                  <a:pt x="60255" y="96746"/>
                </a:cubicBezTo>
                <a:cubicBezTo>
                  <a:pt x="60389" y="97442"/>
                  <a:pt x="60456" y="98271"/>
                  <a:pt x="60456" y="99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E85D1-8C9B-4683-BCEE-E6FB8942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2587" y="1337253"/>
            <a:ext cx="188552" cy="377110"/>
          </a:xfrm>
          <a:custGeom xmlns:a="http://schemas.openxmlformats.org/drawingml/2006/main">
            <a:pathLst>
              <a:path w="188552" h="377110">
                <a:moveTo>
                  <a:pt x="0" y="31387"/>
                </a:moveTo>
                <a:cubicBezTo>
                  <a:pt x="0" y="14030"/>
                  <a:pt x="14027" y="0"/>
                  <a:pt x="31464" y="0"/>
                </a:cubicBezTo>
                <a:lnTo>
                  <a:pt x="157088" y="0"/>
                </a:lnTo>
                <a:cubicBezTo>
                  <a:pt x="174522" y="0"/>
                  <a:pt x="188552" y="14030"/>
                  <a:pt x="188552" y="31387"/>
                </a:cubicBezTo>
                <a:lnTo>
                  <a:pt x="188552" y="345643"/>
                </a:lnTo>
                <a:cubicBezTo>
                  <a:pt x="188552" y="363000"/>
                  <a:pt x="174522" y="377110"/>
                  <a:pt x="157088" y="377110"/>
                </a:cubicBezTo>
                <a:lnTo>
                  <a:pt x="31464" y="377110"/>
                </a:lnTo>
                <a:cubicBezTo>
                  <a:pt x="14027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(">
            <a:extLst xmlns:a="http://schemas.openxmlformats.org/drawingml/2006/main">
              <a:ext uri="{FF2B5EF4-FFF2-40B4-BE49-F238E27FC236}">
                <a16:creationId xmlns:a16="http://schemas.microsoft.com/office/drawing/2014/main" id="{5A632C3F-7AF8-4210-B968-D49BFA37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307" y="1468164"/>
            <a:ext cx="29372" cy="141787"/>
          </a:xfrm>
          <a:custGeom xmlns:a="http://schemas.openxmlformats.org/drawingml/2006/main">
            <a:pathLst>
              <a:path w="29372" h="141787">
                <a:moveTo>
                  <a:pt x="29064" y="3294"/>
                </a:moveTo>
                <a:cubicBezTo>
                  <a:pt x="23979" y="14066"/>
                  <a:pt x="20192" y="25119"/>
                  <a:pt x="17703" y="36453"/>
                </a:cubicBezTo>
                <a:cubicBezTo>
                  <a:pt x="15214" y="47785"/>
                  <a:pt x="13970" y="59185"/>
                  <a:pt x="13970" y="70653"/>
                </a:cubicBezTo>
                <a:cubicBezTo>
                  <a:pt x="13970" y="82174"/>
                  <a:pt x="15241" y="93588"/>
                  <a:pt x="17784" y="104895"/>
                </a:cubicBezTo>
                <a:cubicBezTo>
                  <a:pt x="20326" y="116200"/>
                  <a:pt x="24033" y="127292"/>
                  <a:pt x="28903" y="138169"/>
                </a:cubicBezTo>
                <a:cubicBezTo>
                  <a:pt x="29171" y="138813"/>
                  <a:pt x="29318" y="139362"/>
                  <a:pt x="29345" y="139817"/>
                </a:cubicBezTo>
                <a:cubicBezTo>
                  <a:pt x="29372" y="140272"/>
                  <a:pt x="29198" y="140647"/>
                  <a:pt x="28823" y="140941"/>
                </a:cubicBezTo>
                <a:cubicBezTo>
                  <a:pt x="28448" y="141237"/>
                  <a:pt x="27873" y="141452"/>
                  <a:pt x="27097" y="141586"/>
                </a:cubicBezTo>
                <a:cubicBezTo>
                  <a:pt x="26321" y="141720"/>
                  <a:pt x="25264" y="141787"/>
                  <a:pt x="23926" y="141787"/>
                </a:cubicBezTo>
                <a:cubicBezTo>
                  <a:pt x="22962" y="141787"/>
                  <a:pt x="22132" y="141760"/>
                  <a:pt x="21437" y="141706"/>
                </a:cubicBezTo>
                <a:cubicBezTo>
                  <a:pt x="20741" y="141653"/>
                  <a:pt x="20139" y="141546"/>
                  <a:pt x="19630" y="141385"/>
                </a:cubicBezTo>
                <a:cubicBezTo>
                  <a:pt x="19122" y="141225"/>
                  <a:pt x="18707" y="141037"/>
                  <a:pt x="18386" y="140821"/>
                </a:cubicBezTo>
                <a:cubicBezTo>
                  <a:pt x="18065" y="140607"/>
                  <a:pt x="17824" y="140366"/>
                  <a:pt x="17663" y="140098"/>
                </a:cubicBezTo>
                <a:cubicBezTo>
                  <a:pt x="14773" y="134634"/>
                  <a:pt x="12230" y="129101"/>
                  <a:pt x="10036" y="123501"/>
                </a:cubicBezTo>
                <a:cubicBezTo>
                  <a:pt x="7841" y="117901"/>
                  <a:pt x="5995" y="112208"/>
                  <a:pt x="4496" y="106420"/>
                </a:cubicBezTo>
                <a:cubicBezTo>
                  <a:pt x="2997" y="100633"/>
                  <a:pt x="1873" y="94779"/>
                  <a:pt x="1124" y="88858"/>
                </a:cubicBezTo>
                <a:cubicBezTo>
                  <a:pt x="375" y="82936"/>
                  <a:pt x="0" y="76948"/>
                  <a:pt x="0" y="70893"/>
                </a:cubicBezTo>
                <a:cubicBezTo>
                  <a:pt x="0" y="64838"/>
                  <a:pt x="415" y="58864"/>
                  <a:pt x="1244" y="52969"/>
                </a:cubicBezTo>
                <a:cubicBezTo>
                  <a:pt x="2074" y="47075"/>
                  <a:pt x="3252" y="41221"/>
                  <a:pt x="4777" y="35407"/>
                </a:cubicBezTo>
                <a:cubicBezTo>
                  <a:pt x="6303" y="29592"/>
                  <a:pt x="8163" y="23872"/>
                  <a:pt x="10357" y="18245"/>
                </a:cubicBezTo>
                <a:cubicBezTo>
                  <a:pt x="12552" y="12618"/>
                  <a:pt x="15014" y="7046"/>
                  <a:pt x="17743" y="1528"/>
                </a:cubicBezTo>
                <a:cubicBezTo>
                  <a:pt x="17797" y="1314"/>
                  <a:pt x="17944" y="1127"/>
                  <a:pt x="18185" y="966"/>
                </a:cubicBezTo>
                <a:cubicBezTo>
                  <a:pt x="18426" y="804"/>
                  <a:pt x="18760" y="642"/>
                  <a:pt x="19189" y="482"/>
                </a:cubicBezTo>
                <a:cubicBezTo>
                  <a:pt x="19617" y="321"/>
                  <a:pt x="20206" y="201"/>
                  <a:pt x="20955" y="120"/>
                </a:cubicBezTo>
                <a:cubicBezTo>
                  <a:pt x="21704" y="40"/>
                  <a:pt x="22668" y="0"/>
                  <a:pt x="23845" y="0"/>
                </a:cubicBezTo>
                <a:cubicBezTo>
                  <a:pt x="25076" y="0"/>
                  <a:pt x="26066" y="80"/>
                  <a:pt x="26816" y="241"/>
                </a:cubicBezTo>
                <a:cubicBezTo>
                  <a:pt x="27565" y="401"/>
                  <a:pt x="28154" y="616"/>
                  <a:pt x="28582" y="886"/>
                </a:cubicBezTo>
                <a:cubicBezTo>
                  <a:pt x="29010" y="1153"/>
                  <a:pt x="29251" y="1501"/>
                  <a:pt x="29305" y="1929"/>
                </a:cubicBezTo>
                <a:cubicBezTo>
                  <a:pt x="29358" y="2358"/>
                  <a:pt x="29278" y="2813"/>
                  <a:pt x="29064" y="32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067540-84AB-4C69-A06B-9C7B22EA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376" y="1337253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7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7"/>
                </a:cubicBezTo>
                <a:lnTo>
                  <a:pt x="188555" y="345643"/>
                </a:lnTo>
                <a:cubicBezTo>
                  <a:pt x="188555" y="363000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7">
            <a:extLst xmlns:a="http://schemas.openxmlformats.org/drawingml/2006/main">
              <a:ext uri="{FF2B5EF4-FFF2-40B4-BE49-F238E27FC236}">
                <a16:creationId xmlns:a16="http://schemas.microsoft.com/office/drawing/2014/main" id="{C48C4753-CC9D-45EE-9A92-178D7554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5310" y="1478280"/>
            <a:ext cx="67762" cy="104373"/>
          </a:xfrm>
          <a:custGeom xmlns:a="http://schemas.openxmlformats.org/drawingml/2006/main">
            <a:pathLst>
              <a:path w="67762" h="104373">
                <a:moveTo>
                  <a:pt x="67762" y="5941"/>
                </a:moveTo>
                <a:cubicBezTo>
                  <a:pt x="67762" y="6905"/>
                  <a:pt x="67722" y="7774"/>
                  <a:pt x="67642" y="8551"/>
                </a:cubicBezTo>
                <a:cubicBezTo>
                  <a:pt x="67561" y="9327"/>
                  <a:pt x="67454" y="10076"/>
                  <a:pt x="67321" y="10799"/>
                </a:cubicBezTo>
                <a:cubicBezTo>
                  <a:pt x="67187" y="11521"/>
                  <a:pt x="66999" y="12217"/>
                  <a:pt x="66759" y="12886"/>
                </a:cubicBezTo>
                <a:cubicBezTo>
                  <a:pt x="66518" y="13555"/>
                  <a:pt x="66237" y="14264"/>
                  <a:pt x="65916" y="15014"/>
                </a:cubicBezTo>
                <a:lnTo>
                  <a:pt x="28502" y="101242"/>
                </a:lnTo>
                <a:cubicBezTo>
                  <a:pt x="28234" y="101884"/>
                  <a:pt x="27900" y="102406"/>
                  <a:pt x="27498" y="102807"/>
                </a:cubicBezTo>
                <a:cubicBezTo>
                  <a:pt x="27097" y="103209"/>
                  <a:pt x="26588" y="103530"/>
                  <a:pt x="25973" y="103771"/>
                </a:cubicBezTo>
                <a:cubicBezTo>
                  <a:pt x="25357" y="104012"/>
                  <a:pt x="24568" y="104172"/>
                  <a:pt x="23604" y="104253"/>
                </a:cubicBezTo>
                <a:cubicBezTo>
                  <a:pt x="22641" y="104333"/>
                  <a:pt x="21463" y="104373"/>
                  <a:pt x="20072" y="104373"/>
                </a:cubicBezTo>
                <a:cubicBezTo>
                  <a:pt x="18252" y="104373"/>
                  <a:pt x="16833" y="104293"/>
                  <a:pt x="15817" y="104132"/>
                </a:cubicBezTo>
                <a:cubicBezTo>
                  <a:pt x="14800" y="103972"/>
                  <a:pt x="14064" y="103717"/>
                  <a:pt x="13609" y="103369"/>
                </a:cubicBezTo>
                <a:cubicBezTo>
                  <a:pt x="13154" y="103022"/>
                  <a:pt x="12953" y="102593"/>
                  <a:pt x="13006" y="102085"/>
                </a:cubicBezTo>
                <a:cubicBezTo>
                  <a:pt x="13060" y="101576"/>
                  <a:pt x="13247" y="100974"/>
                  <a:pt x="13568" y="100278"/>
                </a:cubicBezTo>
                <a:lnTo>
                  <a:pt x="52909" y="12123"/>
                </a:lnTo>
                <a:lnTo>
                  <a:pt x="3051" y="12123"/>
                </a:lnTo>
                <a:cubicBezTo>
                  <a:pt x="2034" y="12123"/>
                  <a:pt x="1271" y="11588"/>
                  <a:pt x="763" y="10518"/>
                </a:cubicBezTo>
                <a:cubicBezTo>
                  <a:pt x="254" y="9447"/>
                  <a:pt x="0" y="7948"/>
                  <a:pt x="0" y="6022"/>
                </a:cubicBezTo>
                <a:cubicBezTo>
                  <a:pt x="0" y="5005"/>
                  <a:pt x="67" y="4121"/>
                  <a:pt x="201" y="3372"/>
                </a:cubicBezTo>
                <a:cubicBezTo>
                  <a:pt x="335" y="2623"/>
                  <a:pt x="535" y="1994"/>
                  <a:pt x="803" y="1485"/>
                </a:cubicBezTo>
                <a:cubicBezTo>
                  <a:pt x="1070" y="977"/>
                  <a:pt x="1392" y="602"/>
                  <a:pt x="1766" y="361"/>
                </a:cubicBezTo>
                <a:cubicBezTo>
                  <a:pt x="2141" y="120"/>
                  <a:pt x="2569" y="0"/>
                  <a:pt x="3051" y="0"/>
                </a:cubicBezTo>
                <a:lnTo>
                  <a:pt x="63587" y="0"/>
                </a:lnTo>
                <a:cubicBezTo>
                  <a:pt x="64337" y="0"/>
                  <a:pt x="64992" y="80"/>
                  <a:pt x="65554" y="241"/>
                </a:cubicBezTo>
                <a:cubicBezTo>
                  <a:pt x="66116" y="401"/>
                  <a:pt x="66544" y="723"/>
                  <a:pt x="66839" y="1204"/>
                </a:cubicBezTo>
                <a:cubicBezTo>
                  <a:pt x="67133" y="1686"/>
                  <a:pt x="67361" y="2302"/>
                  <a:pt x="67521" y="3051"/>
                </a:cubicBezTo>
                <a:cubicBezTo>
                  <a:pt x="67682" y="3800"/>
                  <a:pt x="67762" y="4764"/>
                  <a:pt x="67762" y="5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9FE15A-3AB9-46BF-B1F8-99BFB2CE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6085" y="1337253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7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7"/>
                </a:cubicBezTo>
                <a:lnTo>
                  <a:pt x="188555" y="345643"/>
                </a:lnTo>
                <a:cubicBezTo>
                  <a:pt x="188555" y="363000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,">
            <a:extLst xmlns:a="http://schemas.openxmlformats.org/drawingml/2006/main">
              <a:ext uri="{FF2B5EF4-FFF2-40B4-BE49-F238E27FC236}">
                <a16:creationId xmlns:a16="http://schemas.microsoft.com/office/drawing/2014/main" id="{63E24B4A-F7E2-4B4E-A673-3CF347E1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297" y="1564187"/>
            <a:ext cx="26401" cy="41267"/>
          </a:xfrm>
          <a:custGeom xmlns:a="http://schemas.openxmlformats.org/drawingml/2006/main">
            <a:pathLst>
              <a:path w="26401" h="41267">
                <a:moveTo>
                  <a:pt x="26401" y="6503"/>
                </a:moveTo>
                <a:cubicBezTo>
                  <a:pt x="26401" y="8163"/>
                  <a:pt x="26321" y="9688"/>
                  <a:pt x="26160" y="11080"/>
                </a:cubicBezTo>
                <a:cubicBezTo>
                  <a:pt x="26000" y="12471"/>
                  <a:pt x="25732" y="13783"/>
                  <a:pt x="25357" y="15014"/>
                </a:cubicBezTo>
                <a:cubicBezTo>
                  <a:pt x="24983" y="16245"/>
                  <a:pt x="24488" y="17462"/>
                  <a:pt x="23872" y="18667"/>
                </a:cubicBezTo>
                <a:cubicBezTo>
                  <a:pt x="23256" y="19871"/>
                  <a:pt x="22494" y="21142"/>
                  <a:pt x="21584" y="22480"/>
                </a:cubicBezTo>
                <a:lnTo>
                  <a:pt x="10584" y="39019"/>
                </a:lnTo>
                <a:cubicBezTo>
                  <a:pt x="10317" y="39394"/>
                  <a:pt x="10009" y="39715"/>
                  <a:pt x="9661" y="39983"/>
                </a:cubicBezTo>
                <a:cubicBezTo>
                  <a:pt x="9313" y="40251"/>
                  <a:pt x="8885" y="40491"/>
                  <a:pt x="8377" y="40705"/>
                </a:cubicBezTo>
                <a:cubicBezTo>
                  <a:pt x="7868" y="40920"/>
                  <a:pt x="7279" y="41067"/>
                  <a:pt x="6610" y="41147"/>
                </a:cubicBezTo>
                <a:cubicBezTo>
                  <a:pt x="5941" y="41227"/>
                  <a:pt x="5098" y="41267"/>
                  <a:pt x="4081" y="41267"/>
                </a:cubicBezTo>
                <a:cubicBezTo>
                  <a:pt x="3171" y="41267"/>
                  <a:pt x="2409" y="41227"/>
                  <a:pt x="1793" y="41147"/>
                </a:cubicBezTo>
                <a:cubicBezTo>
                  <a:pt x="1178" y="41067"/>
                  <a:pt x="736" y="40933"/>
                  <a:pt x="468" y="40746"/>
                </a:cubicBezTo>
                <a:cubicBezTo>
                  <a:pt x="201" y="40558"/>
                  <a:pt x="54" y="40304"/>
                  <a:pt x="27" y="39983"/>
                </a:cubicBezTo>
                <a:cubicBezTo>
                  <a:pt x="0" y="39662"/>
                  <a:pt x="94" y="39287"/>
                  <a:pt x="308" y="38859"/>
                </a:cubicBezTo>
                <a:lnTo>
                  <a:pt x="10986" y="16780"/>
                </a:lnTo>
                <a:lnTo>
                  <a:pt x="10986" y="6503"/>
                </a:lnTo>
                <a:cubicBezTo>
                  <a:pt x="10986" y="5058"/>
                  <a:pt x="11133" y="3907"/>
                  <a:pt x="11428" y="3051"/>
                </a:cubicBezTo>
                <a:cubicBezTo>
                  <a:pt x="11722" y="2195"/>
                  <a:pt x="12190" y="1552"/>
                  <a:pt x="12833" y="1124"/>
                </a:cubicBezTo>
                <a:cubicBezTo>
                  <a:pt x="13475" y="696"/>
                  <a:pt x="14278" y="401"/>
                  <a:pt x="15241" y="241"/>
                </a:cubicBezTo>
                <a:cubicBezTo>
                  <a:pt x="16205" y="80"/>
                  <a:pt x="17382" y="0"/>
                  <a:pt x="18774" y="0"/>
                </a:cubicBezTo>
                <a:cubicBezTo>
                  <a:pt x="20112" y="0"/>
                  <a:pt x="21263" y="80"/>
                  <a:pt x="22226" y="241"/>
                </a:cubicBezTo>
                <a:cubicBezTo>
                  <a:pt x="23190" y="401"/>
                  <a:pt x="23979" y="696"/>
                  <a:pt x="24595" y="1124"/>
                </a:cubicBezTo>
                <a:cubicBezTo>
                  <a:pt x="25210" y="1552"/>
                  <a:pt x="25665" y="2195"/>
                  <a:pt x="25959" y="3051"/>
                </a:cubicBezTo>
                <a:cubicBezTo>
                  <a:pt x="26254" y="3907"/>
                  <a:pt x="26401" y="5058"/>
                  <a:pt x="26401" y="65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E1A19-CD4F-4BA1-8BE1-6FBD81C6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874" y="1337253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7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7"/>
                </a:cubicBezTo>
                <a:lnTo>
                  <a:pt x="188555" y="345643"/>
                </a:lnTo>
                <a:cubicBezTo>
                  <a:pt x="188555" y="363000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8">
            <a:extLst xmlns:a="http://schemas.openxmlformats.org/drawingml/2006/main">
              <a:ext uri="{FF2B5EF4-FFF2-40B4-BE49-F238E27FC236}">
                <a16:creationId xmlns:a16="http://schemas.microsoft.com/office/drawing/2014/main" id="{2B4CAA40-2115-46AC-8CB8-0745D6FE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7606" y="1476674"/>
            <a:ext cx="70010" cy="107103"/>
          </a:xfrm>
          <a:custGeom xmlns:a="http://schemas.openxmlformats.org/drawingml/2006/main">
            <a:pathLst>
              <a:path w="70010" h="107103">
                <a:moveTo>
                  <a:pt x="70010" y="78879"/>
                </a:moveTo>
                <a:cubicBezTo>
                  <a:pt x="70010" y="83382"/>
                  <a:pt x="69207" y="87389"/>
                  <a:pt x="67602" y="90900"/>
                </a:cubicBezTo>
                <a:cubicBezTo>
                  <a:pt x="65996" y="94411"/>
                  <a:pt x="63681" y="97373"/>
                  <a:pt x="60657" y="99787"/>
                </a:cubicBezTo>
                <a:cubicBezTo>
                  <a:pt x="57633" y="102199"/>
                  <a:pt x="53899" y="104021"/>
                  <a:pt x="49457" y="105254"/>
                </a:cubicBezTo>
                <a:cubicBezTo>
                  <a:pt x="45014" y="106486"/>
                  <a:pt x="39929" y="107103"/>
                  <a:pt x="34202" y="107103"/>
                </a:cubicBezTo>
                <a:cubicBezTo>
                  <a:pt x="28850" y="107103"/>
                  <a:pt x="24059" y="106540"/>
                  <a:pt x="19831" y="105414"/>
                </a:cubicBezTo>
                <a:cubicBezTo>
                  <a:pt x="15602" y="104289"/>
                  <a:pt x="12016" y="102627"/>
                  <a:pt x="9072" y="100429"/>
                </a:cubicBezTo>
                <a:cubicBezTo>
                  <a:pt x="6129" y="98231"/>
                  <a:pt x="3881" y="95524"/>
                  <a:pt x="2328" y="92307"/>
                </a:cubicBezTo>
                <a:cubicBezTo>
                  <a:pt x="776" y="89091"/>
                  <a:pt x="0" y="85419"/>
                  <a:pt x="0" y="81293"/>
                </a:cubicBezTo>
                <a:cubicBezTo>
                  <a:pt x="0" y="78023"/>
                  <a:pt x="535" y="75021"/>
                  <a:pt x="1606" y="72288"/>
                </a:cubicBezTo>
                <a:cubicBezTo>
                  <a:pt x="2676" y="69554"/>
                  <a:pt x="4215" y="67034"/>
                  <a:pt x="6222" y="64729"/>
                </a:cubicBezTo>
                <a:cubicBezTo>
                  <a:pt x="8229" y="62424"/>
                  <a:pt x="10705" y="60266"/>
                  <a:pt x="13649" y="58256"/>
                </a:cubicBezTo>
                <a:cubicBezTo>
                  <a:pt x="16593" y="56245"/>
                  <a:pt x="19911" y="54328"/>
                  <a:pt x="23604" y="52505"/>
                </a:cubicBezTo>
                <a:cubicBezTo>
                  <a:pt x="20393" y="50844"/>
                  <a:pt x="17556" y="49090"/>
                  <a:pt x="15094" y="47241"/>
                </a:cubicBezTo>
                <a:cubicBezTo>
                  <a:pt x="12632" y="45391"/>
                  <a:pt x="10544" y="43381"/>
                  <a:pt x="8832" y="41210"/>
                </a:cubicBezTo>
                <a:cubicBezTo>
                  <a:pt x="7119" y="39039"/>
                  <a:pt x="5821" y="36720"/>
                  <a:pt x="4938" y="34255"/>
                </a:cubicBezTo>
                <a:cubicBezTo>
                  <a:pt x="4054" y="31788"/>
                  <a:pt x="3613" y="29107"/>
                  <a:pt x="3613" y="26214"/>
                </a:cubicBezTo>
                <a:cubicBezTo>
                  <a:pt x="3613" y="22567"/>
                  <a:pt x="4269" y="19150"/>
                  <a:pt x="5580" y="15962"/>
                </a:cubicBezTo>
                <a:cubicBezTo>
                  <a:pt x="6891" y="12772"/>
                  <a:pt x="8872" y="9998"/>
                  <a:pt x="11521" y="7640"/>
                </a:cubicBezTo>
                <a:cubicBezTo>
                  <a:pt x="14171" y="5280"/>
                  <a:pt x="17543" y="3416"/>
                  <a:pt x="21637" y="2050"/>
                </a:cubicBezTo>
                <a:cubicBezTo>
                  <a:pt x="25732" y="683"/>
                  <a:pt x="30509" y="0"/>
                  <a:pt x="35969" y="0"/>
                </a:cubicBezTo>
                <a:cubicBezTo>
                  <a:pt x="41214" y="0"/>
                  <a:pt x="45750" y="630"/>
                  <a:pt x="49577" y="1889"/>
                </a:cubicBezTo>
                <a:cubicBezTo>
                  <a:pt x="53404" y="3149"/>
                  <a:pt x="56562" y="4864"/>
                  <a:pt x="59051" y="7035"/>
                </a:cubicBezTo>
                <a:cubicBezTo>
                  <a:pt x="61540" y="9206"/>
                  <a:pt x="63373" y="11766"/>
                  <a:pt x="64551" y="14715"/>
                </a:cubicBezTo>
                <a:cubicBezTo>
                  <a:pt x="65728" y="17662"/>
                  <a:pt x="66317" y="20824"/>
                  <a:pt x="66317" y="24201"/>
                </a:cubicBezTo>
                <a:cubicBezTo>
                  <a:pt x="66317" y="26936"/>
                  <a:pt x="65875" y="29563"/>
                  <a:pt x="64992" y="32082"/>
                </a:cubicBezTo>
                <a:cubicBezTo>
                  <a:pt x="64109" y="34601"/>
                  <a:pt x="62811" y="36986"/>
                  <a:pt x="61098" y="39238"/>
                </a:cubicBezTo>
                <a:cubicBezTo>
                  <a:pt x="59386" y="41489"/>
                  <a:pt x="57285" y="43593"/>
                  <a:pt x="54796" y="45550"/>
                </a:cubicBezTo>
                <a:cubicBezTo>
                  <a:pt x="52307" y="47507"/>
                  <a:pt x="49457" y="49344"/>
                  <a:pt x="46245" y="51060"/>
                </a:cubicBezTo>
                <a:cubicBezTo>
                  <a:pt x="50046" y="52935"/>
                  <a:pt x="53431" y="54864"/>
                  <a:pt x="56402" y="56848"/>
                </a:cubicBezTo>
                <a:cubicBezTo>
                  <a:pt x="59372" y="58832"/>
                  <a:pt x="61861" y="60963"/>
                  <a:pt x="63868" y="63241"/>
                </a:cubicBezTo>
                <a:cubicBezTo>
                  <a:pt x="65875" y="65519"/>
                  <a:pt x="67401" y="67931"/>
                  <a:pt x="68445" y="70477"/>
                </a:cubicBezTo>
                <a:cubicBezTo>
                  <a:pt x="69488" y="73023"/>
                  <a:pt x="70010" y="75823"/>
                  <a:pt x="70010" y="78879"/>
                </a:cubicBezTo>
                <a:moveTo>
                  <a:pt x="52668" y="25479"/>
                </a:moveTo>
                <a:cubicBezTo>
                  <a:pt x="52668" y="23227"/>
                  <a:pt x="52280" y="21190"/>
                  <a:pt x="51504" y="19367"/>
                </a:cubicBezTo>
                <a:cubicBezTo>
                  <a:pt x="50728" y="17544"/>
                  <a:pt x="49591" y="15989"/>
                  <a:pt x="48092" y="14703"/>
                </a:cubicBezTo>
                <a:cubicBezTo>
                  <a:pt x="46593" y="13415"/>
                  <a:pt x="44733" y="12435"/>
                  <a:pt x="42512" y="11765"/>
                </a:cubicBezTo>
                <a:cubicBezTo>
                  <a:pt x="40291" y="11094"/>
                  <a:pt x="37762" y="10758"/>
                  <a:pt x="34925" y="10758"/>
                </a:cubicBezTo>
                <a:cubicBezTo>
                  <a:pt x="29144" y="10758"/>
                  <a:pt x="24769" y="12072"/>
                  <a:pt x="21798" y="14700"/>
                </a:cubicBezTo>
                <a:cubicBezTo>
                  <a:pt x="18827" y="17328"/>
                  <a:pt x="17342" y="20921"/>
                  <a:pt x="17342" y="25479"/>
                </a:cubicBezTo>
                <a:cubicBezTo>
                  <a:pt x="17342" y="27571"/>
                  <a:pt x="17703" y="29515"/>
                  <a:pt x="18426" y="31312"/>
                </a:cubicBezTo>
                <a:cubicBezTo>
                  <a:pt x="19148" y="33108"/>
                  <a:pt x="20272" y="34811"/>
                  <a:pt x="21798" y="36420"/>
                </a:cubicBezTo>
                <a:cubicBezTo>
                  <a:pt x="23323" y="38029"/>
                  <a:pt x="25250" y="39598"/>
                  <a:pt x="27579" y="41127"/>
                </a:cubicBezTo>
                <a:cubicBezTo>
                  <a:pt x="29907" y="42654"/>
                  <a:pt x="32677" y="44249"/>
                  <a:pt x="35888" y="45912"/>
                </a:cubicBezTo>
                <a:cubicBezTo>
                  <a:pt x="41294" y="43123"/>
                  <a:pt x="45442" y="40040"/>
                  <a:pt x="48333" y="36661"/>
                </a:cubicBezTo>
                <a:cubicBezTo>
                  <a:pt x="51223" y="33282"/>
                  <a:pt x="52668" y="29555"/>
                  <a:pt x="52668" y="25479"/>
                </a:cubicBezTo>
                <a:moveTo>
                  <a:pt x="56040" y="80337"/>
                </a:moveTo>
                <a:cubicBezTo>
                  <a:pt x="56040" y="77870"/>
                  <a:pt x="55585" y="75631"/>
                  <a:pt x="54675" y="73621"/>
                </a:cubicBezTo>
                <a:cubicBezTo>
                  <a:pt x="53765" y="71610"/>
                  <a:pt x="52387" y="69733"/>
                  <a:pt x="50541" y="67990"/>
                </a:cubicBezTo>
                <a:cubicBezTo>
                  <a:pt x="48694" y="66248"/>
                  <a:pt x="46392" y="64558"/>
                  <a:pt x="43636" y="62922"/>
                </a:cubicBezTo>
                <a:cubicBezTo>
                  <a:pt x="40879" y="61287"/>
                  <a:pt x="37681" y="59584"/>
                  <a:pt x="34042" y="57814"/>
                </a:cubicBezTo>
                <a:cubicBezTo>
                  <a:pt x="30670" y="59477"/>
                  <a:pt x="27712" y="61139"/>
                  <a:pt x="25170" y="62802"/>
                </a:cubicBezTo>
                <a:cubicBezTo>
                  <a:pt x="22628" y="64465"/>
                  <a:pt x="20540" y="66181"/>
                  <a:pt x="18908" y="67950"/>
                </a:cubicBezTo>
                <a:cubicBezTo>
                  <a:pt x="17275" y="69720"/>
                  <a:pt x="16044" y="71583"/>
                  <a:pt x="15214" y="73540"/>
                </a:cubicBezTo>
                <a:cubicBezTo>
                  <a:pt x="14385" y="75497"/>
                  <a:pt x="13970" y="77656"/>
                  <a:pt x="13970" y="80016"/>
                </a:cubicBezTo>
                <a:cubicBezTo>
                  <a:pt x="13970" y="85218"/>
                  <a:pt x="15750" y="89240"/>
                  <a:pt x="19309" y="92082"/>
                </a:cubicBezTo>
                <a:cubicBezTo>
                  <a:pt x="22868" y="94923"/>
                  <a:pt x="28181" y="96344"/>
                  <a:pt x="35246" y="96344"/>
                </a:cubicBezTo>
                <a:cubicBezTo>
                  <a:pt x="42097" y="96344"/>
                  <a:pt x="47276" y="94910"/>
                  <a:pt x="50781" y="92041"/>
                </a:cubicBezTo>
                <a:cubicBezTo>
                  <a:pt x="54287" y="89173"/>
                  <a:pt x="56040" y="85271"/>
                  <a:pt x="56040" y="803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926F3-A06C-4BCD-987E-41372C32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583" y="1337253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7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7"/>
                </a:cubicBezTo>
                <a:lnTo>
                  <a:pt x="188555" y="345643"/>
                </a:lnTo>
                <a:cubicBezTo>
                  <a:pt x="188555" y="363000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,">
            <a:extLst xmlns:a="http://schemas.openxmlformats.org/drawingml/2006/main">
              <a:ext uri="{FF2B5EF4-FFF2-40B4-BE49-F238E27FC236}">
                <a16:creationId xmlns:a16="http://schemas.microsoft.com/office/drawing/2014/main" id="{0C4F4FC6-4F97-42F9-96B6-B02988F9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040" y="1564187"/>
            <a:ext cx="26401" cy="41267"/>
          </a:xfrm>
          <a:custGeom xmlns:a="http://schemas.openxmlformats.org/drawingml/2006/main">
            <a:pathLst>
              <a:path w="26401" h="41267">
                <a:moveTo>
                  <a:pt x="26401" y="6503"/>
                </a:moveTo>
                <a:cubicBezTo>
                  <a:pt x="26401" y="8163"/>
                  <a:pt x="26321" y="9688"/>
                  <a:pt x="26160" y="11080"/>
                </a:cubicBezTo>
                <a:cubicBezTo>
                  <a:pt x="26000" y="12471"/>
                  <a:pt x="25732" y="13783"/>
                  <a:pt x="25357" y="15014"/>
                </a:cubicBezTo>
                <a:cubicBezTo>
                  <a:pt x="24983" y="16245"/>
                  <a:pt x="24488" y="17462"/>
                  <a:pt x="23872" y="18667"/>
                </a:cubicBezTo>
                <a:cubicBezTo>
                  <a:pt x="23256" y="19871"/>
                  <a:pt x="22494" y="21142"/>
                  <a:pt x="21584" y="22480"/>
                </a:cubicBezTo>
                <a:lnTo>
                  <a:pt x="10584" y="39019"/>
                </a:lnTo>
                <a:cubicBezTo>
                  <a:pt x="10317" y="39394"/>
                  <a:pt x="10009" y="39715"/>
                  <a:pt x="9661" y="39983"/>
                </a:cubicBezTo>
                <a:cubicBezTo>
                  <a:pt x="9313" y="40251"/>
                  <a:pt x="8885" y="40491"/>
                  <a:pt x="8377" y="40705"/>
                </a:cubicBezTo>
                <a:cubicBezTo>
                  <a:pt x="7868" y="40920"/>
                  <a:pt x="7279" y="41067"/>
                  <a:pt x="6610" y="41147"/>
                </a:cubicBezTo>
                <a:cubicBezTo>
                  <a:pt x="5941" y="41227"/>
                  <a:pt x="5098" y="41267"/>
                  <a:pt x="4081" y="41267"/>
                </a:cubicBezTo>
                <a:cubicBezTo>
                  <a:pt x="3171" y="41267"/>
                  <a:pt x="2409" y="41227"/>
                  <a:pt x="1793" y="41147"/>
                </a:cubicBezTo>
                <a:cubicBezTo>
                  <a:pt x="1178" y="41067"/>
                  <a:pt x="736" y="40933"/>
                  <a:pt x="468" y="40746"/>
                </a:cubicBezTo>
                <a:cubicBezTo>
                  <a:pt x="201" y="40558"/>
                  <a:pt x="54" y="40304"/>
                  <a:pt x="27" y="39983"/>
                </a:cubicBezTo>
                <a:cubicBezTo>
                  <a:pt x="0" y="39662"/>
                  <a:pt x="94" y="39287"/>
                  <a:pt x="308" y="38859"/>
                </a:cubicBezTo>
                <a:lnTo>
                  <a:pt x="10986" y="16780"/>
                </a:lnTo>
                <a:lnTo>
                  <a:pt x="10986" y="6503"/>
                </a:lnTo>
                <a:cubicBezTo>
                  <a:pt x="10986" y="5058"/>
                  <a:pt x="11133" y="3907"/>
                  <a:pt x="11428" y="3051"/>
                </a:cubicBezTo>
                <a:cubicBezTo>
                  <a:pt x="11722" y="2195"/>
                  <a:pt x="12190" y="1552"/>
                  <a:pt x="12833" y="1124"/>
                </a:cubicBezTo>
                <a:cubicBezTo>
                  <a:pt x="13475" y="696"/>
                  <a:pt x="14278" y="401"/>
                  <a:pt x="15241" y="241"/>
                </a:cubicBezTo>
                <a:cubicBezTo>
                  <a:pt x="16205" y="80"/>
                  <a:pt x="17382" y="0"/>
                  <a:pt x="18774" y="0"/>
                </a:cubicBezTo>
                <a:cubicBezTo>
                  <a:pt x="20112" y="0"/>
                  <a:pt x="21263" y="80"/>
                  <a:pt x="22226" y="241"/>
                </a:cubicBezTo>
                <a:cubicBezTo>
                  <a:pt x="23190" y="401"/>
                  <a:pt x="23979" y="696"/>
                  <a:pt x="24595" y="1124"/>
                </a:cubicBezTo>
                <a:cubicBezTo>
                  <a:pt x="25210" y="1552"/>
                  <a:pt x="25665" y="2195"/>
                  <a:pt x="25959" y="3051"/>
                </a:cubicBezTo>
                <a:cubicBezTo>
                  <a:pt x="26254" y="3907"/>
                  <a:pt x="26401" y="5058"/>
                  <a:pt x="26401" y="65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BCFF35-43A9-40AA-8DD5-97049078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375" y="1337253"/>
            <a:ext cx="188552" cy="377110"/>
          </a:xfrm>
          <a:custGeom xmlns:a="http://schemas.openxmlformats.org/drawingml/2006/main">
            <a:pathLst>
              <a:path w="188552" h="377110">
                <a:moveTo>
                  <a:pt x="0" y="31387"/>
                </a:moveTo>
                <a:cubicBezTo>
                  <a:pt x="0" y="14030"/>
                  <a:pt x="14030" y="0"/>
                  <a:pt x="31464" y="0"/>
                </a:cubicBezTo>
                <a:lnTo>
                  <a:pt x="157088" y="0"/>
                </a:lnTo>
                <a:cubicBezTo>
                  <a:pt x="174525" y="0"/>
                  <a:pt x="188552" y="14030"/>
                  <a:pt x="188552" y="31387"/>
                </a:cubicBezTo>
                <a:lnTo>
                  <a:pt x="188552" y="345643"/>
                </a:lnTo>
                <a:cubicBezTo>
                  <a:pt x="188552" y="363000"/>
                  <a:pt x="174525" y="377110"/>
                  <a:pt x="157088" y="377110"/>
                </a:cubicBezTo>
                <a:lnTo>
                  <a:pt x="31464" y="377110"/>
                </a:lnTo>
                <a:cubicBezTo>
                  <a:pt x="14030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0">
            <a:extLst xmlns:a="http://schemas.openxmlformats.org/drawingml/2006/main">
              <a:ext uri="{FF2B5EF4-FFF2-40B4-BE49-F238E27FC236}">
                <a16:creationId xmlns:a16="http://schemas.microsoft.com/office/drawing/2014/main" id="{B1746954-232A-4980-BE93-BED3663A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544" y="1476674"/>
            <a:ext cx="71857" cy="107103"/>
          </a:xfrm>
          <a:custGeom xmlns:a="http://schemas.openxmlformats.org/drawingml/2006/main">
            <a:pathLst>
              <a:path w="71857" h="107103">
                <a:moveTo>
                  <a:pt x="71857" y="53311"/>
                </a:moveTo>
                <a:cubicBezTo>
                  <a:pt x="71857" y="61297"/>
                  <a:pt x="71228" y="68588"/>
                  <a:pt x="69970" y="75181"/>
                </a:cubicBezTo>
                <a:cubicBezTo>
                  <a:pt x="68712" y="81775"/>
                  <a:pt x="66625" y="87443"/>
                  <a:pt x="63708" y="92187"/>
                </a:cubicBezTo>
                <a:cubicBezTo>
                  <a:pt x="60791" y="96931"/>
                  <a:pt x="56977" y="100603"/>
                  <a:pt x="52267" y="103204"/>
                </a:cubicBezTo>
                <a:cubicBezTo>
                  <a:pt x="47557" y="105803"/>
                  <a:pt x="41749" y="107103"/>
                  <a:pt x="34845" y="107103"/>
                </a:cubicBezTo>
                <a:cubicBezTo>
                  <a:pt x="28315" y="107103"/>
                  <a:pt x="22815" y="105937"/>
                  <a:pt x="18346" y="103605"/>
                </a:cubicBezTo>
                <a:cubicBezTo>
                  <a:pt x="13876" y="101274"/>
                  <a:pt x="10277" y="97843"/>
                  <a:pt x="7547" y="93313"/>
                </a:cubicBezTo>
                <a:cubicBezTo>
                  <a:pt x="4817" y="88784"/>
                  <a:pt x="2877" y="83209"/>
                  <a:pt x="1726" y="76589"/>
                </a:cubicBezTo>
                <a:cubicBezTo>
                  <a:pt x="575" y="69968"/>
                  <a:pt x="0" y="62370"/>
                  <a:pt x="0" y="53792"/>
                </a:cubicBezTo>
                <a:cubicBezTo>
                  <a:pt x="0" y="45859"/>
                  <a:pt x="642" y="38582"/>
                  <a:pt x="1927" y="31962"/>
                </a:cubicBezTo>
                <a:cubicBezTo>
                  <a:pt x="3211" y="25341"/>
                  <a:pt x="5299" y="19659"/>
                  <a:pt x="8189" y="14916"/>
                </a:cubicBezTo>
                <a:cubicBezTo>
                  <a:pt x="11080" y="10172"/>
                  <a:pt x="14880" y="6501"/>
                  <a:pt x="19590" y="3901"/>
                </a:cubicBezTo>
                <a:cubicBezTo>
                  <a:pt x="24300" y="1300"/>
                  <a:pt x="30081" y="0"/>
                  <a:pt x="36932" y="0"/>
                </a:cubicBezTo>
                <a:cubicBezTo>
                  <a:pt x="43516" y="0"/>
                  <a:pt x="49042" y="1166"/>
                  <a:pt x="53511" y="3498"/>
                </a:cubicBezTo>
                <a:cubicBezTo>
                  <a:pt x="57981" y="5829"/>
                  <a:pt x="61580" y="9260"/>
                  <a:pt x="64310" y="13789"/>
                </a:cubicBezTo>
                <a:cubicBezTo>
                  <a:pt x="67040" y="18319"/>
                  <a:pt x="68980" y="23894"/>
                  <a:pt x="70131" y="30514"/>
                </a:cubicBezTo>
                <a:cubicBezTo>
                  <a:pt x="71281" y="37134"/>
                  <a:pt x="71857" y="44733"/>
                  <a:pt x="71857" y="53311"/>
                </a:cubicBezTo>
                <a:moveTo>
                  <a:pt x="57726" y="54276"/>
                </a:moveTo>
                <a:cubicBezTo>
                  <a:pt x="57726" y="49075"/>
                  <a:pt x="57539" y="44409"/>
                  <a:pt x="57164" y="40279"/>
                </a:cubicBezTo>
                <a:cubicBezTo>
                  <a:pt x="56790" y="36149"/>
                  <a:pt x="56241" y="32503"/>
                  <a:pt x="55518" y="29340"/>
                </a:cubicBezTo>
                <a:cubicBezTo>
                  <a:pt x="54796" y="26175"/>
                  <a:pt x="53859" y="23454"/>
                  <a:pt x="52708" y="21176"/>
                </a:cubicBezTo>
                <a:cubicBezTo>
                  <a:pt x="51558" y="18896"/>
                  <a:pt x="50179" y="17019"/>
                  <a:pt x="48574" y="15546"/>
                </a:cubicBezTo>
                <a:cubicBezTo>
                  <a:pt x="46968" y="14070"/>
                  <a:pt x="45135" y="12997"/>
                  <a:pt x="43074" y="12327"/>
                </a:cubicBezTo>
                <a:cubicBezTo>
                  <a:pt x="41013" y="11656"/>
                  <a:pt x="38698" y="11320"/>
                  <a:pt x="36129" y="11320"/>
                </a:cubicBezTo>
                <a:cubicBezTo>
                  <a:pt x="31580" y="11320"/>
                  <a:pt x="27886" y="12393"/>
                  <a:pt x="25050" y="14539"/>
                </a:cubicBezTo>
                <a:cubicBezTo>
                  <a:pt x="22213" y="16684"/>
                  <a:pt x="19978" y="19633"/>
                  <a:pt x="18346" y="23386"/>
                </a:cubicBezTo>
                <a:cubicBezTo>
                  <a:pt x="16713" y="27139"/>
                  <a:pt x="15602" y="31537"/>
                  <a:pt x="15014" y="36578"/>
                </a:cubicBezTo>
                <a:cubicBezTo>
                  <a:pt x="14425" y="41620"/>
                  <a:pt x="14130" y="47036"/>
                  <a:pt x="14130" y="52826"/>
                </a:cubicBezTo>
                <a:cubicBezTo>
                  <a:pt x="14130" y="60602"/>
                  <a:pt x="14532" y="67213"/>
                  <a:pt x="15335" y="72657"/>
                </a:cubicBezTo>
                <a:cubicBezTo>
                  <a:pt x="16138" y="78100"/>
                  <a:pt x="17409" y="82537"/>
                  <a:pt x="19148" y="85970"/>
                </a:cubicBezTo>
                <a:cubicBezTo>
                  <a:pt x="20888" y="89400"/>
                  <a:pt x="23109" y="91893"/>
                  <a:pt x="25812" y="93449"/>
                </a:cubicBezTo>
                <a:cubicBezTo>
                  <a:pt x="28515" y="95005"/>
                  <a:pt x="31794" y="95782"/>
                  <a:pt x="35647" y="95782"/>
                </a:cubicBezTo>
                <a:cubicBezTo>
                  <a:pt x="38645" y="95782"/>
                  <a:pt x="41281" y="95300"/>
                  <a:pt x="43556" y="94335"/>
                </a:cubicBezTo>
                <a:cubicBezTo>
                  <a:pt x="45830" y="93370"/>
                  <a:pt x="47784" y="91989"/>
                  <a:pt x="49417" y="90192"/>
                </a:cubicBezTo>
                <a:cubicBezTo>
                  <a:pt x="51049" y="88396"/>
                  <a:pt x="52401" y="86237"/>
                  <a:pt x="53471" y="83717"/>
                </a:cubicBezTo>
                <a:cubicBezTo>
                  <a:pt x="54542" y="81196"/>
                  <a:pt x="55398" y="78408"/>
                  <a:pt x="56040" y="75352"/>
                </a:cubicBezTo>
                <a:cubicBezTo>
                  <a:pt x="56683" y="72294"/>
                  <a:pt x="57124" y="68982"/>
                  <a:pt x="57365" y="65416"/>
                </a:cubicBezTo>
                <a:cubicBezTo>
                  <a:pt x="57606" y="61850"/>
                  <a:pt x="57726" y="58137"/>
                  <a:pt x="57726" y="542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E8019-9973-481B-8990-DEBE0F7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083" y="1337253"/>
            <a:ext cx="188552" cy="377110"/>
          </a:xfrm>
          <a:custGeom xmlns:a="http://schemas.openxmlformats.org/drawingml/2006/main">
            <a:pathLst>
              <a:path w="188552" h="377110">
                <a:moveTo>
                  <a:pt x="0" y="31387"/>
                </a:moveTo>
                <a:cubicBezTo>
                  <a:pt x="0" y="14030"/>
                  <a:pt x="14027" y="0"/>
                  <a:pt x="31464" y="0"/>
                </a:cubicBezTo>
                <a:lnTo>
                  <a:pt x="157085" y="0"/>
                </a:lnTo>
                <a:cubicBezTo>
                  <a:pt x="174522" y="0"/>
                  <a:pt x="188552" y="14030"/>
                  <a:pt x="188552" y="31387"/>
                </a:cubicBezTo>
                <a:lnTo>
                  <a:pt x="188552" y="345643"/>
                </a:lnTo>
                <a:cubicBezTo>
                  <a:pt x="188552" y="363000"/>
                  <a:pt x="174522" y="377110"/>
                  <a:pt x="157085" y="377110"/>
                </a:cubicBezTo>
                <a:lnTo>
                  <a:pt x="31464" y="377110"/>
                </a:lnTo>
                <a:cubicBezTo>
                  <a:pt x="14027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)">
            <a:extLst xmlns:a="http://schemas.openxmlformats.org/drawingml/2006/main">
              <a:ext uri="{FF2B5EF4-FFF2-40B4-BE49-F238E27FC236}">
                <a16:creationId xmlns:a16="http://schemas.microsoft.com/office/drawing/2014/main" id="{76441CEC-4EF3-401E-A0D0-557D8634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663" y="1468164"/>
            <a:ext cx="29291" cy="141787"/>
          </a:xfrm>
          <a:custGeom xmlns:a="http://schemas.openxmlformats.org/drawingml/2006/main">
            <a:pathLst>
              <a:path w="29291" h="141787">
                <a:moveTo>
                  <a:pt x="29291" y="70893"/>
                </a:moveTo>
                <a:cubicBezTo>
                  <a:pt x="29291" y="76948"/>
                  <a:pt x="28917" y="82936"/>
                  <a:pt x="28167" y="88858"/>
                </a:cubicBezTo>
                <a:cubicBezTo>
                  <a:pt x="27418" y="94779"/>
                  <a:pt x="26294" y="100633"/>
                  <a:pt x="24795" y="106420"/>
                </a:cubicBezTo>
                <a:cubicBezTo>
                  <a:pt x="23297" y="112208"/>
                  <a:pt x="21463" y="117901"/>
                  <a:pt x="19296" y="123501"/>
                </a:cubicBezTo>
                <a:cubicBezTo>
                  <a:pt x="17128" y="129101"/>
                  <a:pt x="14599" y="134634"/>
                  <a:pt x="11709" y="140098"/>
                </a:cubicBezTo>
                <a:cubicBezTo>
                  <a:pt x="11548" y="140366"/>
                  <a:pt x="11307" y="140607"/>
                  <a:pt x="10986" y="140821"/>
                </a:cubicBezTo>
                <a:cubicBezTo>
                  <a:pt x="10665" y="141037"/>
                  <a:pt x="10250" y="141225"/>
                  <a:pt x="9741" y="141385"/>
                </a:cubicBezTo>
                <a:cubicBezTo>
                  <a:pt x="9233" y="141546"/>
                  <a:pt x="8631" y="141653"/>
                  <a:pt x="7935" y="141706"/>
                </a:cubicBezTo>
                <a:cubicBezTo>
                  <a:pt x="7239" y="141760"/>
                  <a:pt x="6410" y="141787"/>
                  <a:pt x="5446" y="141787"/>
                </a:cubicBezTo>
                <a:cubicBezTo>
                  <a:pt x="4054" y="141787"/>
                  <a:pt x="2971" y="141720"/>
                  <a:pt x="2195" y="141586"/>
                </a:cubicBezTo>
                <a:cubicBezTo>
                  <a:pt x="1418" y="141452"/>
                  <a:pt x="856" y="141237"/>
                  <a:pt x="508" y="140941"/>
                </a:cubicBezTo>
                <a:cubicBezTo>
                  <a:pt x="161" y="140647"/>
                  <a:pt x="0" y="140272"/>
                  <a:pt x="27" y="139817"/>
                </a:cubicBezTo>
                <a:cubicBezTo>
                  <a:pt x="54" y="139362"/>
                  <a:pt x="201" y="138813"/>
                  <a:pt x="468" y="138169"/>
                </a:cubicBezTo>
                <a:cubicBezTo>
                  <a:pt x="5393" y="127345"/>
                  <a:pt x="9113" y="116267"/>
                  <a:pt x="11628" y="104935"/>
                </a:cubicBezTo>
                <a:cubicBezTo>
                  <a:pt x="14144" y="93601"/>
                  <a:pt x="15402" y="82174"/>
                  <a:pt x="15402" y="70653"/>
                </a:cubicBezTo>
                <a:cubicBezTo>
                  <a:pt x="15402" y="59185"/>
                  <a:pt x="14144" y="47785"/>
                  <a:pt x="11628" y="36453"/>
                </a:cubicBezTo>
                <a:cubicBezTo>
                  <a:pt x="9113" y="25119"/>
                  <a:pt x="5339" y="14066"/>
                  <a:pt x="308" y="3294"/>
                </a:cubicBezTo>
                <a:cubicBezTo>
                  <a:pt x="94" y="2813"/>
                  <a:pt x="13" y="2358"/>
                  <a:pt x="67" y="1929"/>
                </a:cubicBezTo>
                <a:cubicBezTo>
                  <a:pt x="120" y="1501"/>
                  <a:pt x="361" y="1153"/>
                  <a:pt x="789" y="886"/>
                </a:cubicBezTo>
                <a:cubicBezTo>
                  <a:pt x="1218" y="616"/>
                  <a:pt x="1806" y="401"/>
                  <a:pt x="2556" y="241"/>
                </a:cubicBezTo>
                <a:cubicBezTo>
                  <a:pt x="3305" y="80"/>
                  <a:pt x="4295" y="0"/>
                  <a:pt x="5526" y="0"/>
                </a:cubicBezTo>
                <a:cubicBezTo>
                  <a:pt x="6650" y="0"/>
                  <a:pt x="7587" y="40"/>
                  <a:pt x="8336" y="120"/>
                </a:cubicBezTo>
                <a:cubicBezTo>
                  <a:pt x="9086" y="201"/>
                  <a:pt x="9688" y="321"/>
                  <a:pt x="10143" y="482"/>
                </a:cubicBezTo>
                <a:cubicBezTo>
                  <a:pt x="10598" y="642"/>
                  <a:pt x="10932" y="804"/>
                  <a:pt x="11147" y="966"/>
                </a:cubicBezTo>
                <a:cubicBezTo>
                  <a:pt x="11361" y="1127"/>
                  <a:pt x="11521" y="1314"/>
                  <a:pt x="11628" y="1528"/>
                </a:cubicBezTo>
                <a:cubicBezTo>
                  <a:pt x="17141" y="12512"/>
                  <a:pt x="21463" y="23805"/>
                  <a:pt x="24595" y="35407"/>
                </a:cubicBezTo>
                <a:cubicBezTo>
                  <a:pt x="27726" y="47008"/>
                  <a:pt x="29291" y="58837"/>
                  <a:pt x="29291" y="708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……">
            <a:extLst xmlns:a="http://schemas.openxmlformats.org/drawingml/2006/main">
              <a:ext uri="{FF2B5EF4-FFF2-40B4-BE49-F238E27FC236}">
                <a16:creationId xmlns:a16="http://schemas.microsoft.com/office/drawing/2014/main" id="{70A7B228-D4D5-4D72-BB7E-CDCD9865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2783" y="1479356"/>
            <a:ext cx="198916" cy="18627"/>
          </a:xfrm>
          <a:custGeom xmlns:a="http://schemas.openxmlformats.org/drawingml/2006/main">
            <a:pathLst>
              <a:path w="198916" h="18627">
                <a:moveTo>
                  <a:pt x="16941" y="9193"/>
                </a:moveTo>
                <a:cubicBezTo>
                  <a:pt x="16941" y="12955"/>
                  <a:pt x="16312" y="15468"/>
                  <a:pt x="15054" y="16732"/>
                </a:cubicBezTo>
                <a:cubicBezTo>
                  <a:pt x="13796" y="17995"/>
                  <a:pt x="11561" y="18627"/>
                  <a:pt x="8350" y="18627"/>
                </a:cubicBezTo>
                <a:cubicBezTo>
                  <a:pt x="5245" y="18627"/>
                  <a:pt x="3078" y="18009"/>
                  <a:pt x="1847" y="16772"/>
                </a:cubicBezTo>
                <a:cubicBezTo>
                  <a:pt x="616" y="15536"/>
                  <a:pt x="0" y="13090"/>
                  <a:pt x="0" y="9434"/>
                </a:cubicBezTo>
                <a:cubicBezTo>
                  <a:pt x="0" y="5672"/>
                  <a:pt x="629" y="3160"/>
                  <a:pt x="1887" y="1897"/>
                </a:cubicBezTo>
                <a:cubicBezTo>
                  <a:pt x="3145" y="632"/>
                  <a:pt x="5379" y="0"/>
                  <a:pt x="8591" y="0"/>
                </a:cubicBezTo>
                <a:cubicBezTo>
                  <a:pt x="11695" y="0"/>
                  <a:pt x="13863" y="618"/>
                  <a:pt x="15094" y="1854"/>
                </a:cubicBezTo>
                <a:cubicBezTo>
                  <a:pt x="16325" y="3090"/>
                  <a:pt x="16941" y="5536"/>
                  <a:pt x="16941" y="9193"/>
                </a:cubicBezTo>
                <a:moveTo>
                  <a:pt x="53150" y="9193"/>
                </a:moveTo>
                <a:cubicBezTo>
                  <a:pt x="53150" y="12955"/>
                  <a:pt x="52534" y="15468"/>
                  <a:pt x="51303" y="16732"/>
                </a:cubicBezTo>
                <a:cubicBezTo>
                  <a:pt x="50072" y="17995"/>
                  <a:pt x="47851" y="18627"/>
                  <a:pt x="44640" y="18627"/>
                </a:cubicBezTo>
                <a:cubicBezTo>
                  <a:pt x="41535" y="18627"/>
                  <a:pt x="39367" y="18009"/>
                  <a:pt x="38136" y="16772"/>
                </a:cubicBezTo>
                <a:cubicBezTo>
                  <a:pt x="36905" y="15536"/>
                  <a:pt x="36290" y="13090"/>
                  <a:pt x="36290" y="9434"/>
                </a:cubicBezTo>
                <a:cubicBezTo>
                  <a:pt x="36290" y="5672"/>
                  <a:pt x="36919" y="3160"/>
                  <a:pt x="38176" y="1897"/>
                </a:cubicBezTo>
                <a:cubicBezTo>
                  <a:pt x="39434" y="632"/>
                  <a:pt x="41642" y="0"/>
                  <a:pt x="44800" y="0"/>
                </a:cubicBezTo>
                <a:cubicBezTo>
                  <a:pt x="47958" y="0"/>
                  <a:pt x="50139" y="618"/>
                  <a:pt x="51343" y="1854"/>
                </a:cubicBezTo>
                <a:cubicBezTo>
                  <a:pt x="52548" y="3090"/>
                  <a:pt x="53150" y="5536"/>
                  <a:pt x="53150" y="9193"/>
                </a:cubicBezTo>
                <a:moveTo>
                  <a:pt x="89440" y="9193"/>
                </a:moveTo>
                <a:cubicBezTo>
                  <a:pt x="89440" y="12955"/>
                  <a:pt x="88811" y="15468"/>
                  <a:pt x="87553" y="16732"/>
                </a:cubicBezTo>
                <a:cubicBezTo>
                  <a:pt x="86295" y="17995"/>
                  <a:pt x="84060" y="18627"/>
                  <a:pt x="80849" y="18627"/>
                </a:cubicBezTo>
                <a:cubicBezTo>
                  <a:pt x="77745" y="18627"/>
                  <a:pt x="75577" y="18009"/>
                  <a:pt x="74346" y="16772"/>
                </a:cubicBezTo>
                <a:cubicBezTo>
                  <a:pt x="73115" y="15536"/>
                  <a:pt x="72499" y="13090"/>
                  <a:pt x="72499" y="9434"/>
                </a:cubicBezTo>
                <a:cubicBezTo>
                  <a:pt x="72499" y="5672"/>
                  <a:pt x="73128" y="3160"/>
                  <a:pt x="74386" y="1897"/>
                </a:cubicBezTo>
                <a:cubicBezTo>
                  <a:pt x="75644" y="632"/>
                  <a:pt x="77878" y="0"/>
                  <a:pt x="81090" y="0"/>
                </a:cubicBezTo>
                <a:cubicBezTo>
                  <a:pt x="84194" y="0"/>
                  <a:pt x="86362" y="618"/>
                  <a:pt x="87593" y="1854"/>
                </a:cubicBezTo>
                <a:cubicBezTo>
                  <a:pt x="88824" y="3090"/>
                  <a:pt x="89440" y="5536"/>
                  <a:pt x="89440" y="9193"/>
                </a:cubicBezTo>
                <a:close/>
                <a:moveTo>
                  <a:pt x="126417" y="9193"/>
                </a:moveTo>
                <a:cubicBezTo>
                  <a:pt x="126417" y="12955"/>
                  <a:pt x="125788" y="15468"/>
                  <a:pt x="124531" y="16732"/>
                </a:cubicBezTo>
                <a:cubicBezTo>
                  <a:pt x="123273" y="17995"/>
                  <a:pt x="121038" y="18627"/>
                  <a:pt x="117827" y="18627"/>
                </a:cubicBezTo>
                <a:cubicBezTo>
                  <a:pt x="114722" y="18627"/>
                  <a:pt x="112554" y="18009"/>
                  <a:pt x="111323" y="16772"/>
                </a:cubicBezTo>
                <a:cubicBezTo>
                  <a:pt x="110092" y="15536"/>
                  <a:pt x="109477" y="13090"/>
                  <a:pt x="109477" y="9434"/>
                </a:cubicBezTo>
                <a:cubicBezTo>
                  <a:pt x="109477" y="5672"/>
                  <a:pt x="110106" y="3160"/>
                  <a:pt x="111364" y="1897"/>
                </a:cubicBezTo>
                <a:cubicBezTo>
                  <a:pt x="112621" y="632"/>
                  <a:pt x="114856" y="0"/>
                  <a:pt x="118068" y="0"/>
                </a:cubicBezTo>
                <a:cubicBezTo>
                  <a:pt x="121172" y="0"/>
                  <a:pt x="123340" y="618"/>
                  <a:pt x="124571" y="1854"/>
                </a:cubicBezTo>
                <a:cubicBezTo>
                  <a:pt x="125802" y="3090"/>
                  <a:pt x="126417" y="5536"/>
                  <a:pt x="126417" y="9193"/>
                </a:cubicBezTo>
                <a:moveTo>
                  <a:pt x="162627" y="9193"/>
                </a:moveTo>
                <a:cubicBezTo>
                  <a:pt x="162627" y="12955"/>
                  <a:pt x="162011" y="15468"/>
                  <a:pt x="160780" y="16732"/>
                </a:cubicBezTo>
                <a:cubicBezTo>
                  <a:pt x="159549" y="17995"/>
                  <a:pt x="157328" y="18627"/>
                  <a:pt x="154116" y="18627"/>
                </a:cubicBezTo>
                <a:cubicBezTo>
                  <a:pt x="151012" y="18627"/>
                  <a:pt x="148844" y="18009"/>
                  <a:pt x="147613" y="16772"/>
                </a:cubicBezTo>
                <a:cubicBezTo>
                  <a:pt x="146382" y="15536"/>
                  <a:pt x="145767" y="13090"/>
                  <a:pt x="145767" y="9434"/>
                </a:cubicBezTo>
                <a:cubicBezTo>
                  <a:pt x="145767" y="5672"/>
                  <a:pt x="146395" y="3160"/>
                  <a:pt x="147653" y="1897"/>
                </a:cubicBezTo>
                <a:cubicBezTo>
                  <a:pt x="148911" y="632"/>
                  <a:pt x="151119" y="0"/>
                  <a:pt x="154277" y="0"/>
                </a:cubicBezTo>
                <a:cubicBezTo>
                  <a:pt x="157435" y="0"/>
                  <a:pt x="159616" y="618"/>
                  <a:pt x="160820" y="1854"/>
                </a:cubicBezTo>
                <a:cubicBezTo>
                  <a:pt x="162025" y="3090"/>
                  <a:pt x="162627" y="5536"/>
                  <a:pt x="162627" y="9193"/>
                </a:cubicBezTo>
                <a:moveTo>
                  <a:pt x="198916" y="9193"/>
                </a:moveTo>
                <a:cubicBezTo>
                  <a:pt x="198916" y="12955"/>
                  <a:pt x="198288" y="15468"/>
                  <a:pt x="197030" y="16732"/>
                </a:cubicBezTo>
                <a:cubicBezTo>
                  <a:pt x="195772" y="17995"/>
                  <a:pt x="193537" y="18627"/>
                  <a:pt x="190326" y="18627"/>
                </a:cubicBezTo>
                <a:cubicBezTo>
                  <a:pt x="187221" y="18627"/>
                  <a:pt x="185054" y="18009"/>
                  <a:pt x="183823" y="16772"/>
                </a:cubicBezTo>
                <a:cubicBezTo>
                  <a:pt x="182591" y="15536"/>
                  <a:pt x="181976" y="13090"/>
                  <a:pt x="181976" y="9434"/>
                </a:cubicBezTo>
                <a:cubicBezTo>
                  <a:pt x="181976" y="5672"/>
                  <a:pt x="182605" y="3160"/>
                  <a:pt x="183863" y="1897"/>
                </a:cubicBezTo>
                <a:cubicBezTo>
                  <a:pt x="185120" y="632"/>
                  <a:pt x="187355" y="0"/>
                  <a:pt x="190567" y="0"/>
                </a:cubicBezTo>
                <a:cubicBezTo>
                  <a:pt x="193671" y="0"/>
                  <a:pt x="195839" y="618"/>
                  <a:pt x="197070" y="1854"/>
                </a:cubicBezTo>
                <a:cubicBezTo>
                  <a:pt x="198301" y="3090"/>
                  <a:pt x="198916" y="5536"/>
                  <a:pt x="198916" y="91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…">
            <a:extLst xmlns:a="http://schemas.openxmlformats.org/drawingml/2006/main">
              <a:ext uri="{FF2B5EF4-FFF2-40B4-BE49-F238E27FC236}">
                <a16:creationId xmlns:a16="http://schemas.microsoft.com/office/drawing/2014/main" id="{D4FBBA46-2D53-4E71-8017-C70669E7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361" y="2502773"/>
            <a:ext cx="79514" cy="16560"/>
          </a:xfrm>
          <a:custGeom xmlns:a="http://schemas.openxmlformats.org/drawingml/2006/main">
            <a:pathLst>
              <a:path w="79514" h="16560">
                <a:moveTo>
                  <a:pt x="15061" y="8173"/>
                </a:moveTo>
                <a:cubicBezTo>
                  <a:pt x="15061" y="11517"/>
                  <a:pt x="14501" y="13751"/>
                  <a:pt x="13383" y="14875"/>
                </a:cubicBezTo>
                <a:cubicBezTo>
                  <a:pt x="12265" y="15998"/>
                  <a:pt x="10278" y="16560"/>
                  <a:pt x="7423" y="16560"/>
                </a:cubicBezTo>
                <a:cubicBezTo>
                  <a:pt x="4663" y="16560"/>
                  <a:pt x="2736" y="16010"/>
                  <a:pt x="1642" y="14911"/>
                </a:cubicBezTo>
                <a:cubicBezTo>
                  <a:pt x="547" y="13812"/>
                  <a:pt x="0" y="11637"/>
                  <a:pt x="0" y="8387"/>
                </a:cubicBezTo>
                <a:cubicBezTo>
                  <a:pt x="0" y="5042"/>
                  <a:pt x="559" y="2809"/>
                  <a:pt x="1677" y="1686"/>
                </a:cubicBezTo>
                <a:cubicBezTo>
                  <a:pt x="2796" y="562"/>
                  <a:pt x="4782" y="0"/>
                  <a:pt x="7637" y="0"/>
                </a:cubicBezTo>
                <a:cubicBezTo>
                  <a:pt x="10397" y="0"/>
                  <a:pt x="12324" y="549"/>
                  <a:pt x="13419" y="1648"/>
                </a:cubicBezTo>
                <a:cubicBezTo>
                  <a:pt x="14513" y="2747"/>
                  <a:pt x="15061" y="4922"/>
                  <a:pt x="15061" y="8173"/>
                </a:cubicBezTo>
                <a:moveTo>
                  <a:pt x="47252" y="8173"/>
                </a:moveTo>
                <a:cubicBezTo>
                  <a:pt x="47252" y="11517"/>
                  <a:pt x="46704" y="13751"/>
                  <a:pt x="45610" y="14875"/>
                </a:cubicBezTo>
                <a:cubicBezTo>
                  <a:pt x="44516" y="15998"/>
                  <a:pt x="42541" y="16560"/>
                  <a:pt x="39686" y="16560"/>
                </a:cubicBezTo>
                <a:cubicBezTo>
                  <a:pt x="36926" y="16560"/>
                  <a:pt x="34999" y="16010"/>
                  <a:pt x="33904" y="14911"/>
                </a:cubicBezTo>
                <a:cubicBezTo>
                  <a:pt x="32810" y="13812"/>
                  <a:pt x="32262" y="11637"/>
                  <a:pt x="32262" y="8387"/>
                </a:cubicBezTo>
                <a:cubicBezTo>
                  <a:pt x="32262" y="5042"/>
                  <a:pt x="32822" y="2809"/>
                  <a:pt x="33940" y="1686"/>
                </a:cubicBezTo>
                <a:cubicBezTo>
                  <a:pt x="35058" y="562"/>
                  <a:pt x="37021" y="0"/>
                  <a:pt x="39828" y="0"/>
                </a:cubicBezTo>
                <a:cubicBezTo>
                  <a:pt x="42636" y="0"/>
                  <a:pt x="44575" y="549"/>
                  <a:pt x="45646" y="1648"/>
                </a:cubicBezTo>
                <a:cubicBezTo>
                  <a:pt x="46716" y="2747"/>
                  <a:pt x="47252" y="4922"/>
                  <a:pt x="47252" y="8173"/>
                </a:cubicBezTo>
                <a:moveTo>
                  <a:pt x="79514" y="8173"/>
                </a:moveTo>
                <a:cubicBezTo>
                  <a:pt x="79514" y="11517"/>
                  <a:pt x="78955" y="13751"/>
                  <a:pt x="77837" y="14875"/>
                </a:cubicBezTo>
                <a:cubicBezTo>
                  <a:pt x="76719" y="15998"/>
                  <a:pt x="74732" y="16560"/>
                  <a:pt x="71877" y="16560"/>
                </a:cubicBezTo>
                <a:cubicBezTo>
                  <a:pt x="69117" y="16560"/>
                  <a:pt x="67190" y="16010"/>
                  <a:pt x="66095" y="14911"/>
                </a:cubicBezTo>
                <a:cubicBezTo>
                  <a:pt x="65001" y="13812"/>
                  <a:pt x="64454" y="11637"/>
                  <a:pt x="64454" y="8387"/>
                </a:cubicBezTo>
                <a:cubicBezTo>
                  <a:pt x="64454" y="5042"/>
                  <a:pt x="65013" y="2809"/>
                  <a:pt x="66131" y="1686"/>
                </a:cubicBezTo>
                <a:cubicBezTo>
                  <a:pt x="67249" y="562"/>
                  <a:pt x="69236" y="0"/>
                  <a:pt x="72091" y="0"/>
                </a:cubicBezTo>
                <a:cubicBezTo>
                  <a:pt x="74851" y="0"/>
                  <a:pt x="76778" y="549"/>
                  <a:pt x="77872" y="1648"/>
                </a:cubicBezTo>
                <a:cubicBezTo>
                  <a:pt x="78967" y="2747"/>
                  <a:pt x="79514" y="4922"/>
                  <a:pt x="79514" y="81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EE948-A8B0-44D1-BC0A-65110BED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370" y="1343336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4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4"/>
                </a:cubicBezTo>
                <a:lnTo>
                  <a:pt x="188555" y="345643"/>
                </a:lnTo>
                <a:cubicBezTo>
                  <a:pt x="188555" y="362997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2997"/>
                  <a:pt x="0" y="345643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4">
            <a:extLst xmlns:a="http://schemas.openxmlformats.org/drawingml/2006/main">
              <a:ext uri="{FF2B5EF4-FFF2-40B4-BE49-F238E27FC236}">
                <a16:creationId xmlns:a16="http://schemas.microsoft.com/office/drawing/2014/main" id="{2EB6EE4F-7083-4345-AD63-50425734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534" y="1484043"/>
            <a:ext cx="74747" cy="104855"/>
          </a:xfrm>
          <a:custGeom xmlns:a="http://schemas.openxmlformats.org/drawingml/2006/main">
            <a:pathLst>
              <a:path w="74747" h="104855">
                <a:moveTo>
                  <a:pt x="74747" y="74747"/>
                </a:moveTo>
                <a:cubicBezTo>
                  <a:pt x="74747" y="76513"/>
                  <a:pt x="74480" y="77905"/>
                  <a:pt x="73944" y="78922"/>
                </a:cubicBezTo>
                <a:cubicBezTo>
                  <a:pt x="73409" y="79939"/>
                  <a:pt x="72660" y="80448"/>
                  <a:pt x="71696" y="80448"/>
                </a:cubicBezTo>
                <a:lnTo>
                  <a:pt x="59974" y="80448"/>
                </a:lnTo>
                <a:lnTo>
                  <a:pt x="59974" y="102358"/>
                </a:lnTo>
                <a:cubicBezTo>
                  <a:pt x="59974" y="102788"/>
                  <a:pt x="59867" y="103151"/>
                  <a:pt x="59653" y="103447"/>
                </a:cubicBezTo>
                <a:cubicBezTo>
                  <a:pt x="59439" y="103742"/>
                  <a:pt x="59064" y="103997"/>
                  <a:pt x="58529" y="104212"/>
                </a:cubicBezTo>
                <a:cubicBezTo>
                  <a:pt x="57994" y="104427"/>
                  <a:pt x="57298" y="104587"/>
                  <a:pt x="56442" y="104694"/>
                </a:cubicBezTo>
                <a:cubicBezTo>
                  <a:pt x="55585" y="104801"/>
                  <a:pt x="54488" y="104855"/>
                  <a:pt x="53150" y="104855"/>
                </a:cubicBezTo>
                <a:cubicBezTo>
                  <a:pt x="51865" y="104855"/>
                  <a:pt x="50795" y="104801"/>
                  <a:pt x="49938" y="104694"/>
                </a:cubicBezTo>
                <a:cubicBezTo>
                  <a:pt x="49082" y="104587"/>
                  <a:pt x="48400" y="104427"/>
                  <a:pt x="47891" y="104212"/>
                </a:cubicBezTo>
                <a:cubicBezTo>
                  <a:pt x="47383" y="103997"/>
                  <a:pt x="47035" y="103742"/>
                  <a:pt x="46847" y="103447"/>
                </a:cubicBezTo>
                <a:cubicBezTo>
                  <a:pt x="46660" y="103151"/>
                  <a:pt x="46566" y="102788"/>
                  <a:pt x="46566" y="102358"/>
                </a:cubicBezTo>
                <a:lnTo>
                  <a:pt x="46566" y="80448"/>
                </a:lnTo>
                <a:lnTo>
                  <a:pt x="3693" y="80448"/>
                </a:lnTo>
                <a:cubicBezTo>
                  <a:pt x="3051" y="80448"/>
                  <a:pt x="2516" y="80367"/>
                  <a:pt x="2087" y="80207"/>
                </a:cubicBezTo>
                <a:cubicBezTo>
                  <a:pt x="1659" y="80046"/>
                  <a:pt x="1271" y="79752"/>
                  <a:pt x="923" y="79323"/>
                </a:cubicBezTo>
                <a:cubicBezTo>
                  <a:pt x="575" y="78895"/>
                  <a:pt x="335" y="78280"/>
                  <a:pt x="201" y="77477"/>
                </a:cubicBezTo>
                <a:cubicBezTo>
                  <a:pt x="67" y="76674"/>
                  <a:pt x="0" y="75630"/>
                  <a:pt x="0" y="74346"/>
                </a:cubicBezTo>
                <a:cubicBezTo>
                  <a:pt x="0" y="73329"/>
                  <a:pt x="27" y="72419"/>
                  <a:pt x="80" y="71616"/>
                </a:cubicBezTo>
                <a:cubicBezTo>
                  <a:pt x="134" y="70813"/>
                  <a:pt x="241" y="70077"/>
                  <a:pt x="401" y="69408"/>
                </a:cubicBezTo>
                <a:cubicBezTo>
                  <a:pt x="562" y="68739"/>
                  <a:pt x="776" y="68097"/>
                  <a:pt x="1044" y="67481"/>
                </a:cubicBezTo>
                <a:cubicBezTo>
                  <a:pt x="1311" y="66866"/>
                  <a:pt x="1633" y="66210"/>
                  <a:pt x="2007" y="65514"/>
                </a:cubicBezTo>
                <a:lnTo>
                  <a:pt x="39421" y="2486"/>
                </a:lnTo>
                <a:cubicBezTo>
                  <a:pt x="39689" y="2058"/>
                  <a:pt x="40077" y="1684"/>
                  <a:pt x="40585" y="1365"/>
                </a:cubicBezTo>
                <a:cubicBezTo>
                  <a:pt x="41094" y="1044"/>
                  <a:pt x="41749" y="776"/>
                  <a:pt x="42552" y="562"/>
                </a:cubicBezTo>
                <a:cubicBezTo>
                  <a:pt x="43355" y="348"/>
                  <a:pt x="44345" y="201"/>
                  <a:pt x="45523" y="120"/>
                </a:cubicBezTo>
                <a:cubicBezTo>
                  <a:pt x="46700" y="40"/>
                  <a:pt x="48092" y="0"/>
                  <a:pt x="49698" y="0"/>
                </a:cubicBezTo>
                <a:cubicBezTo>
                  <a:pt x="51464" y="0"/>
                  <a:pt x="53003" y="67"/>
                  <a:pt x="54314" y="201"/>
                </a:cubicBezTo>
                <a:cubicBezTo>
                  <a:pt x="55625" y="335"/>
                  <a:pt x="56683" y="508"/>
                  <a:pt x="57485" y="723"/>
                </a:cubicBezTo>
                <a:cubicBezTo>
                  <a:pt x="58288" y="937"/>
                  <a:pt x="58904" y="1218"/>
                  <a:pt x="59332" y="1566"/>
                </a:cubicBezTo>
                <a:cubicBezTo>
                  <a:pt x="59760" y="1912"/>
                  <a:pt x="59974" y="2326"/>
                  <a:pt x="59974" y="2808"/>
                </a:cubicBezTo>
                <a:lnTo>
                  <a:pt x="59974" y="69047"/>
                </a:lnTo>
                <a:lnTo>
                  <a:pt x="71696" y="69047"/>
                </a:lnTo>
                <a:cubicBezTo>
                  <a:pt x="72606" y="69047"/>
                  <a:pt x="73342" y="69515"/>
                  <a:pt x="73904" y="70452"/>
                </a:cubicBezTo>
                <a:cubicBezTo>
                  <a:pt x="74466" y="71388"/>
                  <a:pt x="74747" y="72820"/>
                  <a:pt x="74747" y="74747"/>
                </a:cubicBezTo>
                <a:moveTo>
                  <a:pt x="46566" y="12111"/>
                </a:moveTo>
                <a:lnTo>
                  <a:pt x="46406" y="12111"/>
                </a:lnTo>
                <a:lnTo>
                  <a:pt x="12605" y="69047"/>
                </a:lnTo>
                <a:lnTo>
                  <a:pt x="46566" y="69047"/>
                </a:lnTo>
                <a:lnTo>
                  <a:pt x="46566" y="121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E6769-7A56-4513-9F6F-3B8AB6C8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079" y="1343336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4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4"/>
                </a:cubicBezTo>
                <a:lnTo>
                  <a:pt x="188555" y="345643"/>
                </a:lnTo>
                <a:cubicBezTo>
                  <a:pt x="188555" y="362997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2997"/>
                  <a:pt x="0" y="345643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x">
            <a:extLst xmlns:a="http://schemas.openxmlformats.org/drawingml/2006/main">
              <a:ext uri="{FF2B5EF4-FFF2-40B4-BE49-F238E27FC236}">
                <a16:creationId xmlns:a16="http://schemas.microsoft.com/office/drawing/2014/main" id="{88C65F76-454A-418C-B2C2-CCB7656F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8101" y="1511662"/>
            <a:ext cx="64377" cy="77236"/>
          </a:xfrm>
          <a:custGeom xmlns:a="http://schemas.openxmlformats.org/drawingml/2006/main">
            <a:pathLst>
              <a:path w="64377" h="77236">
                <a:moveTo>
                  <a:pt x="63734" y="73222"/>
                </a:moveTo>
                <a:cubicBezTo>
                  <a:pt x="64163" y="73971"/>
                  <a:pt x="64377" y="74600"/>
                  <a:pt x="64377" y="75108"/>
                </a:cubicBezTo>
                <a:cubicBezTo>
                  <a:pt x="64377" y="75617"/>
                  <a:pt x="64122" y="76032"/>
                  <a:pt x="63614" y="76353"/>
                </a:cubicBezTo>
                <a:cubicBezTo>
                  <a:pt x="63106" y="76674"/>
                  <a:pt x="62329" y="76901"/>
                  <a:pt x="61286" y="77035"/>
                </a:cubicBezTo>
                <a:cubicBezTo>
                  <a:pt x="60242" y="77169"/>
                  <a:pt x="58890" y="77236"/>
                  <a:pt x="57231" y="77236"/>
                </a:cubicBezTo>
                <a:cubicBezTo>
                  <a:pt x="55625" y="77236"/>
                  <a:pt x="54354" y="77196"/>
                  <a:pt x="53418" y="77116"/>
                </a:cubicBezTo>
                <a:cubicBezTo>
                  <a:pt x="52481" y="77035"/>
                  <a:pt x="51732" y="76901"/>
                  <a:pt x="51170" y="76714"/>
                </a:cubicBezTo>
                <a:cubicBezTo>
                  <a:pt x="50608" y="76527"/>
                  <a:pt x="50179" y="76286"/>
                  <a:pt x="49885" y="75992"/>
                </a:cubicBezTo>
                <a:cubicBezTo>
                  <a:pt x="49591" y="75697"/>
                  <a:pt x="49336" y="75363"/>
                  <a:pt x="49122" y="74988"/>
                </a:cubicBezTo>
                <a:lnTo>
                  <a:pt x="31780" y="46326"/>
                </a:lnTo>
                <a:lnTo>
                  <a:pt x="14519" y="74988"/>
                </a:lnTo>
                <a:cubicBezTo>
                  <a:pt x="14304" y="75363"/>
                  <a:pt x="14050" y="75697"/>
                  <a:pt x="13756" y="75992"/>
                </a:cubicBezTo>
                <a:cubicBezTo>
                  <a:pt x="13461" y="76286"/>
                  <a:pt x="13033" y="76527"/>
                  <a:pt x="12471" y="76714"/>
                </a:cubicBezTo>
                <a:cubicBezTo>
                  <a:pt x="11909" y="76901"/>
                  <a:pt x="11173" y="77035"/>
                  <a:pt x="10263" y="77116"/>
                </a:cubicBezTo>
                <a:cubicBezTo>
                  <a:pt x="9353" y="77196"/>
                  <a:pt x="8149" y="77236"/>
                  <a:pt x="6650" y="77236"/>
                </a:cubicBezTo>
                <a:cubicBezTo>
                  <a:pt x="5098" y="77236"/>
                  <a:pt x="3827" y="77169"/>
                  <a:pt x="2837" y="77035"/>
                </a:cubicBezTo>
                <a:cubicBezTo>
                  <a:pt x="1847" y="76901"/>
                  <a:pt x="1124" y="76674"/>
                  <a:pt x="669" y="76353"/>
                </a:cubicBezTo>
                <a:cubicBezTo>
                  <a:pt x="214" y="76032"/>
                  <a:pt x="0" y="75617"/>
                  <a:pt x="27" y="75108"/>
                </a:cubicBezTo>
                <a:cubicBezTo>
                  <a:pt x="54" y="74600"/>
                  <a:pt x="308" y="73971"/>
                  <a:pt x="789" y="73222"/>
                </a:cubicBezTo>
                <a:lnTo>
                  <a:pt x="23270" y="37976"/>
                </a:lnTo>
                <a:lnTo>
                  <a:pt x="1994" y="4014"/>
                </a:lnTo>
                <a:cubicBezTo>
                  <a:pt x="1566" y="3265"/>
                  <a:pt x="1338" y="2636"/>
                  <a:pt x="1311" y="2128"/>
                </a:cubicBezTo>
                <a:cubicBezTo>
                  <a:pt x="1285" y="1619"/>
                  <a:pt x="1525" y="1191"/>
                  <a:pt x="2034" y="843"/>
                </a:cubicBezTo>
                <a:cubicBezTo>
                  <a:pt x="2542" y="495"/>
                  <a:pt x="3319" y="268"/>
                  <a:pt x="4362" y="161"/>
                </a:cubicBezTo>
                <a:cubicBezTo>
                  <a:pt x="5406" y="54"/>
                  <a:pt x="6784" y="0"/>
                  <a:pt x="8497" y="0"/>
                </a:cubicBezTo>
                <a:cubicBezTo>
                  <a:pt x="10049" y="0"/>
                  <a:pt x="11294" y="40"/>
                  <a:pt x="12230" y="120"/>
                </a:cubicBezTo>
                <a:cubicBezTo>
                  <a:pt x="13167" y="201"/>
                  <a:pt x="13903" y="321"/>
                  <a:pt x="14438" y="482"/>
                </a:cubicBezTo>
                <a:cubicBezTo>
                  <a:pt x="14974" y="642"/>
                  <a:pt x="15375" y="856"/>
                  <a:pt x="15643" y="1124"/>
                </a:cubicBezTo>
                <a:cubicBezTo>
                  <a:pt x="15910" y="1392"/>
                  <a:pt x="16151" y="1713"/>
                  <a:pt x="16365" y="2087"/>
                </a:cubicBezTo>
                <a:lnTo>
                  <a:pt x="32824" y="28984"/>
                </a:lnTo>
                <a:lnTo>
                  <a:pt x="49524" y="2087"/>
                </a:lnTo>
                <a:cubicBezTo>
                  <a:pt x="49738" y="1766"/>
                  <a:pt x="49979" y="1472"/>
                  <a:pt x="50246" y="1204"/>
                </a:cubicBezTo>
                <a:cubicBezTo>
                  <a:pt x="50514" y="937"/>
                  <a:pt x="50875" y="709"/>
                  <a:pt x="51330" y="522"/>
                </a:cubicBezTo>
                <a:cubicBezTo>
                  <a:pt x="51785" y="335"/>
                  <a:pt x="52427" y="201"/>
                  <a:pt x="53257" y="120"/>
                </a:cubicBezTo>
                <a:cubicBezTo>
                  <a:pt x="54087" y="40"/>
                  <a:pt x="55224" y="0"/>
                  <a:pt x="56669" y="0"/>
                </a:cubicBezTo>
                <a:cubicBezTo>
                  <a:pt x="58221" y="0"/>
                  <a:pt x="59493" y="54"/>
                  <a:pt x="60483" y="161"/>
                </a:cubicBezTo>
                <a:cubicBezTo>
                  <a:pt x="61473" y="268"/>
                  <a:pt x="62209" y="468"/>
                  <a:pt x="62691" y="763"/>
                </a:cubicBezTo>
                <a:cubicBezTo>
                  <a:pt x="63172" y="1057"/>
                  <a:pt x="63387" y="1472"/>
                  <a:pt x="63333" y="2007"/>
                </a:cubicBezTo>
                <a:cubicBezTo>
                  <a:pt x="63279" y="2542"/>
                  <a:pt x="63012" y="3211"/>
                  <a:pt x="62530" y="4014"/>
                </a:cubicBezTo>
                <a:lnTo>
                  <a:pt x="41415" y="37574"/>
                </a:lnTo>
                <a:lnTo>
                  <a:pt x="63734" y="732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99C7B-23D4-4BB9-9100-779496F7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871" y="1343336"/>
            <a:ext cx="188552" cy="377110"/>
          </a:xfrm>
          <a:custGeom xmlns:a="http://schemas.openxmlformats.org/drawingml/2006/main">
            <a:pathLst>
              <a:path w="188552" h="377110">
                <a:moveTo>
                  <a:pt x="0" y="31384"/>
                </a:moveTo>
                <a:cubicBezTo>
                  <a:pt x="0" y="14030"/>
                  <a:pt x="14030" y="0"/>
                  <a:pt x="31464" y="0"/>
                </a:cubicBezTo>
                <a:lnTo>
                  <a:pt x="157088" y="0"/>
                </a:lnTo>
                <a:cubicBezTo>
                  <a:pt x="174525" y="0"/>
                  <a:pt x="188552" y="14030"/>
                  <a:pt x="188552" y="31384"/>
                </a:cubicBezTo>
                <a:lnTo>
                  <a:pt x="188552" y="345643"/>
                </a:lnTo>
                <a:cubicBezTo>
                  <a:pt x="188552" y="362997"/>
                  <a:pt x="174525" y="377110"/>
                  <a:pt x="157088" y="377110"/>
                </a:cubicBezTo>
                <a:lnTo>
                  <a:pt x="31464" y="377110"/>
                </a:lnTo>
                <a:cubicBezTo>
                  <a:pt x="14030" y="377110"/>
                  <a:pt x="0" y="362997"/>
                  <a:pt x="0" y="345643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2">
            <a:extLst xmlns:a="http://schemas.openxmlformats.org/drawingml/2006/main">
              <a:ext uri="{FF2B5EF4-FFF2-40B4-BE49-F238E27FC236}">
                <a16:creationId xmlns:a16="http://schemas.microsoft.com/office/drawing/2014/main" id="{28692BD9-C76C-4ACB-8CF6-E83FDF82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4575" y="1482919"/>
            <a:ext cx="65032" cy="105497"/>
          </a:xfrm>
          <a:custGeom xmlns:a="http://schemas.openxmlformats.org/drawingml/2006/main">
            <a:pathLst>
              <a:path w="65032" h="105497">
                <a:moveTo>
                  <a:pt x="65032" y="99556"/>
                </a:moveTo>
                <a:cubicBezTo>
                  <a:pt x="65032" y="100519"/>
                  <a:pt x="64966" y="101376"/>
                  <a:pt x="64832" y="102125"/>
                </a:cubicBezTo>
                <a:cubicBezTo>
                  <a:pt x="64698" y="102874"/>
                  <a:pt x="64511" y="103503"/>
                  <a:pt x="64270" y="104012"/>
                </a:cubicBezTo>
                <a:cubicBezTo>
                  <a:pt x="64029" y="104520"/>
                  <a:pt x="63708" y="104895"/>
                  <a:pt x="63306" y="105136"/>
                </a:cubicBezTo>
                <a:cubicBezTo>
                  <a:pt x="62905" y="105377"/>
                  <a:pt x="62463" y="105497"/>
                  <a:pt x="61982" y="105497"/>
                </a:cubicBezTo>
                <a:lnTo>
                  <a:pt x="4576" y="105497"/>
                </a:lnTo>
                <a:cubicBezTo>
                  <a:pt x="3827" y="105497"/>
                  <a:pt x="3171" y="105403"/>
                  <a:pt x="2609" y="105216"/>
                </a:cubicBezTo>
                <a:cubicBezTo>
                  <a:pt x="2047" y="105029"/>
                  <a:pt x="1566" y="104721"/>
                  <a:pt x="1164" y="104293"/>
                </a:cubicBezTo>
                <a:cubicBezTo>
                  <a:pt x="763" y="103865"/>
                  <a:pt x="468" y="103249"/>
                  <a:pt x="281" y="102446"/>
                </a:cubicBezTo>
                <a:cubicBezTo>
                  <a:pt x="94" y="101643"/>
                  <a:pt x="0" y="100653"/>
                  <a:pt x="0" y="99476"/>
                </a:cubicBezTo>
                <a:cubicBezTo>
                  <a:pt x="0" y="98405"/>
                  <a:pt x="40" y="97468"/>
                  <a:pt x="120" y="96665"/>
                </a:cubicBezTo>
                <a:cubicBezTo>
                  <a:pt x="201" y="95863"/>
                  <a:pt x="375" y="95153"/>
                  <a:pt x="642" y="94538"/>
                </a:cubicBezTo>
                <a:cubicBezTo>
                  <a:pt x="910" y="93922"/>
                  <a:pt x="1244" y="93307"/>
                  <a:pt x="1646" y="92691"/>
                </a:cubicBezTo>
                <a:cubicBezTo>
                  <a:pt x="2047" y="92076"/>
                  <a:pt x="2569" y="91420"/>
                  <a:pt x="3211" y="90724"/>
                </a:cubicBezTo>
                <a:lnTo>
                  <a:pt x="23363" y="69340"/>
                </a:lnTo>
                <a:cubicBezTo>
                  <a:pt x="28020" y="64413"/>
                  <a:pt x="31753" y="59994"/>
                  <a:pt x="34564" y="56083"/>
                </a:cubicBezTo>
                <a:cubicBezTo>
                  <a:pt x="37374" y="52172"/>
                  <a:pt x="39541" y="48610"/>
                  <a:pt x="41067" y="45397"/>
                </a:cubicBezTo>
                <a:cubicBezTo>
                  <a:pt x="42592" y="42182"/>
                  <a:pt x="43596" y="39263"/>
                  <a:pt x="44078" y="36638"/>
                </a:cubicBezTo>
                <a:cubicBezTo>
                  <a:pt x="44559" y="34014"/>
                  <a:pt x="44800" y="31550"/>
                  <a:pt x="44800" y="29247"/>
                </a:cubicBezTo>
                <a:cubicBezTo>
                  <a:pt x="44800" y="26942"/>
                  <a:pt x="44425" y="24758"/>
                  <a:pt x="43676" y="22696"/>
                </a:cubicBezTo>
                <a:cubicBezTo>
                  <a:pt x="42927" y="20632"/>
                  <a:pt x="41843" y="18823"/>
                  <a:pt x="40424" y="17269"/>
                </a:cubicBezTo>
                <a:cubicBezTo>
                  <a:pt x="39006" y="15714"/>
                  <a:pt x="37226" y="14481"/>
                  <a:pt x="35085" y="13571"/>
                </a:cubicBezTo>
                <a:cubicBezTo>
                  <a:pt x="32944" y="12659"/>
                  <a:pt x="30482" y="12204"/>
                  <a:pt x="27699" y="12204"/>
                </a:cubicBezTo>
                <a:cubicBezTo>
                  <a:pt x="24434" y="12204"/>
                  <a:pt x="21504" y="12659"/>
                  <a:pt x="18908" y="13568"/>
                </a:cubicBezTo>
                <a:cubicBezTo>
                  <a:pt x="16312" y="14478"/>
                  <a:pt x="14037" y="15469"/>
                  <a:pt x="12083" y="16539"/>
                </a:cubicBezTo>
                <a:cubicBezTo>
                  <a:pt x="10130" y="17610"/>
                  <a:pt x="8497" y="18600"/>
                  <a:pt x="7186" y="19510"/>
                </a:cubicBezTo>
                <a:cubicBezTo>
                  <a:pt x="5874" y="20420"/>
                  <a:pt x="4898" y="20875"/>
                  <a:pt x="4255" y="20875"/>
                </a:cubicBezTo>
                <a:cubicBezTo>
                  <a:pt x="3881" y="20875"/>
                  <a:pt x="3546" y="20768"/>
                  <a:pt x="3252" y="20553"/>
                </a:cubicBezTo>
                <a:cubicBezTo>
                  <a:pt x="2957" y="20339"/>
                  <a:pt x="2716" y="19991"/>
                  <a:pt x="2529" y="19510"/>
                </a:cubicBezTo>
                <a:cubicBezTo>
                  <a:pt x="2342" y="19028"/>
                  <a:pt x="2195" y="18386"/>
                  <a:pt x="2087" y="17583"/>
                </a:cubicBezTo>
                <a:cubicBezTo>
                  <a:pt x="1980" y="16780"/>
                  <a:pt x="1927" y="15817"/>
                  <a:pt x="1927" y="14693"/>
                </a:cubicBezTo>
                <a:cubicBezTo>
                  <a:pt x="1927" y="13890"/>
                  <a:pt x="1954" y="13194"/>
                  <a:pt x="2007" y="12605"/>
                </a:cubicBezTo>
                <a:cubicBezTo>
                  <a:pt x="2061" y="12016"/>
                  <a:pt x="2154" y="11508"/>
                  <a:pt x="2288" y="11080"/>
                </a:cubicBezTo>
                <a:cubicBezTo>
                  <a:pt x="2422" y="10651"/>
                  <a:pt x="2596" y="10250"/>
                  <a:pt x="2810" y="9875"/>
                </a:cubicBezTo>
                <a:cubicBezTo>
                  <a:pt x="3024" y="9501"/>
                  <a:pt x="3452" y="9032"/>
                  <a:pt x="4095" y="8470"/>
                </a:cubicBezTo>
                <a:cubicBezTo>
                  <a:pt x="4737" y="7908"/>
                  <a:pt x="5848" y="7146"/>
                  <a:pt x="7427" y="6182"/>
                </a:cubicBezTo>
                <a:cubicBezTo>
                  <a:pt x="9006" y="5219"/>
                  <a:pt x="10986" y="4269"/>
                  <a:pt x="13368" y="3332"/>
                </a:cubicBezTo>
                <a:cubicBezTo>
                  <a:pt x="15750" y="2395"/>
                  <a:pt x="18372" y="1606"/>
                  <a:pt x="21236" y="963"/>
                </a:cubicBezTo>
                <a:cubicBezTo>
                  <a:pt x="24099" y="321"/>
                  <a:pt x="27110" y="0"/>
                  <a:pt x="30268" y="0"/>
                </a:cubicBezTo>
                <a:cubicBezTo>
                  <a:pt x="35299" y="0"/>
                  <a:pt x="39702" y="710"/>
                  <a:pt x="43475" y="2130"/>
                </a:cubicBezTo>
                <a:cubicBezTo>
                  <a:pt x="47249" y="3549"/>
                  <a:pt x="50380" y="5490"/>
                  <a:pt x="52869" y="7953"/>
                </a:cubicBezTo>
                <a:cubicBezTo>
                  <a:pt x="55358" y="10417"/>
                  <a:pt x="57218" y="13283"/>
                  <a:pt x="58449" y="16552"/>
                </a:cubicBezTo>
                <a:cubicBezTo>
                  <a:pt x="59680" y="19818"/>
                  <a:pt x="60295" y="23300"/>
                  <a:pt x="60295" y="26996"/>
                </a:cubicBezTo>
                <a:cubicBezTo>
                  <a:pt x="60295" y="30318"/>
                  <a:pt x="60001" y="33627"/>
                  <a:pt x="59412" y="36922"/>
                </a:cubicBezTo>
                <a:cubicBezTo>
                  <a:pt x="58824" y="40215"/>
                  <a:pt x="57579" y="43777"/>
                  <a:pt x="55679" y="47608"/>
                </a:cubicBezTo>
                <a:cubicBezTo>
                  <a:pt x="53779" y="51438"/>
                  <a:pt x="51036" y="55697"/>
                  <a:pt x="47450" y="60383"/>
                </a:cubicBezTo>
                <a:cubicBezTo>
                  <a:pt x="43863" y="65070"/>
                  <a:pt x="39100" y="70467"/>
                  <a:pt x="33159" y="76574"/>
                </a:cubicBezTo>
                <a:lnTo>
                  <a:pt x="16700" y="93775"/>
                </a:lnTo>
                <a:lnTo>
                  <a:pt x="61901" y="93775"/>
                </a:lnTo>
                <a:cubicBezTo>
                  <a:pt x="62329" y="93775"/>
                  <a:pt x="62744" y="93896"/>
                  <a:pt x="63146" y="94136"/>
                </a:cubicBezTo>
                <a:cubicBezTo>
                  <a:pt x="63547" y="94377"/>
                  <a:pt x="63895" y="94739"/>
                  <a:pt x="64189" y="95220"/>
                </a:cubicBezTo>
                <a:cubicBezTo>
                  <a:pt x="64484" y="95702"/>
                  <a:pt x="64698" y="96304"/>
                  <a:pt x="64832" y="97027"/>
                </a:cubicBezTo>
                <a:cubicBezTo>
                  <a:pt x="64966" y="97749"/>
                  <a:pt x="65032" y="98592"/>
                  <a:pt x="65032" y="995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64C45E-72B5-48A1-8111-8A44A182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3577" y="1343336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4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4"/>
                </a:cubicBezTo>
                <a:lnTo>
                  <a:pt x="188555" y="345643"/>
                </a:lnTo>
                <a:cubicBezTo>
                  <a:pt x="188555" y="362997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2997"/>
                  <a:pt x="0" y="345643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(">
            <a:extLst xmlns:a="http://schemas.openxmlformats.org/drawingml/2006/main">
              <a:ext uri="{FF2B5EF4-FFF2-40B4-BE49-F238E27FC236}">
                <a16:creationId xmlns:a16="http://schemas.microsoft.com/office/drawing/2014/main" id="{C7CB8376-62C4-4176-84BD-0F1CBCD4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9272" y="1474409"/>
            <a:ext cx="29372" cy="141787"/>
          </a:xfrm>
          <a:custGeom xmlns:a="http://schemas.openxmlformats.org/drawingml/2006/main">
            <a:pathLst>
              <a:path w="29372" h="141787">
                <a:moveTo>
                  <a:pt x="29064" y="3294"/>
                </a:moveTo>
                <a:cubicBezTo>
                  <a:pt x="23979" y="14066"/>
                  <a:pt x="20192" y="25119"/>
                  <a:pt x="17703" y="36453"/>
                </a:cubicBezTo>
                <a:cubicBezTo>
                  <a:pt x="15214" y="47785"/>
                  <a:pt x="13970" y="59185"/>
                  <a:pt x="13970" y="70653"/>
                </a:cubicBezTo>
                <a:cubicBezTo>
                  <a:pt x="13970" y="82174"/>
                  <a:pt x="15241" y="93588"/>
                  <a:pt x="17784" y="104895"/>
                </a:cubicBezTo>
                <a:cubicBezTo>
                  <a:pt x="20326" y="116200"/>
                  <a:pt x="24033" y="127292"/>
                  <a:pt x="28903" y="138169"/>
                </a:cubicBezTo>
                <a:cubicBezTo>
                  <a:pt x="29171" y="138813"/>
                  <a:pt x="29318" y="139362"/>
                  <a:pt x="29345" y="139817"/>
                </a:cubicBezTo>
                <a:cubicBezTo>
                  <a:pt x="29372" y="140272"/>
                  <a:pt x="29198" y="140647"/>
                  <a:pt x="28823" y="140941"/>
                </a:cubicBezTo>
                <a:cubicBezTo>
                  <a:pt x="28448" y="141237"/>
                  <a:pt x="27873" y="141452"/>
                  <a:pt x="27097" y="141586"/>
                </a:cubicBezTo>
                <a:cubicBezTo>
                  <a:pt x="26321" y="141720"/>
                  <a:pt x="25264" y="141787"/>
                  <a:pt x="23926" y="141787"/>
                </a:cubicBezTo>
                <a:cubicBezTo>
                  <a:pt x="22962" y="141787"/>
                  <a:pt x="22132" y="141760"/>
                  <a:pt x="21437" y="141706"/>
                </a:cubicBezTo>
                <a:cubicBezTo>
                  <a:pt x="20741" y="141653"/>
                  <a:pt x="20139" y="141546"/>
                  <a:pt x="19630" y="141385"/>
                </a:cubicBezTo>
                <a:cubicBezTo>
                  <a:pt x="19122" y="141225"/>
                  <a:pt x="18707" y="141037"/>
                  <a:pt x="18386" y="140821"/>
                </a:cubicBezTo>
                <a:cubicBezTo>
                  <a:pt x="18065" y="140607"/>
                  <a:pt x="17824" y="140366"/>
                  <a:pt x="17663" y="140098"/>
                </a:cubicBezTo>
                <a:cubicBezTo>
                  <a:pt x="14773" y="134634"/>
                  <a:pt x="12230" y="129101"/>
                  <a:pt x="10036" y="123501"/>
                </a:cubicBezTo>
                <a:cubicBezTo>
                  <a:pt x="7841" y="117901"/>
                  <a:pt x="5995" y="112208"/>
                  <a:pt x="4496" y="106420"/>
                </a:cubicBezTo>
                <a:cubicBezTo>
                  <a:pt x="2997" y="100633"/>
                  <a:pt x="1873" y="94779"/>
                  <a:pt x="1124" y="88858"/>
                </a:cubicBezTo>
                <a:cubicBezTo>
                  <a:pt x="375" y="82936"/>
                  <a:pt x="0" y="76948"/>
                  <a:pt x="0" y="70893"/>
                </a:cubicBezTo>
                <a:cubicBezTo>
                  <a:pt x="0" y="64838"/>
                  <a:pt x="415" y="58864"/>
                  <a:pt x="1244" y="52969"/>
                </a:cubicBezTo>
                <a:cubicBezTo>
                  <a:pt x="2074" y="47075"/>
                  <a:pt x="3252" y="41221"/>
                  <a:pt x="4777" y="35407"/>
                </a:cubicBezTo>
                <a:cubicBezTo>
                  <a:pt x="6303" y="29592"/>
                  <a:pt x="8163" y="23872"/>
                  <a:pt x="10357" y="18245"/>
                </a:cubicBezTo>
                <a:cubicBezTo>
                  <a:pt x="12552" y="12618"/>
                  <a:pt x="15014" y="7046"/>
                  <a:pt x="17743" y="1528"/>
                </a:cubicBezTo>
                <a:cubicBezTo>
                  <a:pt x="17797" y="1314"/>
                  <a:pt x="17944" y="1127"/>
                  <a:pt x="18185" y="966"/>
                </a:cubicBezTo>
                <a:cubicBezTo>
                  <a:pt x="18426" y="804"/>
                  <a:pt x="18760" y="642"/>
                  <a:pt x="19189" y="482"/>
                </a:cubicBezTo>
                <a:cubicBezTo>
                  <a:pt x="19617" y="321"/>
                  <a:pt x="20206" y="201"/>
                  <a:pt x="20955" y="120"/>
                </a:cubicBezTo>
                <a:cubicBezTo>
                  <a:pt x="21704" y="40"/>
                  <a:pt x="22668" y="0"/>
                  <a:pt x="23845" y="0"/>
                </a:cubicBezTo>
                <a:cubicBezTo>
                  <a:pt x="25076" y="0"/>
                  <a:pt x="26066" y="80"/>
                  <a:pt x="26816" y="241"/>
                </a:cubicBezTo>
                <a:cubicBezTo>
                  <a:pt x="27565" y="401"/>
                  <a:pt x="28154" y="616"/>
                  <a:pt x="28582" y="886"/>
                </a:cubicBezTo>
                <a:cubicBezTo>
                  <a:pt x="29010" y="1153"/>
                  <a:pt x="29251" y="1501"/>
                  <a:pt x="29305" y="1929"/>
                </a:cubicBezTo>
                <a:cubicBezTo>
                  <a:pt x="29358" y="2358"/>
                  <a:pt x="29278" y="2813"/>
                  <a:pt x="29064" y="32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A4C486-0FAB-44E8-B5AE-0B48F2B7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3369" y="1343336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4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4"/>
                </a:cubicBezTo>
                <a:lnTo>
                  <a:pt x="188555" y="345643"/>
                </a:lnTo>
                <a:cubicBezTo>
                  <a:pt x="188555" y="362997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2997"/>
                  <a:pt x="0" y="345643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60A66BD1-158E-4BDF-A86A-D02F9343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134" y="1483722"/>
            <a:ext cx="60456" cy="104694"/>
          </a:xfrm>
          <a:custGeom xmlns:a="http://schemas.openxmlformats.org/drawingml/2006/main">
            <a:pathLst>
              <a:path w="60456" h="104694">
                <a:moveTo>
                  <a:pt x="60456" y="99235"/>
                </a:moveTo>
                <a:cubicBezTo>
                  <a:pt x="60456" y="100252"/>
                  <a:pt x="60376" y="101108"/>
                  <a:pt x="60215" y="101804"/>
                </a:cubicBezTo>
                <a:cubicBezTo>
                  <a:pt x="60055" y="102500"/>
                  <a:pt x="59841" y="103062"/>
                  <a:pt x="59573" y="103490"/>
                </a:cubicBezTo>
                <a:cubicBezTo>
                  <a:pt x="59305" y="103918"/>
                  <a:pt x="58998" y="104226"/>
                  <a:pt x="58650" y="104413"/>
                </a:cubicBezTo>
                <a:cubicBezTo>
                  <a:pt x="58302" y="104600"/>
                  <a:pt x="57940" y="104694"/>
                  <a:pt x="57566" y="104694"/>
                </a:cubicBezTo>
                <a:lnTo>
                  <a:pt x="3292" y="104694"/>
                </a:lnTo>
                <a:cubicBezTo>
                  <a:pt x="2917" y="104694"/>
                  <a:pt x="2569" y="104600"/>
                  <a:pt x="2248" y="104413"/>
                </a:cubicBezTo>
                <a:cubicBezTo>
                  <a:pt x="1927" y="104226"/>
                  <a:pt x="1619" y="103918"/>
                  <a:pt x="1325" y="103490"/>
                </a:cubicBezTo>
                <a:cubicBezTo>
                  <a:pt x="1030" y="103062"/>
                  <a:pt x="803" y="102500"/>
                  <a:pt x="642" y="101804"/>
                </a:cubicBezTo>
                <a:cubicBezTo>
                  <a:pt x="482" y="101108"/>
                  <a:pt x="401" y="100252"/>
                  <a:pt x="401" y="99235"/>
                </a:cubicBezTo>
                <a:cubicBezTo>
                  <a:pt x="401" y="98271"/>
                  <a:pt x="482" y="97442"/>
                  <a:pt x="642" y="96746"/>
                </a:cubicBezTo>
                <a:cubicBezTo>
                  <a:pt x="803" y="96050"/>
                  <a:pt x="1004" y="95475"/>
                  <a:pt x="1244" y="95020"/>
                </a:cubicBezTo>
                <a:cubicBezTo>
                  <a:pt x="1485" y="94565"/>
                  <a:pt x="1780" y="94217"/>
                  <a:pt x="2128" y="93976"/>
                </a:cubicBezTo>
                <a:cubicBezTo>
                  <a:pt x="2476" y="93735"/>
                  <a:pt x="2864" y="93615"/>
                  <a:pt x="3292" y="93615"/>
                </a:cubicBezTo>
                <a:lnTo>
                  <a:pt x="24969" y="93615"/>
                </a:lnTo>
                <a:lnTo>
                  <a:pt x="24969" y="14532"/>
                </a:lnTo>
                <a:lnTo>
                  <a:pt x="4898" y="26575"/>
                </a:lnTo>
                <a:cubicBezTo>
                  <a:pt x="3881" y="27110"/>
                  <a:pt x="3064" y="27431"/>
                  <a:pt x="2449" y="27538"/>
                </a:cubicBezTo>
                <a:cubicBezTo>
                  <a:pt x="1833" y="27645"/>
                  <a:pt x="1338" y="27525"/>
                  <a:pt x="963" y="27177"/>
                </a:cubicBezTo>
                <a:cubicBezTo>
                  <a:pt x="589" y="26829"/>
                  <a:pt x="335" y="26253"/>
                  <a:pt x="201" y="25448"/>
                </a:cubicBezTo>
                <a:cubicBezTo>
                  <a:pt x="67" y="24642"/>
                  <a:pt x="0" y="23622"/>
                  <a:pt x="0" y="22388"/>
                </a:cubicBezTo>
                <a:cubicBezTo>
                  <a:pt x="0" y="21474"/>
                  <a:pt x="40" y="20696"/>
                  <a:pt x="120" y="20052"/>
                </a:cubicBezTo>
                <a:cubicBezTo>
                  <a:pt x="201" y="19408"/>
                  <a:pt x="321" y="18871"/>
                  <a:pt x="482" y="18441"/>
                </a:cubicBezTo>
                <a:cubicBezTo>
                  <a:pt x="642" y="18011"/>
                  <a:pt x="870" y="17636"/>
                  <a:pt x="1164" y="17314"/>
                </a:cubicBezTo>
                <a:cubicBezTo>
                  <a:pt x="1459" y="16992"/>
                  <a:pt x="1847" y="16670"/>
                  <a:pt x="2328" y="16348"/>
                </a:cubicBezTo>
                <a:lnTo>
                  <a:pt x="26254" y="966"/>
                </a:lnTo>
                <a:cubicBezTo>
                  <a:pt x="26468" y="805"/>
                  <a:pt x="26736" y="672"/>
                  <a:pt x="27057" y="565"/>
                </a:cubicBezTo>
                <a:cubicBezTo>
                  <a:pt x="27378" y="456"/>
                  <a:pt x="27779" y="348"/>
                  <a:pt x="28261" y="241"/>
                </a:cubicBezTo>
                <a:cubicBezTo>
                  <a:pt x="28743" y="134"/>
                  <a:pt x="29305" y="67"/>
                  <a:pt x="29947" y="40"/>
                </a:cubicBezTo>
                <a:cubicBezTo>
                  <a:pt x="30589" y="13"/>
                  <a:pt x="31392" y="0"/>
                  <a:pt x="32356" y="0"/>
                </a:cubicBezTo>
                <a:cubicBezTo>
                  <a:pt x="33640" y="0"/>
                  <a:pt x="34711" y="54"/>
                  <a:pt x="35567" y="161"/>
                </a:cubicBezTo>
                <a:cubicBezTo>
                  <a:pt x="36424" y="268"/>
                  <a:pt x="37093" y="415"/>
                  <a:pt x="37574" y="602"/>
                </a:cubicBezTo>
                <a:cubicBezTo>
                  <a:pt x="38056" y="789"/>
                  <a:pt x="38377" y="1031"/>
                  <a:pt x="38538" y="1327"/>
                </a:cubicBezTo>
                <a:cubicBezTo>
                  <a:pt x="38698" y="1622"/>
                  <a:pt x="38779" y="1929"/>
                  <a:pt x="38779" y="2251"/>
                </a:cubicBezTo>
                <a:lnTo>
                  <a:pt x="38779" y="93615"/>
                </a:lnTo>
                <a:lnTo>
                  <a:pt x="57566" y="93615"/>
                </a:lnTo>
                <a:cubicBezTo>
                  <a:pt x="57994" y="93615"/>
                  <a:pt x="58395" y="93735"/>
                  <a:pt x="58770" y="93976"/>
                </a:cubicBezTo>
                <a:cubicBezTo>
                  <a:pt x="59145" y="94217"/>
                  <a:pt x="59452" y="94565"/>
                  <a:pt x="59693" y="95020"/>
                </a:cubicBezTo>
                <a:cubicBezTo>
                  <a:pt x="59934" y="95475"/>
                  <a:pt x="60122" y="96050"/>
                  <a:pt x="60255" y="96746"/>
                </a:cubicBezTo>
                <a:cubicBezTo>
                  <a:pt x="60389" y="97442"/>
                  <a:pt x="60456" y="98271"/>
                  <a:pt x="60456" y="99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17921-1782-4D86-9FD1-EA27A2D1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077" y="1343336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4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4"/>
                </a:cubicBezTo>
                <a:lnTo>
                  <a:pt x="188555" y="345643"/>
                </a:lnTo>
                <a:cubicBezTo>
                  <a:pt x="188555" y="362997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2997"/>
                  <a:pt x="0" y="345643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,">
            <a:extLst xmlns:a="http://schemas.openxmlformats.org/drawingml/2006/main">
              <a:ext uri="{FF2B5EF4-FFF2-40B4-BE49-F238E27FC236}">
                <a16:creationId xmlns:a16="http://schemas.microsoft.com/office/drawing/2014/main" id="{5BC4A7EB-BFA0-4035-AE53-0134BD9C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0344" y="1570432"/>
            <a:ext cx="26401" cy="41267"/>
          </a:xfrm>
          <a:custGeom xmlns:a="http://schemas.openxmlformats.org/drawingml/2006/main">
            <a:pathLst>
              <a:path w="26401" h="41267">
                <a:moveTo>
                  <a:pt x="26401" y="6503"/>
                </a:moveTo>
                <a:cubicBezTo>
                  <a:pt x="26401" y="8163"/>
                  <a:pt x="26321" y="9688"/>
                  <a:pt x="26160" y="11080"/>
                </a:cubicBezTo>
                <a:cubicBezTo>
                  <a:pt x="26000" y="12471"/>
                  <a:pt x="25732" y="13783"/>
                  <a:pt x="25357" y="15014"/>
                </a:cubicBezTo>
                <a:cubicBezTo>
                  <a:pt x="24983" y="16245"/>
                  <a:pt x="24488" y="17462"/>
                  <a:pt x="23872" y="18667"/>
                </a:cubicBezTo>
                <a:cubicBezTo>
                  <a:pt x="23256" y="19871"/>
                  <a:pt x="22494" y="21142"/>
                  <a:pt x="21584" y="22480"/>
                </a:cubicBezTo>
                <a:lnTo>
                  <a:pt x="10584" y="39019"/>
                </a:lnTo>
                <a:cubicBezTo>
                  <a:pt x="10317" y="39394"/>
                  <a:pt x="10009" y="39715"/>
                  <a:pt x="9661" y="39983"/>
                </a:cubicBezTo>
                <a:cubicBezTo>
                  <a:pt x="9313" y="40251"/>
                  <a:pt x="8885" y="40491"/>
                  <a:pt x="8377" y="40705"/>
                </a:cubicBezTo>
                <a:cubicBezTo>
                  <a:pt x="7868" y="40920"/>
                  <a:pt x="7279" y="41067"/>
                  <a:pt x="6610" y="41147"/>
                </a:cubicBezTo>
                <a:cubicBezTo>
                  <a:pt x="5941" y="41227"/>
                  <a:pt x="5098" y="41267"/>
                  <a:pt x="4081" y="41267"/>
                </a:cubicBezTo>
                <a:cubicBezTo>
                  <a:pt x="3171" y="41267"/>
                  <a:pt x="2409" y="41227"/>
                  <a:pt x="1793" y="41147"/>
                </a:cubicBezTo>
                <a:cubicBezTo>
                  <a:pt x="1178" y="41067"/>
                  <a:pt x="736" y="40933"/>
                  <a:pt x="468" y="40746"/>
                </a:cubicBezTo>
                <a:cubicBezTo>
                  <a:pt x="201" y="40558"/>
                  <a:pt x="54" y="40304"/>
                  <a:pt x="27" y="39983"/>
                </a:cubicBezTo>
                <a:cubicBezTo>
                  <a:pt x="0" y="39662"/>
                  <a:pt x="94" y="39287"/>
                  <a:pt x="308" y="38859"/>
                </a:cubicBezTo>
                <a:lnTo>
                  <a:pt x="10986" y="16780"/>
                </a:lnTo>
                <a:lnTo>
                  <a:pt x="10986" y="6503"/>
                </a:lnTo>
                <a:cubicBezTo>
                  <a:pt x="10986" y="5058"/>
                  <a:pt x="11133" y="3907"/>
                  <a:pt x="11428" y="3051"/>
                </a:cubicBezTo>
                <a:cubicBezTo>
                  <a:pt x="11722" y="2195"/>
                  <a:pt x="12190" y="1552"/>
                  <a:pt x="12833" y="1124"/>
                </a:cubicBezTo>
                <a:cubicBezTo>
                  <a:pt x="13475" y="696"/>
                  <a:pt x="14278" y="401"/>
                  <a:pt x="15241" y="241"/>
                </a:cubicBezTo>
                <a:cubicBezTo>
                  <a:pt x="16205" y="80"/>
                  <a:pt x="17382" y="0"/>
                  <a:pt x="18774" y="0"/>
                </a:cubicBezTo>
                <a:cubicBezTo>
                  <a:pt x="20112" y="0"/>
                  <a:pt x="21263" y="80"/>
                  <a:pt x="22226" y="241"/>
                </a:cubicBezTo>
                <a:cubicBezTo>
                  <a:pt x="23190" y="401"/>
                  <a:pt x="23979" y="696"/>
                  <a:pt x="24595" y="1124"/>
                </a:cubicBezTo>
                <a:cubicBezTo>
                  <a:pt x="25210" y="1552"/>
                  <a:pt x="25665" y="2195"/>
                  <a:pt x="25959" y="3051"/>
                </a:cubicBezTo>
                <a:cubicBezTo>
                  <a:pt x="26254" y="3907"/>
                  <a:pt x="26401" y="5058"/>
                  <a:pt x="26401" y="65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49440-E5C9-4295-8CFE-3905DE40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6866" y="1343336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4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4"/>
                </a:cubicBezTo>
                <a:lnTo>
                  <a:pt x="188555" y="345643"/>
                </a:lnTo>
                <a:cubicBezTo>
                  <a:pt x="188555" y="362997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2997"/>
                  <a:pt x="0" y="345643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7">
            <a:extLst xmlns:a="http://schemas.openxmlformats.org/drawingml/2006/main">
              <a:ext uri="{FF2B5EF4-FFF2-40B4-BE49-F238E27FC236}">
                <a16:creationId xmlns:a16="http://schemas.microsoft.com/office/drawing/2014/main" id="{08923F06-6A6A-4AA9-84A8-E2EB82B0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017" y="1484525"/>
            <a:ext cx="67762" cy="104373"/>
          </a:xfrm>
          <a:custGeom xmlns:a="http://schemas.openxmlformats.org/drawingml/2006/main">
            <a:pathLst>
              <a:path w="67762" h="104373">
                <a:moveTo>
                  <a:pt x="67762" y="5941"/>
                </a:moveTo>
                <a:cubicBezTo>
                  <a:pt x="67762" y="6905"/>
                  <a:pt x="67722" y="7774"/>
                  <a:pt x="67642" y="8551"/>
                </a:cubicBezTo>
                <a:cubicBezTo>
                  <a:pt x="67561" y="9327"/>
                  <a:pt x="67454" y="10076"/>
                  <a:pt x="67321" y="10799"/>
                </a:cubicBezTo>
                <a:cubicBezTo>
                  <a:pt x="67187" y="11521"/>
                  <a:pt x="66999" y="12217"/>
                  <a:pt x="66759" y="12886"/>
                </a:cubicBezTo>
                <a:cubicBezTo>
                  <a:pt x="66518" y="13555"/>
                  <a:pt x="66237" y="14264"/>
                  <a:pt x="65916" y="15014"/>
                </a:cubicBezTo>
                <a:lnTo>
                  <a:pt x="28502" y="101242"/>
                </a:lnTo>
                <a:cubicBezTo>
                  <a:pt x="28234" y="101884"/>
                  <a:pt x="27900" y="102406"/>
                  <a:pt x="27498" y="102807"/>
                </a:cubicBezTo>
                <a:cubicBezTo>
                  <a:pt x="27097" y="103209"/>
                  <a:pt x="26588" y="103530"/>
                  <a:pt x="25973" y="103771"/>
                </a:cubicBezTo>
                <a:cubicBezTo>
                  <a:pt x="25357" y="104012"/>
                  <a:pt x="24568" y="104172"/>
                  <a:pt x="23604" y="104253"/>
                </a:cubicBezTo>
                <a:cubicBezTo>
                  <a:pt x="22641" y="104333"/>
                  <a:pt x="21463" y="104373"/>
                  <a:pt x="20072" y="104373"/>
                </a:cubicBezTo>
                <a:cubicBezTo>
                  <a:pt x="18252" y="104373"/>
                  <a:pt x="16833" y="104293"/>
                  <a:pt x="15817" y="104132"/>
                </a:cubicBezTo>
                <a:cubicBezTo>
                  <a:pt x="14800" y="103972"/>
                  <a:pt x="14064" y="103717"/>
                  <a:pt x="13609" y="103369"/>
                </a:cubicBezTo>
                <a:cubicBezTo>
                  <a:pt x="13154" y="103022"/>
                  <a:pt x="12953" y="102593"/>
                  <a:pt x="13006" y="102085"/>
                </a:cubicBezTo>
                <a:cubicBezTo>
                  <a:pt x="13060" y="101576"/>
                  <a:pt x="13247" y="100974"/>
                  <a:pt x="13568" y="100278"/>
                </a:cubicBezTo>
                <a:lnTo>
                  <a:pt x="52909" y="12123"/>
                </a:lnTo>
                <a:lnTo>
                  <a:pt x="3051" y="12123"/>
                </a:lnTo>
                <a:cubicBezTo>
                  <a:pt x="2034" y="12123"/>
                  <a:pt x="1271" y="11588"/>
                  <a:pt x="763" y="10518"/>
                </a:cubicBezTo>
                <a:cubicBezTo>
                  <a:pt x="254" y="9447"/>
                  <a:pt x="0" y="7948"/>
                  <a:pt x="0" y="6022"/>
                </a:cubicBezTo>
                <a:cubicBezTo>
                  <a:pt x="0" y="5005"/>
                  <a:pt x="67" y="4121"/>
                  <a:pt x="201" y="3372"/>
                </a:cubicBezTo>
                <a:cubicBezTo>
                  <a:pt x="335" y="2623"/>
                  <a:pt x="535" y="1994"/>
                  <a:pt x="803" y="1485"/>
                </a:cubicBezTo>
                <a:cubicBezTo>
                  <a:pt x="1070" y="977"/>
                  <a:pt x="1392" y="602"/>
                  <a:pt x="1766" y="361"/>
                </a:cubicBezTo>
                <a:cubicBezTo>
                  <a:pt x="2141" y="120"/>
                  <a:pt x="2569" y="0"/>
                  <a:pt x="3051" y="0"/>
                </a:cubicBezTo>
                <a:lnTo>
                  <a:pt x="63587" y="0"/>
                </a:lnTo>
                <a:cubicBezTo>
                  <a:pt x="64337" y="0"/>
                  <a:pt x="64992" y="80"/>
                  <a:pt x="65554" y="241"/>
                </a:cubicBezTo>
                <a:cubicBezTo>
                  <a:pt x="66116" y="401"/>
                  <a:pt x="66544" y="723"/>
                  <a:pt x="66839" y="1204"/>
                </a:cubicBezTo>
                <a:cubicBezTo>
                  <a:pt x="67133" y="1686"/>
                  <a:pt x="67361" y="2302"/>
                  <a:pt x="67521" y="3051"/>
                </a:cubicBezTo>
                <a:cubicBezTo>
                  <a:pt x="67682" y="3800"/>
                  <a:pt x="67762" y="4764"/>
                  <a:pt x="67762" y="5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F2C48-E108-4D31-8A46-275B3081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0575" y="1343336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4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4"/>
                </a:cubicBezTo>
                <a:lnTo>
                  <a:pt x="188555" y="345643"/>
                </a:lnTo>
                <a:cubicBezTo>
                  <a:pt x="188555" y="362997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2997"/>
                  <a:pt x="0" y="345643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,">
            <a:extLst xmlns:a="http://schemas.openxmlformats.org/drawingml/2006/main">
              <a:ext uri="{FF2B5EF4-FFF2-40B4-BE49-F238E27FC236}">
                <a16:creationId xmlns:a16="http://schemas.microsoft.com/office/drawing/2014/main" id="{222A74B9-E46C-4579-B362-FCFCCEF3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4086" y="1570432"/>
            <a:ext cx="26401" cy="41267"/>
          </a:xfrm>
          <a:custGeom xmlns:a="http://schemas.openxmlformats.org/drawingml/2006/main">
            <a:pathLst>
              <a:path w="26401" h="41267">
                <a:moveTo>
                  <a:pt x="26401" y="6503"/>
                </a:moveTo>
                <a:cubicBezTo>
                  <a:pt x="26401" y="8163"/>
                  <a:pt x="26321" y="9688"/>
                  <a:pt x="26160" y="11080"/>
                </a:cubicBezTo>
                <a:cubicBezTo>
                  <a:pt x="26000" y="12471"/>
                  <a:pt x="25732" y="13783"/>
                  <a:pt x="25357" y="15014"/>
                </a:cubicBezTo>
                <a:cubicBezTo>
                  <a:pt x="24983" y="16245"/>
                  <a:pt x="24488" y="17462"/>
                  <a:pt x="23872" y="18667"/>
                </a:cubicBezTo>
                <a:cubicBezTo>
                  <a:pt x="23256" y="19871"/>
                  <a:pt x="22494" y="21142"/>
                  <a:pt x="21584" y="22480"/>
                </a:cubicBezTo>
                <a:lnTo>
                  <a:pt x="10584" y="39019"/>
                </a:lnTo>
                <a:cubicBezTo>
                  <a:pt x="10317" y="39394"/>
                  <a:pt x="10009" y="39715"/>
                  <a:pt x="9661" y="39983"/>
                </a:cubicBezTo>
                <a:cubicBezTo>
                  <a:pt x="9313" y="40251"/>
                  <a:pt x="8885" y="40491"/>
                  <a:pt x="8377" y="40705"/>
                </a:cubicBezTo>
                <a:cubicBezTo>
                  <a:pt x="7868" y="40920"/>
                  <a:pt x="7279" y="41067"/>
                  <a:pt x="6610" y="41147"/>
                </a:cubicBezTo>
                <a:cubicBezTo>
                  <a:pt x="5941" y="41227"/>
                  <a:pt x="5098" y="41267"/>
                  <a:pt x="4081" y="41267"/>
                </a:cubicBezTo>
                <a:cubicBezTo>
                  <a:pt x="3171" y="41267"/>
                  <a:pt x="2409" y="41227"/>
                  <a:pt x="1793" y="41147"/>
                </a:cubicBezTo>
                <a:cubicBezTo>
                  <a:pt x="1178" y="41067"/>
                  <a:pt x="736" y="40933"/>
                  <a:pt x="468" y="40746"/>
                </a:cubicBezTo>
                <a:cubicBezTo>
                  <a:pt x="201" y="40558"/>
                  <a:pt x="54" y="40304"/>
                  <a:pt x="27" y="39983"/>
                </a:cubicBezTo>
                <a:cubicBezTo>
                  <a:pt x="0" y="39662"/>
                  <a:pt x="94" y="39287"/>
                  <a:pt x="308" y="38859"/>
                </a:cubicBezTo>
                <a:lnTo>
                  <a:pt x="10986" y="16780"/>
                </a:lnTo>
                <a:lnTo>
                  <a:pt x="10986" y="6503"/>
                </a:lnTo>
                <a:cubicBezTo>
                  <a:pt x="10986" y="5058"/>
                  <a:pt x="11133" y="3907"/>
                  <a:pt x="11428" y="3051"/>
                </a:cubicBezTo>
                <a:cubicBezTo>
                  <a:pt x="11722" y="2195"/>
                  <a:pt x="12190" y="1552"/>
                  <a:pt x="12833" y="1124"/>
                </a:cubicBezTo>
                <a:cubicBezTo>
                  <a:pt x="13475" y="696"/>
                  <a:pt x="14278" y="401"/>
                  <a:pt x="15241" y="241"/>
                </a:cubicBezTo>
                <a:cubicBezTo>
                  <a:pt x="16205" y="80"/>
                  <a:pt x="17382" y="0"/>
                  <a:pt x="18774" y="0"/>
                </a:cubicBezTo>
                <a:cubicBezTo>
                  <a:pt x="20112" y="0"/>
                  <a:pt x="21263" y="80"/>
                  <a:pt x="22226" y="241"/>
                </a:cubicBezTo>
                <a:cubicBezTo>
                  <a:pt x="23190" y="401"/>
                  <a:pt x="23979" y="696"/>
                  <a:pt x="24595" y="1124"/>
                </a:cubicBezTo>
                <a:cubicBezTo>
                  <a:pt x="25210" y="1552"/>
                  <a:pt x="25665" y="2195"/>
                  <a:pt x="25959" y="3051"/>
                </a:cubicBezTo>
                <a:cubicBezTo>
                  <a:pt x="26254" y="3907"/>
                  <a:pt x="26401" y="5058"/>
                  <a:pt x="26401" y="65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5BC1A1-2B92-4B16-B90F-6072C081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0367" y="1343336"/>
            <a:ext cx="371026" cy="377110"/>
          </a:xfrm>
          <a:custGeom xmlns:a="http://schemas.openxmlformats.org/drawingml/2006/main">
            <a:pathLst>
              <a:path w="371026" h="377110">
                <a:moveTo>
                  <a:pt x="0" y="61796"/>
                </a:moveTo>
                <a:cubicBezTo>
                  <a:pt x="0" y="27655"/>
                  <a:pt x="27652" y="0"/>
                  <a:pt x="61876" y="0"/>
                </a:cubicBezTo>
                <a:lnTo>
                  <a:pt x="309147" y="0"/>
                </a:lnTo>
                <a:cubicBezTo>
                  <a:pt x="343371" y="0"/>
                  <a:pt x="371026" y="27655"/>
                  <a:pt x="371026" y="61796"/>
                </a:cubicBezTo>
                <a:lnTo>
                  <a:pt x="371026" y="315231"/>
                </a:lnTo>
                <a:cubicBezTo>
                  <a:pt x="371026" y="349372"/>
                  <a:pt x="343371" y="377110"/>
                  <a:pt x="309147" y="377110"/>
                </a:cubicBezTo>
                <a:lnTo>
                  <a:pt x="61876" y="377110"/>
                </a:lnTo>
                <a:cubicBezTo>
                  <a:pt x="27652" y="377110"/>
                  <a:pt x="0" y="349372"/>
                  <a:pt x="0" y="315231"/>
                </a:cubicBezTo>
                <a:lnTo>
                  <a:pt x="0" y="61796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02E24-352D-4F73-ACBB-CE14E982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4382" y="1337253"/>
            <a:ext cx="188552" cy="377110"/>
          </a:xfrm>
          <a:custGeom xmlns:a="http://schemas.openxmlformats.org/drawingml/2006/main">
            <a:pathLst>
              <a:path w="188552" h="377110">
                <a:moveTo>
                  <a:pt x="0" y="31387"/>
                </a:moveTo>
                <a:cubicBezTo>
                  <a:pt x="0" y="14030"/>
                  <a:pt x="14027" y="0"/>
                  <a:pt x="31464" y="0"/>
                </a:cubicBezTo>
                <a:lnTo>
                  <a:pt x="157088" y="0"/>
                </a:lnTo>
                <a:cubicBezTo>
                  <a:pt x="174522" y="0"/>
                  <a:pt x="188552" y="14030"/>
                  <a:pt x="188552" y="31387"/>
                </a:cubicBezTo>
                <a:lnTo>
                  <a:pt x="188552" y="345643"/>
                </a:lnTo>
                <a:cubicBezTo>
                  <a:pt x="188552" y="363000"/>
                  <a:pt x="174522" y="377110"/>
                  <a:pt x="157088" y="377110"/>
                </a:cubicBezTo>
                <a:lnTo>
                  <a:pt x="31464" y="377110"/>
                </a:lnTo>
                <a:cubicBezTo>
                  <a:pt x="14027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)">
            <a:extLst xmlns:a="http://schemas.openxmlformats.org/drawingml/2006/main">
              <a:ext uri="{FF2B5EF4-FFF2-40B4-BE49-F238E27FC236}">
                <a16:creationId xmlns:a16="http://schemas.microsoft.com/office/drawing/2014/main" id="{CB19772F-4D8C-49B2-AE59-17164306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9855" y="1468164"/>
            <a:ext cx="29291" cy="141787"/>
          </a:xfrm>
          <a:custGeom xmlns:a="http://schemas.openxmlformats.org/drawingml/2006/main">
            <a:pathLst>
              <a:path w="29291" h="141787">
                <a:moveTo>
                  <a:pt x="29291" y="70893"/>
                </a:moveTo>
                <a:cubicBezTo>
                  <a:pt x="29291" y="76948"/>
                  <a:pt x="28917" y="82936"/>
                  <a:pt x="28167" y="88858"/>
                </a:cubicBezTo>
                <a:cubicBezTo>
                  <a:pt x="27418" y="94779"/>
                  <a:pt x="26294" y="100633"/>
                  <a:pt x="24795" y="106420"/>
                </a:cubicBezTo>
                <a:cubicBezTo>
                  <a:pt x="23297" y="112208"/>
                  <a:pt x="21463" y="117901"/>
                  <a:pt x="19296" y="123501"/>
                </a:cubicBezTo>
                <a:cubicBezTo>
                  <a:pt x="17128" y="129101"/>
                  <a:pt x="14599" y="134634"/>
                  <a:pt x="11709" y="140098"/>
                </a:cubicBezTo>
                <a:cubicBezTo>
                  <a:pt x="11548" y="140366"/>
                  <a:pt x="11307" y="140607"/>
                  <a:pt x="10986" y="140821"/>
                </a:cubicBezTo>
                <a:cubicBezTo>
                  <a:pt x="10665" y="141037"/>
                  <a:pt x="10250" y="141225"/>
                  <a:pt x="9741" y="141385"/>
                </a:cubicBezTo>
                <a:cubicBezTo>
                  <a:pt x="9233" y="141546"/>
                  <a:pt x="8631" y="141653"/>
                  <a:pt x="7935" y="141706"/>
                </a:cubicBezTo>
                <a:cubicBezTo>
                  <a:pt x="7239" y="141760"/>
                  <a:pt x="6410" y="141787"/>
                  <a:pt x="5446" y="141787"/>
                </a:cubicBezTo>
                <a:cubicBezTo>
                  <a:pt x="4054" y="141787"/>
                  <a:pt x="2971" y="141720"/>
                  <a:pt x="2195" y="141586"/>
                </a:cubicBezTo>
                <a:cubicBezTo>
                  <a:pt x="1418" y="141452"/>
                  <a:pt x="856" y="141237"/>
                  <a:pt x="508" y="140941"/>
                </a:cubicBezTo>
                <a:cubicBezTo>
                  <a:pt x="161" y="140647"/>
                  <a:pt x="0" y="140272"/>
                  <a:pt x="27" y="139817"/>
                </a:cubicBezTo>
                <a:cubicBezTo>
                  <a:pt x="54" y="139362"/>
                  <a:pt x="201" y="138813"/>
                  <a:pt x="468" y="138169"/>
                </a:cubicBezTo>
                <a:cubicBezTo>
                  <a:pt x="5393" y="127345"/>
                  <a:pt x="9113" y="116267"/>
                  <a:pt x="11628" y="104935"/>
                </a:cubicBezTo>
                <a:cubicBezTo>
                  <a:pt x="14144" y="93601"/>
                  <a:pt x="15402" y="82174"/>
                  <a:pt x="15402" y="70653"/>
                </a:cubicBezTo>
                <a:cubicBezTo>
                  <a:pt x="15402" y="59185"/>
                  <a:pt x="14144" y="47785"/>
                  <a:pt x="11628" y="36453"/>
                </a:cubicBezTo>
                <a:cubicBezTo>
                  <a:pt x="9113" y="25119"/>
                  <a:pt x="5339" y="14066"/>
                  <a:pt x="308" y="3294"/>
                </a:cubicBezTo>
                <a:cubicBezTo>
                  <a:pt x="94" y="2813"/>
                  <a:pt x="13" y="2358"/>
                  <a:pt x="67" y="1929"/>
                </a:cubicBezTo>
                <a:cubicBezTo>
                  <a:pt x="120" y="1501"/>
                  <a:pt x="361" y="1153"/>
                  <a:pt x="789" y="886"/>
                </a:cubicBezTo>
                <a:cubicBezTo>
                  <a:pt x="1218" y="616"/>
                  <a:pt x="1806" y="401"/>
                  <a:pt x="2556" y="241"/>
                </a:cubicBezTo>
                <a:cubicBezTo>
                  <a:pt x="3305" y="80"/>
                  <a:pt x="4295" y="0"/>
                  <a:pt x="5526" y="0"/>
                </a:cubicBezTo>
                <a:cubicBezTo>
                  <a:pt x="6650" y="0"/>
                  <a:pt x="7587" y="40"/>
                  <a:pt x="8336" y="120"/>
                </a:cubicBezTo>
                <a:cubicBezTo>
                  <a:pt x="9086" y="201"/>
                  <a:pt x="9688" y="321"/>
                  <a:pt x="10143" y="482"/>
                </a:cubicBezTo>
                <a:cubicBezTo>
                  <a:pt x="10598" y="642"/>
                  <a:pt x="10932" y="804"/>
                  <a:pt x="11147" y="966"/>
                </a:cubicBezTo>
                <a:cubicBezTo>
                  <a:pt x="11361" y="1127"/>
                  <a:pt x="11521" y="1314"/>
                  <a:pt x="11628" y="1528"/>
                </a:cubicBezTo>
                <a:cubicBezTo>
                  <a:pt x="17141" y="12512"/>
                  <a:pt x="21463" y="23805"/>
                  <a:pt x="24595" y="35407"/>
                </a:cubicBezTo>
                <a:cubicBezTo>
                  <a:pt x="27726" y="47008"/>
                  <a:pt x="29291" y="58837"/>
                  <a:pt x="29291" y="708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5718A-5F25-416C-AC2D-7BD01C72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379" y="1738691"/>
            <a:ext cx="2676257" cy="188554"/>
          </a:xfrm>
          <a:custGeom xmlns:a="http://schemas.openxmlformats.org/drawingml/2006/main">
            <a:pathLst>
              <a:path w="2676257" h="188554" fill="none">
                <a:moveTo>
                  <a:pt x="2676257" y="0"/>
                </a:moveTo>
                <a:cubicBezTo>
                  <a:pt x="2676257" y="52065"/>
                  <a:pt x="2669202" y="94237"/>
                  <a:pt x="2660524" y="94237"/>
                </a:cubicBezTo>
                <a:lnTo>
                  <a:pt x="560230" y="94237"/>
                </a:lnTo>
                <a:cubicBezTo>
                  <a:pt x="551552" y="94237"/>
                  <a:pt x="544497" y="136489"/>
                  <a:pt x="544497" y="188554"/>
                </a:cubicBezTo>
                <a:cubicBezTo>
                  <a:pt x="544497" y="136489"/>
                  <a:pt x="537441" y="94237"/>
                  <a:pt x="528764" y="94237"/>
                </a:cubicBezTo>
                <a:lnTo>
                  <a:pt x="15733" y="94237"/>
                </a:lnTo>
                <a:cubicBezTo>
                  <a:pt x="7056" y="94237"/>
                  <a:pt x="0" y="5206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166" cap="flat">
            <a:solidFill>
              <a:srgbClr val="000000"/>
            </a:solidFill>
            <a:miter/>
          </a:ln>
        </p:spPr>
      </p:sp>
      <p:sp>
        <p:nvSpPr>
          <p:cNvPr id="58" name="Text 17">
            <a:extLst xmlns:a="http://schemas.openxmlformats.org/drawingml/2006/main">
              <a:ext uri="{FF2B5EF4-FFF2-40B4-BE49-F238E27FC236}">
                <a16:creationId xmlns:a16="http://schemas.microsoft.com/office/drawing/2014/main" id="{CB4FBCD5-208E-4A38-AABC-FBB800D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636" y="1486527"/>
            <a:ext cx="146816" cy="105046"/>
          </a:xfrm>
          <a:custGeom xmlns:a="http://schemas.openxmlformats.org/drawingml/2006/main">
            <a:pathLst>
              <a:path w="146816" h="105046">
                <a:moveTo>
                  <a:pt x="60382" y="99112"/>
                </a:moveTo>
                <a:cubicBezTo>
                  <a:pt x="60382" y="100128"/>
                  <a:pt x="60301" y="100983"/>
                  <a:pt x="60141" y="101678"/>
                </a:cubicBezTo>
                <a:cubicBezTo>
                  <a:pt x="59981" y="102373"/>
                  <a:pt x="59767" y="102935"/>
                  <a:pt x="59499" y="103362"/>
                </a:cubicBezTo>
                <a:cubicBezTo>
                  <a:pt x="59232" y="103790"/>
                  <a:pt x="58925" y="104097"/>
                  <a:pt x="58577" y="104284"/>
                </a:cubicBezTo>
                <a:cubicBezTo>
                  <a:pt x="58230" y="104472"/>
                  <a:pt x="57869" y="104565"/>
                  <a:pt x="57495" y="104565"/>
                </a:cubicBezTo>
                <a:lnTo>
                  <a:pt x="3288" y="104565"/>
                </a:lnTo>
                <a:cubicBezTo>
                  <a:pt x="2913" y="104565"/>
                  <a:pt x="2566" y="104472"/>
                  <a:pt x="2245" y="104284"/>
                </a:cubicBezTo>
                <a:cubicBezTo>
                  <a:pt x="1925" y="104097"/>
                  <a:pt x="1617" y="103790"/>
                  <a:pt x="1323" y="103362"/>
                </a:cubicBezTo>
                <a:cubicBezTo>
                  <a:pt x="1029" y="102935"/>
                  <a:pt x="802" y="102373"/>
                  <a:pt x="642" y="101678"/>
                </a:cubicBezTo>
                <a:cubicBezTo>
                  <a:pt x="481" y="100983"/>
                  <a:pt x="401" y="100128"/>
                  <a:pt x="401" y="99112"/>
                </a:cubicBezTo>
                <a:cubicBezTo>
                  <a:pt x="401" y="98150"/>
                  <a:pt x="481" y="97321"/>
                  <a:pt x="642" y="96626"/>
                </a:cubicBezTo>
                <a:cubicBezTo>
                  <a:pt x="802" y="95931"/>
                  <a:pt x="1002" y="95357"/>
                  <a:pt x="1243" y="94902"/>
                </a:cubicBezTo>
                <a:cubicBezTo>
                  <a:pt x="1483" y="94448"/>
                  <a:pt x="1777" y="94101"/>
                  <a:pt x="2125" y="93860"/>
                </a:cubicBezTo>
                <a:cubicBezTo>
                  <a:pt x="2472" y="93619"/>
                  <a:pt x="2860" y="93499"/>
                  <a:pt x="3288" y="93499"/>
                </a:cubicBezTo>
                <a:lnTo>
                  <a:pt x="24938" y="93499"/>
                </a:lnTo>
                <a:lnTo>
                  <a:pt x="24938" y="14514"/>
                </a:lnTo>
                <a:lnTo>
                  <a:pt x="4891" y="26542"/>
                </a:lnTo>
                <a:cubicBezTo>
                  <a:pt x="3876" y="27077"/>
                  <a:pt x="3061" y="27398"/>
                  <a:pt x="2446" y="27504"/>
                </a:cubicBezTo>
                <a:cubicBezTo>
                  <a:pt x="1831" y="27611"/>
                  <a:pt x="1336" y="27491"/>
                  <a:pt x="962" y="27144"/>
                </a:cubicBezTo>
                <a:cubicBezTo>
                  <a:pt x="588" y="26796"/>
                  <a:pt x="334" y="26221"/>
                  <a:pt x="200" y="25417"/>
                </a:cubicBezTo>
                <a:cubicBezTo>
                  <a:pt x="67" y="24612"/>
                  <a:pt x="0" y="23593"/>
                  <a:pt x="0" y="22360"/>
                </a:cubicBezTo>
                <a:cubicBezTo>
                  <a:pt x="0" y="21448"/>
                  <a:pt x="40" y="20670"/>
                  <a:pt x="120" y="20027"/>
                </a:cubicBezTo>
                <a:cubicBezTo>
                  <a:pt x="200" y="19384"/>
                  <a:pt x="321" y="18848"/>
                  <a:pt x="481" y="18418"/>
                </a:cubicBezTo>
                <a:cubicBezTo>
                  <a:pt x="642" y="17989"/>
                  <a:pt x="869" y="17614"/>
                  <a:pt x="1163" y="17293"/>
                </a:cubicBezTo>
                <a:cubicBezTo>
                  <a:pt x="1457" y="16971"/>
                  <a:pt x="1844" y="16649"/>
                  <a:pt x="2325" y="16328"/>
                </a:cubicBezTo>
                <a:lnTo>
                  <a:pt x="26221" y="965"/>
                </a:lnTo>
                <a:cubicBezTo>
                  <a:pt x="26435" y="804"/>
                  <a:pt x="26703" y="671"/>
                  <a:pt x="27023" y="564"/>
                </a:cubicBezTo>
                <a:cubicBezTo>
                  <a:pt x="27344" y="455"/>
                  <a:pt x="27745" y="347"/>
                  <a:pt x="28226" y="241"/>
                </a:cubicBezTo>
                <a:cubicBezTo>
                  <a:pt x="28707" y="134"/>
                  <a:pt x="29269" y="67"/>
                  <a:pt x="29910" y="40"/>
                </a:cubicBezTo>
                <a:cubicBezTo>
                  <a:pt x="30552" y="13"/>
                  <a:pt x="31353" y="0"/>
                  <a:pt x="32316" y="0"/>
                </a:cubicBezTo>
                <a:cubicBezTo>
                  <a:pt x="33599" y="0"/>
                  <a:pt x="34668" y="53"/>
                  <a:pt x="35523" y="160"/>
                </a:cubicBezTo>
                <a:cubicBezTo>
                  <a:pt x="36379" y="267"/>
                  <a:pt x="37047" y="414"/>
                  <a:pt x="37528" y="601"/>
                </a:cubicBezTo>
                <a:cubicBezTo>
                  <a:pt x="38009" y="789"/>
                  <a:pt x="38330" y="1030"/>
                  <a:pt x="38490" y="1326"/>
                </a:cubicBezTo>
                <a:cubicBezTo>
                  <a:pt x="38651" y="1620"/>
                  <a:pt x="38731" y="1927"/>
                  <a:pt x="38731" y="2248"/>
                </a:cubicBezTo>
                <a:lnTo>
                  <a:pt x="38731" y="93499"/>
                </a:lnTo>
                <a:lnTo>
                  <a:pt x="57495" y="93499"/>
                </a:lnTo>
                <a:cubicBezTo>
                  <a:pt x="57922" y="93499"/>
                  <a:pt x="58323" y="93619"/>
                  <a:pt x="58698" y="93860"/>
                </a:cubicBezTo>
                <a:cubicBezTo>
                  <a:pt x="59072" y="94101"/>
                  <a:pt x="59379" y="94448"/>
                  <a:pt x="59620" y="94902"/>
                </a:cubicBezTo>
                <a:cubicBezTo>
                  <a:pt x="59860" y="95357"/>
                  <a:pt x="60047" y="95931"/>
                  <a:pt x="60181" y="96626"/>
                </a:cubicBezTo>
                <a:cubicBezTo>
                  <a:pt x="60315" y="97321"/>
                  <a:pt x="60382" y="98150"/>
                  <a:pt x="60382" y="99112"/>
                </a:cubicBezTo>
                <a:close/>
                <a:moveTo>
                  <a:pt x="146816" y="6736"/>
                </a:moveTo>
                <a:cubicBezTo>
                  <a:pt x="146816" y="7698"/>
                  <a:pt x="146776" y="8567"/>
                  <a:pt x="146695" y="9342"/>
                </a:cubicBezTo>
                <a:cubicBezTo>
                  <a:pt x="146615" y="10117"/>
                  <a:pt x="146508" y="10865"/>
                  <a:pt x="146375" y="11587"/>
                </a:cubicBezTo>
                <a:cubicBezTo>
                  <a:pt x="146241" y="12309"/>
                  <a:pt x="146054" y="13004"/>
                  <a:pt x="145813" y="13672"/>
                </a:cubicBezTo>
                <a:cubicBezTo>
                  <a:pt x="145573" y="14340"/>
                  <a:pt x="145292" y="15049"/>
                  <a:pt x="144971" y="15797"/>
                </a:cubicBezTo>
                <a:lnTo>
                  <a:pt x="107604" y="101919"/>
                </a:lnTo>
                <a:cubicBezTo>
                  <a:pt x="107337" y="102560"/>
                  <a:pt x="107002" y="103082"/>
                  <a:pt x="106601" y="103483"/>
                </a:cubicBezTo>
                <a:cubicBezTo>
                  <a:pt x="106201" y="103883"/>
                  <a:pt x="105693" y="104204"/>
                  <a:pt x="105078" y="104445"/>
                </a:cubicBezTo>
                <a:cubicBezTo>
                  <a:pt x="104463" y="104685"/>
                  <a:pt x="103675" y="104846"/>
                  <a:pt x="102712" y="104926"/>
                </a:cubicBezTo>
                <a:cubicBezTo>
                  <a:pt x="101750" y="105006"/>
                  <a:pt x="100574" y="105046"/>
                  <a:pt x="99184" y="105046"/>
                </a:cubicBezTo>
                <a:cubicBezTo>
                  <a:pt x="97367" y="105046"/>
                  <a:pt x="95950" y="104966"/>
                  <a:pt x="94934" y="104806"/>
                </a:cubicBezTo>
                <a:cubicBezTo>
                  <a:pt x="93918" y="104645"/>
                  <a:pt x="93183" y="104391"/>
                  <a:pt x="92729" y="104044"/>
                </a:cubicBezTo>
                <a:cubicBezTo>
                  <a:pt x="92275" y="103696"/>
                  <a:pt x="92074" y="103269"/>
                  <a:pt x="92128" y="102761"/>
                </a:cubicBezTo>
                <a:cubicBezTo>
                  <a:pt x="92181" y="102253"/>
                  <a:pt x="92368" y="101652"/>
                  <a:pt x="92689" y="100957"/>
                </a:cubicBezTo>
                <a:lnTo>
                  <a:pt x="131981" y="12910"/>
                </a:lnTo>
                <a:lnTo>
                  <a:pt x="82184" y="12910"/>
                </a:lnTo>
                <a:cubicBezTo>
                  <a:pt x="81169" y="12910"/>
                  <a:pt x="80407" y="12376"/>
                  <a:pt x="79899" y="11307"/>
                </a:cubicBezTo>
                <a:cubicBezTo>
                  <a:pt x="79391" y="10237"/>
                  <a:pt x="79137" y="8740"/>
                  <a:pt x="79137" y="6816"/>
                </a:cubicBezTo>
                <a:cubicBezTo>
                  <a:pt x="79137" y="5800"/>
                  <a:pt x="79204" y="4918"/>
                  <a:pt x="79338" y="4170"/>
                </a:cubicBezTo>
                <a:cubicBezTo>
                  <a:pt x="79471" y="3421"/>
                  <a:pt x="79672" y="2793"/>
                  <a:pt x="79939" y="2285"/>
                </a:cubicBezTo>
                <a:cubicBezTo>
                  <a:pt x="80206" y="1777"/>
                  <a:pt x="80527" y="1403"/>
                  <a:pt x="80901" y="1163"/>
                </a:cubicBezTo>
                <a:cubicBezTo>
                  <a:pt x="81275" y="922"/>
                  <a:pt x="81703" y="802"/>
                  <a:pt x="82184" y="802"/>
                </a:cubicBezTo>
                <a:lnTo>
                  <a:pt x="142646" y="802"/>
                </a:lnTo>
                <a:cubicBezTo>
                  <a:pt x="143394" y="802"/>
                  <a:pt x="144049" y="882"/>
                  <a:pt x="144611" y="1042"/>
                </a:cubicBezTo>
                <a:cubicBezTo>
                  <a:pt x="145172" y="1203"/>
                  <a:pt x="145600" y="1524"/>
                  <a:pt x="145894" y="2005"/>
                </a:cubicBezTo>
                <a:cubicBezTo>
                  <a:pt x="146188" y="2486"/>
                  <a:pt x="146415" y="3101"/>
                  <a:pt x="146575" y="3849"/>
                </a:cubicBezTo>
                <a:cubicBezTo>
                  <a:pt x="146736" y="4597"/>
                  <a:pt x="146816" y="5560"/>
                  <a:pt x="146816" y="67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D3CC3-49F4-44F9-A5A5-A1FAB210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0701" y="1744774"/>
            <a:ext cx="2797905" cy="188554"/>
          </a:xfrm>
          <a:custGeom xmlns:a="http://schemas.openxmlformats.org/drawingml/2006/main">
            <a:pathLst>
              <a:path w="2797905" h="188554" fill="none">
                <a:moveTo>
                  <a:pt x="2797905" y="0"/>
                </a:moveTo>
                <a:cubicBezTo>
                  <a:pt x="2797905" y="52065"/>
                  <a:pt x="2790850" y="94237"/>
                  <a:pt x="2782172" y="94237"/>
                </a:cubicBezTo>
                <a:lnTo>
                  <a:pt x="2235810" y="94237"/>
                </a:lnTo>
                <a:cubicBezTo>
                  <a:pt x="2227133" y="94237"/>
                  <a:pt x="2220077" y="136489"/>
                  <a:pt x="2220077" y="188554"/>
                </a:cubicBezTo>
                <a:cubicBezTo>
                  <a:pt x="2220077" y="136489"/>
                  <a:pt x="2213022" y="94237"/>
                  <a:pt x="2204344" y="94237"/>
                </a:cubicBezTo>
                <a:lnTo>
                  <a:pt x="15733" y="94237"/>
                </a:lnTo>
                <a:cubicBezTo>
                  <a:pt x="7056" y="94237"/>
                  <a:pt x="0" y="52065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166" cap="flat">
            <a:solidFill>
              <a:srgbClr val="000000"/>
            </a:solidFill>
            <a:miter/>
          </a:ln>
        </p:spPr>
      </p:sp>
      <p:sp>
        <p:nvSpPr>
          <p:cNvPr id="60" name="Text …">
            <a:extLst xmlns:a="http://schemas.openxmlformats.org/drawingml/2006/main">
              <a:ext uri="{FF2B5EF4-FFF2-40B4-BE49-F238E27FC236}">
                <a16:creationId xmlns:a16="http://schemas.microsoft.com/office/drawing/2014/main" id="{77553994-B209-41CC-ABAA-594A4B5B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419" y="2505043"/>
            <a:ext cx="79514" cy="16560"/>
          </a:xfrm>
          <a:custGeom xmlns:a="http://schemas.openxmlformats.org/drawingml/2006/main">
            <a:pathLst>
              <a:path w="79514" h="16560">
                <a:moveTo>
                  <a:pt x="15061" y="8173"/>
                </a:moveTo>
                <a:cubicBezTo>
                  <a:pt x="15061" y="11517"/>
                  <a:pt x="14501" y="13751"/>
                  <a:pt x="13383" y="14875"/>
                </a:cubicBezTo>
                <a:cubicBezTo>
                  <a:pt x="12265" y="15998"/>
                  <a:pt x="10278" y="16560"/>
                  <a:pt x="7423" y="16560"/>
                </a:cubicBezTo>
                <a:cubicBezTo>
                  <a:pt x="4663" y="16560"/>
                  <a:pt x="2736" y="16010"/>
                  <a:pt x="1642" y="14911"/>
                </a:cubicBezTo>
                <a:cubicBezTo>
                  <a:pt x="547" y="13812"/>
                  <a:pt x="0" y="11637"/>
                  <a:pt x="0" y="8387"/>
                </a:cubicBezTo>
                <a:cubicBezTo>
                  <a:pt x="0" y="5042"/>
                  <a:pt x="559" y="2809"/>
                  <a:pt x="1677" y="1686"/>
                </a:cubicBezTo>
                <a:cubicBezTo>
                  <a:pt x="2796" y="562"/>
                  <a:pt x="4782" y="0"/>
                  <a:pt x="7637" y="0"/>
                </a:cubicBezTo>
                <a:cubicBezTo>
                  <a:pt x="10397" y="0"/>
                  <a:pt x="12324" y="549"/>
                  <a:pt x="13419" y="1648"/>
                </a:cubicBezTo>
                <a:cubicBezTo>
                  <a:pt x="14513" y="2747"/>
                  <a:pt x="15061" y="4922"/>
                  <a:pt x="15061" y="8173"/>
                </a:cubicBezTo>
                <a:moveTo>
                  <a:pt x="47252" y="8173"/>
                </a:moveTo>
                <a:cubicBezTo>
                  <a:pt x="47252" y="11517"/>
                  <a:pt x="46704" y="13751"/>
                  <a:pt x="45610" y="14875"/>
                </a:cubicBezTo>
                <a:cubicBezTo>
                  <a:pt x="44516" y="15998"/>
                  <a:pt x="42541" y="16560"/>
                  <a:pt x="39686" y="16560"/>
                </a:cubicBezTo>
                <a:cubicBezTo>
                  <a:pt x="36926" y="16560"/>
                  <a:pt x="34999" y="16010"/>
                  <a:pt x="33904" y="14911"/>
                </a:cubicBezTo>
                <a:cubicBezTo>
                  <a:pt x="32810" y="13812"/>
                  <a:pt x="32262" y="11637"/>
                  <a:pt x="32262" y="8387"/>
                </a:cubicBezTo>
                <a:cubicBezTo>
                  <a:pt x="32262" y="5042"/>
                  <a:pt x="32822" y="2809"/>
                  <a:pt x="33940" y="1686"/>
                </a:cubicBezTo>
                <a:cubicBezTo>
                  <a:pt x="35058" y="562"/>
                  <a:pt x="37021" y="0"/>
                  <a:pt x="39828" y="0"/>
                </a:cubicBezTo>
                <a:cubicBezTo>
                  <a:pt x="42636" y="0"/>
                  <a:pt x="44575" y="549"/>
                  <a:pt x="45646" y="1648"/>
                </a:cubicBezTo>
                <a:cubicBezTo>
                  <a:pt x="46716" y="2747"/>
                  <a:pt x="47252" y="4922"/>
                  <a:pt x="47252" y="8173"/>
                </a:cubicBezTo>
                <a:moveTo>
                  <a:pt x="79514" y="8173"/>
                </a:moveTo>
                <a:cubicBezTo>
                  <a:pt x="79514" y="11517"/>
                  <a:pt x="78955" y="13751"/>
                  <a:pt x="77837" y="14875"/>
                </a:cubicBezTo>
                <a:cubicBezTo>
                  <a:pt x="76719" y="15998"/>
                  <a:pt x="74732" y="16560"/>
                  <a:pt x="71877" y="16560"/>
                </a:cubicBezTo>
                <a:cubicBezTo>
                  <a:pt x="69117" y="16560"/>
                  <a:pt x="67190" y="16010"/>
                  <a:pt x="66095" y="14911"/>
                </a:cubicBezTo>
                <a:cubicBezTo>
                  <a:pt x="65001" y="13812"/>
                  <a:pt x="64454" y="11637"/>
                  <a:pt x="64454" y="8387"/>
                </a:cubicBezTo>
                <a:cubicBezTo>
                  <a:pt x="64454" y="5042"/>
                  <a:pt x="65013" y="2809"/>
                  <a:pt x="66131" y="1686"/>
                </a:cubicBezTo>
                <a:cubicBezTo>
                  <a:pt x="67249" y="562"/>
                  <a:pt x="69236" y="0"/>
                  <a:pt x="72091" y="0"/>
                </a:cubicBezTo>
                <a:cubicBezTo>
                  <a:pt x="74851" y="0"/>
                  <a:pt x="76778" y="549"/>
                  <a:pt x="77872" y="1648"/>
                </a:cubicBezTo>
                <a:cubicBezTo>
                  <a:pt x="78967" y="2747"/>
                  <a:pt x="79514" y="4922"/>
                  <a:pt x="79514" y="81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…">
            <a:extLst xmlns:a="http://schemas.openxmlformats.org/drawingml/2006/main">
              <a:ext uri="{FF2B5EF4-FFF2-40B4-BE49-F238E27FC236}">
                <a16:creationId xmlns:a16="http://schemas.microsoft.com/office/drawing/2014/main" id="{6B8F68EC-52E2-44D7-B146-D8CA4DA7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298" y="2504011"/>
            <a:ext cx="79404" cy="16537"/>
          </a:xfrm>
          <a:custGeom xmlns:a="http://schemas.openxmlformats.org/drawingml/2006/main">
            <a:pathLst>
              <a:path w="79404" h="16537">
                <a:moveTo>
                  <a:pt x="15040" y="8161"/>
                </a:moveTo>
                <a:cubicBezTo>
                  <a:pt x="15040" y="11501"/>
                  <a:pt x="14481" y="13732"/>
                  <a:pt x="13365" y="14855"/>
                </a:cubicBezTo>
                <a:cubicBezTo>
                  <a:pt x="12248" y="15976"/>
                  <a:pt x="10264" y="16537"/>
                  <a:pt x="7413" y="16537"/>
                </a:cubicBezTo>
                <a:cubicBezTo>
                  <a:pt x="4657" y="16537"/>
                  <a:pt x="2732" y="15988"/>
                  <a:pt x="1639" y="14890"/>
                </a:cubicBezTo>
                <a:cubicBezTo>
                  <a:pt x="546" y="13793"/>
                  <a:pt x="0" y="11621"/>
                  <a:pt x="0" y="8375"/>
                </a:cubicBezTo>
                <a:cubicBezTo>
                  <a:pt x="0" y="5036"/>
                  <a:pt x="558" y="2805"/>
                  <a:pt x="1675" y="1684"/>
                </a:cubicBezTo>
                <a:cubicBezTo>
                  <a:pt x="2792" y="561"/>
                  <a:pt x="4776" y="0"/>
                  <a:pt x="7627" y="0"/>
                </a:cubicBezTo>
                <a:cubicBezTo>
                  <a:pt x="10383" y="0"/>
                  <a:pt x="12307" y="549"/>
                  <a:pt x="13400" y="1646"/>
                </a:cubicBezTo>
                <a:cubicBezTo>
                  <a:pt x="14493" y="2743"/>
                  <a:pt x="15040" y="4915"/>
                  <a:pt x="15040" y="8161"/>
                </a:cubicBezTo>
                <a:moveTo>
                  <a:pt x="47186" y="8161"/>
                </a:moveTo>
                <a:cubicBezTo>
                  <a:pt x="47186" y="11501"/>
                  <a:pt x="46640" y="13732"/>
                  <a:pt x="45547" y="14855"/>
                </a:cubicBezTo>
                <a:cubicBezTo>
                  <a:pt x="44454" y="15976"/>
                  <a:pt x="42482" y="16537"/>
                  <a:pt x="39631" y="16537"/>
                </a:cubicBezTo>
                <a:cubicBezTo>
                  <a:pt x="36875" y="16537"/>
                  <a:pt x="34950" y="15988"/>
                  <a:pt x="33857" y="14890"/>
                </a:cubicBezTo>
                <a:cubicBezTo>
                  <a:pt x="32764" y="13793"/>
                  <a:pt x="32218" y="11621"/>
                  <a:pt x="32218" y="8375"/>
                </a:cubicBezTo>
                <a:cubicBezTo>
                  <a:pt x="32218" y="5036"/>
                  <a:pt x="32776" y="2805"/>
                  <a:pt x="33893" y="1684"/>
                </a:cubicBezTo>
                <a:cubicBezTo>
                  <a:pt x="35009" y="561"/>
                  <a:pt x="36970" y="0"/>
                  <a:pt x="39773" y="0"/>
                </a:cubicBezTo>
                <a:cubicBezTo>
                  <a:pt x="42577" y="0"/>
                  <a:pt x="44513" y="549"/>
                  <a:pt x="45582" y="1646"/>
                </a:cubicBezTo>
                <a:cubicBezTo>
                  <a:pt x="46652" y="2743"/>
                  <a:pt x="47186" y="4915"/>
                  <a:pt x="47186" y="8161"/>
                </a:cubicBezTo>
                <a:moveTo>
                  <a:pt x="79404" y="8161"/>
                </a:moveTo>
                <a:cubicBezTo>
                  <a:pt x="79404" y="11501"/>
                  <a:pt x="78846" y="13732"/>
                  <a:pt x="77729" y="14855"/>
                </a:cubicBezTo>
                <a:cubicBezTo>
                  <a:pt x="76612" y="15976"/>
                  <a:pt x="74628" y="16537"/>
                  <a:pt x="71777" y="16537"/>
                </a:cubicBezTo>
                <a:cubicBezTo>
                  <a:pt x="69021" y="16537"/>
                  <a:pt x="67097" y="15988"/>
                  <a:pt x="66004" y="14890"/>
                </a:cubicBezTo>
                <a:cubicBezTo>
                  <a:pt x="64911" y="13793"/>
                  <a:pt x="64364" y="11621"/>
                  <a:pt x="64364" y="8375"/>
                </a:cubicBezTo>
                <a:cubicBezTo>
                  <a:pt x="64364" y="5036"/>
                  <a:pt x="64923" y="2805"/>
                  <a:pt x="66039" y="1684"/>
                </a:cubicBezTo>
                <a:cubicBezTo>
                  <a:pt x="67156" y="561"/>
                  <a:pt x="69140" y="0"/>
                  <a:pt x="71991" y="0"/>
                </a:cubicBezTo>
                <a:cubicBezTo>
                  <a:pt x="74747" y="0"/>
                  <a:pt x="76672" y="549"/>
                  <a:pt x="77764" y="1646"/>
                </a:cubicBezTo>
                <a:cubicBezTo>
                  <a:pt x="78857" y="2743"/>
                  <a:pt x="79404" y="4915"/>
                  <a:pt x="79404" y="81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…">
            <a:extLst xmlns:a="http://schemas.openxmlformats.org/drawingml/2006/main">
              <a:ext uri="{FF2B5EF4-FFF2-40B4-BE49-F238E27FC236}">
                <a16:creationId xmlns:a16="http://schemas.microsoft.com/office/drawing/2014/main" id="{725E21E2-CEF8-45AE-98AA-AB68D351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2128" y="2502773"/>
            <a:ext cx="79514" cy="16560"/>
          </a:xfrm>
          <a:custGeom xmlns:a="http://schemas.openxmlformats.org/drawingml/2006/main">
            <a:pathLst>
              <a:path w="79514" h="16560">
                <a:moveTo>
                  <a:pt x="15061" y="8173"/>
                </a:moveTo>
                <a:cubicBezTo>
                  <a:pt x="15061" y="11517"/>
                  <a:pt x="14501" y="13751"/>
                  <a:pt x="13383" y="14875"/>
                </a:cubicBezTo>
                <a:cubicBezTo>
                  <a:pt x="12265" y="15998"/>
                  <a:pt x="10278" y="16560"/>
                  <a:pt x="7423" y="16560"/>
                </a:cubicBezTo>
                <a:cubicBezTo>
                  <a:pt x="4663" y="16560"/>
                  <a:pt x="2736" y="16010"/>
                  <a:pt x="1642" y="14911"/>
                </a:cubicBezTo>
                <a:cubicBezTo>
                  <a:pt x="547" y="13812"/>
                  <a:pt x="0" y="11637"/>
                  <a:pt x="0" y="8387"/>
                </a:cubicBezTo>
                <a:cubicBezTo>
                  <a:pt x="0" y="5042"/>
                  <a:pt x="559" y="2809"/>
                  <a:pt x="1677" y="1686"/>
                </a:cubicBezTo>
                <a:cubicBezTo>
                  <a:pt x="2796" y="562"/>
                  <a:pt x="4782" y="0"/>
                  <a:pt x="7637" y="0"/>
                </a:cubicBezTo>
                <a:cubicBezTo>
                  <a:pt x="10397" y="0"/>
                  <a:pt x="12324" y="549"/>
                  <a:pt x="13419" y="1648"/>
                </a:cubicBezTo>
                <a:cubicBezTo>
                  <a:pt x="14513" y="2747"/>
                  <a:pt x="15061" y="4922"/>
                  <a:pt x="15061" y="8173"/>
                </a:cubicBezTo>
                <a:moveTo>
                  <a:pt x="47252" y="8173"/>
                </a:moveTo>
                <a:cubicBezTo>
                  <a:pt x="47252" y="11517"/>
                  <a:pt x="46704" y="13751"/>
                  <a:pt x="45610" y="14875"/>
                </a:cubicBezTo>
                <a:cubicBezTo>
                  <a:pt x="44516" y="15998"/>
                  <a:pt x="42541" y="16560"/>
                  <a:pt x="39686" y="16560"/>
                </a:cubicBezTo>
                <a:cubicBezTo>
                  <a:pt x="36926" y="16560"/>
                  <a:pt x="34999" y="16010"/>
                  <a:pt x="33904" y="14911"/>
                </a:cubicBezTo>
                <a:cubicBezTo>
                  <a:pt x="32810" y="13812"/>
                  <a:pt x="32262" y="11637"/>
                  <a:pt x="32262" y="8387"/>
                </a:cubicBezTo>
                <a:cubicBezTo>
                  <a:pt x="32262" y="5042"/>
                  <a:pt x="32822" y="2809"/>
                  <a:pt x="33940" y="1686"/>
                </a:cubicBezTo>
                <a:cubicBezTo>
                  <a:pt x="35058" y="562"/>
                  <a:pt x="37021" y="0"/>
                  <a:pt x="39828" y="0"/>
                </a:cubicBezTo>
                <a:cubicBezTo>
                  <a:pt x="42636" y="0"/>
                  <a:pt x="44575" y="549"/>
                  <a:pt x="45646" y="1648"/>
                </a:cubicBezTo>
                <a:cubicBezTo>
                  <a:pt x="46716" y="2747"/>
                  <a:pt x="47252" y="4922"/>
                  <a:pt x="47252" y="8173"/>
                </a:cubicBezTo>
                <a:moveTo>
                  <a:pt x="79514" y="8173"/>
                </a:moveTo>
                <a:cubicBezTo>
                  <a:pt x="79514" y="11517"/>
                  <a:pt x="78955" y="13751"/>
                  <a:pt x="77837" y="14875"/>
                </a:cubicBezTo>
                <a:cubicBezTo>
                  <a:pt x="76719" y="15998"/>
                  <a:pt x="74732" y="16560"/>
                  <a:pt x="71877" y="16560"/>
                </a:cubicBezTo>
                <a:cubicBezTo>
                  <a:pt x="69117" y="16560"/>
                  <a:pt x="67190" y="16010"/>
                  <a:pt x="66095" y="14911"/>
                </a:cubicBezTo>
                <a:cubicBezTo>
                  <a:pt x="65001" y="13812"/>
                  <a:pt x="64454" y="11637"/>
                  <a:pt x="64454" y="8387"/>
                </a:cubicBezTo>
                <a:cubicBezTo>
                  <a:pt x="64454" y="5042"/>
                  <a:pt x="65013" y="2809"/>
                  <a:pt x="66131" y="1686"/>
                </a:cubicBezTo>
                <a:cubicBezTo>
                  <a:pt x="67249" y="562"/>
                  <a:pt x="69236" y="0"/>
                  <a:pt x="72091" y="0"/>
                </a:cubicBezTo>
                <a:cubicBezTo>
                  <a:pt x="74851" y="0"/>
                  <a:pt x="76778" y="549"/>
                  <a:pt x="77872" y="1648"/>
                </a:cubicBezTo>
                <a:cubicBezTo>
                  <a:pt x="78967" y="2747"/>
                  <a:pt x="79514" y="4922"/>
                  <a:pt x="79514" y="81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0487B-EB96-422A-9DC9-559315DA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286" y="1154781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5" y="48660"/>
                </a:lnTo>
                <a:lnTo>
                  <a:pt x="18245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58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D4074-0DBA-48EE-9DD1-A2C8BD26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995" y="1154781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5" y="48660"/>
                </a:lnTo>
                <a:lnTo>
                  <a:pt x="18245" y="181580"/>
                </a:lnTo>
                <a:lnTo>
                  <a:pt x="30410" y="181580"/>
                </a:lnTo>
                <a:lnTo>
                  <a:pt x="30410" y="48660"/>
                </a:lnTo>
                <a:lnTo>
                  <a:pt x="48658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636152-5720-4CE1-8983-CB263105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784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F448E-4A2F-4F60-B996-0D76852C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493" y="1154781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58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60E9E-D3B6-4B8E-A9DC-759142E1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201" y="1154781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5" y="48660"/>
                </a:lnTo>
                <a:lnTo>
                  <a:pt x="18245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58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C348C-56E4-4088-B308-4C568092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990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F917D-D38E-41F5-AB7F-33915A72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699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FB69F-702B-4934-AAAA-F5814E13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491" y="1154781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5" y="48660"/>
                </a:lnTo>
                <a:lnTo>
                  <a:pt x="18245" y="181580"/>
                </a:lnTo>
                <a:lnTo>
                  <a:pt x="30410" y="181580"/>
                </a:lnTo>
                <a:lnTo>
                  <a:pt x="30410" y="48660"/>
                </a:lnTo>
                <a:lnTo>
                  <a:pt x="48658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830C3-4DB2-4FEB-B665-9F967C86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197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32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674DC5-6407-4059-8C74-8E61F6C7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989" y="1154781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58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90644-2D2E-4E72-BF7C-19D340C7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195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DC09C-89CA-4D52-8B8D-47C3837D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904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12815-3AAD-4024-9188-94E52927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693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32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BA217-B530-49C2-820A-5A5B81AD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401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32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863B7-5B0A-4AAE-90AF-66E8C755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110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2C605-DB6D-424E-BAA8-048DC573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902" y="1154781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5" y="48660"/>
                </a:lnTo>
                <a:lnTo>
                  <a:pt x="18245" y="181580"/>
                </a:lnTo>
                <a:lnTo>
                  <a:pt x="30410" y="181580"/>
                </a:lnTo>
                <a:lnTo>
                  <a:pt x="30410" y="48660"/>
                </a:lnTo>
                <a:lnTo>
                  <a:pt x="48658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076C1-87E7-4924-BCFA-CCDA74A6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608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32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5F892-5BB4-410E-865B-F863DA7A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400" y="1154781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58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4A651-B948-49D5-AD0E-953C79C4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4590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C83FAD-A5C5-41D3-B404-35586AFA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5204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32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B8FF0-7EF2-41C5-A980-CEBBB36B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683" y="169433"/>
            <a:ext cx="188552" cy="377110"/>
          </a:xfrm>
          <a:custGeom xmlns:a="http://schemas.openxmlformats.org/drawingml/2006/main">
            <a:pathLst>
              <a:path w="188552" h="377110">
                <a:moveTo>
                  <a:pt x="0" y="31384"/>
                </a:moveTo>
                <a:cubicBezTo>
                  <a:pt x="0" y="14030"/>
                  <a:pt x="14027" y="0"/>
                  <a:pt x="31464" y="0"/>
                </a:cubicBezTo>
                <a:lnTo>
                  <a:pt x="157088" y="0"/>
                </a:lnTo>
                <a:cubicBezTo>
                  <a:pt x="174522" y="0"/>
                  <a:pt x="188552" y="14030"/>
                  <a:pt x="188552" y="31384"/>
                </a:cubicBezTo>
                <a:lnTo>
                  <a:pt x="188552" y="345643"/>
                </a:lnTo>
                <a:cubicBezTo>
                  <a:pt x="188552" y="362997"/>
                  <a:pt x="174522" y="377110"/>
                  <a:pt x="157088" y="377110"/>
                </a:cubicBezTo>
                <a:lnTo>
                  <a:pt x="31464" y="377110"/>
                </a:lnTo>
                <a:cubicBezTo>
                  <a:pt x="14027" y="377110"/>
                  <a:pt x="0" y="362997"/>
                  <a:pt x="0" y="345643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1">
            <a:extLst xmlns:a="http://schemas.openxmlformats.org/drawingml/2006/main">
              <a:ext uri="{FF2B5EF4-FFF2-40B4-BE49-F238E27FC236}">
                <a16:creationId xmlns:a16="http://schemas.microsoft.com/office/drawing/2014/main" id="{58E44492-448C-46D5-AF96-55F985FC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042" y="309251"/>
            <a:ext cx="60456" cy="104694"/>
          </a:xfrm>
          <a:custGeom xmlns:a="http://schemas.openxmlformats.org/drawingml/2006/main">
            <a:pathLst>
              <a:path w="60456" h="104694">
                <a:moveTo>
                  <a:pt x="60456" y="99235"/>
                </a:moveTo>
                <a:cubicBezTo>
                  <a:pt x="60456" y="100252"/>
                  <a:pt x="60376" y="101108"/>
                  <a:pt x="60215" y="101804"/>
                </a:cubicBezTo>
                <a:cubicBezTo>
                  <a:pt x="60055" y="102500"/>
                  <a:pt x="59841" y="103062"/>
                  <a:pt x="59573" y="103490"/>
                </a:cubicBezTo>
                <a:cubicBezTo>
                  <a:pt x="59305" y="103918"/>
                  <a:pt x="58998" y="104226"/>
                  <a:pt x="58650" y="104413"/>
                </a:cubicBezTo>
                <a:cubicBezTo>
                  <a:pt x="58302" y="104600"/>
                  <a:pt x="57940" y="104694"/>
                  <a:pt x="57566" y="104694"/>
                </a:cubicBezTo>
                <a:lnTo>
                  <a:pt x="3292" y="104694"/>
                </a:lnTo>
                <a:cubicBezTo>
                  <a:pt x="2917" y="104694"/>
                  <a:pt x="2569" y="104600"/>
                  <a:pt x="2248" y="104413"/>
                </a:cubicBezTo>
                <a:cubicBezTo>
                  <a:pt x="1927" y="104226"/>
                  <a:pt x="1619" y="103918"/>
                  <a:pt x="1325" y="103490"/>
                </a:cubicBezTo>
                <a:cubicBezTo>
                  <a:pt x="1030" y="103062"/>
                  <a:pt x="803" y="102500"/>
                  <a:pt x="642" y="101804"/>
                </a:cubicBezTo>
                <a:cubicBezTo>
                  <a:pt x="482" y="101108"/>
                  <a:pt x="401" y="100252"/>
                  <a:pt x="401" y="99235"/>
                </a:cubicBezTo>
                <a:cubicBezTo>
                  <a:pt x="401" y="98271"/>
                  <a:pt x="482" y="97442"/>
                  <a:pt x="642" y="96746"/>
                </a:cubicBezTo>
                <a:cubicBezTo>
                  <a:pt x="803" y="96050"/>
                  <a:pt x="1004" y="95475"/>
                  <a:pt x="1244" y="95020"/>
                </a:cubicBezTo>
                <a:cubicBezTo>
                  <a:pt x="1485" y="94565"/>
                  <a:pt x="1780" y="94217"/>
                  <a:pt x="2128" y="93976"/>
                </a:cubicBezTo>
                <a:cubicBezTo>
                  <a:pt x="2476" y="93735"/>
                  <a:pt x="2864" y="93615"/>
                  <a:pt x="3292" y="93615"/>
                </a:cubicBezTo>
                <a:lnTo>
                  <a:pt x="24969" y="93615"/>
                </a:lnTo>
                <a:lnTo>
                  <a:pt x="24969" y="14532"/>
                </a:lnTo>
                <a:lnTo>
                  <a:pt x="4898" y="26575"/>
                </a:lnTo>
                <a:cubicBezTo>
                  <a:pt x="3881" y="27110"/>
                  <a:pt x="3064" y="27431"/>
                  <a:pt x="2449" y="27538"/>
                </a:cubicBezTo>
                <a:cubicBezTo>
                  <a:pt x="1833" y="27645"/>
                  <a:pt x="1338" y="27525"/>
                  <a:pt x="963" y="27177"/>
                </a:cubicBezTo>
                <a:cubicBezTo>
                  <a:pt x="589" y="26829"/>
                  <a:pt x="335" y="26253"/>
                  <a:pt x="201" y="25448"/>
                </a:cubicBezTo>
                <a:cubicBezTo>
                  <a:pt x="67" y="24642"/>
                  <a:pt x="0" y="23622"/>
                  <a:pt x="0" y="22388"/>
                </a:cubicBezTo>
                <a:cubicBezTo>
                  <a:pt x="0" y="21474"/>
                  <a:pt x="40" y="20696"/>
                  <a:pt x="120" y="20052"/>
                </a:cubicBezTo>
                <a:cubicBezTo>
                  <a:pt x="201" y="19408"/>
                  <a:pt x="321" y="18871"/>
                  <a:pt x="482" y="18441"/>
                </a:cubicBezTo>
                <a:cubicBezTo>
                  <a:pt x="642" y="18011"/>
                  <a:pt x="870" y="17636"/>
                  <a:pt x="1164" y="17314"/>
                </a:cubicBezTo>
                <a:cubicBezTo>
                  <a:pt x="1459" y="16992"/>
                  <a:pt x="1847" y="16670"/>
                  <a:pt x="2328" y="16348"/>
                </a:cubicBezTo>
                <a:lnTo>
                  <a:pt x="26254" y="966"/>
                </a:lnTo>
                <a:cubicBezTo>
                  <a:pt x="26468" y="805"/>
                  <a:pt x="26736" y="672"/>
                  <a:pt x="27057" y="565"/>
                </a:cubicBezTo>
                <a:cubicBezTo>
                  <a:pt x="27378" y="456"/>
                  <a:pt x="27779" y="348"/>
                  <a:pt x="28261" y="241"/>
                </a:cubicBezTo>
                <a:cubicBezTo>
                  <a:pt x="28743" y="134"/>
                  <a:pt x="29305" y="67"/>
                  <a:pt x="29947" y="40"/>
                </a:cubicBezTo>
                <a:cubicBezTo>
                  <a:pt x="30589" y="13"/>
                  <a:pt x="31392" y="0"/>
                  <a:pt x="32356" y="0"/>
                </a:cubicBezTo>
                <a:cubicBezTo>
                  <a:pt x="33640" y="0"/>
                  <a:pt x="34711" y="54"/>
                  <a:pt x="35567" y="161"/>
                </a:cubicBezTo>
                <a:cubicBezTo>
                  <a:pt x="36424" y="268"/>
                  <a:pt x="37093" y="415"/>
                  <a:pt x="37574" y="602"/>
                </a:cubicBezTo>
                <a:cubicBezTo>
                  <a:pt x="38056" y="789"/>
                  <a:pt x="38377" y="1031"/>
                  <a:pt x="38538" y="1327"/>
                </a:cubicBezTo>
                <a:cubicBezTo>
                  <a:pt x="38698" y="1622"/>
                  <a:pt x="38779" y="1929"/>
                  <a:pt x="38779" y="2251"/>
                </a:cubicBezTo>
                <a:lnTo>
                  <a:pt x="38779" y="93615"/>
                </a:lnTo>
                <a:lnTo>
                  <a:pt x="57566" y="93615"/>
                </a:lnTo>
                <a:cubicBezTo>
                  <a:pt x="57994" y="93615"/>
                  <a:pt x="58395" y="93735"/>
                  <a:pt x="58770" y="93976"/>
                </a:cubicBezTo>
                <a:cubicBezTo>
                  <a:pt x="59145" y="94217"/>
                  <a:pt x="59452" y="94565"/>
                  <a:pt x="59693" y="95020"/>
                </a:cubicBezTo>
                <a:cubicBezTo>
                  <a:pt x="59934" y="95475"/>
                  <a:pt x="60122" y="96050"/>
                  <a:pt x="60255" y="96746"/>
                </a:cubicBezTo>
                <a:cubicBezTo>
                  <a:pt x="60389" y="97442"/>
                  <a:pt x="60456" y="98271"/>
                  <a:pt x="60456" y="99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3D9A4-1BBD-4BF8-A514-3CC13A0A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462" y="169433"/>
            <a:ext cx="182471" cy="377110"/>
          </a:xfrm>
          <a:custGeom xmlns:a="http://schemas.openxmlformats.org/drawingml/2006/main">
            <a:pathLst>
              <a:path w="182471" h="377110">
                <a:moveTo>
                  <a:pt x="0" y="30412"/>
                </a:moveTo>
                <a:cubicBezTo>
                  <a:pt x="0" y="13625"/>
                  <a:pt x="13625" y="0"/>
                  <a:pt x="30412" y="0"/>
                </a:cubicBezTo>
                <a:lnTo>
                  <a:pt x="152059" y="0"/>
                </a:lnTo>
                <a:cubicBezTo>
                  <a:pt x="168847" y="0"/>
                  <a:pt x="182471" y="13625"/>
                  <a:pt x="182471" y="30412"/>
                </a:cubicBezTo>
                <a:lnTo>
                  <a:pt x="182471" y="346698"/>
                </a:lnTo>
                <a:cubicBezTo>
                  <a:pt x="182471" y="363485"/>
                  <a:pt x="168847" y="377110"/>
                  <a:pt x="152059" y="377110"/>
                </a:cubicBezTo>
                <a:lnTo>
                  <a:pt x="30412" y="377110"/>
                </a:lnTo>
                <a:cubicBezTo>
                  <a:pt x="13625" y="377110"/>
                  <a:pt x="0" y="363485"/>
                  <a:pt x="0" y="346698"/>
                </a:cubicBezTo>
                <a:lnTo>
                  <a:pt x="0" y="30412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x">
            <a:extLst xmlns:a="http://schemas.openxmlformats.org/drawingml/2006/main">
              <a:ext uri="{FF2B5EF4-FFF2-40B4-BE49-F238E27FC236}">
                <a16:creationId xmlns:a16="http://schemas.microsoft.com/office/drawing/2014/main" id="{79FE7A1C-DA0B-4F78-9FEB-B451980D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725" y="337191"/>
            <a:ext cx="64377" cy="77236"/>
          </a:xfrm>
          <a:custGeom xmlns:a="http://schemas.openxmlformats.org/drawingml/2006/main">
            <a:pathLst>
              <a:path w="64377" h="77236">
                <a:moveTo>
                  <a:pt x="63734" y="73222"/>
                </a:moveTo>
                <a:cubicBezTo>
                  <a:pt x="64163" y="73971"/>
                  <a:pt x="64377" y="74600"/>
                  <a:pt x="64377" y="75108"/>
                </a:cubicBezTo>
                <a:cubicBezTo>
                  <a:pt x="64377" y="75617"/>
                  <a:pt x="64122" y="76032"/>
                  <a:pt x="63614" y="76353"/>
                </a:cubicBezTo>
                <a:cubicBezTo>
                  <a:pt x="63106" y="76674"/>
                  <a:pt x="62329" y="76901"/>
                  <a:pt x="61286" y="77035"/>
                </a:cubicBezTo>
                <a:cubicBezTo>
                  <a:pt x="60242" y="77169"/>
                  <a:pt x="58890" y="77236"/>
                  <a:pt x="57231" y="77236"/>
                </a:cubicBezTo>
                <a:cubicBezTo>
                  <a:pt x="55625" y="77236"/>
                  <a:pt x="54354" y="77196"/>
                  <a:pt x="53418" y="77116"/>
                </a:cubicBezTo>
                <a:cubicBezTo>
                  <a:pt x="52481" y="77035"/>
                  <a:pt x="51732" y="76901"/>
                  <a:pt x="51170" y="76714"/>
                </a:cubicBezTo>
                <a:cubicBezTo>
                  <a:pt x="50608" y="76527"/>
                  <a:pt x="50179" y="76286"/>
                  <a:pt x="49885" y="75992"/>
                </a:cubicBezTo>
                <a:cubicBezTo>
                  <a:pt x="49591" y="75697"/>
                  <a:pt x="49336" y="75363"/>
                  <a:pt x="49122" y="74988"/>
                </a:cubicBezTo>
                <a:lnTo>
                  <a:pt x="31780" y="46326"/>
                </a:lnTo>
                <a:lnTo>
                  <a:pt x="14519" y="74988"/>
                </a:lnTo>
                <a:cubicBezTo>
                  <a:pt x="14304" y="75363"/>
                  <a:pt x="14050" y="75697"/>
                  <a:pt x="13756" y="75992"/>
                </a:cubicBezTo>
                <a:cubicBezTo>
                  <a:pt x="13461" y="76286"/>
                  <a:pt x="13033" y="76527"/>
                  <a:pt x="12471" y="76714"/>
                </a:cubicBezTo>
                <a:cubicBezTo>
                  <a:pt x="11909" y="76901"/>
                  <a:pt x="11173" y="77035"/>
                  <a:pt x="10263" y="77116"/>
                </a:cubicBezTo>
                <a:cubicBezTo>
                  <a:pt x="9353" y="77196"/>
                  <a:pt x="8149" y="77236"/>
                  <a:pt x="6650" y="77236"/>
                </a:cubicBezTo>
                <a:cubicBezTo>
                  <a:pt x="5098" y="77236"/>
                  <a:pt x="3827" y="77169"/>
                  <a:pt x="2837" y="77035"/>
                </a:cubicBezTo>
                <a:cubicBezTo>
                  <a:pt x="1847" y="76901"/>
                  <a:pt x="1124" y="76674"/>
                  <a:pt x="669" y="76353"/>
                </a:cubicBezTo>
                <a:cubicBezTo>
                  <a:pt x="214" y="76032"/>
                  <a:pt x="0" y="75617"/>
                  <a:pt x="27" y="75108"/>
                </a:cubicBezTo>
                <a:cubicBezTo>
                  <a:pt x="54" y="74600"/>
                  <a:pt x="308" y="73971"/>
                  <a:pt x="789" y="73222"/>
                </a:cubicBezTo>
                <a:lnTo>
                  <a:pt x="23270" y="37976"/>
                </a:lnTo>
                <a:lnTo>
                  <a:pt x="1994" y="4014"/>
                </a:lnTo>
                <a:cubicBezTo>
                  <a:pt x="1566" y="3265"/>
                  <a:pt x="1338" y="2636"/>
                  <a:pt x="1311" y="2128"/>
                </a:cubicBezTo>
                <a:cubicBezTo>
                  <a:pt x="1285" y="1619"/>
                  <a:pt x="1525" y="1191"/>
                  <a:pt x="2034" y="843"/>
                </a:cubicBezTo>
                <a:cubicBezTo>
                  <a:pt x="2542" y="495"/>
                  <a:pt x="3319" y="268"/>
                  <a:pt x="4362" y="161"/>
                </a:cubicBezTo>
                <a:cubicBezTo>
                  <a:pt x="5406" y="54"/>
                  <a:pt x="6784" y="0"/>
                  <a:pt x="8497" y="0"/>
                </a:cubicBezTo>
                <a:cubicBezTo>
                  <a:pt x="10049" y="0"/>
                  <a:pt x="11294" y="40"/>
                  <a:pt x="12230" y="120"/>
                </a:cubicBezTo>
                <a:cubicBezTo>
                  <a:pt x="13167" y="201"/>
                  <a:pt x="13903" y="321"/>
                  <a:pt x="14438" y="482"/>
                </a:cubicBezTo>
                <a:cubicBezTo>
                  <a:pt x="14974" y="642"/>
                  <a:pt x="15375" y="856"/>
                  <a:pt x="15643" y="1124"/>
                </a:cubicBezTo>
                <a:cubicBezTo>
                  <a:pt x="15910" y="1392"/>
                  <a:pt x="16151" y="1713"/>
                  <a:pt x="16365" y="2087"/>
                </a:cubicBezTo>
                <a:lnTo>
                  <a:pt x="32824" y="28984"/>
                </a:lnTo>
                <a:lnTo>
                  <a:pt x="49524" y="2087"/>
                </a:lnTo>
                <a:cubicBezTo>
                  <a:pt x="49738" y="1766"/>
                  <a:pt x="49979" y="1472"/>
                  <a:pt x="50246" y="1204"/>
                </a:cubicBezTo>
                <a:cubicBezTo>
                  <a:pt x="50514" y="937"/>
                  <a:pt x="50875" y="709"/>
                  <a:pt x="51330" y="522"/>
                </a:cubicBezTo>
                <a:cubicBezTo>
                  <a:pt x="51785" y="335"/>
                  <a:pt x="52427" y="201"/>
                  <a:pt x="53257" y="120"/>
                </a:cubicBezTo>
                <a:cubicBezTo>
                  <a:pt x="54087" y="40"/>
                  <a:pt x="55224" y="0"/>
                  <a:pt x="56669" y="0"/>
                </a:cubicBezTo>
                <a:cubicBezTo>
                  <a:pt x="58221" y="0"/>
                  <a:pt x="59493" y="54"/>
                  <a:pt x="60483" y="161"/>
                </a:cubicBezTo>
                <a:cubicBezTo>
                  <a:pt x="61473" y="268"/>
                  <a:pt x="62209" y="468"/>
                  <a:pt x="62691" y="763"/>
                </a:cubicBezTo>
                <a:cubicBezTo>
                  <a:pt x="63172" y="1057"/>
                  <a:pt x="63387" y="1472"/>
                  <a:pt x="63333" y="2007"/>
                </a:cubicBezTo>
                <a:cubicBezTo>
                  <a:pt x="63279" y="2542"/>
                  <a:pt x="63012" y="3211"/>
                  <a:pt x="62530" y="4014"/>
                </a:cubicBezTo>
                <a:lnTo>
                  <a:pt x="41415" y="37574"/>
                </a:lnTo>
                <a:lnTo>
                  <a:pt x="63734" y="732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DA9D3-8E75-4C5C-A057-7E79E6E1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170" y="169433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4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4"/>
                </a:cubicBezTo>
                <a:lnTo>
                  <a:pt x="188555" y="345643"/>
                </a:lnTo>
                <a:cubicBezTo>
                  <a:pt x="188555" y="362997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2997"/>
                  <a:pt x="0" y="345643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1">
            <a:extLst xmlns:a="http://schemas.openxmlformats.org/drawingml/2006/main">
              <a:ext uri="{FF2B5EF4-FFF2-40B4-BE49-F238E27FC236}">
                <a16:creationId xmlns:a16="http://schemas.microsoft.com/office/drawing/2014/main" id="{16316714-C521-4F1A-A2AD-1A0E38F2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260" y="309251"/>
            <a:ext cx="60456" cy="104694"/>
          </a:xfrm>
          <a:custGeom xmlns:a="http://schemas.openxmlformats.org/drawingml/2006/main">
            <a:pathLst>
              <a:path w="60456" h="104694">
                <a:moveTo>
                  <a:pt x="60456" y="99235"/>
                </a:moveTo>
                <a:cubicBezTo>
                  <a:pt x="60456" y="100252"/>
                  <a:pt x="60376" y="101108"/>
                  <a:pt x="60215" y="101804"/>
                </a:cubicBezTo>
                <a:cubicBezTo>
                  <a:pt x="60055" y="102500"/>
                  <a:pt x="59841" y="103062"/>
                  <a:pt x="59573" y="103490"/>
                </a:cubicBezTo>
                <a:cubicBezTo>
                  <a:pt x="59305" y="103918"/>
                  <a:pt x="58998" y="104226"/>
                  <a:pt x="58650" y="104413"/>
                </a:cubicBezTo>
                <a:cubicBezTo>
                  <a:pt x="58302" y="104600"/>
                  <a:pt x="57940" y="104694"/>
                  <a:pt x="57566" y="104694"/>
                </a:cubicBezTo>
                <a:lnTo>
                  <a:pt x="3292" y="104694"/>
                </a:lnTo>
                <a:cubicBezTo>
                  <a:pt x="2917" y="104694"/>
                  <a:pt x="2569" y="104600"/>
                  <a:pt x="2248" y="104413"/>
                </a:cubicBezTo>
                <a:cubicBezTo>
                  <a:pt x="1927" y="104226"/>
                  <a:pt x="1619" y="103918"/>
                  <a:pt x="1325" y="103490"/>
                </a:cubicBezTo>
                <a:cubicBezTo>
                  <a:pt x="1030" y="103062"/>
                  <a:pt x="803" y="102500"/>
                  <a:pt x="642" y="101804"/>
                </a:cubicBezTo>
                <a:cubicBezTo>
                  <a:pt x="482" y="101108"/>
                  <a:pt x="401" y="100252"/>
                  <a:pt x="401" y="99235"/>
                </a:cubicBezTo>
                <a:cubicBezTo>
                  <a:pt x="401" y="98271"/>
                  <a:pt x="482" y="97442"/>
                  <a:pt x="642" y="96746"/>
                </a:cubicBezTo>
                <a:cubicBezTo>
                  <a:pt x="803" y="96050"/>
                  <a:pt x="1004" y="95475"/>
                  <a:pt x="1244" y="95020"/>
                </a:cubicBezTo>
                <a:cubicBezTo>
                  <a:pt x="1485" y="94565"/>
                  <a:pt x="1780" y="94217"/>
                  <a:pt x="2128" y="93976"/>
                </a:cubicBezTo>
                <a:cubicBezTo>
                  <a:pt x="2476" y="93735"/>
                  <a:pt x="2864" y="93615"/>
                  <a:pt x="3292" y="93615"/>
                </a:cubicBezTo>
                <a:lnTo>
                  <a:pt x="24969" y="93615"/>
                </a:lnTo>
                <a:lnTo>
                  <a:pt x="24969" y="14532"/>
                </a:lnTo>
                <a:lnTo>
                  <a:pt x="4898" y="26575"/>
                </a:lnTo>
                <a:cubicBezTo>
                  <a:pt x="3881" y="27110"/>
                  <a:pt x="3064" y="27431"/>
                  <a:pt x="2449" y="27538"/>
                </a:cubicBezTo>
                <a:cubicBezTo>
                  <a:pt x="1833" y="27645"/>
                  <a:pt x="1338" y="27525"/>
                  <a:pt x="963" y="27177"/>
                </a:cubicBezTo>
                <a:cubicBezTo>
                  <a:pt x="589" y="26829"/>
                  <a:pt x="335" y="26253"/>
                  <a:pt x="201" y="25448"/>
                </a:cubicBezTo>
                <a:cubicBezTo>
                  <a:pt x="67" y="24642"/>
                  <a:pt x="0" y="23622"/>
                  <a:pt x="0" y="22388"/>
                </a:cubicBezTo>
                <a:cubicBezTo>
                  <a:pt x="0" y="21474"/>
                  <a:pt x="40" y="20696"/>
                  <a:pt x="120" y="20052"/>
                </a:cubicBezTo>
                <a:cubicBezTo>
                  <a:pt x="201" y="19408"/>
                  <a:pt x="321" y="18871"/>
                  <a:pt x="482" y="18441"/>
                </a:cubicBezTo>
                <a:cubicBezTo>
                  <a:pt x="642" y="18011"/>
                  <a:pt x="870" y="17636"/>
                  <a:pt x="1164" y="17314"/>
                </a:cubicBezTo>
                <a:cubicBezTo>
                  <a:pt x="1459" y="16992"/>
                  <a:pt x="1847" y="16670"/>
                  <a:pt x="2328" y="16348"/>
                </a:cubicBezTo>
                <a:lnTo>
                  <a:pt x="26254" y="966"/>
                </a:lnTo>
                <a:cubicBezTo>
                  <a:pt x="26468" y="805"/>
                  <a:pt x="26736" y="672"/>
                  <a:pt x="27057" y="565"/>
                </a:cubicBezTo>
                <a:cubicBezTo>
                  <a:pt x="27378" y="456"/>
                  <a:pt x="27779" y="348"/>
                  <a:pt x="28261" y="241"/>
                </a:cubicBezTo>
                <a:cubicBezTo>
                  <a:pt x="28743" y="134"/>
                  <a:pt x="29305" y="67"/>
                  <a:pt x="29947" y="40"/>
                </a:cubicBezTo>
                <a:cubicBezTo>
                  <a:pt x="30589" y="13"/>
                  <a:pt x="31392" y="0"/>
                  <a:pt x="32356" y="0"/>
                </a:cubicBezTo>
                <a:cubicBezTo>
                  <a:pt x="33640" y="0"/>
                  <a:pt x="34711" y="54"/>
                  <a:pt x="35567" y="161"/>
                </a:cubicBezTo>
                <a:cubicBezTo>
                  <a:pt x="36424" y="268"/>
                  <a:pt x="37093" y="415"/>
                  <a:pt x="37574" y="602"/>
                </a:cubicBezTo>
                <a:cubicBezTo>
                  <a:pt x="38056" y="789"/>
                  <a:pt x="38377" y="1031"/>
                  <a:pt x="38538" y="1327"/>
                </a:cubicBezTo>
                <a:cubicBezTo>
                  <a:pt x="38698" y="1622"/>
                  <a:pt x="38779" y="1929"/>
                  <a:pt x="38779" y="2251"/>
                </a:cubicBezTo>
                <a:lnTo>
                  <a:pt x="38779" y="93615"/>
                </a:lnTo>
                <a:lnTo>
                  <a:pt x="57566" y="93615"/>
                </a:lnTo>
                <a:cubicBezTo>
                  <a:pt x="57994" y="93615"/>
                  <a:pt x="58395" y="93735"/>
                  <a:pt x="58770" y="93976"/>
                </a:cubicBezTo>
                <a:cubicBezTo>
                  <a:pt x="59145" y="94217"/>
                  <a:pt x="59452" y="94565"/>
                  <a:pt x="59693" y="95020"/>
                </a:cubicBezTo>
                <a:cubicBezTo>
                  <a:pt x="59934" y="95475"/>
                  <a:pt x="60122" y="96050"/>
                  <a:pt x="60255" y="96746"/>
                </a:cubicBezTo>
                <a:cubicBezTo>
                  <a:pt x="60389" y="97442"/>
                  <a:pt x="60456" y="98271"/>
                  <a:pt x="60456" y="99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4DCE1C-B4B2-440E-8EA0-34D32E53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4959" y="169433"/>
            <a:ext cx="182471" cy="377110"/>
          </a:xfrm>
          <a:custGeom xmlns:a="http://schemas.openxmlformats.org/drawingml/2006/main">
            <a:pathLst>
              <a:path w="182471" h="377110">
                <a:moveTo>
                  <a:pt x="0" y="30412"/>
                </a:moveTo>
                <a:cubicBezTo>
                  <a:pt x="0" y="13625"/>
                  <a:pt x="13625" y="0"/>
                  <a:pt x="30412" y="0"/>
                </a:cubicBezTo>
                <a:lnTo>
                  <a:pt x="152062" y="0"/>
                </a:lnTo>
                <a:cubicBezTo>
                  <a:pt x="168847" y="0"/>
                  <a:pt x="182471" y="13625"/>
                  <a:pt x="182471" y="30412"/>
                </a:cubicBezTo>
                <a:lnTo>
                  <a:pt x="182471" y="346698"/>
                </a:lnTo>
                <a:cubicBezTo>
                  <a:pt x="182471" y="363485"/>
                  <a:pt x="168847" y="377110"/>
                  <a:pt x="152062" y="377110"/>
                </a:cubicBezTo>
                <a:lnTo>
                  <a:pt x="30412" y="377110"/>
                </a:lnTo>
                <a:cubicBezTo>
                  <a:pt x="13625" y="377110"/>
                  <a:pt x="0" y="363485"/>
                  <a:pt x="0" y="346698"/>
                </a:cubicBezTo>
                <a:lnTo>
                  <a:pt x="0" y="30412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(">
            <a:extLst xmlns:a="http://schemas.openxmlformats.org/drawingml/2006/main">
              <a:ext uri="{FF2B5EF4-FFF2-40B4-BE49-F238E27FC236}">
                <a16:creationId xmlns:a16="http://schemas.microsoft.com/office/drawing/2014/main" id="{A7203516-D3EB-4BFB-BACA-89C3F696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140" y="299938"/>
            <a:ext cx="29372" cy="141787"/>
          </a:xfrm>
          <a:custGeom xmlns:a="http://schemas.openxmlformats.org/drawingml/2006/main">
            <a:pathLst>
              <a:path w="29372" h="141787">
                <a:moveTo>
                  <a:pt x="29064" y="3294"/>
                </a:moveTo>
                <a:cubicBezTo>
                  <a:pt x="23979" y="14066"/>
                  <a:pt x="20192" y="25119"/>
                  <a:pt x="17703" y="36453"/>
                </a:cubicBezTo>
                <a:cubicBezTo>
                  <a:pt x="15214" y="47785"/>
                  <a:pt x="13970" y="59185"/>
                  <a:pt x="13970" y="70653"/>
                </a:cubicBezTo>
                <a:cubicBezTo>
                  <a:pt x="13970" y="82174"/>
                  <a:pt x="15241" y="93588"/>
                  <a:pt x="17784" y="104895"/>
                </a:cubicBezTo>
                <a:cubicBezTo>
                  <a:pt x="20326" y="116200"/>
                  <a:pt x="24033" y="127292"/>
                  <a:pt x="28903" y="138169"/>
                </a:cubicBezTo>
                <a:cubicBezTo>
                  <a:pt x="29171" y="138813"/>
                  <a:pt x="29318" y="139362"/>
                  <a:pt x="29345" y="139817"/>
                </a:cubicBezTo>
                <a:cubicBezTo>
                  <a:pt x="29372" y="140272"/>
                  <a:pt x="29198" y="140647"/>
                  <a:pt x="28823" y="140941"/>
                </a:cubicBezTo>
                <a:cubicBezTo>
                  <a:pt x="28448" y="141237"/>
                  <a:pt x="27873" y="141452"/>
                  <a:pt x="27097" y="141586"/>
                </a:cubicBezTo>
                <a:cubicBezTo>
                  <a:pt x="26321" y="141720"/>
                  <a:pt x="25264" y="141787"/>
                  <a:pt x="23926" y="141787"/>
                </a:cubicBezTo>
                <a:cubicBezTo>
                  <a:pt x="22962" y="141787"/>
                  <a:pt x="22132" y="141760"/>
                  <a:pt x="21437" y="141706"/>
                </a:cubicBezTo>
                <a:cubicBezTo>
                  <a:pt x="20741" y="141653"/>
                  <a:pt x="20139" y="141546"/>
                  <a:pt x="19630" y="141385"/>
                </a:cubicBezTo>
                <a:cubicBezTo>
                  <a:pt x="19122" y="141225"/>
                  <a:pt x="18707" y="141037"/>
                  <a:pt x="18386" y="140821"/>
                </a:cubicBezTo>
                <a:cubicBezTo>
                  <a:pt x="18065" y="140607"/>
                  <a:pt x="17824" y="140366"/>
                  <a:pt x="17663" y="140098"/>
                </a:cubicBezTo>
                <a:cubicBezTo>
                  <a:pt x="14773" y="134634"/>
                  <a:pt x="12230" y="129101"/>
                  <a:pt x="10036" y="123501"/>
                </a:cubicBezTo>
                <a:cubicBezTo>
                  <a:pt x="7841" y="117901"/>
                  <a:pt x="5995" y="112208"/>
                  <a:pt x="4496" y="106420"/>
                </a:cubicBezTo>
                <a:cubicBezTo>
                  <a:pt x="2997" y="100633"/>
                  <a:pt x="1873" y="94779"/>
                  <a:pt x="1124" y="88858"/>
                </a:cubicBezTo>
                <a:cubicBezTo>
                  <a:pt x="375" y="82936"/>
                  <a:pt x="0" y="76948"/>
                  <a:pt x="0" y="70893"/>
                </a:cubicBezTo>
                <a:cubicBezTo>
                  <a:pt x="0" y="64838"/>
                  <a:pt x="415" y="58864"/>
                  <a:pt x="1244" y="52969"/>
                </a:cubicBezTo>
                <a:cubicBezTo>
                  <a:pt x="2074" y="47075"/>
                  <a:pt x="3252" y="41221"/>
                  <a:pt x="4777" y="35407"/>
                </a:cubicBezTo>
                <a:cubicBezTo>
                  <a:pt x="6303" y="29592"/>
                  <a:pt x="8163" y="23872"/>
                  <a:pt x="10357" y="18245"/>
                </a:cubicBezTo>
                <a:cubicBezTo>
                  <a:pt x="12552" y="12618"/>
                  <a:pt x="15014" y="7046"/>
                  <a:pt x="17743" y="1528"/>
                </a:cubicBezTo>
                <a:cubicBezTo>
                  <a:pt x="17797" y="1314"/>
                  <a:pt x="17944" y="1127"/>
                  <a:pt x="18185" y="966"/>
                </a:cubicBezTo>
                <a:cubicBezTo>
                  <a:pt x="18426" y="804"/>
                  <a:pt x="18760" y="642"/>
                  <a:pt x="19189" y="482"/>
                </a:cubicBezTo>
                <a:cubicBezTo>
                  <a:pt x="19617" y="321"/>
                  <a:pt x="20206" y="201"/>
                  <a:pt x="20955" y="120"/>
                </a:cubicBezTo>
                <a:cubicBezTo>
                  <a:pt x="21704" y="40"/>
                  <a:pt x="22668" y="0"/>
                  <a:pt x="23845" y="0"/>
                </a:cubicBezTo>
                <a:cubicBezTo>
                  <a:pt x="25076" y="0"/>
                  <a:pt x="26066" y="80"/>
                  <a:pt x="26816" y="241"/>
                </a:cubicBezTo>
                <a:cubicBezTo>
                  <a:pt x="27565" y="401"/>
                  <a:pt x="28154" y="616"/>
                  <a:pt x="28582" y="886"/>
                </a:cubicBezTo>
                <a:cubicBezTo>
                  <a:pt x="29010" y="1153"/>
                  <a:pt x="29251" y="1501"/>
                  <a:pt x="29305" y="1929"/>
                </a:cubicBezTo>
                <a:cubicBezTo>
                  <a:pt x="29358" y="2358"/>
                  <a:pt x="29278" y="2813"/>
                  <a:pt x="29064" y="32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EDF52-6060-4D1D-9CB7-4CCEBE39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668" y="169433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4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4"/>
                </a:cubicBezTo>
                <a:lnTo>
                  <a:pt x="188555" y="345643"/>
                </a:lnTo>
                <a:cubicBezTo>
                  <a:pt x="188555" y="362997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2997"/>
                  <a:pt x="0" y="345643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7">
            <a:extLst xmlns:a="http://schemas.openxmlformats.org/drawingml/2006/main">
              <a:ext uri="{FF2B5EF4-FFF2-40B4-BE49-F238E27FC236}">
                <a16:creationId xmlns:a16="http://schemas.microsoft.com/office/drawing/2014/main" id="{4B3C6E19-6569-4CFD-8C5D-0C4C68CA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981" y="310054"/>
            <a:ext cx="67762" cy="104373"/>
          </a:xfrm>
          <a:custGeom xmlns:a="http://schemas.openxmlformats.org/drawingml/2006/main">
            <a:pathLst>
              <a:path w="67762" h="104373">
                <a:moveTo>
                  <a:pt x="67762" y="5941"/>
                </a:moveTo>
                <a:cubicBezTo>
                  <a:pt x="67762" y="6905"/>
                  <a:pt x="67722" y="7774"/>
                  <a:pt x="67642" y="8551"/>
                </a:cubicBezTo>
                <a:cubicBezTo>
                  <a:pt x="67561" y="9327"/>
                  <a:pt x="67454" y="10076"/>
                  <a:pt x="67321" y="10799"/>
                </a:cubicBezTo>
                <a:cubicBezTo>
                  <a:pt x="67187" y="11521"/>
                  <a:pt x="66999" y="12217"/>
                  <a:pt x="66759" y="12886"/>
                </a:cubicBezTo>
                <a:cubicBezTo>
                  <a:pt x="66518" y="13555"/>
                  <a:pt x="66237" y="14264"/>
                  <a:pt x="65916" y="15014"/>
                </a:cubicBezTo>
                <a:lnTo>
                  <a:pt x="28502" y="101242"/>
                </a:lnTo>
                <a:cubicBezTo>
                  <a:pt x="28234" y="101884"/>
                  <a:pt x="27900" y="102406"/>
                  <a:pt x="27498" y="102807"/>
                </a:cubicBezTo>
                <a:cubicBezTo>
                  <a:pt x="27097" y="103209"/>
                  <a:pt x="26588" y="103530"/>
                  <a:pt x="25973" y="103771"/>
                </a:cubicBezTo>
                <a:cubicBezTo>
                  <a:pt x="25357" y="104012"/>
                  <a:pt x="24568" y="104172"/>
                  <a:pt x="23604" y="104253"/>
                </a:cubicBezTo>
                <a:cubicBezTo>
                  <a:pt x="22641" y="104333"/>
                  <a:pt x="21463" y="104373"/>
                  <a:pt x="20072" y="104373"/>
                </a:cubicBezTo>
                <a:cubicBezTo>
                  <a:pt x="18252" y="104373"/>
                  <a:pt x="16833" y="104293"/>
                  <a:pt x="15817" y="104132"/>
                </a:cubicBezTo>
                <a:cubicBezTo>
                  <a:pt x="14800" y="103972"/>
                  <a:pt x="14064" y="103717"/>
                  <a:pt x="13609" y="103369"/>
                </a:cubicBezTo>
                <a:cubicBezTo>
                  <a:pt x="13154" y="103022"/>
                  <a:pt x="12953" y="102593"/>
                  <a:pt x="13006" y="102085"/>
                </a:cubicBezTo>
                <a:cubicBezTo>
                  <a:pt x="13060" y="101576"/>
                  <a:pt x="13247" y="100974"/>
                  <a:pt x="13568" y="100278"/>
                </a:cubicBezTo>
                <a:lnTo>
                  <a:pt x="52909" y="12123"/>
                </a:lnTo>
                <a:lnTo>
                  <a:pt x="3051" y="12123"/>
                </a:lnTo>
                <a:cubicBezTo>
                  <a:pt x="2034" y="12123"/>
                  <a:pt x="1271" y="11588"/>
                  <a:pt x="763" y="10518"/>
                </a:cubicBezTo>
                <a:cubicBezTo>
                  <a:pt x="254" y="9447"/>
                  <a:pt x="0" y="7948"/>
                  <a:pt x="0" y="6022"/>
                </a:cubicBezTo>
                <a:cubicBezTo>
                  <a:pt x="0" y="5005"/>
                  <a:pt x="67" y="4121"/>
                  <a:pt x="201" y="3372"/>
                </a:cubicBezTo>
                <a:cubicBezTo>
                  <a:pt x="335" y="2623"/>
                  <a:pt x="535" y="1994"/>
                  <a:pt x="803" y="1485"/>
                </a:cubicBezTo>
                <a:cubicBezTo>
                  <a:pt x="1070" y="977"/>
                  <a:pt x="1392" y="602"/>
                  <a:pt x="1766" y="361"/>
                </a:cubicBezTo>
                <a:cubicBezTo>
                  <a:pt x="2141" y="120"/>
                  <a:pt x="2569" y="0"/>
                  <a:pt x="3051" y="0"/>
                </a:cubicBezTo>
                <a:lnTo>
                  <a:pt x="63587" y="0"/>
                </a:lnTo>
                <a:cubicBezTo>
                  <a:pt x="64337" y="0"/>
                  <a:pt x="64992" y="80"/>
                  <a:pt x="65554" y="241"/>
                </a:cubicBezTo>
                <a:cubicBezTo>
                  <a:pt x="66116" y="401"/>
                  <a:pt x="66544" y="723"/>
                  <a:pt x="66839" y="1204"/>
                </a:cubicBezTo>
                <a:cubicBezTo>
                  <a:pt x="67133" y="1686"/>
                  <a:pt x="67361" y="2302"/>
                  <a:pt x="67521" y="3051"/>
                </a:cubicBezTo>
                <a:cubicBezTo>
                  <a:pt x="67682" y="3800"/>
                  <a:pt x="67762" y="4764"/>
                  <a:pt x="67762" y="5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FE3BB-9D7F-42E6-AD6E-17308AFA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460" y="169433"/>
            <a:ext cx="182471" cy="377110"/>
          </a:xfrm>
          <a:custGeom xmlns:a="http://schemas.openxmlformats.org/drawingml/2006/main">
            <a:pathLst>
              <a:path w="182471" h="377110">
                <a:moveTo>
                  <a:pt x="0" y="30412"/>
                </a:moveTo>
                <a:cubicBezTo>
                  <a:pt x="0" y="13625"/>
                  <a:pt x="13625" y="0"/>
                  <a:pt x="30410" y="0"/>
                </a:cubicBezTo>
                <a:lnTo>
                  <a:pt x="152059" y="0"/>
                </a:lnTo>
                <a:cubicBezTo>
                  <a:pt x="168847" y="0"/>
                  <a:pt x="182471" y="13625"/>
                  <a:pt x="182471" y="30412"/>
                </a:cubicBezTo>
                <a:lnTo>
                  <a:pt x="182471" y="346698"/>
                </a:lnTo>
                <a:cubicBezTo>
                  <a:pt x="182471" y="363485"/>
                  <a:pt x="168847" y="377110"/>
                  <a:pt x="152059" y="377110"/>
                </a:cubicBezTo>
                <a:lnTo>
                  <a:pt x="30410" y="377110"/>
                </a:lnTo>
                <a:cubicBezTo>
                  <a:pt x="13625" y="377110"/>
                  <a:pt x="0" y="363485"/>
                  <a:pt x="0" y="346698"/>
                </a:cubicBezTo>
                <a:lnTo>
                  <a:pt x="0" y="30412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,">
            <a:extLst xmlns:a="http://schemas.openxmlformats.org/drawingml/2006/main">
              <a:ext uri="{FF2B5EF4-FFF2-40B4-BE49-F238E27FC236}">
                <a16:creationId xmlns:a16="http://schemas.microsoft.com/office/drawing/2014/main" id="{24D8619F-AAD9-487D-9EAB-AD64B1EF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212" y="395961"/>
            <a:ext cx="26401" cy="41267"/>
          </a:xfrm>
          <a:custGeom xmlns:a="http://schemas.openxmlformats.org/drawingml/2006/main">
            <a:pathLst>
              <a:path w="26401" h="41267">
                <a:moveTo>
                  <a:pt x="26401" y="6503"/>
                </a:moveTo>
                <a:cubicBezTo>
                  <a:pt x="26401" y="8163"/>
                  <a:pt x="26321" y="9688"/>
                  <a:pt x="26160" y="11080"/>
                </a:cubicBezTo>
                <a:cubicBezTo>
                  <a:pt x="26000" y="12471"/>
                  <a:pt x="25732" y="13783"/>
                  <a:pt x="25357" y="15014"/>
                </a:cubicBezTo>
                <a:cubicBezTo>
                  <a:pt x="24983" y="16245"/>
                  <a:pt x="24488" y="17462"/>
                  <a:pt x="23872" y="18667"/>
                </a:cubicBezTo>
                <a:cubicBezTo>
                  <a:pt x="23256" y="19871"/>
                  <a:pt x="22494" y="21142"/>
                  <a:pt x="21584" y="22480"/>
                </a:cubicBezTo>
                <a:lnTo>
                  <a:pt x="10584" y="39019"/>
                </a:lnTo>
                <a:cubicBezTo>
                  <a:pt x="10317" y="39394"/>
                  <a:pt x="10009" y="39715"/>
                  <a:pt x="9661" y="39983"/>
                </a:cubicBezTo>
                <a:cubicBezTo>
                  <a:pt x="9313" y="40251"/>
                  <a:pt x="8885" y="40491"/>
                  <a:pt x="8377" y="40705"/>
                </a:cubicBezTo>
                <a:cubicBezTo>
                  <a:pt x="7868" y="40920"/>
                  <a:pt x="7279" y="41067"/>
                  <a:pt x="6610" y="41147"/>
                </a:cubicBezTo>
                <a:cubicBezTo>
                  <a:pt x="5941" y="41227"/>
                  <a:pt x="5098" y="41267"/>
                  <a:pt x="4081" y="41267"/>
                </a:cubicBezTo>
                <a:cubicBezTo>
                  <a:pt x="3171" y="41267"/>
                  <a:pt x="2409" y="41227"/>
                  <a:pt x="1793" y="41147"/>
                </a:cubicBezTo>
                <a:cubicBezTo>
                  <a:pt x="1178" y="41067"/>
                  <a:pt x="736" y="40933"/>
                  <a:pt x="468" y="40746"/>
                </a:cubicBezTo>
                <a:cubicBezTo>
                  <a:pt x="201" y="40558"/>
                  <a:pt x="54" y="40304"/>
                  <a:pt x="27" y="39983"/>
                </a:cubicBezTo>
                <a:cubicBezTo>
                  <a:pt x="0" y="39662"/>
                  <a:pt x="94" y="39287"/>
                  <a:pt x="308" y="38859"/>
                </a:cubicBezTo>
                <a:lnTo>
                  <a:pt x="10986" y="16780"/>
                </a:lnTo>
                <a:lnTo>
                  <a:pt x="10986" y="6503"/>
                </a:lnTo>
                <a:cubicBezTo>
                  <a:pt x="10986" y="5058"/>
                  <a:pt x="11133" y="3907"/>
                  <a:pt x="11428" y="3051"/>
                </a:cubicBezTo>
                <a:cubicBezTo>
                  <a:pt x="11722" y="2195"/>
                  <a:pt x="12190" y="1552"/>
                  <a:pt x="12833" y="1124"/>
                </a:cubicBezTo>
                <a:cubicBezTo>
                  <a:pt x="13475" y="696"/>
                  <a:pt x="14278" y="401"/>
                  <a:pt x="15241" y="241"/>
                </a:cubicBezTo>
                <a:cubicBezTo>
                  <a:pt x="16205" y="80"/>
                  <a:pt x="17382" y="0"/>
                  <a:pt x="18774" y="0"/>
                </a:cubicBezTo>
                <a:cubicBezTo>
                  <a:pt x="20112" y="0"/>
                  <a:pt x="21263" y="80"/>
                  <a:pt x="22226" y="241"/>
                </a:cubicBezTo>
                <a:cubicBezTo>
                  <a:pt x="23190" y="401"/>
                  <a:pt x="23979" y="696"/>
                  <a:pt x="24595" y="1124"/>
                </a:cubicBezTo>
                <a:cubicBezTo>
                  <a:pt x="25210" y="1552"/>
                  <a:pt x="25665" y="2195"/>
                  <a:pt x="25959" y="3051"/>
                </a:cubicBezTo>
                <a:cubicBezTo>
                  <a:pt x="26254" y="3907"/>
                  <a:pt x="26401" y="5058"/>
                  <a:pt x="26401" y="65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89851-33C5-45AD-9508-7CB73E88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166" y="169433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4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4"/>
                </a:cubicBezTo>
                <a:lnTo>
                  <a:pt x="188555" y="345643"/>
                </a:lnTo>
                <a:cubicBezTo>
                  <a:pt x="188555" y="362997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2997"/>
                  <a:pt x="0" y="345643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8">
            <a:extLst xmlns:a="http://schemas.openxmlformats.org/drawingml/2006/main">
              <a:ext uri="{FF2B5EF4-FFF2-40B4-BE49-F238E27FC236}">
                <a16:creationId xmlns:a16="http://schemas.microsoft.com/office/drawing/2014/main" id="{AFD91593-D604-4065-AEC3-2F0B3D3E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5519" y="308448"/>
            <a:ext cx="70010" cy="107103"/>
          </a:xfrm>
          <a:custGeom xmlns:a="http://schemas.openxmlformats.org/drawingml/2006/main">
            <a:pathLst>
              <a:path w="70010" h="107103">
                <a:moveTo>
                  <a:pt x="70010" y="78879"/>
                </a:moveTo>
                <a:cubicBezTo>
                  <a:pt x="70010" y="83382"/>
                  <a:pt x="69207" y="87389"/>
                  <a:pt x="67602" y="90900"/>
                </a:cubicBezTo>
                <a:cubicBezTo>
                  <a:pt x="65996" y="94411"/>
                  <a:pt x="63681" y="97373"/>
                  <a:pt x="60657" y="99787"/>
                </a:cubicBezTo>
                <a:cubicBezTo>
                  <a:pt x="57633" y="102199"/>
                  <a:pt x="53899" y="104021"/>
                  <a:pt x="49457" y="105254"/>
                </a:cubicBezTo>
                <a:cubicBezTo>
                  <a:pt x="45014" y="106486"/>
                  <a:pt x="39929" y="107103"/>
                  <a:pt x="34202" y="107103"/>
                </a:cubicBezTo>
                <a:cubicBezTo>
                  <a:pt x="28850" y="107103"/>
                  <a:pt x="24059" y="106540"/>
                  <a:pt x="19831" y="105414"/>
                </a:cubicBezTo>
                <a:cubicBezTo>
                  <a:pt x="15602" y="104289"/>
                  <a:pt x="12016" y="102627"/>
                  <a:pt x="9072" y="100429"/>
                </a:cubicBezTo>
                <a:cubicBezTo>
                  <a:pt x="6129" y="98231"/>
                  <a:pt x="3881" y="95524"/>
                  <a:pt x="2328" y="92307"/>
                </a:cubicBezTo>
                <a:cubicBezTo>
                  <a:pt x="776" y="89091"/>
                  <a:pt x="0" y="85419"/>
                  <a:pt x="0" y="81293"/>
                </a:cubicBezTo>
                <a:cubicBezTo>
                  <a:pt x="0" y="78023"/>
                  <a:pt x="535" y="75021"/>
                  <a:pt x="1606" y="72288"/>
                </a:cubicBezTo>
                <a:cubicBezTo>
                  <a:pt x="2676" y="69554"/>
                  <a:pt x="4215" y="67034"/>
                  <a:pt x="6222" y="64729"/>
                </a:cubicBezTo>
                <a:cubicBezTo>
                  <a:pt x="8229" y="62424"/>
                  <a:pt x="10705" y="60266"/>
                  <a:pt x="13649" y="58256"/>
                </a:cubicBezTo>
                <a:cubicBezTo>
                  <a:pt x="16593" y="56245"/>
                  <a:pt x="19911" y="54328"/>
                  <a:pt x="23604" y="52505"/>
                </a:cubicBezTo>
                <a:cubicBezTo>
                  <a:pt x="20393" y="50844"/>
                  <a:pt x="17556" y="49090"/>
                  <a:pt x="15094" y="47241"/>
                </a:cubicBezTo>
                <a:cubicBezTo>
                  <a:pt x="12632" y="45391"/>
                  <a:pt x="10544" y="43381"/>
                  <a:pt x="8832" y="41210"/>
                </a:cubicBezTo>
                <a:cubicBezTo>
                  <a:pt x="7119" y="39039"/>
                  <a:pt x="5821" y="36720"/>
                  <a:pt x="4938" y="34255"/>
                </a:cubicBezTo>
                <a:cubicBezTo>
                  <a:pt x="4054" y="31788"/>
                  <a:pt x="3613" y="29107"/>
                  <a:pt x="3613" y="26214"/>
                </a:cubicBezTo>
                <a:cubicBezTo>
                  <a:pt x="3613" y="22567"/>
                  <a:pt x="4269" y="19150"/>
                  <a:pt x="5580" y="15962"/>
                </a:cubicBezTo>
                <a:cubicBezTo>
                  <a:pt x="6891" y="12772"/>
                  <a:pt x="8872" y="9998"/>
                  <a:pt x="11521" y="7640"/>
                </a:cubicBezTo>
                <a:cubicBezTo>
                  <a:pt x="14171" y="5280"/>
                  <a:pt x="17543" y="3416"/>
                  <a:pt x="21637" y="2050"/>
                </a:cubicBezTo>
                <a:cubicBezTo>
                  <a:pt x="25732" y="683"/>
                  <a:pt x="30509" y="0"/>
                  <a:pt x="35969" y="0"/>
                </a:cubicBezTo>
                <a:cubicBezTo>
                  <a:pt x="41214" y="0"/>
                  <a:pt x="45750" y="630"/>
                  <a:pt x="49577" y="1889"/>
                </a:cubicBezTo>
                <a:cubicBezTo>
                  <a:pt x="53404" y="3149"/>
                  <a:pt x="56562" y="4864"/>
                  <a:pt x="59051" y="7035"/>
                </a:cubicBezTo>
                <a:cubicBezTo>
                  <a:pt x="61540" y="9206"/>
                  <a:pt x="63373" y="11766"/>
                  <a:pt x="64551" y="14715"/>
                </a:cubicBezTo>
                <a:cubicBezTo>
                  <a:pt x="65728" y="17662"/>
                  <a:pt x="66317" y="20824"/>
                  <a:pt x="66317" y="24201"/>
                </a:cubicBezTo>
                <a:cubicBezTo>
                  <a:pt x="66317" y="26936"/>
                  <a:pt x="65875" y="29563"/>
                  <a:pt x="64992" y="32082"/>
                </a:cubicBezTo>
                <a:cubicBezTo>
                  <a:pt x="64109" y="34601"/>
                  <a:pt x="62811" y="36986"/>
                  <a:pt x="61098" y="39238"/>
                </a:cubicBezTo>
                <a:cubicBezTo>
                  <a:pt x="59386" y="41489"/>
                  <a:pt x="57285" y="43593"/>
                  <a:pt x="54796" y="45550"/>
                </a:cubicBezTo>
                <a:cubicBezTo>
                  <a:pt x="52307" y="47507"/>
                  <a:pt x="49457" y="49344"/>
                  <a:pt x="46245" y="51060"/>
                </a:cubicBezTo>
                <a:cubicBezTo>
                  <a:pt x="50046" y="52935"/>
                  <a:pt x="53431" y="54864"/>
                  <a:pt x="56402" y="56848"/>
                </a:cubicBezTo>
                <a:cubicBezTo>
                  <a:pt x="59372" y="58832"/>
                  <a:pt x="61861" y="60963"/>
                  <a:pt x="63868" y="63241"/>
                </a:cubicBezTo>
                <a:cubicBezTo>
                  <a:pt x="65875" y="65519"/>
                  <a:pt x="67401" y="67931"/>
                  <a:pt x="68445" y="70477"/>
                </a:cubicBezTo>
                <a:cubicBezTo>
                  <a:pt x="69488" y="73023"/>
                  <a:pt x="70010" y="75823"/>
                  <a:pt x="70010" y="78879"/>
                </a:cubicBezTo>
                <a:moveTo>
                  <a:pt x="52668" y="25479"/>
                </a:moveTo>
                <a:cubicBezTo>
                  <a:pt x="52668" y="23227"/>
                  <a:pt x="52280" y="21190"/>
                  <a:pt x="51504" y="19367"/>
                </a:cubicBezTo>
                <a:cubicBezTo>
                  <a:pt x="50728" y="17544"/>
                  <a:pt x="49591" y="15989"/>
                  <a:pt x="48092" y="14703"/>
                </a:cubicBezTo>
                <a:cubicBezTo>
                  <a:pt x="46593" y="13415"/>
                  <a:pt x="44733" y="12435"/>
                  <a:pt x="42512" y="11765"/>
                </a:cubicBezTo>
                <a:cubicBezTo>
                  <a:pt x="40291" y="11094"/>
                  <a:pt x="37762" y="10758"/>
                  <a:pt x="34925" y="10758"/>
                </a:cubicBezTo>
                <a:cubicBezTo>
                  <a:pt x="29144" y="10758"/>
                  <a:pt x="24769" y="12072"/>
                  <a:pt x="21798" y="14700"/>
                </a:cubicBezTo>
                <a:cubicBezTo>
                  <a:pt x="18827" y="17328"/>
                  <a:pt x="17342" y="20921"/>
                  <a:pt x="17342" y="25479"/>
                </a:cubicBezTo>
                <a:cubicBezTo>
                  <a:pt x="17342" y="27571"/>
                  <a:pt x="17703" y="29515"/>
                  <a:pt x="18426" y="31312"/>
                </a:cubicBezTo>
                <a:cubicBezTo>
                  <a:pt x="19148" y="33108"/>
                  <a:pt x="20272" y="34811"/>
                  <a:pt x="21798" y="36420"/>
                </a:cubicBezTo>
                <a:cubicBezTo>
                  <a:pt x="23323" y="38029"/>
                  <a:pt x="25250" y="39598"/>
                  <a:pt x="27579" y="41127"/>
                </a:cubicBezTo>
                <a:cubicBezTo>
                  <a:pt x="29907" y="42654"/>
                  <a:pt x="32677" y="44249"/>
                  <a:pt x="35888" y="45912"/>
                </a:cubicBezTo>
                <a:cubicBezTo>
                  <a:pt x="41294" y="43123"/>
                  <a:pt x="45442" y="40040"/>
                  <a:pt x="48333" y="36661"/>
                </a:cubicBezTo>
                <a:cubicBezTo>
                  <a:pt x="51223" y="33282"/>
                  <a:pt x="52668" y="29555"/>
                  <a:pt x="52668" y="25479"/>
                </a:cubicBezTo>
                <a:moveTo>
                  <a:pt x="56040" y="80337"/>
                </a:moveTo>
                <a:cubicBezTo>
                  <a:pt x="56040" y="77870"/>
                  <a:pt x="55585" y="75631"/>
                  <a:pt x="54675" y="73621"/>
                </a:cubicBezTo>
                <a:cubicBezTo>
                  <a:pt x="53765" y="71610"/>
                  <a:pt x="52387" y="69733"/>
                  <a:pt x="50541" y="67990"/>
                </a:cubicBezTo>
                <a:cubicBezTo>
                  <a:pt x="48694" y="66248"/>
                  <a:pt x="46392" y="64558"/>
                  <a:pt x="43636" y="62922"/>
                </a:cubicBezTo>
                <a:cubicBezTo>
                  <a:pt x="40879" y="61287"/>
                  <a:pt x="37681" y="59584"/>
                  <a:pt x="34042" y="57814"/>
                </a:cubicBezTo>
                <a:cubicBezTo>
                  <a:pt x="30670" y="59477"/>
                  <a:pt x="27712" y="61139"/>
                  <a:pt x="25170" y="62802"/>
                </a:cubicBezTo>
                <a:cubicBezTo>
                  <a:pt x="22628" y="64465"/>
                  <a:pt x="20540" y="66181"/>
                  <a:pt x="18908" y="67950"/>
                </a:cubicBezTo>
                <a:cubicBezTo>
                  <a:pt x="17275" y="69720"/>
                  <a:pt x="16044" y="71583"/>
                  <a:pt x="15214" y="73540"/>
                </a:cubicBezTo>
                <a:cubicBezTo>
                  <a:pt x="14385" y="75497"/>
                  <a:pt x="13970" y="77656"/>
                  <a:pt x="13970" y="80016"/>
                </a:cubicBezTo>
                <a:cubicBezTo>
                  <a:pt x="13970" y="85218"/>
                  <a:pt x="15750" y="89240"/>
                  <a:pt x="19309" y="92082"/>
                </a:cubicBezTo>
                <a:cubicBezTo>
                  <a:pt x="22868" y="94923"/>
                  <a:pt x="28181" y="96344"/>
                  <a:pt x="35246" y="96344"/>
                </a:cubicBezTo>
                <a:cubicBezTo>
                  <a:pt x="42097" y="96344"/>
                  <a:pt x="47276" y="94910"/>
                  <a:pt x="50781" y="92041"/>
                </a:cubicBezTo>
                <a:cubicBezTo>
                  <a:pt x="54287" y="89173"/>
                  <a:pt x="56040" y="85271"/>
                  <a:pt x="56040" y="803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657B4-43E5-4F5B-A697-36773961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958" y="169433"/>
            <a:ext cx="182471" cy="377110"/>
          </a:xfrm>
          <a:custGeom xmlns:a="http://schemas.openxmlformats.org/drawingml/2006/main">
            <a:pathLst>
              <a:path w="182471" h="377110">
                <a:moveTo>
                  <a:pt x="0" y="30412"/>
                </a:moveTo>
                <a:cubicBezTo>
                  <a:pt x="0" y="13625"/>
                  <a:pt x="13625" y="0"/>
                  <a:pt x="30412" y="0"/>
                </a:cubicBezTo>
                <a:lnTo>
                  <a:pt x="152059" y="0"/>
                </a:lnTo>
                <a:cubicBezTo>
                  <a:pt x="168847" y="0"/>
                  <a:pt x="182471" y="13625"/>
                  <a:pt x="182471" y="30412"/>
                </a:cubicBezTo>
                <a:lnTo>
                  <a:pt x="182471" y="346698"/>
                </a:lnTo>
                <a:cubicBezTo>
                  <a:pt x="182471" y="363485"/>
                  <a:pt x="168847" y="377110"/>
                  <a:pt x="152059" y="377110"/>
                </a:cubicBezTo>
                <a:lnTo>
                  <a:pt x="30412" y="377110"/>
                </a:lnTo>
                <a:cubicBezTo>
                  <a:pt x="13625" y="377110"/>
                  <a:pt x="0" y="363485"/>
                  <a:pt x="0" y="346698"/>
                </a:cubicBezTo>
                <a:lnTo>
                  <a:pt x="0" y="30412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,">
            <a:extLst xmlns:a="http://schemas.openxmlformats.org/drawingml/2006/main">
              <a:ext uri="{FF2B5EF4-FFF2-40B4-BE49-F238E27FC236}">
                <a16:creationId xmlns:a16="http://schemas.microsoft.com/office/drawing/2014/main" id="{30944104-1E39-4F0C-9007-4FE4F808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953" y="395961"/>
            <a:ext cx="26401" cy="41267"/>
          </a:xfrm>
          <a:custGeom xmlns:a="http://schemas.openxmlformats.org/drawingml/2006/main">
            <a:pathLst>
              <a:path w="26401" h="41267">
                <a:moveTo>
                  <a:pt x="26401" y="6503"/>
                </a:moveTo>
                <a:cubicBezTo>
                  <a:pt x="26401" y="8163"/>
                  <a:pt x="26321" y="9688"/>
                  <a:pt x="26160" y="11080"/>
                </a:cubicBezTo>
                <a:cubicBezTo>
                  <a:pt x="26000" y="12471"/>
                  <a:pt x="25732" y="13783"/>
                  <a:pt x="25357" y="15014"/>
                </a:cubicBezTo>
                <a:cubicBezTo>
                  <a:pt x="24983" y="16245"/>
                  <a:pt x="24488" y="17462"/>
                  <a:pt x="23872" y="18667"/>
                </a:cubicBezTo>
                <a:cubicBezTo>
                  <a:pt x="23256" y="19871"/>
                  <a:pt x="22494" y="21142"/>
                  <a:pt x="21584" y="22480"/>
                </a:cubicBezTo>
                <a:lnTo>
                  <a:pt x="10584" y="39019"/>
                </a:lnTo>
                <a:cubicBezTo>
                  <a:pt x="10317" y="39394"/>
                  <a:pt x="10009" y="39715"/>
                  <a:pt x="9661" y="39983"/>
                </a:cubicBezTo>
                <a:cubicBezTo>
                  <a:pt x="9313" y="40251"/>
                  <a:pt x="8885" y="40491"/>
                  <a:pt x="8377" y="40705"/>
                </a:cubicBezTo>
                <a:cubicBezTo>
                  <a:pt x="7868" y="40920"/>
                  <a:pt x="7279" y="41067"/>
                  <a:pt x="6610" y="41147"/>
                </a:cubicBezTo>
                <a:cubicBezTo>
                  <a:pt x="5941" y="41227"/>
                  <a:pt x="5098" y="41267"/>
                  <a:pt x="4081" y="41267"/>
                </a:cubicBezTo>
                <a:cubicBezTo>
                  <a:pt x="3171" y="41267"/>
                  <a:pt x="2409" y="41227"/>
                  <a:pt x="1793" y="41147"/>
                </a:cubicBezTo>
                <a:cubicBezTo>
                  <a:pt x="1178" y="41067"/>
                  <a:pt x="736" y="40933"/>
                  <a:pt x="468" y="40746"/>
                </a:cubicBezTo>
                <a:cubicBezTo>
                  <a:pt x="201" y="40558"/>
                  <a:pt x="54" y="40304"/>
                  <a:pt x="27" y="39983"/>
                </a:cubicBezTo>
                <a:cubicBezTo>
                  <a:pt x="0" y="39662"/>
                  <a:pt x="94" y="39287"/>
                  <a:pt x="308" y="38859"/>
                </a:cubicBezTo>
                <a:lnTo>
                  <a:pt x="10986" y="16780"/>
                </a:lnTo>
                <a:lnTo>
                  <a:pt x="10986" y="6503"/>
                </a:lnTo>
                <a:cubicBezTo>
                  <a:pt x="10986" y="5058"/>
                  <a:pt x="11133" y="3907"/>
                  <a:pt x="11428" y="3051"/>
                </a:cubicBezTo>
                <a:cubicBezTo>
                  <a:pt x="11722" y="2195"/>
                  <a:pt x="12190" y="1552"/>
                  <a:pt x="12833" y="1124"/>
                </a:cubicBezTo>
                <a:cubicBezTo>
                  <a:pt x="13475" y="696"/>
                  <a:pt x="14278" y="401"/>
                  <a:pt x="15241" y="241"/>
                </a:cubicBezTo>
                <a:cubicBezTo>
                  <a:pt x="16205" y="80"/>
                  <a:pt x="17382" y="0"/>
                  <a:pt x="18774" y="0"/>
                </a:cubicBezTo>
                <a:cubicBezTo>
                  <a:pt x="20112" y="0"/>
                  <a:pt x="21263" y="80"/>
                  <a:pt x="22226" y="241"/>
                </a:cubicBezTo>
                <a:cubicBezTo>
                  <a:pt x="23190" y="401"/>
                  <a:pt x="23979" y="696"/>
                  <a:pt x="24595" y="1124"/>
                </a:cubicBezTo>
                <a:cubicBezTo>
                  <a:pt x="25210" y="1552"/>
                  <a:pt x="25665" y="2195"/>
                  <a:pt x="25959" y="3051"/>
                </a:cubicBezTo>
                <a:cubicBezTo>
                  <a:pt x="26254" y="3907"/>
                  <a:pt x="26401" y="5058"/>
                  <a:pt x="26401" y="65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71083-A1A8-458F-B945-678C2A57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666" y="169433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4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4"/>
                </a:cubicBezTo>
                <a:lnTo>
                  <a:pt x="188555" y="345643"/>
                </a:lnTo>
                <a:cubicBezTo>
                  <a:pt x="188555" y="362997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2997"/>
                  <a:pt x="0" y="345643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0">
            <a:extLst xmlns:a="http://schemas.openxmlformats.org/drawingml/2006/main">
              <a:ext uri="{FF2B5EF4-FFF2-40B4-BE49-F238E27FC236}">
                <a16:creationId xmlns:a16="http://schemas.microsoft.com/office/drawing/2014/main" id="{506DD06D-96F6-4303-AC44-61675F52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459" y="308448"/>
            <a:ext cx="71857" cy="107103"/>
          </a:xfrm>
          <a:custGeom xmlns:a="http://schemas.openxmlformats.org/drawingml/2006/main">
            <a:pathLst>
              <a:path w="71857" h="107103">
                <a:moveTo>
                  <a:pt x="71857" y="53311"/>
                </a:moveTo>
                <a:cubicBezTo>
                  <a:pt x="71857" y="61297"/>
                  <a:pt x="71228" y="68588"/>
                  <a:pt x="69970" y="75181"/>
                </a:cubicBezTo>
                <a:cubicBezTo>
                  <a:pt x="68712" y="81775"/>
                  <a:pt x="66625" y="87443"/>
                  <a:pt x="63708" y="92187"/>
                </a:cubicBezTo>
                <a:cubicBezTo>
                  <a:pt x="60791" y="96931"/>
                  <a:pt x="56977" y="100603"/>
                  <a:pt x="52267" y="103204"/>
                </a:cubicBezTo>
                <a:cubicBezTo>
                  <a:pt x="47557" y="105803"/>
                  <a:pt x="41749" y="107103"/>
                  <a:pt x="34845" y="107103"/>
                </a:cubicBezTo>
                <a:cubicBezTo>
                  <a:pt x="28315" y="107103"/>
                  <a:pt x="22815" y="105937"/>
                  <a:pt x="18346" y="103605"/>
                </a:cubicBezTo>
                <a:cubicBezTo>
                  <a:pt x="13876" y="101274"/>
                  <a:pt x="10277" y="97843"/>
                  <a:pt x="7547" y="93313"/>
                </a:cubicBezTo>
                <a:cubicBezTo>
                  <a:pt x="4817" y="88784"/>
                  <a:pt x="2877" y="83209"/>
                  <a:pt x="1726" y="76589"/>
                </a:cubicBezTo>
                <a:cubicBezTo>
                  <a:pt x="575" y="69968"/>
                  <a:pt x="0" y="62370"/>
                  <a:pt x="0" y="53792"/>
                </a:cubicBezTo>
                <a:cubicBezTo>
                  <a:pt x="0" y="45859"/>
                  <a:pt x="642" y="38582"/>
                  <a:pt x="1927" y="31962"/>
                </a:cubicBezTo>
                <a:cubicBezTo>
                  <a:pt x="3211" y="25341"/>
                  <a:pt x="5299" y="19659"/>
                  <a:pt x="8189" y="14916"/>
                </a:cubicBezTo>
                <a:cubicBezTo>
                  <a:pt x="11080" y="10172"/>
                  <a:pt x="14880" y="6501"/>
                  <a:pt x="19590" y="3901"/>
                </a:cubicBezTo>
                <a:cubicBezTo>
                  <a:pt x="24300" y="1300"/>
                  <a:pt x="30081" y="0"/>
                  <a:pt x="36932" y="0"/>
                </a:cubicBezTo>
                <a:cubicBezTo>
                  <a:pt x="43516" y="0"/>
                  <a:pt x="49042" y="1166"/>
                  <a:pt x="53511" y="3498"/>
                </a:cubicBezTo>
                <a:cubicBezTo>
                  <a:pt x="57981" y="5829"/>
                  <a:pt x="61580" y="9260"/>
                  <a:pt x="64310" y="13789"/>
                </a:cubicBezTo>
                <a:cubicBezTo>
                  <a:pt x="67040" y="18319"/>
                  <a:pt x="68980" y="23894"/>
                  <a:pt x="70131" y="30514"/>
                </a:cubicBezTo>
                <a:cubicBezTo>
                  <a:pt x="71281" y="37134"/>
                  <a:pt x="71857" y="44733"/>
                  <a:pt x="71857" y="53311"/>
                </a:cubicBezTo>
                <a:moveTo>
                  <a:pt x="57726" y="54276"/>
                </a:moveTo>
                <a:cubicBezTo>
                  <a:pt x="57726" y="49075"/>
                  <a:pt x="57539" y="44409"/>
                  <a:pt x="57164" y="40279"/>
                </a:cubicBezTo>
                <a:cubicBezTo>
                  <a:pt x="56790" y="36149"/>
                  <a:pt x="56241" y="32503"/>
                  <a:pt x="55518" y="29340"/>
                </a:cubicBezTo>
                <a:cubicBezTo>
                  <a:pt x="54796" y="26175"/>
                  <a:pt x="53859" y="23454"/>
                  <a:pt x="52708" y="21176"/>
                </a:cubicBezTo>
                <a:cubicBezTo>
                  <a:pt x="51558" y="18896"/>
                  <a:pt x="50179" y="17019"/>
                  <a:pt x="48574" y="15546"/>
                </a:cubicBezTo>
                <a:cubicBezTo>
                  <a:pt x="46968" y="14070"/>
                  <a:pt x="45135" y="12997"/>
                  <a:pt x="43074" y="12327"/>
                </a:cubicBezTo>
                <a:cubicBezTo>
                  <a:pt x="41013" y="11656"/>
                  <a:pt x="38698" y="11320"/>
                  <a:pt x="36129" y="11320"/>
                </a:cubicBezTo>
                <a:cubicBezTo>
                  <a:pt x="31580" y="11320"/>
                  <a:pt x="27886" y="12393"/>
                  <a:pt x="25050" y="14539"/>
                </a:cubicBezTo>
                <a:cubicBezTo>
                  <a:pt x="22213" y="16684"/>
                  <a:pt x="19978" y="19633"/>
                  <a:pt x="18346" y="23386"/>
                </a:cubicBezTo>
                <a:cubicBezTo>
                  <a:pt x="16713" y="27139"/>
                  <a:pt x="15602" y="31537"/>
                  <a:pt x="15014" y="36578"/>
                </a:cubicBezTo>
                <a:cubicBezTo>
                  <a:pt x="14425" y="41620"/>
                  <a:pt x="14130" y="47036"/>
                  <a:pt x="14130" y="52826"/>
                </a:cubicBezTo>
                <a:cubicBezTo>
                  <a:pt x="14130" y="60602"/>
                  <a:pt x="14532" y="67213"/>
                  <a:pt x="15335" y="72657"/>
                </a:cubicBezTo>
                <a:cubicBezTo>
                  <a:pt x="16138" y="78100"/>
                  <a:pt x="17409" y="82537"/>
                  <a:pt x="19148" y="85970"/>
                </a:cubicBezTo>
                <a:cubicBezTo>
                  <a:pt x="20888" y="89400"/>
                  <a:pt x="23109" y="91893"/>
                  <a:pt x="25812" y="93449"/>
                </a:cubicBezTo>
                <a:cubicBezTo>
                  <a:pt x="28515" y="95005"/>
                  <a:pt x="31794" y="95782"/>
                  <a:pt x="35647" y="95782"/>
                </a:cubicBezTo>
                <a:cubicBezTo>
                  <a:pt x="38645" y="95782"/>
                  <a:pt x="41281" y="95300"/>
                  <a:pt x="43556" y="94335"/>
                </a:cubicBezTo>
                <a:cubicBezTo>
                  <a:pt x="45830" y="93370"/>
                  <a:pt x="47784" y="91989"/>
                  <a:pt x="49417" y="90192"/>
                </a:cubicBezTo>
                <a:cubicBezTo>
                  <a:pt x="51049" y="88396"/>
                  <a:pt x="52401" y="86237"/>
                  <a:pt x="53471" y="83717"/>
                </a:cubicBezTo>
                <a:cubicBezTo>
                  <a:pt x="54542" y="81196"/>
                  <a:pt x="55398" y="78408"/>
                  <a:pt x="56040" y="75352"/>
                </a:cubicBezTo>
                <a:cubicBezTo>
                  <a:pt x="56683" y="72294"/>
                  <a:pt x="57124" y="68982"/>
                  <a:pt x="57365" y="65416"/>
                </a:cubicBezTo>
                <a:cubicBezTo>
                  <a:pt x="57606" y="61850"/>
                  <a:pt x="57726" y="58137"/>
                  <a:pt x="57726" y="542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B3FE2B-2608-444A-AA95-9C0A9F3C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456" y="169433"/>
            <a:ext cx="182471" cy="377110"/>
          </a:xfrm>
          <a:custGeom xmlns:a="http://schemas.openxmlformats.org/drawingml/2006/main">
            <a:pathLst>
              <a:path w="182471" h="377110">
                <a:moveTo>
                  <a:pt x="0" y="30412"/>
                </a:moveTo>
                <a:cubicBezTo>
                  <a:pt x="0" y="13625"/>
                  <a:pt x="13625" y="0"/>
                  <a:pt x="30412" y="0"/>
                </a:cubicBezTo>
                <a:lnTo>
                  <a:pt x="152062" y="0"/>
                </a:lnTo>
                <a:cubicBezTo>
                  <a:pt x="168847" y="0"/>
                  <a:pt x="182471" y="13625"/>
                  <a:pt x="182471" y="30412"/>
                </a:cubicBezTo>
                <a:lnTo>
                  <a:pt x="182471" y="346698"/>
                </a:lnTo>
                <a:cubicBezTo>
                  <a:pt x="182471" y="363485"/>
                  <a:pt x="168847" y="377110"/>
                  <a:pt x="152062" y="377110"/>
                </a:cubicBezTo>
                <a:lnTo>
                  <a:pt x="30412" y="377110"/>
                </a:lnTo>
                <a:cubicBezTo>
                  <a:pt x="13625" y="377110"/>
                  <a:pt x="0" y="363485"/>
                  <a:pt x="0" y="346698"/>
                </a:cubicBezTo>
                <a:lnTo>
                  <a:pt x="0" y="30412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)">
            <a:extLst xmlns:a="http://schemas.openxmlformats.org/drawingml/2006/main">
              <a:ext uri="{FF2B5EF4-FFF2-40B4-BE49-F238E27FC236}">
                <a16:creationId xmlns:a16="http://schemas.microsoft.com/office/drawing/2014/main" id="{AB320144-D4C5-4E1F-94B1-3B1A00D2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5415" y="299938"/>
            <a:ext cx="29291" cy="141787"/>
          </a:xfrm>
          <a:custGeom xmlns:a="http://schemas.openxmlformats.org/drawingml/2006/main">
            <a:pathLst>
              <a:path w="29291" h="141787">
                <a:moveTo>
                  <a:pt x="29291" y="70893"/>
                </a:moveTo>
                <a:cubicBezTo>
                  <a:pt x="29291" y="76948"/>
                  <a:pt x="28917" y="82936"/>
                  <a:pt x="28167" y="88858"/>
                </a:cubicBezTo>
                <a:cubicBezTo>
                  <a:pt x="27418" y="94779"/>
                  <a:pt x="26294" y="100633"/>
                  <a:pt x="24795" y="106420"/>
                </a:cubicBezTo>
                <a:cubicBezTo>
                  <a:pt x="23297" y="112208"/>
                  <a:pt x="21463" y="117901"/>
                  <a:pt x="19296" y="123501"/>
                </a:cubicBezTo>
                <a:cubicBezTo>
                  <a:pt x="17128" y="129101"/>
                  <a:pt x="14599" y="134634"/>
                  <a:pt x="11709" y="140098"/>
                </a:cubicBezTo>
                <a:cubicBezTo>
                  <a:pt x="11548" y="140366"/>
                  <a:pt x="11307" y="140607"/>
                  <a:pt x="10986" y="140821"/>
                </a:cubicBezTo>
                <a:cubicBezTo>
                  <a:pt x="10665" y="141037"/>
                  <a:pt x="10250" y="141225"/>
                  <a:pt x="9741" y="141385"/>
                </a:cubicBezTo>
                <a:cubicBezTo>
                  <a:pt x="9233" y="141546"/>
                  <a:pt x="8631" y="141653"/>
                  <a:pt x="7935" y="141706"/>
                </a:cubicBezTo>
                <a:cubicBezTo>
                  <a:pt x="7239" y="141760"/>
                  <a:pt x="6410" y="141787"/>
                  <a:pt x="5446" y="141787"/>
                </a:cubicBezTo>
                <a:cubicBezTo>
                  <a:pt x="4054" y="141787"/>
                  <a:pt x="2971" y="141720"/>
                  <a:pt x="2195" y="141586"/>
                </a:cubicBezTo>
                <a:cubicBezTo>
                  <a:pt x="1418" y="141452"/>
                  <a:pt x="856" y="141237"/>
                  <a:pt x="508" y="140941"/>
                </a:cubicBezTo>
                <a:cubicBezTo>
                  <a:pt x="161" y="140647"/>
                  <a:pt x="0" y="140272"/>
                  <a:pt x="27" y="139817"/>
                </a:cubicBezTo>
                <a:cubicBezTo>
                  <a:pt x="54" y="139362"/>
                  <a:pt x="201" y="138813"/>
                  <a:pt x="468" y="138169"/>
                </a:cubicBezTo>
                <a:cubicBezTo>
                  <a:pt x="5393" y="127345"/>
                  <a:pt x="9113" y="116267"/>
                  <a:pt x="11628" y="104935"/>
                </a:cubicBezTo>
                <a:cubicBezTo>
                  <a:pt x="14144" y="93601"/>
                  <a:pt x="15402" y="82174"/>
                  <a:pt x="15402" y="70653"/>
                </a:cubicBezTo>
                <a:cubicBezTo>
                  <a:pt x="15402" y="59185"/>
                  <a:pt x="14144" y="47785"/>
                  <a:pt x="11628" y="36453"/>
                </a:cubicBezTo>
                <a:cubicBezTo>
                  <a:pt x="9113" y="25119"/>
                  <a:pt x="5339" y="14066"/>
                  <a:pt x="308" y="3294"/>
                </a:cubicBezTo>
                <a:cubicBezTo>
                  <a:pt x="94" y="2813"/>
                  <a:pt x="13" y="2358"/>
                  <a:pt x="67" y="1929"/>
                </a:cubicBezTo>
                <a:cubicBezTo>
                  <a:pt x="120" y="1501"/>
                  <a:pt x="361" y="1153"/>
                  <a:pt x="789" y="886"/>
                </a:cubicBezTo>
                <a:cubicBezTo>
                  <a:pt x="1218" y="616"/>
                  <a:pt x="1806" y="401"/>
                  <a:pt x="2556" y="241"/>
                </a:cubicBezTo>
                <a:cubicBezTo>
                  <a:pt x="3305" y="80"/>
                  <a:pt x="4295" y="0"/>
                  <a:pt x="5526" y="0"/>
                </a:cubicBezTo>
                <a:cubicBezTo>
                  <a:pt x="6650" y="0"/>
                  <a:pt x="7587" y="40"/>
                  <a:pt x="8336" y="120"/>
                </a:cubicBezTo>
                <a:cubicBezTo>
                  <a:pt x="9086" y="201"/>
                  <a:pt x="9688" y="321"/>
                  <a:pt x="10143" y="482"/>
                </a:cubicBezTo>
                <a:cubicBezTo>
                  <a:pt x="10598" y="642"/>
                  <a:pt x="10932" y="804"/>
                  <a:pt x="11147" y="966"/>
                </a:cubicBezTo>
                <a:cubicBezTo>
                  <a:pt x="11361" y="1127"/>
                  <a:pt x="11521" y="1314"/>
                  <a:pt x="11628" y="1528"/>
                </a:cubicBezTo>
                <a:cubicBezTo>
                  <a:pt x="17141" y="12512"/>
                  <a:pt x="21463" y="23805"/>
                  <a:pt x="24595" y="35407"/>
                </a:cubicBezTo>
                <a:cubicBezTo>
                  <a:pt x="27726" y="47008"/>
                  <a:pt x="29291" y="58837"/>
                  <a:pt x="29291" y="708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84B0A8-2367-4D38-9572-A4EC2DC9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125" y="175513"/>
            <a:ext cx="182471" cy="377110"/>
          </a:xfrm>
          <a:custGeom xmlns:a="http://schemas.openxmlformats.org/drawingml/2006/main">
            <a:pathLst>
              <a:path w="182471" h="377110">
                <a:moveTo>
                  <a:pt x="0" y="30412"/>
                </a:moveTo>
                <a:cubicBezTo>
                  <a:pt x="0" y="13627"/>
                  <a:pt x="13625" y="0"/>
                  <a:pt x="30410" y="0"/>
                </a:cubicBezTo>
                <a:lnTo>
                  <a:pt x="152059" y="0"/>
                </a:lnTo>
                <a:cubicBezTo>
                  <a:pt x="168847" y="0"/>
                  <a:pt x="182471" y="13627"/>
                  <a:pt x="182471" y="30412"/>
                </a:cubicBezTo>
                <a:lnTo>
                  <a:pt x="182471" y="346698"/>
                </a:lnTo>
                <a:cubicBezTo>
                  <a:pt x="182471" y="363485"/>
                  <a:pt x="168847" y="377110"/>
                  <a:pt x="152059" y="377110"/>
                </a:cubicBezTo>
                <a:lnTo>
                  <a:pt x="30410" y="377110"/>
                </a:lnTo>
                <a:cubicBezTo>
                  <a:pt x="13625" y="377110"/>
                  <a:pt x="0" y="363485"/>
                  <a:pt x="0" y="346698"/>
                </a:cubicBezTo>
                <a:lnTo>
                  <a:pt x="0" y="30412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x">
            <a:extLst xmlns:a="http://schemas.openxmlformats.org/drawingml/2006/main">
              <a:ext uri="{FF2B5EF4-FFF2-40B4-BE49-F238E27FC236}">
                <a16:creationId xmlns:a16="http://schemas.microsoft.com/office/drawing/2014/main" id="{35E7685E-95DE-41FA-A83D-657BD66D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280" y="343517"/>
            <a:ext cx="64377" cy="77236"/>
          </a:xfrm>
          <a:custGeom xmlns:a="http://schemas.openxmlformats.org/drawingml/2006/main">
            <a:pathLst>
              <a:path w="64377" h="77236">
                <a:moveTo>
                  <a:pt x="63734" y="73222"/>
                </a:moveTo>
                <a:cubicBezTo>
                  <a:pt x="64163" y="73971"/>
                  <a:pt x="64377" y="74600"/>
                  <a:pt x="64377" y="75108"/>
                </a:cubicBezTo>
                <a:cubicBezTo>
                  <a:pt x="64377" y="75617"/>
                  <a:pt x="64122" y="76032"/>
                  <a:pt x="63614" y="76353"/>
                </a:cubicBezTo>
                <a:cubicBezTo>
                  <a:pt x="63106" y="76674"/>
                  <a:pt x="62329" y="76901"/>
                  <a:pt x="61286" y="77035"/>
                </a:cubicBezTo>
                <a:cubicBezTo>
                  <a:pt x="60242" y="77169"/>
                  <a:pt x="58890" y="77236"/>
                  <a:pt x="57231" y="77236"/>
                </a:cubicBezTo>
                <a:cubicBezTo>
                  <a:pt x="55625" y="77236"/>
                  <a:pt x="54354" y="77196"/>
                  <a:pt x="53418" y="77116"/>
                </a:cubicBezTo>
                <a:cubicBezTo>
                  <a:pt x="52481" y="77035"/>
                  <a:pt x="51732" y="76901"/>
                  <a:pt x="51170" y="76714"/>
                </a:cubicBezTo>
                <a:cubicBezTo>
                  <a:pt x="50608" y="76527"/>
                  <a:pt x="50179" y="76286"/>
                  <a:pt x="49885" y="75992"/>
                </a:cubicBezTo>
                <a:cubicBezTo>
                  <a:pt x="49591" y="75697"/>
                  <a:pt x="49336" y="75363"/>
                  <a:pt x="49122" y="74988"/>
                </a:cubicBezTo>
                <a:lnTo>
                  <a:pt x="31780" y="46326"/>
                </a:lnTo>
                <a:lnTo>
                  <a:pt x="14519" y="74988"/>
                </a:lnTo>
                <a:cubicBezTo>
                  <a:pt x="14304" y="75363"/>
                  <a:pt x="14050" y="75697"/>
                  <a:pt x="13756" y="75992"/>
                </a:cubicBezTo>
                <a:cubicBezTo>
                  <a:pt x="13461" y="76286"/>
                  <a:pt x="13033" y="76527"/>
                  <a:pt x="12471" y="76714"/>
                </a:cubicBezTo>
                <a:cubicBezTo>
                  <a:pt x="11909" y="76901"/>
                  <a:pt x="11173" y="77035"/>
                  <a:pt x="10263" y="77116"/>
                </a:cubicBezTo>
                <a:cubicBezTo>
                  <a:pt x="9353" y="77196"/>
                  <a:pt x="8149" y="77236"/>
                  <a:pt x="6650" y="77236"/>
                </a:cubicBezTo>
                <a:cubicBezTo>
                  <a:pt x="5098" y="77236"/>
                  <a:pt x="3827" y="77169"/>
                  <a:pt x="2837" y="77035"/>
                </a:cubicBezTo>
                <a:cubicBezTo>
                  <a:pt x="1847" y="76901"/>
                  <a:pt x="1124" y="76674"/>
                  <a:pt x="669" y="76353"/>
                </a:cubicBezTo>
                <a:cubicBezTo>
                  <a:pt x="214" y="76032"/>
                  <a:pt x="0" y="75617"/>
                  <a:pt x="27" y="75108"/>
                </a:cubicBezTo>
                <a:cubicBezTo>
                  <a:pt x="54" y="74600"/>
                  <a:pt x="308" y="73971"/>
                  <a:pt x="789" y="73222"/>
                </a:cubicBezTo>
                <a:lnTo>
                  <a:pt x="23270" y="37976"/>
                </a:lnTo>
                <a:lnTo>
                  <a:pt x="1994" y="4014"/>
                </a:lnTo>
                <a:cubicBezTo>
                  <a:pt x="1566" y="3265"/>
                  <a:pt x="1338" y="2636"/>
                  <a:pt x="1311" y="2128"/>
                </a:cubicBezTo>
                <a:cubicBezTo>
                  <a:pt x="1285" y="1619"/>
                  <a:pt x="1525" y="1191"/>
                  <a:pt x="2034" y="843"/>
                </a:cubicBezTo>
                <a:cubicBezTo>
                  <a:pt x="2542" y="495"/>
                  <a:pt x="3319" y="268"/>
                  <a:pt x="4362" y="161"/>
                </a:cubicBezTo>
                <a:cubicBezTo>
                  <a:pt x="5406" y="54"/>
                  <a:pt x="6784" y="0"/>
                  <a:pt x="8497" y="0"/>
                </a:cubicBezTo>
                <a:cubicBezTo>
                  <a:pt x="10049" y="0"/>
                  <a:pt x="11294" y="40"/>
                  <a:pt x="12230" y="120"/>
                </a:cubicBezTo>
                <a:cubicBezTo>
                  <a:pt x="13167" y="201"/>
                  <a:pt x="13903" y="321"/>
                  <a:pt x="14438" y="482"/>
                </a:cubicBezTo>
                <a:cubicBezTo>
                  <a:pt x="14974" y="642"/>
                  <a:pt x="15375" y="856"/>
                  <a:pt x="15643" y="1124"/>
                </a:cubicBezTo>
                <a:cubicBezTo>
                  <a:pt x="15910" y="1392"/>
                  <a:pt x="16151" y="1713"/>
                  <a:pt x="16365" y="2087"/>
                </a:cubicBezTo>
                <a:lnTo>
                  <a:pt x="32824" y="28984"/>
                </a:lnTo>
                <a:lnTo>
                  <a:pt x="49524" y="2087"/>
                </a:lnTo>
                <a:cubicBezTo>
                  <a:pt x="49738" y="1766"/>
                  <a:pt x="49979" y="1472"/>
                  <a:pt x="50246" y="1204"/>
                </a:cubicBezTo>
                <a:cubicBezTo>
                  <a:pt x="50514" y="937"/>
                  <a:pt x="50875" y="709"/>
                  <a:pt x="51330" y="522"/>
                </a:cubicBezTo>
                <a:cubicBezTo>
                  <a:pt x="51785" y="335"/>
                  <a:pt x="52427" y="201"/>
                  <a:pt x="53257" y="120"/>
                </a:cubicBezTo>
                <a:cubicBezTo>
                  <a:pt x="54087" y="40"/>
                  <a:pt x="55224" y="0"/>
                  <a:pt x="56669" y="0"/>
                </a:cubicBezTo>
                <a:cubicBezTo>
                  <a:pt x="58221" y="0"/>
                  <a:pt x="59493" y="54"/>
                  <a:pt x="60483" y="161"/>
                </a:cubicBezTo>
                <a:cubicBezTo>
                  <a:pt x="61473" y="268"/>
                  <a:pt x="62209" y="468"/>
                  <a:pt x="62691" y="763"/>
                </a:cubicBezTo>
                <a:cubicBezTo>
                  <a:pt x="63172" y="1057"/>
                  <a:pt x="63387" y="1472"/>
                  <a:pt x="63333" y="2007"/>
                </a:cubicBezTo>
                <a:cubicBezTo>
                  <a:pt x="63279" y="2542"/>
                  <a:pt x="63012" y="3211"/>
                  <a:pt x="62530" y="4014"/>
                </a:cubicBezTo>
                <a:lnTo>
                  <a:pt x="41415" y="37574"/>
                </a:lnTo>
                <a:lnTo>
                  <a:pt x="63734" y="732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85436-9F9D-4562-95D6-B2EF1D56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831" y="175513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7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7"/>
                </a:cubicBezTo>
                <a:lnTo>
                  <a:pt x="188555" y="345643"/>
                </a:lnTo>
                <a:cubicBezTo>
                  <a:pt x="188555" y="363000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2">
            <a:extLst xmlns:a="http://schemas.openxmlformats.org/drawingml/2006/main">
              <a:ext uri="{FF2B5EF4-FFF2-40B4-BE49-F238E27FC236}">
                <a16:creationId xmlns:a16="http://schemas.microsoft.com/office/drawing/2014/main" id="{5E8BFF7B-AEE6-4A9A-B6FE-ED03492C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96" y="314774"/>
            <a:ext cx="65032" cy="105497"/>
          </a:xfrm>
          <a:custGeom xmlns:a="http://schemas.openxmlformats.org/drawingml/2006/main">
            <a:pathLst>
              <a:path w="65032" h="105497">
                <a:moveTo>
                  <a:pt x="65032" y="99556"/>
                </a:moveTo>
                <a:cubicBezTo>
                  <a:pt x="65032" y="100519"/>
                  <a:pt x="64966" y="101376"/>
                  <a:pt x="64832" y="102125"/>
                </a:cubicBezTo>
                <a:cubicBezTo>
                  <a:pt x="64698" y="102874"/>
                  <a:pt x="64511" y="103503"/>
                  <a:pt x="64270" y="104012"/>
                </a:cubicBezTo>
                <a:cubicBezTo>
                  <a:pt x="64029" y="104520"/>
                  <a:pt x="63708" y="104895"/>
                  <a:pt x="63306" y="105136"/>
                </a:cubicBezTo>
                <a:cubicBezTo>
                  <a:pt x="62905" y="105377"/>
                  <a:pt x="62463" y="105497"/>
                  <a:pt x="61982" y="105497"/>
                </a:cubicBezTo>
                <a:lnTo>
                  <a:pt x="4576" y="105497"/>
                </a:lnTo>
                <a:cubicBezTo>
                  <a:pt x="3827" y="105497"/>
                  <a:pt x="3171" y="105403"/>
                  <a:pt x="2609" y="105216"/>
                </a:cubicBezTo>
                <a:cubicBezTo>
                  <a:pt x="2047" y="105029"/>
                  <a:pt x="1566" y="104721"/>
                  <a:pt x="1164" y="104293"/>
                </a:cubicBezTo>
                <a:cubicBezTo>
                  <a:pt x="763" y="103865"/>
                  <a:pt x="468" y="103249"/>
                  <a:pt x="281" y="102446"/>
                </a:cubicBezTo>
                <a:cubicBezTo>
                  <a:pt x="94" y="101643"/>
                  <a:pt x="0" y="100653"/>
                  <a:pt x="0" y="99476"/>
                </a:cubicBezTo>
                <a:cubicBezTo>
                  <a:pt x="0" y="98405"/>
                  <a:pt x="40" y="97468"/>
                  <a:pt x="120" y="96665"/>
                </a:cubicBezTo>
                <a:cubicBezTo>
                  <a:pt x="201" y="95863"/>
                  <a:pt x="375" y="95153"/>
                  <a:pt x="642" y="94538"/>
                </a:cubicBezTo>
                <a:cubicBezTo>
                  <a:pt x="910" y="93922"/>
                  <a:pt x="1244" y="93307"/>
                  <a:pt x="1646" y="92691"/>
                </a:cubicBezTo>
                <a:cubicBezTo>
                  <a:pt x="2047" y="92076"/>
                  <a:pt x="2569" y="91420"/>
                  <a:pt x="3211" y="90724"/>
                </a:cubicBezTo>
                <a:lnTo>
                  <a:pt x="23363" y="69340"/>
                </a:lnTo>
                <a:cubicBezTo>
                  <a:pt x="28020" y="64413"/>
                  <a:pt x="31753" y="59994"/>
                  <a:pt x="34564" y="56083"/>
                </a:cubicBezTo>
                <a:cubicBezTo>
                  <a:pt x="37374" y="52172"/>
                  <a:pt x="39541" y="48610"/>
                  <a:pt x="41067" y="45397"/>
                </a:cubicBezTo>
                <a:cubicBezTo>
                  <a:pt x="42592" y="42182"/>
                  <a:pt x="43596" y="39263"/>
                  <a:pt x="44078" y="36638"/>
                </a:cubicBezTo>
                <a:cubicBezTo>
                  <a:pt x="44559" y="34014"/>
                  <a:pt x="44800" y="31550"/>
                  <a:pt x="44800" y="29247"/>
                </a:cubicBezTo>
                <a:cubicBezTo>
                  <a:pt x="44800" y="26942"/>
                  <a:pt x="44425" y="24758"/>
                  <a:pt x="43676" y="22696"/>
                </a:cubicBezTo>
                <a:cubicBezTo>
                  <a:pt x="42927" y="20632"/>
                  <a:pt x="41843" y="18823"/>
                  <a:pt x="40424" y="17269"/>
                </a:cubicBezTo>
                <a:cubicBezTo>
                  <a:pt x="39006" y="15714"/>
                  <a:pt x="37226" y="14481"/>
                  <a:pt x="35085" y="13571"/>
                </a:cubicBezTo>
                <a:cubicBezTo>
                  <a:pt x="32944" y="12659"/>
                  <a:pt x="30482" y="12204"/>
                  <a:pt x="27699" y="12204"/>
                </a:cubicBezTo>
                <a:cubicBezTo>
                  <a:pt x="24434" y="12204"/>
                  <a:pt x="21504" y="12659"/>
                  <a:pt x="18908" y="13568"/>
                </a:cubicBezTo>
                <a:cubicBezTo>
                  <a:pt x="16312" y="14478"/>
                  <a:pt x="14037" y="15469"/>
                  <a:pt x="12083" y="16539"/>
                </a:cubicBezTo>
                <a:cubicBezTo>
                  <a:pt x="10130" y="17610"/>
                  <a:pt x="8497" y="18600"/>
                  <a:pt x="7186" y="19510"/>
                </a:cubicBezTo>
                <a:cubicBezTo>
                  <a:pt x="5874" y="20420"/>
                  <a:pt x="4898" y="20875"/>
                  <a:pt x="4255" y="20875"/>
                </a:cubicBezTo>
                <a:cubicBezTo>
                  <a:pt x="3881" y="20875"/>
                  <a:pt x="3546" y="20768"/>
                  <a:pt x="3252" y="20553"/>
                </a:cubicBezTo>
                <a:cubicBezTo>
                  <a:pt x="2957" y="20339"/>
                  <a:pt x="2716" y="19991"/>
                  <a:pt x="2529" y="19510"/>
                </a:cubicBezTo>
                <a:cubicBezTo>
                  <a:pt x="2342" y="19028"/>
                  <a:pt x="2195" y="18386"/>
                  <a:pt x="2087" y="17583"/>
                </a:cubicBezTo>
                <a:cubicBezTo>
                  <a:pt x="1980" y="16780"/>
                  <a:pt x="1927" y="15817"/>
                  <a:pt x="1927" y="14693"/>
                </a:cubicBezTo>
                <a:cubicBezTo>
                  <a:pt x="1927" y="13890"/>
                  <a:pt x="1954" y="13194"/>
                  <a:pt x="2007" y="12605"/>
                </a:cubicBezTo>
                <a:cubicBezTo>
                  <a:pt x="2061" y="12016"/>
                  <a:pt x="2154" y="11508"/>
                  <a:pt x="2288" y="11080"/>
                </a:cubicBezTo>
                <a:cubicBezTo>
                  <a:pt x="2422" y="10651"/>
                  <a:pt x="2596" y="10250"/>
                  <a:pt x="2810" y="9875"/>
                </a:cubicBezTo>
                <a:cubicBezTo>
                  <a:pt x="3024" y="9501"/>
                  <a:pt x="3452" y="9032"/>
                  <a:pt x="4095" y="8470"/>
                </a:cubicBezTo>
                <a:cubicBezTo>
                  <a:pt x="4737" y="7908"/>
                  <a:pt x="5848" y="7146"/>
                  <a:pt x="7427" y="6182"/>
                </a:cubicBezTo>
                <a:cubicBezTo>
                  <a:pt x="9006" y="5219"/>
                  <a:pt x="10986" y="4269"/>
                  <a:pt x="13368" y="3332"/>
                </a:cubicBezTo>
                <a:cubicBezTo>
                  <a:pt x="15750" y="2395"/>
                  <a:pt x="18372" y="1606"/>
                  <a:pt x="21236" y="963"/>
                </a:cubicBezTo>
                <a:cubicBezTo>
                  <a:pt x="24099" y="321"/>
                  <a:pt x="27110" y="0"/>
                  <a:pt x="30268" y="0"/>
                </a:cubicBezTo>
                <a:cubicBezTo>
                  <a:pt x="35299" y="0"/>
                  <a:pt x="39702" y="710"/>
                  <a:pt x="43475" y="2130"/>
                </a:cubicBezTo>
                <a:cubicBezTo>
                  <a:pt x="47249" y="3549"/>
                  <a:pt x="50380" y="5490"/>
                  <a:pt x="52869" y="7953"/>
                </a:cubicBezTo>
                <a:cubicBezTo>
                  <a:pt x="55358" y="10417"/>
                  <a:pt x="57218" y="13283"/>
                  <a:pt x="58449" y="16552"/>
                </a:cubicBezTo>
                <a:cubicBezTo>
                  <a:pt x="59680" y="19818"/>
                  <a:pt x="60295" y="23300"/>
                  <a:pt x="60295" y="26996"/>
                </a:cubicBezTo>
                <a:cubicBezTo>
                  <a:pt x="60295" y="30318"/>
                  <a:pt x="60001" y="33627"/>
                  <a:pt x="59412" y="36922"/>
                </a:cubicBezTo>
                <a:cubicBezTo>
                  <a:pt x="58824" y="40215"/>
                  <a:pt x="57579" y="43777"/>
                  <a:pt x="55679" y="47608"/>
                </a:cubicBezTo>
                <a:cubicBezTo>
                  <a:pt x="53779" y="51438"/>
                  <a:pt x="51036" y="55697"/>
                  <a:pt x="47450" y="60383"/>
                </a:cubicBezTo>
                <a:cubicBezTo>
                  <a:pt x="43863" y="65070"/>
                  <a:pt x="39100" y="70467"/>
                  <a:pt x="33159" y="76574"/>
                </a:cubicBezTo>
                <a:lnTo>
                  <a:pt x="16700" y="93775"/>
                </a:lnTo>
                <a:lnTo>
                  <a:pt x="61901" y="93775"/>
                </a:lnTo>
                <a:cubicBezTo>
                  <a:pt x="62329" y="93775"/>
                  <a:pt x="62744" y="93896"/>
                  <a:pt x="63146" y="94136"/>
                </a:cubicBezTo>
                <a:cubicBezTo>
                  <a:pt x="63547" y="94377"/>
                  <a:pt x="63895" y="94739"/>
                  <a:pt x="64189" y="95220"/>
                </a:cubicBezTo>
                <a:cubicBezTo>
                  <a:pt x="64484" y="95702"/>
                  <a:pt x="64698" y="96304"/>
                  <a:pt x="64832" y="97027"/>
                </a:cubicBezTo>
                <a:cubicBezTo>
                  <a:pt x="64966" y="97749"/>
                  <a:pt x="65032" y="98592"/>
                  <a:pt x="65032" y="995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5BD13-3B75-4C76-809D-AF592092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623" y="175513"/>
            <a:ext cx="182471" cy="377110"/>
          </a:xfrm>
          <a:custGeom xmlns:a="http://schemas.openxmlformats.org/drawingml/2006/main">
            <a:pathLst>
              <a:path w="182471" h="377110">
                <a:moveTo>
                  <a:pt x="0" y="30412"/>
                </a:moveTo>
                <a:cubicBezTo>
                  <a:pt x="0" y="13627"/>
                  <a:pt x="13625" y="0"/>
                  <a:pt x="30412" y="0"/>
                </a:cubicBezTo>
                <a:lnTo>
                  <a:pt x="152059" y="0"/>
                </a:lnTo>
                <a:cubicBezTo>
                  <a:pt x="168847" y="0"/>
                  <a:pt x="182471" y="13627"/>
                  <a:pt x="182471" y="30412"/>
                </a:cubicBezTo>
                <a:lnTo>
                  <a:pt x="182471" y="346698"/>
                </a:lnTo>
                <a:cubicBezTo>
                  <a:pt x="182471" y="363485"/>
                  <a:pt x="168847" y="377110"/>
                  <a:pt x="152059" y="377110"/>
                </a:cubicBezTo>
                <a:lnTo>
                  <a:pt x="30412" y="377110"/>
                </a:lnTo>
                <a:cubicBezTo>
                  <a:pt x="13625" y="377110"/>
                  <a:pt x="0" y="363485"/>
                  <a:pt x="0" y="346698"/>
                </a:cubicBezTo>
                <a:lnTo>
                  <a:pt x="0" y="30412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(">
            <a:extLst xmlns:a="http://schemas.openxmlformats.org/drawingml/2006/main">
              <a:ext uri="{FF2B5EF4-FFF2-40B4-BE49-F238E27FC236}">
                <a16:creationId xmlns:a16="http://schemas.microsoft.com/office/drawing/2014/main" id="{44FBC081-B903-4F8B-BF71-9E60C6D3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451" y="306263"/>
            <a:ext cx="29372" cy="141787"/>
          </a:xfrm>
          <a:custGeom xmlns:a="http://schemas.openxmlformats.org/drawingml/2006/main">
            <a:pathLst>
              <a:path w="29372" h="141787">
                <a:moveTo>
                  <a:pt x="29064" y="3294"/>
                </a:moveTo>
                <a:cubicBezTo>
                  <a:pt x="23979" y="14066"/>
                  <a:pt x="20192" y="25119"/>
                  <a:pt x="17703" y="36453"/>
                </a:cubicBezTo>
                <a:cubicBezTo>
                  <a:pt x="15214" y="47785"/>
                  <a:pt x="13970" y="59185"/>
                  <a:pt x="13970" y="70653"/>
                </a:cubicBezTo>
                <a:cubicBezTo>
                  <a:pt x="13970" y="82174"/>
                  <a:pt x="15241" y="93588"/>
                  <a:pt x="17784" y="104895"/>
                </a:cubicBezTo>
                <a:cubicBezTo>
                  <a:pt x="20326" y="116200"/>
                  <a:pt x="24033" y="127292"/>
                  <a:pt x="28903" y="138169"/>
                </a:cubicBezTo>
                <a:cubicBezTo>
                  <a:pt x="29171" y="138813"/>
                  <a:pt x="29318" y="139362"/>
                  <a:pt x="29345" y="139817"/>
                </a:cubicBezTo>
                <a:cubicBezTo>
                  <a:pt x="29372" y="140272"/>
                  <a:pt x="29198" y="140647"/>
                  <a:pt x="28823" y="140941"/>
                </a:cubicBezTo>
                <a:cubicBezTo>
                  <a:pt x="28448" y="141237"/>
                  <a:pt x="27873" y="141452"/>
                  <a:pt x="27097" y="141586"/>
                </a:cubicBezTo>
                <a:cubicBezTo>
                  <a:pt x="26321" y="141720"/>
                  <a:pt x="25264" y="141787"/>
                  <a:pt x="23926" y="141787"/>
                </a:cubicBezTo>
                <a:cubicBezTo>
                  <a:pt x="22962" y="141787"/>
                  <a:pt x="22132" y="141760"/>
                  <a:pt x="21437" y="141706"/>
                </a:cubicBezTo>
                <a:cubicBezTo>
                  <a:pt x="20741" y="141653"/>
                  <a:pt x="20139" y="141546"/>
                  <a:pt x="19630" y="141385"/>
                </a:cubicBezTo>
                <a:cubicBezTo>
                  <a:pt x="19122" y="141225"/>
                  <a:pt x="18707" y="141037"/>
                  <a:pt x="18386" y="140821"/>
                </a:cubicBezTo>
                <a:cubicBezTo>
                  <a:pt x="18065" y="140607"/>
                  <a:pt x="17824" y="140366"/>
                  <a:pt x="17663" y="140098"/>
                </a:cubicBezTo>
                <a:cubicBezTo>
                  <a:pt x="14773" y="134634"/>
                  <a:pt x="12230" y="129101"/>
                  <a:pt x="10036" y="123501"/>
                </a:cubicBezTo>
                <a:cubicBezTo>
                  <a:pt x="7841" y="117901"/>
                  <a:pt x="5995" y="112208"/>
                  <a:pt x="4496" y="106420"/>
                </a:cubicBezTo>
                <a:cubicBezTo>
                  <a:pt x="2997" y="100633"/>
                  <a:pt x="1873" y="94779"/>
                  <a:pt x="1124" y="88858"/>
                </a:cubicBezTo>
                <a:cubicBezTo>
                  <a:pt x="375" y="82936"/>
                  <a:pt x="0" y="76948"/>
                  <a:pt x="0" y="70893"/>
                </a:cubicBezTo>
                <a:cubicBezTo>
                  <a:pt x="0" y="64838"/>
                  <a:pt x="415" y="58864"/>
                  <a:pt x="1244" y="52969"/>
                </a:cubicBezTo>
                <a:cubicBezTo>
                  <a:pt x="2074" y="47075"/>
                  <a:pt x="3252" y="41221"/>
                  <a:pt x="4777" y="35407"/>
                </a:cubicBezTo>
                <a:cubicBezTo>
                  <a:pt x="6303" y="29592"/>
                  <a:pt x="8163" y="23872"/>
                  <a:pt x="10357" y="18245"/>
                </a:cubicBezTo>
                <a:cubicBezTo>
                  <a:pt x="12552" y="12618"/>
                  <a:pt x="15014" y="7046"/>
                  <a:pt x="17743" y="1528"/>
                </a:cubicBezTo>
                <a:cubicBezTo>
                  <a:pt x="17797" y="1314"/>
                  <a:pt x="17944" y="1127"/>
                  <a:pt x="18185" y="966"/>
                </a:cubicBezTo>
                <a:cubicBezTo>
                  <a:pt x="18426" y="804"/>
                  <a:pt x="18760" y="642"/>
                  <a:pt x="19189" y="482"/>
                </a:cubicBezTo>
                <a:cubicBezTo>
                  <a:pt x="19617" y="321"/>
                  <a:pt x="20206" y="201"/>
                  <a:pt x="20955" y="120"/>
                </a:cubicBezTo>
                <a:cubicBezTo>
                  <a:pt x="21704" y="40"/>
                  <a:pt x="22668" y="0"/>
                  <a:pt x="23845" y="0"/>
                </a:cubicBezTo>
                <a:cubicBezTo>
                  <a:pt x="25076" y="0"/>
                  <a:pt x="26066" y="80"/>
                  <a:pt x="26816" y="241"/>
                </a:cubicBezTo>
                <a:cubicBezTo>
                  <a:pt x="27565" y="401"/>
                  <a:pt x="28154" y="616"/>
                  <a:pt x="28582" y="886"/>
                </a:cubicBezTo>
                <a:cubicBezTo>
                  <a:pt x="29010" y="1153"/>
                  <a:pt x="29251" y="1501"/>
                  <a:pt x="29305" y="1929"/>
                </a:cubicBezTo>
                <a:cubicBezTo>
                  <a:pt x="29358" y="2358"/>
                  <a:pt x="29278" y="2813"/>
                  <a:pt x="29064" y="32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B82DA2-4EB6-481E-A854-85ED6398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331" y="175513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7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7"/>
                </a:cubicBezTo>
                <a:lnTo>
                  <a:pt x="188555" y="345643"/>
                </a:lnTo>
                <a:cubicBezTo>
                  <a:pt x="188555" y="363000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1">
            <a:extLst xmlns:a="http://schemas.openxmlformats.org/drawingml/2006/main">
              <a:ext uri="{FF2B5EF4-FFF2-40B4-BE49-F238E27FC236}">
                <a16:creationId xmlns:a16="http://schemas.microsoft.com/office/drawing/2014/main" id="{72BBE7F5-63B7-4499-9F37-8D530F36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476" y="315577"/>
            <a:ext cx="60456" cy="104694"/>
          </a:xfrm>
          <a:custGeom xmlns:a="http://schemas.openxmlformats.org/drawingml/2006/main">
            <a:pathLst>
              <a:path w="60456" h="104694">
                <a:moveTo>
                  <a:pt x="60456" y="99235"/>
                </a:moveTo>
                <a:cubicBezTo>
                  <a:pt x="60456" y="100252"/>
                  <a:pt x="60376" y="101108"/>
                  <a:pt x="60215" y="101804"/>
                </a:cubicBezTo>
                <a:cubicBezTo>
                  <a:pt x="60055" y="102500"/>
                  <a:pt x="59841" y="103062"/>
                  <a:pt x="59573" y="103490"/>
                </a:cubicBezTo>
                <a:cubicBezTo>
                  <a:pt x="59305" y="103918"/>
                  <a:pt x="58998" y="104226"/>
                  <a:pt x="58650" y="104413"/>
                </a:cubicBezTo>
                <a:cubicBezTo>
                  <a:pt x="58302" y="104600"/>
                  <a:pt x="57940" y="104694"/>
                  <a:pt x="57566" y="104694"/>
                </a:cubicBezTo>
                <a:lnTo>
                  <a:pt x="3292" y="104694"/>
                </a:lnTo>
                <a:cubicBezTo>
                  <a:pt x="2917" y="104694"/>
                  <a:pt x="2569" y="104600"/>
                  <a:pt x="2248" y="104413"/>
                </a:cubicBezTo>
                <a:cubicBezTo>
                  <a:pt x="1927" y="104226"/>
                  <a:pt x="1619" y="103918"/>
                  <a:pt x="1325" y="103490"/>
                </a:cubicBezTo>
                <a:cubicBezTo>
                  <a:pt x="1030" y="103062"/>
                  <a:pt x="803" y="102500"/>
                  <a:pt x="642" y="101804"/>
                </a:cubicBezTo>
                <a:cubicBezTo>
                  <a:pt x="482" y="101108"/>
                  <a:pt x="401" y="100252"/>
                  <a:pt x="401" y="99235"/>
                </a:cubicBezTo>
                <a:cubicBezTo>
                  <a:pt x="401" y="98271"/>
                  <a:pt x="482" y="97442"/>
                  <a:pt x="642" y="96746"/>
                </a:cubicBezTo>
                <a:cubicBezTo>
                  <a:pt x="803" y="96050"/>
                  <a:pt x="1004" y="95475"/>
                  <a:pt x="1244" y="95020"/>
                </a:cubicBezTo>
                <a:cubicBezTo>
                  <a:pt x="1485" y="94565"/>
                  <a:pt x="1780" y="94217"/>
                  <a:pt x="2128" y="93976"/>
                </a:cubicBezTo>
                <a:cubicBezTo>
                  <a:pt x="2476" y="93735"/>
                  <a:pt x="2864" y="93615"/>
                  <a:pt x="3292" y="93615"/>
                </a:cubicBezTo>
                <a:lnTo>
                  <a:pt x="24969" y="93615"/>
                </a:lnTo>
                <a:lnTo>
                  <a:pt x="24969" y="14532"/>
                </a:lnTo>
                <a:lnTo>
                  <a:pt x="4898" y="26575"/>
                </a:lnTo>
                <a:cubicBezTo>
                  <a:pt x="3881" y="27110"/>
                  <a:pt x="3064" y="27431"/>
                  <a:pt x="2449" y="27538"/>
                </a:cubicBezTo>
                <a:cubicBezTo>
                  <a:pt x="1833" y="27645"/>
                  <a:pt x="1338" y="27525"/>
                  <a:pt x="963" y="27177"/>
                </a:cubicBezTo>
                <a:cubicBezTo>
                  <a:pt x="589" y="26829"/>
                  <a:pt x="335" y="26253"/>
                  <a:pt x="201" y="25448"/>
                </a:cubicBezTo>
                <a:cubicBezTo>
                  <a:pt x="67" y="24642"/>
                  <a:pt x="0" y="23622"/>
                  <a:pt x="0" y="22388"/>
                </a:cubicBezTo>
                <a:cubicBezTo>
                  <a:pt x="0" y="21474"/>
                  <a:pt x="40" y="20696"/>
                  <a:pt x="120" y="20052"/>
                </a:cubicBezTo>
                <a:cubicBezTo>
                  <a:pt x="201" y="19408"/>
                  <a:pt x="321" y="18871"/>
                  <a:pt x="482" y="18441"/>
                </a:cubicBezTo>
                <a:cubicBezTo>
                  <a:pt x="642" y="18011"/>
                  <a:pt x="870" y="17636"/>
                  <a:pt x="1164" y="17314"/>
                </a:cubicBezTo>
                <a:cubicBezTo>
                  <a:pt x="1459" y="16992"/>
                  <a:pt x="1847" y="16670"/>
                  <a:pt x="2328" y="16348"/>
                </a:cubicBezTo>
                <a:lnTo>
                  <a:pt x="26254" y="966"/>
                </a:lnTo>
                <a:cubicBezTo>
                  <a:pt x="26468" y="805"/>
                  <a:pt x="26736" y="672"/>
                  <a:pt x="27057" y="565"/>
                </a:cubicBezTo>
                <a:cubicBezTo>
                  <a:pt x="27378" y="456"/>
                  <a:pt x="27779" y="348"/>
                  <a:pt x="28261" y="241"/>
                </a:cubicBezTo>
                <a:cubicBezTo>
                  <a:pt x="28743" y="134"/>
                  <a:pt x="29305" y="67"/>
                  <a:pt x="29947" y="40"/>
                </a:cubicBezTo>
                <a:cubicBezTo>
                  <a:pt x="30589" y="13"/>
                  <a:pt x="31392" y="0"/>
                  <a:pt x="32356" y="0"/>
                </a:cubicBezTo>
                <a:cubicBezTo>
                  <a:pt x="33640" y="0"/>
                  <a:pt x="34711" y="54"/>
                  <a:pt x="35567" y="161"/>
                </a:cubicBezTo>
                <a:cubicBezTo>
                  <a:pt x="36424" y="268"/>
                  <a:pt x="37093" y="415"/>
                  <a:pt x="37574" y="602"/>
                </a:cubicBezTo>
                <a:cubicBezTo>
                  <a:pt x="38056" y="789"/>
                  <a:pt x="38377" y="1031"/>
                  <a:pt x="38538" y="1327"/>
                </a:cubicBezTo>
                <a:cubicBezTo>
                  <a:pt x="38698" y="1622"/>
                  <a:pt x="38779" y="1929"/>
                  <a:pt x="38779" y="2251"/>
                </a:cubicBezTo>
                <a:lnTo>
                  <a:pt x="38779" y="93615"/>
                </a:lnTo>
                <a:lnTo>
                  <a:pt x="57566" y="93615"/>
                </a:lnTo>
                <a:cubicBezTo>
                  <a:pt x="57994" y="93615"/>
                  <a:pt x="58395" y="93735"/>
                  <a:pt x="58770" y="93976"/>
                </a:cubicBezTo>
                <a:cubicBezTo>
                  <a:pt x="59145" y="94217"/>
                  <a:pt x="59452" y="94565"/>
                  <a:pt x="59693" y="95020"/>
                </a:cubicBezTo>
                <a:cubicBezTo>
                  <a:pt x="59934" y="95475"/>
                  <a:pt x="60122" y="96050"/>
                  <a:pt x="60255" y="96746"/>
                </a:cubicBezTo>
                <a:cubicBezTo>
                  <a:pt x="60389" y="97442"/>
                  <a:pt x="60456" y="98271"/>
                  <a:pt x="60456" y="99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97BBA8-129D-476F-A68A-9611CB2F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5121" y="175513"/>
            <a:ext cx="182471" cy="377110"/>
          </a:xfrm>
          <a:custGeom xmlns:a="http://schemas.openxmlformats.org/drawingml/2006/main">
            <a:pathLst>
              <a:path w="182471" h="377110">
                <a:moveTo>
                  <a:pt x="0" y="30412"/>
                </a:moveTo>
                <a:cubicBezTo>
                  <a:pt x="0" y="13627"/>
                  <a:pt x="13625" y="0"/>
                  <a:pt x="30412" y="0"/>
                </a:cubicBezTo>
                <a:lnTo>
                  <a:pt x="152062" y="0"/>
                </a:lnTo>
                <a:cubicBezTo>
                  <a:pt x="168847" y="0"/>
                  <a:pt x="182471" y="13627"/>
                  <a:pt x="182471" y="30412"/>
                </a:cubicBezTo>
                <a:lnTo>
                  <a:pt x="182471" y="346698"/>
                </a:lnTo>
                <a:cubicBezTo>
                  <a:pt x="182471" y="363485"/>
                  <a:pt x="168847" y="377110"/>
                  <a:pt x="152062" y="377110"/>
                </a:cubicBezTo>
                <a:lnTo>
                  <a:pt x="30412" y="377110"/>
                </a:lnTo>
                <a:cubicBezTo>
                  <a:pt x="13625" y="377110"/>
                  <a:pt x="0" y="363485"/>
                  <a:pt x="0" y="346698"/>
                </a:cubicBezTo>
                <a:lnTo>
                  <a:pt x="0" y="30412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,">
            <a:extLst xmlns:a="http://schemas.openxmlformats.org/drawingml/2006/main">
              <a:ext uri="{FF2B5EF4-FFF2-40B4-BE49-F238E27FC236}">
                <a16:creationId xmlns:a16="http://schemas.microsoft.com/office/drawing/2014/main" id="{6D37CBA0-500B-4AAD-9EEA-5793BF36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523" y="402287"/>
            <a:ext cx="26401" cy="41267"/>
          </a:xfrm>
          <a:custGeom xmlns:a="http://schemas.openxmlformats.org/drawingml/2006/main">
            <a:pathLst>
              <a:path w="26401" h="41267">
                <a:moveTo>
                  <a:pt x="26401" y="6503"/>
                </a:moveTo>
                <a:cubicBezTo>
                  <a:pt x="26401" y="8163"/>
                  <a:pt x="26321" y="9688"/>
                  <a:pt x="26160" y="11080"/>
                </a:cubicBezTo>
                <a:cubicBezTo>
                  <a:pt x="26000" y="12471"/>
                  <a:pt x="25732" y="13783"/>
                  <a:pt x="25357" y="15014"/>
                </a:cubicBezTo>
                <a:cubicBezTo>
                  <a:pt x="24983" y="16245"/>
                  <a:pt x="24488" y="17462"/>
                  <a:pt x="23872" y="18667"/>
                </a:cubicBezTo>
                <a:cubicBezTo>
                  <a:pt x="23256" y="19871"/>
                  <a:pt x="22494" y="21142"/>
                  <a:pt x="21584" y="22480"/>
                </a:cubicBezTo>
                <a:lnTo>
                  <a:pt x="10584" y="39019"/>
                </a:lnTo>
                <a:cubicBezTo>
                  <a:pt x="10317" y="39394"/>
                  <a:pt x="10009" y="39715"/>
                  <a:pt x="9661" y="39983"/>
                </a:cubicBezTo>
                <a:cubicBezTo>
                  <a:pt x="9313" y="40251"/>
                  <a:pt x="8885" y="40491"/>
                  <a:pt x="8377" y="40705"/>
                </a:cubicBezTo>
                <a:cubicBezTo>
                  <a:pt x="7868" y="40920"/>
                  <a:pt x="7279" y="41067"/>
                  <a:pt x="6610" y="41147"/>
                </a:cubicBezTo>
                <a:cubicBezTo>
                  <a:pt x="5941" y="41227"/>
                  <a:pt x="5098" y="41267"/>
                  <a:pt x="4081" y="41267"/>
                </a:cubicBezTo>
                <a:cubicBezTo>
                  <a:pt x="3171" y="41267"/>
                  <a:pt x="2409" y="41227"/>
                  <a:pt x="1793" y="41147"/>
                </a:cubicBezTo>
                <a:cubicBezTo>
                  <a:pt x="1178" y="41067"/>
                  <a:pt x="736" y="40933"/>
                  <a:pt x="468" y="40746"/>
                </a:cubicBezTo>
                <a:cubicBezTo>
                  <a:pt x="201" y="40558"/>
                  <a:pt x="54" y="40304"/>
                  <a:pt x="27" y="39983"/>
                </a:cubicBezTo>
                <a:cubicBezTo>
                  <a:pt x="0" y="39662"/>
                  <a:pt x="94" y="39287"/>
                  <a:pt x="308" y="38859"/>
                </a:cubicBezTo>
                <a:lnTo>
                  <a:pt x="10986" y="16780"/>
                </a:lnTo>
                <a:lnTo>
                  <a:pt x="10986" y="6503"/>
                </a:lnTo>
                <a:cubicBezTo>
                  <a:pt x="10986" y="5058"/>
                  <a:pt x="11133" y="3907"/>
                  <a:pt x="11428" y="3051"/>
                </a:cubicBezTo>
                <a:cubicBezTo>
                  <a:pt x="11722" y="2195"/>
                  <a:pt x="12190" y="1552"/>
                  <a:pt x="12833" y="1124"/>
                </a:cubicBezTo>
                <a:cubicBezTo>
                  <a:pt x="13475" y="696"/>
                  <a:pt x="14278" y="401"/>
                  <a:pt x="15241" y="241"/>
                </a:cubicBezTo>
                <a:cubicBezTo>
                  <a:pt x="16205" y="80"/>
                  <a:pt x="17382" y="0"/>
                  <a:pt x="18774" y="0"/>
                </a:cubicBezTo>
                <a:cubicBezTo>
                  <a:pt x="20112" y="0"/>
                  <a:pt x="21263" y="80"/>
                  <a:pt x="22226" y="241"/>
                </a:cubicBezTo>
                <a:cubicBezTo>
                  <a:pt x="23190" y="401"/>
                  <a:pt x="23979" y="696"/>
                  <a:pt x="24595" y="1124"/>
                </a:cubicBezTo>
                <a:cubicBezTo>
                  <a:pt x="25210" y="1552"/>
                  <a:pt x="25665" y="2195"/>
                  <a:pt x="25959" y="3051"/>
                </a:cubicBezTo>
                <a:cubicBezTo>
                  <a:pt x="26254" y="3907"/>
                  <a:pt x="26401" y="5058"/>
                  <a:pt x="26401" y="65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4D409-5A84-4E4C-8083-C612F3A4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8829" y="175513"/>
            <a:ext cx="188555" cy="377110"/>
          </a:xfrm>
          <a:custGeom xmlns:a="http://schemas.openxmlformats.org/drawingml/2006/main">
            <a:pathLst>
              <a:path w="188555" h="377110">
                <a:moveTo>
                  <a:pt x="0" y="31387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7"/>
                </a:cubicBezTo>
                <a:lnTo>
                  <a:pt x="188555" y="345643"/>
                </a:lnTo>
                <a:cubicBezTo>
                  <a:pt x="188555" y="363000"/>
                  <a:pt x="174525" y="377110"/>
                  <a:pt x="157088" y="377110"/>
                </a:cubicBezTo>
                <a:lnTo>
                  <a:pt x="31467" y="377110"/>
                </a:lnTo>
                <a:cubicBezTo>
                  <a:pt x="14030" y="377110"/>
                  <a:pt x="0" y="363000"/>
                  <a:pt x="0" y="345643"/>
                </a:cubicBezTo>
                <a:lnTo>
                  <a:pt x="0" y="31387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7">
            <a:extLst xmlns:a="http://schemas.openxmlformats.org/drawingml/2006/main">
              <a:ext uri="{FF2B5EF4-FFF2-40B4-BE49-F238E27FC236}">
                <a16:creationId xmlns:a16="http://schemas.microsoft.com/office/drawing/2014/main" id="{5AA5F262-BA59-45C7-A0FE-8E1A0BA2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4195" y="316380"/>
            <a:ext cx="67762" cy="104373"/>
          </a:xfrm>
          <a:custGeom xmlns:a="http://schemas.openxmlformats.org/drawingml/2006/main">
            <a:pathLst>
              <a:path w="67762" h="104373">
                <a:moveTo>
                  <a:pt x="67762" y="5941"/>
                </a:moveTo>
                <a:cubicBezTo>
                  <a:pt x="67762" y="6905"/>
                  <a:pt x="67722" y="7774"/>
                  <a:pt x="67642" y="8551"/>
                </a:cubicBezTo>
                <a:cubicBezTo>
                  <a:pt x="67561" y="9327"/>
                  <a:pt x="67454" y="10076"/>
                  <a:pt x="67321" y="10799"/>
                </a:cubicBezTo>
                <a:cubicBezTo>
                  <a:pt x="67187" y="11521"/>
                  <a:pt x="66999" y="12217"/>
                  <a:pt x="66759" y="12886"/>
                </a:cubicBezTo>
                <a:cubicBezTo>
                  <a:pt x="66518" y="13555"/>
                  <a:pt x="66237" y="14264"/>
                  <a:pt x="65916" y="15014"/>
                </a:cubicBezTo>
                <a:lnTo>
                  <a:pt x="28502" y="101242"/>
                </a:lnTo>
                <a:cubicBezTo>
                  <a:pt x="28234" y="101884"/>
                  <a:pt x="27900" y="102406"/>
                  <a:pt x="27498" y="102807"/>
                </a:cubicBezTo>
                <a:cubicBezTo>
                  <a:pt x="27097" y="103209"/>
                  <a:pt x="26588" y="103530"/>
                  <a:pt x="25973" y="103771"/>
                </a:cubicBezTo>
                <a:cubicBezTo>
                  <a:pt x="25357" y="104012"/>
                  <a:pt x="24568" y="104172"/>
                  <a:pt x="23604" y="104253"/>
                </a:cubicBezTo>
                <a:cubicBezTo>
                  <a:pt x="22641" y="104333"/>
                  <a:pt x="21463" y="104373"/>
                  <a:pt x="20072" y="104373"/>
                </a:cubicBezTo>
                <a:cubicBezTo>
                  <a:pt x="18252" y="104373"/>
                  <a:pt x="16833" y="104293"/>
                  <a:pt x="15817" y="104132"/>
                </a:cubicBezTo>
                <a:cubicBezTo>
                  <a:pt x="14800" y="103972"/>
                  <a:pt x="14064" y="103717"/>
                  <a:pt x="13609" y="103369"/>
                </a:cubicBezTo>
                <a:cubicBezTo>
                  <a:pt x="13154" y="103022"/>
                  <a:pt x="12953" y="102593"/>
                  <a:pt x="13006" y="102085"/>
                </a:cubicBezTo>
                <a:cubicBezTo>
                  <a:pt x="13060" y="101576"/>
                  <a:pt x="13247" y="100974"/>
                  <a:pt x="13568" y="100278"/>
                </a:cubicBezTo>
                <a:lnTo>
                  <a:pt x="52909" y="12123"/>
                </a:lnTo>
                <a:lnTo>
                  <a:pt x="3051" y="12123"/>
                </a:lnTo>
                <a:cubicBezTo>
                  <a:pt x="2034" y="12123"/>
                  <a:pt x="1271" y="11588"/>
                  <a:pt x="763" y="10518"/>
                </a:cubicBezTo>
                <a:cubicBezTo>
                  <a:pt x="254" y="9447"/>
                  <a:pt x="0" y="7948"/>
                  <a:pt x="0" y="6022"/>
                </a:cubicBezTo>
                <a:cubicBezTo>
                  <a:pt x="0" y="5005"/>
                  <a:pt x="67" y="4121"/>
                  <a:pt x="201" y="3372"/>
                </a:cubicBezTo>
                <a:cubicBezTo>
                  <a:pt x="335" y="2623"/>
                  <a:pt x="535" y="1994"/>
                  <a:pt x="803" y="1485"/>
                </a:cubicBezTo>
                <a:cubicBezTo>
                  <a:pt x="1070" y="977"/>
                  <a:pt x="1392" y="602"/>
                  <a:pt x="1766" y="361"/>
                </a:cubicBezTo>
                <a:cubicBezTo>
                  <a:pt x="2141" y="120"/>
                  <a:pt x="2569" y="0"/>
                  <a:pt x="3051" y="0"/>
                </a:cubicBezTo>
                <a:lnTo>
                  <a:pt x="63587" y="0"/>
                </a:lnTo>
                <a:cubicBezTo>
                  <a:pt x="64337" y="0"/>
                  <a:pt x="64992" y="80"/>
                  <a:pt x="65554" y="241"/>
                </a:cubicBezTo>
                <a:cubicBezTo>
                  <a:pt x="66116" y="401"/>
                  <a:pt x="66544" y="723"/>
                  <a:pt x="66839" y="1204"/>
                </a:cubicBezTo>
                <a:cubicBezTo>
                  <a:pt x="67133" y="1686"/>
                  <a:pt x="67361" y="2302"/>
                  <a:pt x="67521" y="3051"/>
                </a:cubicBezTo>
                <a:cubicBezTo>
                  <a:pt x="67682" y="3800"/>
                  <a:pt x="67762" y="4764"/>
                  <a:pt x="67762" y="59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48C0A-8C23-43BC-AD44-4C1940F2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8621" y="175513"/>
            <a:ext cx="182471" cy="377110"/>
          </a:xfrm>
          <a:custGeom xmlns:a="http://schemas.openxmlformats.org/drawingml/2006/main">
            <a:pathLst>
              <a:path w="182471" h="377110">
                <a:moveTo>
                  <a:pt x="0" y="30412"/>
                </a:moveTo>
                <a:cubicBezTo>
                  <a:pt x="0" y="13627"/>
                  <a:pt x="13625" y="0"/>
                  <a:pt x="30410" y="0"/>
                </a:cubicBezTo>
                <a:lnTo>
                  <a:pt x="152059" y="0"/>
                </a:lnTo>
                <a:cubicBezTo>
                  <a:pt x="168847" y="0"/>
                  <a:pt x="182471" y="13627"/>
                  <a:pt x="182471" y="30412"/>
                </a:cubicBezTo>
                <a:lnTo>
                  <a:pt x="182471" y="346698"/>
                </a:lnTo>
                <a:cubicBezTo>
                  <a:pt x="182471" y="363485"/>
                  <a:pt x="168847" y="377110"/>
                  <a:pt x="152059" y="377110"/>
                </a:cubicBezTo>
                <a:lnTo>
                  <a:pt x="30410" y="377110"/>
                </a:lnTo>
                <a:cubicBezTo>
                  <a:pt x="13625" y="377110"/>
                  <a:pt x="0" y="363485"/>
                  <a:pt x="0" y="346698"/>
                </a:cubicBezTo>
                <a:lnTo>
                  <a:pt x="0" y="30412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,">
            <a:extLst xmlns:a="http://schemas.openxmlformats.org/drawingml/2006/main">
              <a:ext uri="{FF2B5EF4-FFF2-40B4-BE49-F238E27FC236}">
                <a16:creationId xmlns:a16="http://schemas.microsoft.com/office/drawing/2014/main" id="{9F42A834-08F0-4FDA-8912-25591653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7265" y="402287"/>
            <a:ext cx="26401" cy="41267"/>
          </a:xfrm>
          <a:custGeom xmlns:a="http://schemas.openxmlformats.org/drawingml/2006/main">
            <a:pathLst>
              <a:path w="26401" h="41267">
                <a:moveTo>
                  <a:pt x="26401" y="6503"/>
                </a:moveTo>
                <a:cubicBezTo>
                  <a:pt x="26401" y="8163"/>
                  <a:pt x="26321" y="9688"/>
                  <a:pt x="26160" y="11080"/>
                </a:cubicBezTo>
                <a:cubicBezTo>
                  <a:pt x="26000" y="12471"/>
                  <a:pt x="25732" y="13783"/>
                  <a:pt x="25357" y="15014"/>
                </a:cubicBezTo>
                <a:cubicBezTo>
                  <a:pt x="24983" y="16245"/>
                  <a:pt x="24488" y="17462"/>
                  <a:pt x="23872" y="18667"/>
                </a:cubicBezTo>
                <a:cubicBezTo>
                  <a:pt x="23256" y="19871"/>
                  <a:pt x="22494" y="21142"/>
                  <a:pt x="21584" y="22480"/>
                </a:cubicBezTo>
                <a:lnTo>
                  <a:pt x="10584" y="39019"/>
                </a:lnTo>
                <a:cubicBezTo>
                  <a:pt x="10317" y="39394"/>
                  <a:pt x="10009" y="39715"/>
                  <a:pt x="9661" y="39983"/>
                </a:cubicBezTo>
                <a:cubicBezTo>
                  <a:pt x="9313" y="40251"/>
                  <a:pt x="8885" y="40491"/>
                  <a:pt x="8377" y="40705"/>
                </a:cubicBezTo>
                <a:cubicBezTo>
                  <a:pt x="7868" y="40920"/>
                  <a:pt x="7279" y="41067"/>
                  <a:pt x="6610" y="41147"/>
                </a:cubicBezTo>
                <a:cubicBezTo>
                  <a:pt x="5941" y="41227"/>
                  <a:pt x="5098" y="41267"/>
                  <a:pt x="4081" y="41267"/>
                </a:cubicBezTo>
                <a:cubicBezTo>
                  <a:pt x="3171" y="41267"/>
                  <a:pt x="2409" y="41227"/>
                  <a:pt x="1793" y="41147"/>
                </a:cubicBezTo>
                <a:cubicBezTo>
                  <a:pt x="1178" y="41067"/>
                  <a:pt x="736" y="40933"/>
                  <a:pt x="468" y="40746"/>
                </a:cubicBezTo>
                <a:cubicBezTo>
                  <a:pt x="201" y="40558"/>
                  <a:pt x="54" y="40304"/>
                  <a:pt x="27" y="39983"/>
                </a:cubicBezTo>
                <a:cubicBezTo>
                  <a:pt x="0" y="39662"/>
                  <a:pt x="94" y="39287"/>
                  <a:pt x="308" y="38859"/>
                </a:cubicBezTo>
                <a:lnTo>
                  <a:pt x="10986" y="16780"/>
                </a:lnTo>
                <a:lnTo>
                  <a:pt x="10986" y="6503"/>
                </a:lnTo>
                <a:cubicBezTo>
                  <a:pt x="10986" y="5058"/>
                  <a:pt x="11133" y="3907"/>
                  <a:pt x="11428" y="3051"/>
                </a:cubicBezTo>
                <a:cubicBezTo>
                  <a:pt x="11722" y="2195"/>
                  <a:pt x="12190" y="1552"/>
                  <a:pt x="12833" y="1124"/>
                </a:cubicBezTo>
                <a:cubicBezTo>
                  <a:pt x="13475" y="696"/>
                  <a:pt x="14278" y="401"/>
                  <a:pt x="15241" y="241"/>
                </a:cubicBezTo>
                <a:cubicBezTo>
                  <a:pt x="16205" y="80"/>
                  <a:pt x="17382" y="0"/>
                  <a:pt x="18774" y="0"/>
                </a:cubicBezTo>
                <a:cubicBezTo>
                  <a:pt x="20112" y="0"/>
                  <a:pt x="21263" y="80"/>
                  <a:pt x="22226" y="241"/>
                </a:cubicBezTo>
                <a:cubicBezTo>
                  <a:pt x="23190" y="401"/>
                  <a:pt x="23979" y="696"/>
                  <a:pt x="24595" y="1124"/>
                </a:cubicBezTo>
                <a:cubicBezTo>
                  <a:pt x="25210" y="1552"/>
                  <a:pt x="25665" y="2195"/>
                  <a:pt x="25959" y="3051"/>
                </a:cubicBezTo>
                <a:cubicBezTo>
                  <a:pt x="26254" y="3907"/>
                  <a:pt x="26401" y="5058"/>
                  <a:pt x="26401" y="65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8D0A9-5E77-4668-B7F2-1F342C1F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2327" y="175513"/>
            <a:ext cx="377110" cy="377110"/>
          </a:xfrm>
          <a:custGeom xmlns:a="http://schemas.openxmlformats.org/drawingml/2006/main">
            <a:pathLst>
              <a:path w="377110" h="377110">
                <a:moveTo>
                  <a:pt x="0" y="62854"/>
                </a:moveTo>
                <a:cubicBezTo>
                  <a:pt x="0" y="28144"/>
                  <a:pt x="28144" y="0"/>
                  <a:pt x="62854" y="0"/>
                </a:cubicBezTo>
                <a:lnTo>
                  <a:pt x="314259" y="0"/>
                </a:lnTo>
                <a:cubicBezTo>
                  <a:pt x="348969" y="0"/>
                  <a:pt x="377110" y="28144"/>
                  <a:pt x="377110" y="62854"/>
                </a:cubicBezTo>
                <a:lnTo>
                  <a:pt x="377110" y="314259"/>
                </a:lnTo>
                <a:cubicBezTo>
                  <a:pt x="377110" y="348969"/>
                  <a:pt x="348969" y="377110"/>
                  <a:pt x="314259" y="377110"/>
                </a:cubicBezTo>
                <a:lnTo>
                  <a:pt x="62854" y="377110"/>
                </a:lnTo>
                <a:cubicBezTo>
                  <a:pt x="28144" y="377110"/>
                  <a:pt x="0" y="348969"/>
                  <a:pt x="0" y="314259"/>
                </a:cubicBezTo>
                <a:lnTo>
                  <a:pt x="0" y="6285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836F0-16C6-4DB7-847D-D13875FD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2426" y="169433"/>
            <a:ext cx="182471" cy="377110"/>
          </a:xfrm>
          <a:custGeom xmlns:a="http://schemas.openxmlformats.org/drawingml/2006/main">
            <a:pathLst>
              <a:path w="182471" h="377110">
                <a:moveTo>
                  <a:pt x="0" y="30412"/>
                </a:moveTo>
                <a:cubicBezTo>
                  <a:pt x="0" y="13625"/>
                  <a:pt x="13625" y="0"/>
                  <a:pt x="30412" y="0"/>
                </a:cubicBezTo>
                <a:lnTo>
                  <a:pt x="152059" y="0"/>
                </a:lnTo>
                <a:cubicBezTo>
                  <a:pt x="168847" y="0"/>
                  <a:pt x="182471" y="13625"/>
                  <a:pt x="182471" y="30412"/>
                </a:cubicBezTo>
                <a:lnTo>
                  <a:pt x="182471" y="346698"/>
                </a:lnTo>
                <a:cubicBezTo>
                  <a:pt x="182471" y="363485"/>
                  <a:pt x="168847" y="377110"/>
                  <a:pt x="152059" y="377110"/>
                </a:cubicBezTo>
                <a:lnTo>
                  <a:pt x="30412" y="377110"/>
                </a:lnTo>
                <a:cubicBezTo>
                  <a:pt x="13625" y="377110"/>
                  <a:pt x="0" y="363485"/>
                  <a:pt x="0" y="346698"/>
                </a:cubicBezTo>
                <a:lnTo>
                  <a:pt x="0" y="30412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)">
            <a:extLst xmlns:a="http://schemas.openxmlformats.org/drawingml/2006/main">
              <a:ext uri="{FF2B5EF4-FFF2-40B4-BE49-F238E27FC236}">
                <a16:creationId xmlns:a16="http://schemas.microsoft.com/office/drawing/2014/main" id="{380A3731-CF43-4B16-8240-DFB28E82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3195" y="299938"/>
            <a:ext cx="29291" cy="141787"/>
          </a:xfrm>
          <a:custGeom xmlns:a="http://schemas.openxmlformats.org/drawingml/2006/main">
            <a:pathLst>
              <a:path w="29291" h="141787">
                <a:moveTo>
                  <a:pt x="29291" y="70893"/>
                </a:moveTo>
                <a:cubicBezTo>
                  <a:pt x="29291" y="76948"/>
                  <a:pt x="28917" y="82936"/>
                  <a:pt x="28167" y="88858"/>
                </a:cubicBezTo>
                <a:cubicBezTo>
                  <a:pt x="27418" y="94779"/>
                  <a:pt x="26294" y="100633"/>
                  <a:pt x="24795" y="106420"/>
                </a:cubicBezTo>
                <a:cubicBezTo>
                  <a:pt x="23297" y="112208"/>
                  <a:pt x="21463" y="117901"/>
                  <a:pt x="19296" y="123501"/>
                </a:cubicBezTo>
                <a:cubicBezTo>
                  <a:pt x="17128" y="129101"/>
                  <a:pt x="14599" y="134634"/>
                  <a:pt x="11709" y="140098"/>
                </a:cubicBezTo>
                <a:cubicBezTo>
                  <a:pt x="11548" y="140366"/>
                  <a:pt x="11307" y="140607"/>
                  <a:pt x="10986" y="140821"/>
                </a:cubicBezTo>
                <a:cubicBezTo>
                  <a:pt x="10665" y="141037"/>
                  <a:pt x="10250" y="141225"/>
                  <a:pt x="9741" y="141385"/>
                </a:cubicBezTo>
                <a:cubicBezTo>
                  <a:pt x="9233" y="141546"/>
                  <a:pt x="8631" y="141653"/>
                  <a:pt x="7935" y="141706"/>
                </a:cubicBezTo>
                <a:cubicBezTo>
                  <a:pt x="7239" y="141760"/>
                  <a:pt x="6410" y="141787"/>
                  <a:pt x="5446" y="141787"/>
                </a:cubicBezTo>
                <a:cubicBezTo>
                  <a:pt x="4054" y="141787"/>
                  <a:pt x="2971" y="141720"/>
                  <a:pt x="2195" y="141586"/>
                </a:cubicBezTo>
                <a:cubicBezTo>
                  <a:pt x="1418" y="141452"/>
                  <a:pt x="856" y="141237"/>
                  <a:pt x="508" y="140941"/>
                </a:cubicBezTo>
                <a:cubicBezTo>
                  <a:pt x="161" y="140647"/>
                  <a:pt x="0" y="140272"/>
                  <a:pt x="27" y="139817"/>
                </a:cubicBezTo>
                <a:cubicBezTo>
                  <a:pt x="54" y="139362"/>
                  <a:pt x="201" y="138813"/>
                  <a:pt x="468" y="138169"/>
                </a:cubicBezTo>
                <a:cubicBezTo>
                  <a:pt x="5393" y="127345"/>
                  <a:pt x="9113" y="116267"/>
                  <a:pt x="11628" y="104935"/>
                </a:cubicBezTo>
                <a:cubicBezTo>
                  <a:pt x="14144" y="93601"/>
                  <a:pt x="15402" y="82174"/>
                  <a:pt x="15402" y="70653"/>
                </a:cubicBezTo>
                <a:cubicBezTo>
                  <a:pt x="15402" y="59185"/>
                  <a:pt x="14144" y="47785"/>
                  <a:pt x="11628" y="36453"/>
                </a:cubicBezTo>
                <a:cubicBezTo>
                  <a:pt x="9113" y="25119"/>
                  <a:pt x="5339" y="14066"/>
                  <a:pt x="308" y="3294"/>
                </a:cubicBezTo>
                <a:cubicBezTo>
                  <a:pt x="94" y="2813"/>
                  <a:pt x="13" y="2358"/>
                  <a:pt x="67" y="1929"/>
                </a:cubicBezTo>
                <a:cubicBezTo>
                  <a:pt x="120" y="1501"/>
                  <a:pt x="361" y="1153"/>
                  <a:pt x="789" y="886"/>
                </a:cubicBezTo>
                <a:cubicBezTo>
                  <a:pt x="1218" y="616"/>
                  <a:pt x="1806" y="401"/>
                  <a:pt x="2556" y="241"/>
                </a:cubicBezTo>
                <a:cubicBezTo>
                  <a:pt x="3305" y="80"/>
                  <a:pt x="4295" y="0"/>
                  <a:pt x="5526" y="0"/>
                </a:cubicBezTo>
                <a:cubicBezTo>
                  <a:pt x="6650" y="0"/>
                  <a:pt x="7587" y="40"/>
                  <a:pt x="8336" y="120"/>
                </a:cubicBezTo>
                <a:cubicBezTo>
                  <a:pt x="9086" y="201"/>
                  <a:pt x="9688" y="321"/>
                  <a:pt x="10143" y="482"/>
                </a:cubicBezTo>
                <a:cubicBezTo>
                  <a:pt x="10598" y="642"/>
                  <a:pt x="10932" y="804"/>
                  <a:pt x="11147" y="966"/>
                </a:cubicBezTo>
                <a:cubicBezTo>
                  <a:pt x="11361" y="1127"/>
                  <a:pt x="11521" y="1314"/>
                  <a:pt x="11628" y="1528"/>
                </a:cubicBezTo>
                <a:cubicBezTo>
                  <a:pt x="17141" y="12512"/>
                  <a:pt x="21463" y="23805"/>
                  <a:pt x="24595" y="35407"/>
                </a:cubicBezTo>
                <a:cubicBezTo>
                  <a:pt x="27726" y="47008"/>
                  <a:pt x="29291" y="58837"/>
                  <a:pt x="29291" y="708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A4E44-4609-4A4E-9915-11BB1732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286" y="558707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5" y="48658"/>
                </a:lnTo>
                <a:lnTo>
                  <a:pt x="18245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58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AF998-6033-40FA-8DFF-703D7B4C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995" y="558707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5" y="48658"/>
                </a:lnTo>
                <a:lnTo>
                  <a:pt x="18245" y="181580"/>
                </a:lnTo>
                <a:lnTo>
                  <a:pt x="30410" y="181580"/>
                </a:lnTo>
                <a:lnTo>
                  <a:pt x="30410" y="48658"/>
                </a:lnTo>
                <a:lnTo>
                  <a:pt x="48658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C00973-F9A1-4D6D-AB95-405B82C1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784" y="558707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60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D1485F-9844-4EE1-95AA-5C2FD027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9493" y="558707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58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15C4F-CDA6-4E7C-BCCB-B2542514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201" y="558707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5" y="48658"/>
                </a:lnTo>
                <a:lnTo>
                  <a:pt x="18245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58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785D1-722A-40E8-A658-1BBA5CE6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2990" y="558707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60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912F5-D772-47F6-8E26-1F01A2A9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6699" y="558707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60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B3339-1582-4CDD-8F55-523A440F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6491" y="558707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5" y="48658"/>
                </a:lnTo>
                <a:lnTo>
                  <a:pt x="18245" y="181580"/>
                </a:lnTo>
                <a:lnTo>
                  <a:pt x="30410" y="181580"/>
                </a:lnTo>
                <a:lnTo>
                  <a:pt x="30410" y="48658"/>
                </a:lnTo>
                <a:lnTo>
                  <a:pt x="48658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88389-A473-47DD-9980-1EDF1B95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197" y="558707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58"/>
                </a:moveTo>
                <a:lnTo>
                  <a:pt x="24332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60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4316E2-4EF7-4F6C-B1AB-A2BED4B5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989" y="558707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58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0F998-63BE-40DD-A155-8FC738D2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195" y="558707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60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F6D9D-FE8B-46DA-9212-AAC06BFE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904" y="558707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60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60DF7-D52D-4327-9DE1-718158B1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693" y="558707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58"/>
                </a:moveTo>
                <a:lnTo>
                  <a:pt x="24332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60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D2A5A-0B87-4BD8-99E5-B8A82827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401" y="558707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58"/>
                </a:moveTo>
                <a:lnTo>
                  <a:pt x="24332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60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263EB-1C24-4683-A7F5-E6CBA1E7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110" y="558707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60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C461B-83C8-4B23-8B6A-15E37FC0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7902" y="558707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5" y="48658"/>
                </a:lnTo>
                <a:lnTo>
                  <a:pt x="18245" y="181580"/>
                </a:lnTo>
                <a:lnTo>
                  <a:pt x="30410" y="181580"/>
                </a:lnTo>
                <a:lnTo>
                  <a:pt x="30410" y="48658"/>
                </a:lnTo>
                <a:lnTo>
                  <a:pt x="48658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C107F-5412-480E-8B3B-967C40C8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608" y="558707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58"/>
                </a:moveTo>
                <a:lnTo>
                  <a:pt x="24332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60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7E782-150B-41FA-8D65-B9686F91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389" y="558707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58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F7B66-D9C2-4E8A-B125-468F98CE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251" y="558707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5" y="48658"/>
                </a:lnTo>
                <a:lnTo>
                  <a:pt x="18245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58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6C7A3-E2A5-430C-8E6B-A3225479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2113" y="558707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5" y="48658"/>
                </a:lnTo>
                <a:lnTo>
                  <a:pt x="18245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58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8ED9FE-E650-473D-9995-6D3F8D5B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000" y="169433"/>
            <a:ext cx="188555" cy="383191"/>
          </a:xfrm>
          <a:custGeom xmlns:a="http://schemas.openxmlformats.org/drawingml/2006/main">
            <a:pathLst>
              <a:path w="188555" h="383191">
                <a:moveTo>
                  <a:pt x="0" y="31384"/>
                </a:moveTo>
                <a:cubicBezTo>
                  <a:pt x="0" y="14030"/>
                  <a:pt x="14030" y="0"/>
                  <a:pt x="31467" y="0"/>
                </a:cubicBezTo>
                <a:lnTo>
                  <a:pt x="157088" y="0"/>
                </a:lnTo>
                <a:cubicBezTo>
                  <a:pt x="174525" y="0"/>
                  <a:pt x="188555" y="14030"/>
                  <a:pt x="188555" y="31384"/>
                </a:cubicBezTo>
                <a:lnTo>
                  <a:pt x="188555" y="351724"/>
                </a:lnTo>
                <a:cubicBezTo>
                  <a:pt x="188555" y="369080"/>
                  <a:pt x="174525" y="383191"/>
                  <a:pt x="157088" y="383191"/>
                </a:cubicBezTo>
                <a:lnTo>
                  <a:pt x="31467" y="383191"/>
                </a:lnTo>
                <a:cubicBezTo>
                  <a:pt x="14030" y="383191"/>
                  <a:pt x="0" y="369080"/>
                  <a:pt x="0" y="351724"/>
                </a:cubicBezTo>
                <a:lnTo>
                  <a:pt x="0" y="31384"/>
                </a:lnTo>
                <a:close/>
              </a:path>
            </a:pathLst>
          </a:custGeom>
          <a:solidFill xmlns:a="http://schemas.openxmlformats.org/drawingml/2006/main">
            <a:srgbClr val="ADAE62">
              <a:alpha val="4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1">
            <a:extLst xmlns:a="http://schemas.openxmlformats.org/drawingml/2006/main">
              <a:ext uri="{FF2B5EF4-FFF2-40B4-BE49-F238E27FC236}">
                <a16:creationId xmlns:a16="http://schemas.microsoft.com/office/drawing/2014/main" id="{BEB43983-0FA0-4865-912C-7D8E3BFE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7739" y="311035"/>
            <a:ext cx="60456" cy="104694"/>
          </a:xfrm>
          <a:custGeom xmlns:a="http://schemas.openxmlformats.org/drawingml/2006/main">
            <a:pathLst>
              <a:path w="60456" h="104694">
                <a:moveTo>
                  <a:pt x="60456" y="99235"/>
                </a:moveTo>
                <a:cubicBezTo>
                  <a:pt x="60456" y="100252"/>
                  <a:pt x="60376" y="101108"/>
                  <a:pt x="60215" y="101804"/>
                </a:cubicBezTo>
                <a:cubicBezTo>
                  <a:pt x="60055" y="102500"/>
                  <a:pt x="59841" y="103062"/>
                  <a:pt x="59573" y="103490"/>
                </a:cubicBezTo>
                <a:cubicBezTo>
                  <a:pt x="59305" y="103918"/>
                  <a:pt x="58998" y="104226"/>
                  <a:pt x="58650" y="104413"/>
                </a:cubicBezTo>
                <a:cubicBezTo>
                  <a:pt x="58302" y="104600"/>
                  <a:pt x="57940" y="104694"/>
                  <a:pt x="57566" y="104694"/>
                </a:cubicBezTo>
                <a:lnTo>
                  <a:pt x="3292" y="104694"/>
                </a:lnTo>
                <a:cubicBezTo>
                  <a:pt x="2917" y="104694"/>
                  <a:pt x="2569" y="104600"/>
                  <a:pt x="2248" y="104413"/>
                </a:cubicBezTo>
                <a:cubicBezTo>
                  <a:pt x="1927" y="104226"/>
                  <a:pt x="1619" y="103918"/>
                  <a:pt x="1325" y="103490"/>
                </a:cubicBezTo>
                <a:cubicBezTo>
                  <a:pt x="1030" y="103062"/>
                  <a:pt x="803" y="102500"/>
                  <a:pt x="642" y="101804"/>
                </a:cubicBezTo>
                <a:cubicBezTo>
                  <a:pt x="482" y="101108"/>
                  <a:pt x="401" y="100252"/>
                  <a:pt x="401" y="99235"/>
                </a:cubicBezTo>
                <a:cubicBezTo>
                  <a:pt x="401" y="98271"/>
                  <a:pt x="482" y="97442"/>
                  <a:pt x="642" y="96746"/>
                </a:cubicBezTo>
                <a:cubicBezTo>
                  <a:pt x="803" y="96050"/>
                  <a:pt x="1004" y="95475"/>
                  <a:pt x="1244" y="95020"/>
                </a:cubicBezTo>
                <a:cubicBezTo>
                  <a:pt x="1485" y="94565"/>
                  <a:pt x="1780" y="94217"/>
                  <a:pt x="2128" y="93976"/>
                </a:cubicBezTo>
                <a:cubicBezTo>
                  <a:pt x="2476" y="93735"/>
                  <a:pt x="2864" y="93615"/>
                  <a:pt x="3292" y="93615"/>
                </a:cubicBezTo>
                <a:lnTo>
                  <a:pt x="24969" y="93615"/>
                </a:lnTo>
                <a:lnTo>
                  <a:pt x="24969" y="14532"/>
                </a:lnTo>
                <a:lnTo>
                  <a:pt x="4898" y="26575"/>
                </a:lnTo>
                <a:cubicBezTo>
                  <a:pt x="3881" y="27110"/>
                  <a:pt x="3064" y="27431"/>
                  <a:pt x="2449" y="27538"/>
                </a:cubicBezTo>
                <a:cubicBezTo>
                  <a:pt x="1833" y="27645"/>
                  <a:pt x="1338" y="27525"/>
                  <a:pt x="963" y="27177"/>
                </a:cubicBezTo>
                <a:cubicBezTo>
                  <a:pt x="589" y="26829"/>
                  <a:pt x="335" y="26253"/>
                  <a:pt x="201" y="25448"/>
                </a:cubicBezTo>
                <a:cubicBezTo>
                  <a:pt x="67" y="24642"/>
                  <a:pt x="0" y="23622"/>
                  <a:pt x="0" y="22388"/>
                </a:cubicBezTo>
                <a:cubicBezTo>
                  <a:pt x="0" y="21474"/>
                  <a:pt x="40" y="20696"/>
                  <a:pt x="120" y="20052"/>
                </a:cubicBezTo>
                <a:cubicBezTo>
                  <a:pt x="201" y="19408"/>
                  <a:pt x="321" y="18871"/>
                  <a:pt x="482" y="18441"/>
                </a:cubicBezTo>
                <a:cubicBezTo>
                  <a:pt x="642" y="18011"/>
                  <a:pt x="870" y="17636"/>
                  <a:pt x="1164" y="17314"/>
                </a:cubicBezTo>
                <a:cubicBezTo>
                  <a:pt x="1459" y="16992"/>
                  <a:pt x="1847" y="16670"/>
                  <a:pt x="2328" y="16348"/>
                </a:cubicBezTo>
                <a:lnTo>
                  <a:pt x="26254" y="966"/>
                </a:lnTo>
                <a:cubicBezTo>
                  <a:pt x="26468" y="805"/>
                  <a:pt x="26736" y="672"/>
                  <a:pt x="27057" y="565"/>
                </a:cubicBezTo>
                <a:cubicBezTo>
                  <a:pt x="27378" y="456"/>
                  <a:pt x="27779" y="348"/>
                  <a:pt x="28261" y="241"/>
                </a:cubicBezTo>
                <a:cubicBezTo>
                  <a:pt x="28743" y="134"/>
                  <a:pt x="29305" y="67"/>
                  <a:pt x="29947" y="40"/>
                </a:cubicBezTo>
                <a:cubicBezTo>
                  <a:pt x="30589" y="13"/>
                  <a:pt x="31392" y="0"/>
                  <a:pt x="32356" y="0"/>
                </a:cubicBezTo>
                <a:cubicBezTo>
                  <a:pt x="33640" y="0"/>
                  <a:pt x="34711" y="54"/>
                  <a:pt x="35567" y="161"/>
                </a:cubicBezTo>
                <a:cubicBezTo>
                  <a:pt x="36424" y="268"/>
                  <a:pt x="37093" y="415"/>
                  <a:pt x="37574" y="602"/>
                </a:cubicBezTo>
                <a:cubicBezTo>
                  <a:pt x="38056" y="789"/>
                  <a:pt x="38377" y="1031"/>
                  <a:pt x="38538" y="1327"/>
                </a:cubicBezTo>
                <a:cubicBezTo>
                  <a:pt x="38698" y="1622"/>
                  <a:pt x="38779" y="1929"/>
                  <a:pt x="38779" y="2251"/>
                </a:cubicBezTo>
                <a:lnTo>
                  <a:pt x="38779" y="93615"/>
                </a:lnTo>
                <a:lnTo>
                  <a:pt x="57566" y="93615"/>
                </a:lnTo>
                <a:cubicBezTo>
                  <a:pt x="57994" y="93615"/>
                  <a:pt x="58395" y="93735"/>
                  <a:pt x="58770" y="93976"/>
                </a:cubicBezTo>
                <a:cubicBezTo>
                  <a:pt x="59145" y="94217"/>
                  <a:pt x="59452" y="94565"/>
                  <a:pt x="59693" y="95020"/>
                </a:cubicBezTo>
                <a:cubicBezTo>
                  <a:pt x="59934" y="95475"/>
                  <a:pt x="60122" y="96050"/>
                  <a:pt x="60255" y="96746"/>
                </a:cubicBezTo>
                <a:cubicBezTo>
                  <a:pt x="60389" y="97442"/>
                  <a:pt x="60456" y="98271"/>
                  <a:pt x="60456" y="992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……">
            <a:extLst xmlns:a="http://schemas.openxmlformats.org/drawingml/2006/main">
              <a:ext uri="{FF2B5EF4-FFF2-40B4-BE49-F238E27FC236}">
                <a16:creationId xmlns:a16="http://schemas.microsoft.com/office/drawing/2014/main" id="{7973C134-C1F2-4842-B64E-7A7C59AE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381" y="345213"/>
            <a:ext cx="199015" cy="18604"/>
          </a:xfrm>
          <a:custGeom xmlns:a="http://schemas.openxmlformats.org/drawingml/2006/main">
            <a:pathLst>
              <a:path w="199015" h="18604">
                <a:moveTo>
                  <a:pt x="16920" y="9182"/>
                </a:moveTo>
                <a:cubicBezTo>
                  <a:pt x="16920" y="12939"/>
                  <a:pt x="16292" y="15449"/>
                  <a:pt x="15035" y="16712"/>
                </a:cubicBezTo>
                <a:cubicBezTo>
                  <a:pt x="13779" y="17973"/>
                  <a:pt x="11547" y="18604"/>
                  <a:pt x="8340" y="18604"/>
                </a:cubicBezTo>
                <a:cubicBezTo>
                  <a:pt x="5239" y="18604"/>
                  <a:pt x="3074" y="17986"/>
                  <a:pt x="1844" y="16752"/>
                </a:cubicBezTo>
                <a:cubicBezTo>
                  <a:pt x="615" y="15517"/>
                  <a:pt x="0" y="13074"/>
                  <a:pt x="0" y="9422"/>
                </a:cubicBezTo>
                <a:cubicBezTo>
                  <a:pt x="0" y="5665"/>
                  <a:pt x="628" y="3156"/>
                  <a:pt x="1884" y="1894"/>
                </a:cubicBezTo>
                <a:cubicBezTo>
                  <a:pt x="3141" y="631"/>
                  <a:pt x="5373" y="0"/>
                  <a:pt x="8580" y="0"/>
                </a:cubicBezTo>
                <a:cubicBezTo>
                  <a:pt x="11681" y="0"/>
                  <a:pt x="13846" y="617"/>
                  <a:pt x="15075" y="1852"/>
                </a:cubicBezTo>
                <a:cubicBezTo>
                  <a:pt x="16305" y="3086"/>
                  <a:pt x="16920" y="5530"/>
                  <a:pt x="16920" y="9182"/>
                </a:cubicBezTo>
                <a:moveTo>
                  <a:pt x="53084" y="9182"/>
                </a:moveTo>
                <a:cubicBezTo>
                  <a:pt x="53084" y="12939"/>
                  <a:pt x="52470" y="15449"/>
                  <a:pt x="51240" y="16712"/>
                </a:cubicBezTo>
                <a:cubicBezTo>
                  <a:pt x="50011" y="17973"/>
                  <a:pt x="47792" y="18604"/>
                  <a:pt x="44584" y="18604"/>
                </a:cubicBezTo>
                <a:cubicBezTo>
                  <a:pt x="41484" y="18604"/>
                  <a:pt x="39319" y="17986"/>
                  <a:pt x="38089" y="16752"/>
                </a:cubicBezTo>
                <a:cubicBezTo>
                  <a:pt x="36860" y="15517"/>
                  <a:pt x="36245" y="13074"/>
                  <a:pt x="36245" y="9422"/>
                </a:cubicBezTo>
                <a:cubicBezTo>
                  <a:pt x="36245" y="5665"/>
                  <a:pt x="36873" y="3156"/>
                  <a:pt x="38129" y="1894"/>
                </a:cubicBezTo>
                <a:cubicBezTo>
                  <a:pt x="39386" y="631"/>
                  <a:pt x="41591" y="0"/>
                  <a:pt x="44745" y="0"/>
                </a:cubicBezTo>
                <a:cubicBezTo>
                  <a:pt x="47899" y="0"/>
                  <a:pt x="50077" y="617"/>
                  <a:pt x="51280" y="1852"/>
                </a:cubicBezTo>
                <a:cubicBezTo>
                  <a:pt x="52483" y="3086"/>
                  <a:pt x="53084" y="5530"/>
                  <a:pt x="53084" y="9182"/>
                </a:cubicBezTo>
                <a:moveTo>
                  <a:pt x="89329" y="9182"/>
                </a:moveTo>
                <a:cubicBezTo>
                  <a:pt x="89329" y="12939"/>
                  <a:pt x="88701" y="15449"/>
                  <a:pt x="87445" y="16712"/>
                </a:cubicBezTo>
                <a:cubicBezTo>
                  <a:pt x="86189" y="17973"/>
                  <a:pt x="83957" y="18604"/>
                  <a:pt x="80749" y="18604"/>
                </a:cubicBezTo>
                <a:cubicBezTo>
                  <a:pt x="77649" y="18604"/>
                  <a:pt x="75484" y="17986"/>
                  <a:pt x="74254" y="16752"/>
                </a:cubicBezTo>
                <a:cubicBezTo>
                  <a:pt x="73024" y="15517"/>
                  <a:pt x="72410" y="13074"/>
                  <a:pt x="72410" y="9422"/>
                </a:cubicBezTo>
                <a:cubicBezTo>
                  <a:pt x="72410" y="5665"/>
                  <a:pt x="73038" y="3156"/>
                  <a:pt x="74294" y="1894"/>
                </a:cubicBezTo>
                <a:cubicBezTo>
                  <a:pt x="75550" y="631"/>
                  <a:pt x="77782" y="0"/>
                  <a:pt x="80990" y="0"/>
                </a:cubicBezTo>
                <a:cubicBezTo>
                  <a:pt x="84090" y="0"/>
                  <a:pt x="86255" y="617"/>
                  <a:pt x="87485" y="1852"/>
                </a:cubicBezTo>
                <a:cubicBezTo>
                  <a:pt x="88715" y="3086"/>
                  <a:pt x="89329" y="5530"/>
                  <a:pt x="89329" y="9182"/>
                </a:cubicBezTo>
                <a:close/>
                <a:moveTo>
                  <a:pt x="126605" y="9182"/>
                </a:moveTo>
                <a:cubicBezTo>
                  <a:pt x="126605" y="12939"/>
                  <a:pt x="125977" y="15449"/>
                  <a:pt x="124721" y="16712"/>
                </a:cubicBezTo>
                <a:cubicBezTo>
                  <a:pt x="123464" y="17973"/>
                  <a:pt x="121232" y="18604"/>
                  <a:pt x="118025" y="18604"/>
                </a:cubicBezTo>
                <a:cubicBezTo>
                  <a:pt x="114924" y="18604"/>
                  <a:pt x="112759" y="17986"/>
                  <a:pt x="111530" y="16752"/>
                </a:cubicBezTo>
                <a:cubicBezTo>
                  <a:pt x="110300" y="15517"/>
                  <a:pt x="109685" y="13074"/>
                  <a:pt x="109685" y="9422"/>
                </a:cubicBezTo>
                <a:cubicBezTo>
                  <a:pt x="109685" y="5665"/>
                  <a:pt x="110314" y="3156"/>
                  <a:pt x="111570" y="1894"/>
                </a:cubicBezTo>
                <a:cubicBezTo>
                  <a:pt x="112826" y="631"/>
                  <a:pt x="115058" y="0"/>
                  <a:pt x="118266" y="0"/>
                </a:cubicBezTo>
                <a:cubicBezTo>
                  <a:pt x="121366" y="0"/>
                  <a:pt x="123531" y="617"/>
                  <a:pt x="124761" y="1852"/>
                </a:cubicBezTo>
                <a:cubicBezTo>
                  <a:pt x="125990" y="3086"/>
                  <a:pt x="126605" y="5530"/>
                  <a:pt x="126605" y="9182"/>
                </a:cubicBezTo>
                <a:moveTo>
                  <a:pt x="162770" y="9182"/>
                </a:moveTo>
                <a:cubicBezTo>
                  <a:pt x="162770" y="12939"/>
                  <a:pt x="162155" y="15449"/>
                  <a:pt x="160926" y="16712"/>
                </a:cubicBezTo>
                <a:cubicBezTo>
                  <a:pt x="159696" y="17973"/>
                  <a:pt x="157477" y="18604"/>
                  <a:pt x="154270" y="18604"/>
                </a:cubicBezTo>
                <a:cubicBezTo>
                  <a:pt x="151169" y="18604"/>
                  <a:pt x="149004" y="17986"/>
                  <a:pt x="147775" y="16752"/>
                </a:cubicBezTo>
                <a:cubicBezTo>
                  <a:pt x="146545" y="15517"/>
                  <a:pt x="145930" y="13074"/>
                  <a:pt x="145930" y="9422"/>
                </a:cubicBezTo>
                <a:cubicBezTo>
                  <a:pt x="145930" y="5665"/>
                  <a:pt x="146559" y="3156"/>
                  <a:pt x="147815" y="1894"/>
                </a:cubicBezTo>
                <a:cubicBezTo>
                  <a:pt x="149071" y="631"/>
                  <a:pt x="151276" y="0"/>
                  <a:pt x="154430" y="0"/>
                </a:cubicBezTo>
                <a:cubicBezTo>
                  <a:pt x="157584" y="0"/>
                  <a:pt x="159763" y="617"/>
                  <a:pt x="160966" y="1852"/>
                </a:cubicBezTo>
                <a:cubicBezTo>
                  <a:pt x="162168" y="3086"/>
                  <a:pt x="162770" y="5530"/>
                  <a:pt x="162770" y="9182"/>
                </a:cubicBezTo>
                <a:moveTo>
                  <a:pt x="199015" y="9182"/>
                </a:moveTo>
                <a:cubicBezTo>
                  <a:pt x="199015" y="12939"/>
                  <a:pt x="198387" y="15449"/>
                  <a:pt x="197130" y="16712"/>
                </a:cubicBezTo>
                <a:cubicBezTo>
                  <a:pt x="195874" y="17973"/>
                  <a:pt x="193642" y="18604"/>
                  <a:pt x="190435" y="18604"/>
                </a:cubicBezTo>
                <a:cubicBezTo>
                  <a:pt x="187334" y="18604"/>
                  <a:pt x="185169" y="17986"/>
                  <a:pt x="183939" y="16752"/>
                </a:cubicBezTo>
                <a:cubicBezTo>
                  <a:pt x="182710" y="15517"/>
                  <a:pt x="182095" y="13074"/>
                  <a:pt x="182095" y="9422"/>
                </a:cubicBezTo>
                <a:cubicBezTo>
                  <a:pt x="182095" y="5665"/>
                  <a:pt x="182723" y="3156"/>
                  <a:pt x="183980" y="1894"/>
                </a:cubicBezTo>
                <a:cubicBezTo>
                  <a:pt x="185236" y="631"/>
                  <a:pt x="187468" y="0"/>
                  <a:pt x="190675" y="0"/>
                </a:cubicBezTo>
                <a:cubicBezTo>
                  <a:pt x="193776" y="0"/>
                  <a:pt x="195941" y="617"/>
                  <a:pt x="197170" y="1852"/>
                </a:cubicBezTo>
                <a:cubicBezTo>
                  <a:pt x="198400" y="3086"/>
                  <a:pt x="199015" y="5530"/>
                  <a:pt x="199015" y="91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6E04A-88F6-4BB8-8CC5-104A6575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7886" y="169433"/>
            <a:ext cx="377110" cy="377110"/>
          </a:xfrm>
          <a:custGeom xmlns:a="http://schemas.openxmlformats.org/drawingml/2006/main">
            <a:pathLst>
              <a:path w="377110" h="377110">
                <a:moveTo>
                  <a:pt x="0" y="62851"/>
                </a:moveTo>
                <a:cubicBezTo>
                  <a:pt x="0" y="28141"/>
                  <a:pt x="28141" y="0"/>
                  <a:pt x="62851" y="0"/>
                </a:cubicBezTo>
                <a:lnTo>
                  <a:pt x="314256" y="0"/>
                </a:lnTo>
                <a:cubicBezTo>
                  <a:pt x="348969" y="0"/>
                  <a:pt x="377110" y="28141"/>
                  <a:pt x="377110" y="62851"/>
                </a:cubicBezTo>
                <a:lnTo>
                  <a:pt x="377110" y="314256"/>
                </a:lnTo>
                <a:cubicBezTo>
                  <a:pt x="377110" y="348966"/>
                  <a:pt x="348969" y="377110"/>
                  <a:pt x="314256" y="377110"/>
                </a:cubicBezTo>
                <a:lnTo>
                  <a:pt x="62851" y="377110"/>
                </a:lnTo>
                <a:cubicBezTo>
                  <a:pt x="28141" y="377110"/>
                  <a:pt x="0" y="348966"/>
                  <a:pt x="0" y="314256"/>
                </a:cubicBezTo>
                <a:lnTo>
                  <a:pt x="0" y="62851"/>
                </a:lnTo>
                <a:close/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2EBF6-A83E-4B7B-98AD-B7A7AB8C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76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3232F-EA44-4728-809C-AA9248DF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5589" y="558707"/>
            <a:ext cx="48658" cy="181580"/>
          </a:xfrm>
          <a:custGeom xmlns:a="http://schemas.openxmlformats.org/drawingml/2006/main">
            <a:pathLst>
              <a:path w="48658" h="181580">
                <a:moveTo>
                  <a:pt x="48658" y="48658"/>
                </a:moveTo>
                <a:lnTo>
                  <a:pt x="24329" y="0"/>
                </a:lnTo>
                <a:lnTo>
                  <a:pt x="0" y="48658"/>
                </a:lnTo>
                <a:lnTo>
                  <a:pt x="18248" y="48658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58"/>
                </a:lnTo>
                <a:lnTo>
                  <a:pt x="48658" y="486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CBBFDC-BF7D-4A1B-BA8A-5AA62052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722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29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100BC-596E-4A5F-8971-092572D7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840" y="1154781"/>
            <a:ext cx="48660" cy="181580"/>
          </a:xfrm>
          <a:custGeom xmlns:a="http://schemas.openxmlformats.org/drawingml/2006/main">
            <a:pathLst>
              <a:path w="48660" h="181580">
                <a:moveTo>
                  <a:pt x="48660" y="48660"/>
                </a:moveTo>
                <a:lnTo>
                  <a:pt x="24332" y="0"/>
                </a:lnTo>
                <a:lnTo>
                  <a:pt x="0" y="48660"/>
                </a:lnTo>
                <a:lnTo>
                  <a:pt x="18248" y="48660"/>
                </a:lnTo>
                <a:lnTo>
                  <a:pt x="18248" y="181580"/>
                </a:lnTo>
                <a:lnTo>
                  <a:pt x="30412" y="181580"/>
                </a:lnTo>
                <a:lnTo>
                  <a:pt x="30412" y="48660"/>
                </a:lnTo>
                <a:lnTo>
                  <a:pt x="48660" y="48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79C4D-6ECC-4E74-A4D7-334E7F62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869" y="1331172"/>
            <a:ext cx="371026" cy="377107"/>
          </a:xfrm>
          <a:custGeom xmlns:a="http://schemas.openxmlformats.org/drawingml/2006/main">
            <a:pathLst>
              <a:path w="371026" h="377107">
                <a:moveTo>
                  <a:pt x="0" y="61796"/>
                </a:moveTo>
                <a:cubicBezTo>
                  <a:pt x="0" y="27655"/>
                  <a:pt x="27655" y="0"/>
                  <a:pt x="61879" y="0"/>
                </a:cubicBezTo>
                <a:lnTo>
                  <a:pt x="309147" y="0"/>
                </a:lnTo>
                <a:cubicBezTo>
                  <a:pt x="343371" y="0"/>
                  <a:pt x="371026" y="27655"/>
                  <a:pt x="371026" y="61796"/>
                </a:cubicBezTo>
                <a:lnTo>
                  <a:pt x="371026" y="315231"/>
                </a:lnTo>
                <a:cubicBezTo>
                  <a:pt x="371026" y="349372"/>
                  <a:pt x="343371" y="377107"/>
                  <a:pt x="309147" y="377107"/>
                </a:cubicBezTo>
                <a:lnTo>
                  <a:pt x="61879" y="377107"/>
                </a:lnTo>
                <a:cubicBezTo>
                  <a:pt x="27655" y="377107"/>
                  <a:pt x="0" y="349372"/>
                  <a:pt x="0" y="315231"/>
                </a:cubicBezTo>
                <a:lnTo>
                  <a:pt x="0" y="61796"/>
                </a:lnTo>
                <a:close/>
              </a:path>
            </a:pathLst>
          </a:custGeom>
          <a:solidFill xmlns:a="http://schemas.openxmlformats.org/drawingml/2006/main">
            <a:srgbClr val="FBE3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EOS">
            <a:extLst xmlns:a="http://schemas.openxmlformats.org/drawingml/2006/main">
              <a:ext uri="{FF2B5EF4-FFF2-40B4-BE49-F238E27FC236}">
                <a16:creationId xmlns:a16="http://schemas.microsoft.com/office/drawing/2014/main" id="{D216B6C9-3D43-4653-A055-E83ACA1C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440" y="322884"/>
            <a:ext cx="238315" cy="107103"/>
          </a:xfrm>
          <a:custGeom xmlns:a="http://schemas.openxmlformats.org/drawingml/2006/main">
            <a:pathLst>
              <a:path w="238315" h="107103">
                <a:moveTo>
                  <a:pt x="57807" y="99797"/>
                </a:moveTo>
                <a:cubicBezTo>
                  <a:pt x="57807" y="100760"/>
                  <a:pt x="57753" y="101603"/>
                  <a:pt x="57646" y="102326"/>
                </a:cubicBezTo>
                <a:cubicBezTo>
                  <a:pt x="57539" y="103048"/>
                  <a:pt x="57352" y="103650"/>
                  <a:pt x="57084" y="104132"/>
                </a:cubicBezTo>
                <a:cubicBezTo>
                  <a:pt x="56816" y="104614"/>
                  <a:pt x="56509" y="104962"/>
                  <a:pt x="56161" y="105176"/>
                </a:cubicBezTo>
                <a:cubicBezTo>
                  <a:pt x="55813" y="105390"/>
                  <a:pt x="55425" y="105497"/>
                  <a:pt x="54997" y="105497"/>
                </a:cubicBezTo>
                <a:lnTo>
                  <a:pt x="5138" y="105497"/>
                </a:lnTo>
                <a:cubicBezTo>
                  <a:pt x="3907" y="105497"/>
                  <a:pt x="2743" y="105082"/>
                  <a:pt x="1646" y="104253"/>
                </a:cubicBezTo>
                <a:cubicBezTo>
                  <a:pt x="549" y="103423"/>
                  <a:pt x="0" y="101964"/>
                  <a:pt x="0" y="99877"/>
                </a:cubicBezTo>
                <a:lnTo>
                  <a:pt x="0" y="7226"/>
                </a:lnTo>
                <a:cubicBezTo>
                  <a:pt x="0" y="5138"/>
                  <a:pt x="549" y="3680"/>
                  <a:pt x="1646" y="2850"/>
                </a:cubicBezTo>
                <a:cubicBezTo>
                  <a:pt x="2743" y="2021"/>
                  <a:pt x="3907" y="1606"/>
                  <a:pt x="5138" y="1606"/>
                </a:cubicBezTo>
                <a:lnTo>
                  <a:pt x="54435" y="1606"/>
                </a:lnTo>
                <a:cubicBezTo>
                  <a:pt x="54863" y="1606"/>
                  <a:pt x="55251" y="1713"/>
                  <a:pt x="55599" y="1927"/>
                </a:cubicBezTo>
                <a:cubicBezTo>
                  <a:pt x="55947" y="2141"/>
                  <a:pt x="56228" y="2489"/>
                  <a:pt x="56442" y="2971"/>
                </a:cubicBezTo>
                <a:cubicBezTo>
                  <a:pt x="56656" y="3452"/>
                  <a:pt x="56830" y="4054"/>
                  <a:pt x="56964" y="4777"/>
                </a:cubicBezTo>
                <a:cubicBezTo>
                  <a:pt x="57097" y="5500"/>
                  <a:pt x="57164" y="6396"/>
                  <a:pt x="57164" y="7467"/>
                </a:cubicBezTo>
                <a:cubicBezTo>
                  <a:pt x="57164" y="8430"/>
                  <a:pt x="57097" y="9273"/>
                  <a:pt x="56964" y="9996"/>
                </a:cubicBezTo>
                <a:cubicBezTo>
                  <a:pt x="56830" y="10718"/>
                  <a:pt x="56656" y="11307"/>
                  <a:pt x="56442" y="11762"/>
                </a:cubicBezTo>
                <a:cubicBezTo>
                  <a:pt x="56228" y="12217"/>
                  <a:pt x="55947" y="12552"/>
                  <a:pt x="55599" y="12766"/>
                </a:cubicBezTo>
                <a:cubicBezTo>
                  <a:pt x="55251" y="12980"/>
                  <a:pt x="54863" y="13087"/>
                  <a:pt x="54435" y="13087"/>
                </a:cubicBezTo>
                <a:lnTo>
                  <a:pt x="13809" y="13087"/>
                </a:lnTo>
                <a:lnTo>
                  <a:pt x="13809" y="45683"/>
                </a:lnTo>
                <a:lnTo>
                  <a:pt x="48654" y="45683"/>
                </a:lnTo>
                <a:cubicBezTo>
                  <a:pt x="49082" y="45683"/>
                  <a:pt x="49470" y="45804"/>
                  <a:pt x="49818" y="46045"/>
                </a:cubicBezTo>
                <a:cubicBezTo>
                  <a:pt x="50166" y="46285"/>
                  <a:pt x="50460" y="46620"/>
                  <a:pt x="50701" y="47048"/>
                </a:cubicBezTo>
                <a:cubicBezTo>
                  <a:pt x="50942" y="47476"/>
                  <a:pt x="51116" y="48065"/>
                  <a:pt x="51223" y="48814"/>
                </a:cubicBezTo>
                <a:cubicBezTo>
                  <a:pt x="51330" y="49564"/>
                  <a:pt x="51384" y="50447"/>
                  <a:pt x="51384" y="51464"/>
                </a:cubicBezTo>
                <a:cubicBezTo>
                  <a:pt x="51384" y="52427"/>
                  <a:pt x="51330" y="53257"/>
                  <a:pt x="51223" y="53953"/>
                </a:cubicBezTo>
                <a:cubicBezTo>
                  <a:pt x="51116" y="54649"/>
                  <a:pt x="50942" y="55211"/>
                  <a:pt x="50701" y="55639"/>
                </a:cubicBezTo>
                <a:cubicBezTo>
                  <a:pt x="50460" y="56067"/>
                  <a:pt x="50166" y="56375"/>
                  <a:pt x="49818" y="56562"/>
                </a:cubicBezTo>
                <a:cubicBezTo>
                  <a:pt x="49470" y="56749"/>
                  <a:pt x="49082" y="56843"/>
                  <a:pt x="48654" y="56843"/>
                </a:cubicBezTo>
                <a:lnTo>
                  <a:pt x="13809" y="56843"/>
                </a:lnTo>
                <a:lnTo>
                  <a:pt x="13809" y="94016"/>
                </a:lnTo>
                <a:lnTo>
                  <a:pt x="54997" y="94016"/>
                </a:lnTo>
                <a:cubicBezTo>
                  <a:pt x="55425" y="94016"/>
                  <a:pt x="55813" y="94123"/>
                  <a:pt x="56161" y="94337"/>
                </a:cubicBezTo>
                <a:cubicBezTo>
                  <a:pt x="56509" y="94551"/>
                  <a:pt x="56816" y="94886"/>
                  <a:pt x="57084" y="95341"/>
                </a:cubicBezTo>
                <a:cubicBezTo>
                  <a:pt x="57352" y="95796"/>
                  <a:pt x="57539" y="96384"/>
                  <a:pt x="57646" y="97107"/>
                </a:cubicBezTo>
                <a:cubicBezTo>
                  <a:pt x="57753" y="97830"/>
                  <a:pt x="57807" y="98726"/>
                  <a:pt x="57807" y="99797"/>
                </a:cubicBezTo>
                <a:close/>
                <a:moveTo>
                  <a:pt x="166121" y="52345"/>
                </a:moveTo>
                <a:cubicBezTo>
                  <a:pt x="166121" y="60761"/>
                  <a:pt x="165130" y="68347"/>
                  <a:pt x="163150" y="75101"/>
                </a:cubicBezTo>
                <a:cubicBezTo>
                  <a:pt x="161170" y="81855"/>
                  <a:pt x="158212" y="87604"/>
                  <a:pt x="154278" y="92348"/>
                </a:cubicBezTo>
                <a:cubicBezTo>
                  <a:pt x="150344" y="97091"/>
                  <a:pt x="145407" y="100737"/>
                  <a:pt x="139465" y="103284"/>
                </a:cubicBezTo>
                <a:cubicBezTo>
                  <a:pt x="133524" y="105830"/>
                  <a:pt x="126593" y="107103"/>
                  <a:pt x="118671" y="107103"/>
                </a:cubicBezTo>
                <a:cubicBezTo>
                  <a:pt x="110856" y="107103"/>
                  <a:pt x="104099" y="105937"/>
                  <a:pt x="98399" y="103605"/>
                </a:cubicBezTo>
                <a:cubicBezTo>
                  <a:pt x="92698" y="101274"/>
                  <a:pt x="87988" y="97883"/>
                  <a:pt x="84268" y="93434"/>
                </a:cubicBezTo>
                <a:cubicBezTo>
                  <a:pt x="80548" y="88985"/>
                  <a:pt x="77778" y="83463"/>
                  <a:pt x="75958" y="76870"/>
                </a:cubicBezTo>
                <a:cubicBezTo>
                  <a:pt x="74139" y="70276"/>
                  <a:pt x="73229" y="62691"/>
                  <a:pt x="73229" y="54113"/>
                </a:cubicBezTo>
                <a:cubicBezTo>
                  <a:pt x="73229" y="45912"/>
                  <a:pt x="74219" y="38462"/>
                  <a:pt x="76199" y="31761"/>
                </a:cubicBezTo>
                <a:cubicBezTo>
                  <a:pt x="78180" y="25060"/>
                  <a:pt x="81150" y="19365"/>
                  <a:pt x="85111" y="14675"/>
                </a:cubicBezTo>
                <a:cubicBezTo>
                  <a:pt x="89072" y="9985"/>
                  <a:pt x="94023" y="6367"/>
                  <a:pt x="99964" y="3821"/>
                </a:cubicBezTo>
                <a:cubicBezTo>
                  <a:pt x="105905" y="1274"/>
                  <a:pt x="112837" y="0"/>
                  <a:pt x="120759" y="0"/>
                </a:cubicBezTo>
                <a:cubicBezTo>
                  <a:pt x="128413" y="0"/>
                  <a:pt x="135076" y="1152"/>
                  <a:pt x="140750" y="3457"/>
                </a:cubicBezTo>
                <a:cubicBezTo>
                  <a:pt x="146424" y="5762"/>
                  <a:pt x="151147" y="9126"/>
                  <a:pt x="154921" y="13548"/>
                </a:cubicBezTo>
                <a:cubicBezTo>
                  <a:pt x="158694" y="17971"/>
                  <a:pt x="161504" y="23439"/>
                  <a:pt x="163351" y="29952"/>
                </a:cubicBezTo>
                <a:cubicBezTo>
                  <a:pt x="165197" y="36465"/>
                  <a:pt x="166121" y="43929"/>
                  <a:pt x="166121" y="52345"/>
                </a:cubicBezTo>
                <a:moveTo>
                  <a:pt x="151589" y="53311"/>
                </a:moveTo>
                <a:cubicBezTo>
                  <a:pt x="151589" y="47411"/>
                  <a:pt x="151067" y="41927"/>
                  <a:pt x="150023" y="36859"/>
                </a:cubicBezTo>
                <a:cubicBezTo>
                  <a:pt x="148979" y="31791"/>
                  <a:pt x="147240" y="27394"/>
                  <a:pt x="144804" y="23667"/>
                </a:cubicBezTo>
                <a:cubicBezTo>
                  <a:pt x="142369" y="19940"/>
                  <a:pt x="139117" y="17032"/>
                  <a:pt x="135050" y="14941"/>
                </a:cubicBezTo>
                <a:cubicBezTo>
                  <a:pt x="130982" y="12848"/>
                  <a:pt x="125950" y="11802"/>
                  <a:pt x="119956" y="11802"/>
                </a:cubicBezTo>
                <a:cubicBezTo>
                  <a:pt x="113961" y="11802"/>
                  <a:pt x="108930" y="12929"/>
                  <a:pt x="104862" y="15182"/>
                </a:cubicBezTo>
                <a:cubicBezTo>
                  <a:pt x="100794" y="17433"/>
                  <a:pt x="97489" y="20436"/>
                  <a:pt x="94946" y="24191"/>
                </a:cubicBezTo>
                <a:cubicBezTo>
                  <a:pt x="92404" y="27945"/>
                  <a:pt x="90584" y="32329"/>
                  <a:pt x="89487" y="37343"/>
                </a:cubicBezTo>
                <a:cubicBezTo>
                  <a:pt x="88390" y="42356"/>
                  <a:pt x="87841" y="47625"/>
                  <a:pt x="87841" y="53150"/>
                </a:cubicBezTo>
                <a:cubicBezTo>
                  <a:pt x="87841" y="59263"/>
                  <a:pt x="88349" y="64894"/>
                  <a:pt x="89366" y="70043"/>
                </a:cubicBezTo>
                <a:cubicBezTo>
                  <a:pt x="90383" y="75191"/>
                  <a:pt x="92096" y="79629"/>
                  <a:pt x="94505" y="83355"/>
                </a:cubicBezTo>
                <a:cubicBezTo>
                  <a:pt x="96913" y="87082"/>
                  <a:pt x="100138" y="89978"/>
                  <a:pt x="104179" y="92044"/>
                </a:cubicBezTo>
                <a:cubicBezTo>
                  <a:pt x="108220" y="94108"/>
                  <a:pt x="113292" y="95140"/>
                  <a:pt x="119394" y="95140"/>
                </a:cubicBezTo>
                <a:cubicBezTo>
                  <a:pt x="125442" y="95140"/>
                  <a:pt x="130527" y="94014"/>
                  <a:pt x="134648" y="91763"/>
                </a:cubicBezTo>
                <a:cubicBezTo>
                  <a:pt x="138770" y="89510"/>
                  <a:pt x="142088" y="86467"/>
                  <a:pt x="144604" y="82633"/>
                </a:cubicBezTo>
                <a:cubicBezTo>
                  <a:pt x="147119" y="78797"/>
                  <a:pt x="148912" y="74359"/>
                  <a:pt x="149983" y="69318"/>
                </a:cubicBezTo>
                <a:cubicBezTo>
                  <a:pt x="151053" y="64276"/>
                  <a:pt x="151589" y="58941"/>
                  <a:pt x="151589" y="53311"/>
                </a:cubicBezTo>
                <a:close/>
                <a:moveTo>
                  <a:pt x="238315" y="76388"/>
                </a:moveTo>
                <a:cubicBezTo>
                  <a:pt x="238315" y="81265"/>
                  <a:pt x="237418" y="85608"/>
                  <a:pt x="235625" y="89415"/>
                </a:cubicBezTo>
                <a:cubicBezTo>
                  <a:pt x="233832" y="93220"/>
                  <a:pt x="231343" y="96450"/>
                  <a:pt x="228158" y="99104"/>
                </a:cubicBezTo>
                <a:cubicBezTo>
                  <a:pt x="224974" y="101757"/>
                  <a:pt x="221227" y="103753"/>
                  <a:pt x="216918" y="105093"/>
                </a:cubicBezTo>
                <a:cubicBezTo>
                  <a:pt x="212609" y="106433"/>
                  <a:pt x="207966" y="107103"/>
                  <a:pt x="202988" y="107103"/>
                </a:cubicBezTo>
                <a:cubicBezTo>
                  <a:pt x="199509" y="107103"/>
                  <a:pt x="196284" y="106808"/>
                  <a:pt x="193314" y="106220"/>
                </a:cubicBezTo>
                <a:cubicBezTo>
                  <a:pt x="190343" y="105631"/>
                  <a:pt x="187694" y="104908"/>
                  <a:pt x="185365" y="104052"/>
                </a:cubicBezTo>
                <a:cubicBezTo>
                  <a:pt x="183037" y="103195"/>
                  <a:pt x="181083" y="102312"/>
                  <a:pt x="179504" y="101402"/>
                </a:cubicBezTo>
                <a:cubicBezTo>
                  <a:pt x="177925" y="100492"/>
                  <a:pt x="176828" y="99716"/>
                  <a:pt x="176213" y="99074"/>
                </a:cubicBezTo>
                <a:cubicBezTo>
                  <a:pt x="175597" y="98432"/>
                  <a:pt x="175142" y="97616"/>
                  <a:pt x="174848" y="96625"/>
                </a:cubicBezTo>
                <a:cubicBezTo>
                  <a:pt x="174553" y="95635"/>
                  <a:pt x="174406" y="94310"/>
                  <a:pt x="174406" y="92651"/>
                </a:cubicBezTo>
                <a:cubicBezTo>
                  <a:pt x="174406" y="91474"/>
                  <a:pt x="174460" y="90497"/>
                  <a:pt x="174567" y="89721"/>
                </a:cubicBezTo>
                <a:cubicBezTo>
                  <a:pt x="174674" y="88945"/>
                  <a:pt x="174834" y="88316"/>
                  <a:pt x="175048" y="87834"/>
                </a:cubicBezTo>
                <a:cubicBezTo>
                  <a:pt x="175263" y="87352"/>
                  <a:pt x="175530" y="87018"/>
                  <a:pt x="175851" y="86830"/>
                </a:cubicBezTo>
                <a:cubicBezTo>
                  <a:pt x="176172" y="86643"/>
                  <a:pt x="176547" y="86549"/>
                  <a:pt x="176975" y="86549"/>
                </a:cubicBezTo>
                <a:cubicBezTo>
                  <a:pt x="177725" y="86549"/>
                  <a:pt x="178782" y="87004"/>
                  <a:pt x="180147" y="87914"/>
                </a:cubicBezTo>
                <a:cubicBezTo>
                  <a:pt x="181512" y="88824"/>
                  <a:pt x="183264" y="89814"/>
                  <a:pt x="185405" y="90885"/>
                </a:cubicBezTo>
                <a:cubicBezTo>
                  <a:pt x="187546" y="91955"/>
                  <a:pt x="190129" y="92959"/>
                  <a:pt x="193153" y="93896"/>
                </a:cubicBezTo>
                <a:cubicBezTo>
                  <a:pt x="196177" y="94832"/>
                  <a:pt x="199670" y="95301"/>
                  <a:pt x="203631" y="95301"/>
                </a:cubicBezTo>
                <a:cubicBezTo>
                  <a:pt x="206628" y="95301"/>
                  <a:pt x="209371" y="94898"/>
                  <a:pt x="211860" y="94094"/>
                </a:cubicBezTo>
                <a:cubicBezTo>
                  <a:pt x="214349" y="93289"/>
                  <a:pt x="216490" y="92149"/>
                  <a:pt x="218283" y="90674"/>
                </a:cubicBezTo>
                <a:cubicBezTo>
                  <a:pt x="220076" y="89197"/>
                  <a:pt x="221454" y="87386"/>
                  <a:pt x="222418" y="85240"/>
                </a:cubicBezTo>
                <a:cubicBezTo>
                  <a:pt x="223381" y="83094"/>
                  <a:pt x="223863" y="80652"/>
                  <a:pt x="223863" y="77916"/>
                </a:cubicBezTo>
                <a:cubicBezTo>
                  <a:pt x="223863" y="74967"/>
                  <a:pt x="223194" y="72448"/>
                  <a:pt x="221856" y="70359"/>
                </a:cubicBezTo>
                <a:cubicBezTo>
                  <a:pt x="220518" y="68268"/>
                  <a:pt x="218751" y="66432"/>
                  <a:pt x="216557" y="64852"/>
                </a:cubicBezTo>
                <a:cubicBezTo>
                  <a:pt x="214362" y="63269"/>
                  <a:pt x="211860" y="61822"/>
                  <a:pt x="209050" y="60509"/>
                </a:cubicBezTo>
                <a:cubicBezTo>
                  <a:pt x="206240" y="59194"/>
                  <a:pt x="203363" y="57853"/>
                  <a:pt x="200419" y="56487"/>
                </a:cubicBezTo>
                <a:cubicBezTo>
                  <a:pt x="197475" y="55120"/>
                  <a:pt x="194612" y="53607"/>
                  <a:pt x="191828" y="51946"/>
                </a:cubicBezTo>
                <a:cubicBezTo>
                  <a:pt x="189045" y="50283"/>
                  <a:pt x="186556" y="48326"/>
                  <a:pt x="184362" y="46075"/>
                </a:cubicBezTo>
                <a:cubicBezTo>
                  <a:pt x="182167" y="43823"/>
                  <a:pt x="180387" y="41183"/>
                  <a:pt x="179023" y="38154"/>
                </a:cubicBezTo>
                <a:cubicBezTo>
                  <a:pt x="177658" y="35125"/>
                  <a:pt x="176975" y="31493"/>
                  <a:pt x="176975" y="27257"/>
                </a:cubicBezTo>
                <a:cubicBezTo>
                  <a:pt x="176975" y="22917"/>
                  <a:pt x="177765" y="19045"/>
                  <a:pt x="179344" y="15641"/>
                </a:cubicBezTo>
                <a:cubicBezTo>
                  <a:pt x="180923" y="12235"/>
                  <a:pt x="183117" y="9380"/>
                  <a:pt x="185927" y="7075"/>
                </a:cubicBezTo>
                <a:cubicBezTo>
                  <a:pt x="188737" y="4770"/>
                  <a:pt x="192083" y="3015"/>
                  <a:pt x="195963" y="1809"/>
                </a:cubicBezTo>
                <a:cubicBezTo>
                  <a:pt x="199844" y="603"/>
                  <a:pt x="204032" y="0"/>
                  <a:pt x="208528" y="0"/>
                </a:cubicBezTo>
                <a:cubicBezTo>
                  <a:pt x="210830" y="0"/>
                  <a:pt x="213145" y="203"/>
                  <a:pt x="215473" y="610"/>
                </a:cubicBezTo>
                <a:cubicBezTo>
                  <a:pt x="217801" y="1014"/>
                  <a:pt x="219996" y="1556"/>
                  <a:pt x="222056" y="2233"/>
                </a:cubicBezTo>
                <a:cubicBezTo>
                  <a:pt x="224117" y="2909"/>
                  <a:pt x="225950" y="3666"/>
                  <a:pt x="227556" y="4506"/>
                </a:cubicBezTo>
                <a:cubicBezTo>
                  <a:pt x="229162" y="5344"/>
                  <a:pt x="230219" y="6021"/>
                  <a:pt x="230727" y="6536"/>
                </a:cubicBezTo>
                <a:cubicBezTo>
                  <a:pt x="231236" y="7049"/>
                  <a:pt x="231570" y="7453"/>
                  <a:pt x="231731" y="7748"/>
                </a:cubicBezTo>
                <a:cubicBezTo>
                  <a:pt x="231892" y="8042"/>
                  <a:pt x="232025" y="8417"/>
                  <a:pt x="232132" y="8872"/>
                </a:cubicBezTo>
                <a:cubicBezTo>
                  <a:pt x="232239" y="9327"/>
                  <a:pt x="232320" y="9875"/>
                  <a:pt x="232373" y="10518"/>
                </a:cubicBezTo>
                <a:cubicBezTo>
                  <a:pt x="232427" y="11160"/>
                  <a:pt x="232454" y="11990"/>
                  <a:pt x="232454" y="13006"/>
                </a:cubicBezTo>
                <a:cubicBezTo>
                  <a:pt x="232454" y="13970"/>
                  <a:pt x="232413" y="14826"/>
                  <a:pt x="232333" y="15576"/>
                </a:cubicBezTo>
                <a:cubicBezTo>
                  <a:pt x="232253" y="16325"/>
                  <a:pt x="232132" y="16954"/>
                  <a:pt x="231972" y="17462"/>
                </a:cubicBezTo>
                <a:cubicBezTo>
                  <a:pt x="231811" y="17971"/>
                  <a:pt x="231584" y="18346"/>
                  <a:pt x="231289" y="18586"/>
                </a:cubicBezTo>
                <a:cubicBezTo>
                  <a:pt x="230995" y="18827"/>
                  <a:pt x="230660" y="18948"/>
                  <a:pt x="230286" y="18948"/>
                </a:cubicBezTo>
                <a:cubicBezTo>
                  <a:pt x="229697" y="18948"/>
                  <a:pt x="228774" y="18569"/>
                  <a:pt x="227516" y="17811"/>
                </a:cubicBezTo>
                <a:cubicBezTo>
                  <a:pt x="226258" y="17053"/>
                  <a:pt x="224719" y="16201"/>
                  <a:pt x="222899" y="15255"/>
                </a:cubicBezTo>
                <a:cubicBezTo>
                  <a:pt x="221080" y="14308"/>
                  <a:pt x="218925" y="13442"/>
                  <a:pt x="216436" y="12658"/>
                </a:cubicBezTo>
                <a:cubicBezTo>
                  <a:pt x="213947" y="11873"/>
                  <a:pt x="211151" y="11481"/>
                  <a:pt x="208046" y="11481"/>
                </a:cubicBezTo>
                <a:cubicBezTo>
                  <a:pt x="205156" y="11481"/>
                  <a:pt x="202640" y="11871"/>
                  <a:pt x="200499" y="12650"/>
                </a:cubicBezTo>
                <a:cubicBezTo>
                  <a:pt x="198358" y="13428"/>
                  <a:pt x="196592" y="14461"/>
                  <a:pt x="195200" y="15749"/>
                </a:cubicBezTo>
                <a:cubicBezTo>
                  <a:pt x="193809" y="17037"/>
                  <a:pt x="192765" y="18566"/>
                  <a:pt x="192069" y="20338"/>
                </a:cubicBezTo>
                <a:cubicBezTo>
                  <a:pt x="191373" y="22109"/>
                  <a:pt x="191026" y="23987"/>
                  <a:pt x="191026" y="25973"/>
                </a:cubicBezTo>
                <a:cubicBezTo>
                  <a:pt x="191026" y="28868"/>
                  <a:pt x="191695" y="31361"/>
                  <a:pt x="193033" y="33452"/>
                </a:cubicBezTo>
                <a:cubicBezTo>
                  <a:pt x="194371" y="35541"/>
                  <a:pt x="196150" y="37390"/>
                  <a:pt x="198372" y="38999"/>
                </a:cubicBezTo>
                <a:cubicBezTo>
                  <a:pt x="200593" y="40607"/>
                  <a:pt x="203122" y="42081"/>
                  <a:pt x="205959" y="43423"/>
                </a:cubicBezTo>
                <a:cubicBezTo>
                  <a:pt x="208796" y="44762"/>
                  <a:pt x="211686" y="46116"/>
                  <a:pt x="214630" y="47482"/>
                </a:cubicBezTo>
                <a:cubicBezTo>
                  <a:pt x="217574" y="48849"/>
                  <a:pt x="220464" y="50350"/>
                  <a:pt x="223301" y="51986"/>
                </a:cubicBezTo>
                <a:cubicBezTo>
                  <a:pt x="226138" y="53620"/>
                  <a:pt x="228667" y="55549"/>
                  <a:pt x="230888" y="57774"/>
                </a:cubicBezTo>
                <a:cubicBezTo>
                  <a:pt x="233109" y="59999"/>
                  <a:pt x="234902" y="62625"/>
                  <a:pt x="236267" y="65655"/>
                </a:cubicBezTo>
                <a:cubicBezTo>
                  <a:pt x="237632" y="68682"/>
                  <a:pt x="238315" y="72260"/>
                  <a:pt x="238315" y="763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SEP">
            <a:extLst xmlns:a="http://schemas.openxmlformats.org/drawingml/2006/main">
              <a:ext uri="{FF2B5EF4-FFF2-40B4-BE49-F238E27FC236}">
                <a16:creationId xmlns:a16="http://schemas.microsoft.com/office/drawing/2014/main" id="{4C5455EF-58B1-4F35-B8C2-DA132204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964" y="1473998"/>
            <a:ext cx="224032" cy="107103"/>
          </a:xfrm>
          <a:custGeom xmlns:a="http://schemas.openxmlformats.org/drawingml/2006/main">
            <a:pathLst>
              <a:path w="224032" h="107103">
                <a:moveTo>
                  <a:pt x="63908" y="76388"/>
                </a:moveTo>
                <a:cubicBezTo>
                  <a:pt x="63908" y="81265"/>
                  <a:pt x="63012" y="85608"/>
                  <a:pt x="61219" y="89415"/>
                </a:cubicBezTo>
                <a:cubicBezTo>
                  <a:pt x="59426" y="93220"/>
                  <a:pt x="56937" y="96450"/>
                  <a:pt x="53752" y="99104"/>
                </a:cubicBezTo>
                <a:cubicBezTo>
                  <a:pt x="50567" y="101757"/>
                  <a:pt x="46821" y="103753"/>
                  <a:pt x="42512" y="105093"/>
                </a:cubicBezTo>
                <a:cubicBezTo>
                  <a:pt x="38203" y="106433"/>
                  <a:pt x="33560" y="107103"/>
                  <a:pt x="28582" y="107103"/>
                </a:cubicBezTo>
                <a:cubicBezTo>
                  <a:pt x="25103" y="107103"/>
                  <a:pt x="21878" y="106808"/>
                  <a:pt x="18908" y="106220"/>
                </a:cubicBezTo>
                <a:cubicBezTo>
                  <a:pt x="15937" y="105631"/>
                  <a:pt x="13287" y="104908"/>
                  <a:pt x="10959" y="104052"/>
                </a:cubicBezTo>
                <a:cubicBezTo>
                  <a:pt x="8631" y="103195"/>
                  <a:pt x="6677" y="102312"/>
                  <a:pt x="5098" y="101402"/>
                </a:cubicBezTo>
                <a:cubicBezTo>
                  <a:pt x="3519" y="100492"/>
                  <a:pt x="2422" y="99716"/>
                  <a:pt x="1806" y="99074"/>
                </a:cubicBezTo>
                <a:cubicBezTo>
                  <a:pt x="1191" y="98432"/>
                  <a:pt x="736" y="97616"/>
                  <a:pt x="442" y="96625"/>
                </a:cubicBezTo>
                <a:cubicBezTo>
                  <a:pt x="147" y="95635"/>
                  <a:pt x="0" y="94310"/>
                  <a:pt x="0" y="92651"/>
                </a:cubicBezTo>
                <a:cubicBezTo>
                  <a:pt x="0" y="91474"/>
                  <a:pt x="54" y="90497"/>
                  <a:pt x="161" y="89721"/>
                </a:cubicBezTo>
                <a:cubicBezTo>
                  <a:pt x="268" y="88945"/>
                  <a:pt x="428" y="88316"/>
                  <a:pt x="642" y="87834"/>
                </a:cubicBezTo>
                <a:cubicBezTo>
                  <a:pt x="856" y="87352"/>
                  <a:pt x="1124" y="87018"/>
                  <a:pt x="1445" y="86830"/>
                </a:cubicBezTo>
                <a:cubicBezTo>
                  <a:pt x="1766" y="86643"/>
                  <a:pt x="2141" y="86549"/>
                  <a:pt x="2569" y="86549"/>
                </a:cubicBezTo>
                <a:cubicBezTo>
                  <a:pt x="3319" y="86549"/>
                  <a:pt x="4376" y="87004"/>
                  <a:pt x="5741" y="87914"/>
                </a:cubicBezTo>
                <a:cubicBezTo>
                  <a:pt x="7105" y="88824"/>
                  <a:pt x="8858" y="89814"/>
                  <a:pt x="10999" y="90885"/>
                </a:cubicBezTo>
                <a:cubicBezTo>
                  <a:pt x="13140" y="91955"/>
                  <a:pt x="15723" y="92959"/>
                  <a:pt x="18747" y="93896"/>
                </a:cubicBezTo>
                <a:cubicBezTo>
                  <a:pt x="21771" y="94832"/>
                  <a:pt x="25264" y="95301"/>
                  <a:pt x="29224" y="95301"/>
                </a:cubicBezTo>
                <a:cubicBezTo>
                  <a:pt x="32222" y="95301"/>
                  <a:pt x="34965" y="94898"/>
                  <a:pt x="37454" y="94094"/>
                </a:cubicBezTo>
                <a:cubicBezTo>
                  <a:pt x="39943" y="93289"/>
                  <a:pt x="42084" y="92149"/>
                  <a:pt x="43877" y="90674"/>
                </a:cubicBezTo>
                <a:cubicBezTo>
                  <a:pt x="45670" y="89197"/>
                  <a:pt x="47048" y="87386"/>
                  <a:pt x="48012" y="85240"/>
                </a:cubicBezTo>
                <a:cubicBezTo>
                  <a:pt x="48975" y="83094"/>
                  <a:pt x="49457" y="80652"/>
                  <a:pt x="49457" y="77916"/>
                </a:cubicBezTo>
                <a:cubicBezTo>
                  <a:pt x="49457" y="74967"/>
                  <a:pt x="48788" y="72448"/>
                  <a:pt x="47450" y="70359"/>
                </a:cubicBezTo>
                <a:cubicBezTo>
                  <a:pt x="46111" y="68268"/>
                  <a:pt x="44345" y="66432"/>
                  <a:pt x="42151" y="64852"/>
                </a:cubicBezTo>
                <a:cubicBezTo>
                  <a:pt x="39956" y="63269"/>
                  <a:pt x="37454" y="61822"/>
                  <a:pt x="34644" y="60509"/>
                </a:cubicBezTo>
                <a:cubicBezTo>
                  <a:pt x="31834" y="59194"/>
                  <a:pt x="28957" y="57853"/>
                  <a:pt x="26013" y="56487"/>
                </a:cubicBezTo>
                <a:cubicBezTo>
                  <a:pt x="23069" y="55120"/>
                  <a:pt x="20206" y="53607"/>
                  <a:pt x="17422" y="51946"/>
                </a:cubicBezTo>
                <a:cubicBezTo>
                  <a:pt x="14639" y="50283"/>
                  <a:pt x="12150" y="48326"/>
                  <a:pt x="9956" y="46075"/>
                </a:cubicBezTo>
                <a:cubicBezTo>
                  <a:pt x="7761" y="43823"/>
                  <a:pt x="5981" y="41183"/>
                  <a:pt x="4616" y="38154"/>
                </a:cubicBezTo>
                <a:cubicBezTo>
                  <a:pt x="3252" y="35125"/>
                  <a:pt x="2569" y="31493"/>
                  <a:pt x="2569" y="27257"/>
                </a:cubicBezTo>
                <a:cubicBezTo>
                  <a:pt x="2569" y="22917"/>
                  <a:pt x="3359" y="19045"/>
                  <a:pt x="4938" y="15641"/>
                </a:cubicBezTo>
                <a:cubicBezTo>
                  <a:pt x="6517" y="12235"/>
                  <a:pt x="8711" y="9380"/>
                  <a:pt x="11521" y="7075"/>
                </a:cubicBezTo>
                <a:cubicBezTo>
                  <a:pt x="14331" y="4770"/>
                  <a:pt x="17677" y="3015"/>
                  <a:pt x="21557" y="1809"/>
                </a:cubicBezTo>
                <a:cubicBezTo>
                  <a:pt x="25438" y="603"/>
                  <a:pt x="29626" y="0"/>
                  <a:pt x="34122" y="0"/>
                </a:cubicBezTo>
                <a:cubicBezTo>
                  <a:pt x="36424" y="0"/>
                  <a:pt x="38738" y="203"/>
                  <a:pt x="41067" y="610"/>
                </a:cubicBezTo>
                <a:cubicBezTo>
                  <a:pt x="43395" y="1014"/>
                  <a:pt x="45590" y="1556"/>
                  <a:pt x="47650" y="2233"/>
                </a:cubicBezTo>
                <a:cubicBezTo>
                  <a:pt x="49711" y="2909"/>
                  <a:pt x="51544" y="3666"/>
                  <a:pt x="53150" y="4506"/>
                </a:cubicBezTo>
                <a:cubicBezTo>
                  <a:pt x="54756" y="5344"/>
                  <a:pt x="55813" y="6021"/>
                  <a:pt x="56321" y="6536"/>
                </a:cubicBezTo>
                <a:cubicBezTo>
                  <a:pt x="56830" y="7049"/>
                  <a:pt x="57164" y="7453"/>
                  <a:pt x="57325" y="7748"/>
                </a:cubicBezTo>
                <a:cubicBezTo>
                  <a:pt x="57485" y="8042"/>
                  <a:pt x="57619" y="8417"/>
                  <a:pt x="57726" y="8872"/>
                </a:cubicBezTo>
                <a:cubicBezTo>
                  <a:pt x="57833" y="9327"/>
                  <a:pt x="57914" y="9875"/>
                  <a:pt x="57967" y="10518"/>
                </a:cubicBezTo>
                <a:cubicBezTo>
                  <a:pt x="58021" y="11160"/>
                  <a:pt x="58047" y="11990"/>
                  <a:pt x="58047" y="13006"/>
                </a:cubicBezTo>
                <a:cubicBezTo>
                  <a:pt x="58047" y="13970"/>
                  <a:pt x="58007" y="14826"/>
                  <a:pt x="57927" y="15576"/>
                </a:cubicBezTo>
                <a:cubicBezTo>
                  <a:pt x="57847" y="16325"/>
                  <a:pt x="57726" y="16954"/>
                  <a:pt x="57566" y="17462"/>
                </a:cubicBezTo>
                <a:cubicBezTo>
                  <a:pt x="57405" y="17971"/>
                  <a:pt x="57178" y="18346"/>
                  <a:pt x="56883" y="18586"/>
                </a:cubicBezTo>
                <a:cubicBezTo>
                  <a:pt x="56589" y="18827"/>
                  <a:pt x="56254" y="18948"/>
                  <a:pt x="55880" y="18948"/>
                </a:cubicBezTo>
                <a:cubicBezTo>
                  <a:pt x="55291" y="18948"/>
                  <a:pt x="54368" y="18569"/>
                  <a:pt x="53110" y="17811"/>
                </a:cubicBezTo>
                <a:cubicBezTo>
                  <a:pt x="51852" y="17053"/>
                  <a:pt x="50313" y="16201"/>
                  <a:pt x="48493" y="15255"/>
                </a:cubicBezTo>
                <a:cubicBezTo>
                  <a:pt x="46673" y="14308"/>
                  <a:pt x="44519" y="13442"/>
                  <a:pt x="42030" y="12658"/>
                </a:cubicBezTo>
                <a:cubicBezTo>
                  <a:pt x="39541" y="11873"/>
                  <a:pt x="36745" y="11481"/>
                  <a:pt x="33640" y="11481"/>
                </a:cubicBezTo>
                <a:cubicBezTo>
                  <a:pt x="30750" y="11481"/>
                  <a:pt x="28234" y="11871"/>
                  <a:pt x="26093" y="12650"/>
                </a:cubicBezTo>
                <a:cubicBezTo>
                  <a:pt x="23952" y="13428"/>
                  <a:pt x="22186" y="14461"/>
                  <a:pt x="20794" y="15749"/>
                </a:cubicBezTo>
                <a:cubicBezTo>
                  <a:pt x="19403" y="17037"/>
                  <a:pt x="18359" y="18566"/>
                  <a:pt x="17663" y="20338"/>
                </a:cubicBezTo>
                <a:cubicBezTo>
                  <a:pt x="16967" y="22109"/>
                  <a:pt x="16619" y="23987"/>
                  <a:pt x="16619" y="25973"/>
                </a:cubicBezTo>
                <a:cubicBezTo>
                  <a:pt x="16619" y="28868"/>
                  <a:pt x="17288" y="31361"/>
                  <a:pt x="18627" y="33452"/>
                </a:cubicBezTo>
                <a:cubicBezTo>
                  <a:pt x="19965" y="35541"/>
                  <a:pt x="21744" y="37390"/>
                  <a:pt x="23966" y="38999"/>
                </a:cubicBezTo>
                <a:cubicBezTo>
                  <a:pt x="26187" y="40607"/>
                  <a:pt x="28716" y="42081"/>
                  <a:pt x="31553" y="43423"/>
                </a:cubicBezTo>
                <a:cubicBezTo>
                  <a:pt x="34390" y="44762"/>
                  <a:pt x="37280" y="46116"/>
                  <a:pt x="40224" y="47482"/>
                </a:cubicBezTo>
                <a:cubicBezTo>
                  <a:pt x="43168" y="48849"/>
                  <a:pt x="46058" y="50350"/>
                  <a:pt x="48895" y="51986"/>
                </a:cubicBezTo>
                <a:cubicBezTo>
                  <a:pt x="51732" y="53620"/>
                  <a:pt x="54261" y="55549"/>
                  <a:pt x="56482" y="57774"/>
                </a:cubicBezTo>
                <a:cubicBezTo>
                  <a:pt x="58703" y="59999"/>
                  <a:pt x="60496" y="62625"/>
                  <a:pt x="61861" y="65655"/>
                </a:cubicBezTo>
                <a:cubicBezTo>
                  <a:pt x="63226" y="68682"/>
                  <a:pt x="63908" y="72260"/>
                  <a:pt x="63908" y="76388"/>
                </a:cubicBezTo>
                <a:close/>
                <a:moveTo>
                  <a:pt x="138922" y="99797"/>
                </a:moveTo>
                <a:cubicBezTo>
                  <a:pt x="138922" y="100760"/>
                  <a:pt x="138868" y="101603"/>
                  <a:pt x="138761" y="102326"/>
                </a:cubicBezTo>
                <a:cubicBezTo>
                  <a:pt x="138654" y="103048"/>
                  <a:pt x="138467" y="103650"/>
                  <a:pt x="138199" y="104132"/>
                </a:cubicBezTo>
                <a:cubicBezTo>
                  <a:pt x="137931" y="104614"/>
                  <a:pt x="137624" y="104962"/>
                  <a:pt x="137276" y="105176"/>
                </a:cubicBezTo>
                <a:cubicBezTo>
                  <a:pt x="136928" y="105390"/>
                  <a:pt x="136540" y="105497"/>
                  <a:pt x="136112" y="105497"/>
                </a:cubicBezTo>
                <a:lnTo>
                  <a:pt x="86253" y="105497"/>
                </a:lnTo>
                <a:cubicBezTo>
                  <a:pt x="85022" y="105497"/>
                  <a:pt x="83858" y="105082"/>
                  <a:pt x="82761" y="104253"/>
                </a:cubicBezTo>
                <a:cubicBezTo>
                  <a:pt x="81664" y="103423"/>
                  <a:pt x="81115" y="101964"/>
                  <a:pt x="81115" y="99877"/>
                </a:cubicBezTo>
                <a:lnTo>
                  <a:pt x="81115" y="7226"/>
                </a:lnTo>
                <a:cubicBezTo>
                  <a:pt x="81115" y="5138"/>
                  <a:pt x="81664" y="3680"/>
                  <a:pt x="82761" y="2850"/>
                </a:cubicBezTo>
                <a:cubicBezTo>
                  <a:pt x="83858" y="2021"/>
                  <a:pt x="85022" y="1606"/>
                  <a:pt x="86253" y="1606"/>
                </a:cubicBezTo>
                <a:lnTo>
                  <a:pt x="135550" y="1606"/>
                </a:lnTo>
                <a:cubicBezTo>
                  <a:pt x="135978" y="1606"/>
                  <a:pt x="136366" y="1713"/>
                  <a:pt x="136714" y="1927"/>
                </a:cubicBezTo>
                <a:cubicBezTo>
                  <a:pt x="137062" y="2141"/>
                  <a:pt x="137343" y="2489"/>
                  <a:pt x="137557" y="2971"/>
                </a:cubicBezTo>
                <a:cubicBezTo>
                  <a:pt x="137771" y="3452"/>
                  <a:pt x="137945" y="4054"/>
                  <a:pt x="138079" y="4777"/>
                </a:cubicBezTo>
                <a:cubicBezTo>
                  <a:pt x="138212" y="5500"/>
                  <a:pt x="138279" y="6396"/>
                  <a:pt x="138279" y="7467"/>
                </a:cubicBezTo>
                <a:cubicBezTo>
                  <a:pt x="138279" y="8430"/>
                  <a:pt x="138212" y="9273"/>
                  <a:pt x="138079" y="9996"/>
                </a:cubicBezTo>
                <a:cubicBezTo>
                  <a:pt x="137945" y="10718"/>
                  <a:pt x="137771" y="11307"/>
                  <a:pt x="137557" y="11762"/>
                </a:cubicBezTo>
                <a:cubicBezTo>
                  <a:pt x="137343" y="12217"/>
                  <a:pt x="137062" y="12552"/>
                  <a:pt x="136714" y="12766"/>
                </a:cubicBezTo>
                <a:cubicBezTo>
                  <a:pt x="136366" y="12980"/>
                  <a:pt x="135978" y="13087"/>
                  <a:pt x="135550" y="13087"/>
                </a:cubicBezTo>
                <a:lnTo>
                  <a:pt x="94924" y="13087"/>
                </a:lnTo>
                <a:lnTo>
                  <a:pt x="94924" y="45683"/>
                </a:lnTo>
                <a:lnTo>
                  <a:pt x="129769" y="45683"/>
                </a:lnTo>
                <a:cubicBezTo>
                  <a:pt x="130197" y="45683"/>
                  <a:pt x="130585" y="45804"/>
                  <a:pt x="130933" y="46045"/>
                </a:cubicBezTo>
                <a:cubicBezTo>
                  <a:pt x="131281" y="46285"/>
                  <a:pt x="131575" y="46620"/>
                  <a:pt x="131816" y="47048"/>
                </a:cubicBezTo>
                <a:cubicBezTo>
                  <a:pt x="132057" y="47476"/>
                  <a:pt x="132231" y="48065"/>
                  <a:pt x="132338" y="48814"/>
                </a:cubicBezTo>
                <a:cubicBezTo>
                  <a:pt x="132445" y="49564"/>
                  <a:pt x="132499" y="50447"/>
                  <a:pt x="132499" y="51464"/>
                </a:cubicBezTo>
                <a:cubicBezTo>
                  <a:pt x="132499" y="52427"/>
                  <a:pt x="132445" y="53257"/>
                  <a:pt x="132338" y="53953"/>
                </a:cubicBezTo>
                <a:cubicBezTo>
                  <a:pt x="132231" y="54649"/>
                  <a:pt x="132057" y="55211"/>
                  <a:pt x="131816" y="55639"/>
                </a:cubicBezTo>
                <a:cubicBezTo>
                  <a:pt x="131575" y="56067"/>
                  <a:pt x="131281" y="56375"/>
                  <a:pt x="130933" y="56562"/>
                </a:cubicBezTo>
                <a:cubicBezTo>
                  <a:pt x="130585" y="56749"/>
                  <a:pt x="130197" y="56843"/>
                  <a:pt x="129769" y="56843"/>
                </a:cubicBezTo>
                <a:lnTo>
                  <a:pt x="94924" y="56843"/>
                </a:lnTo>
                <a:lnTo>
                  <a:pt x="94924" y="94016"/>
                </a:lnTo>
                <a:lnTo>
                  <a:pt x="136112" y="94016"/>
                </a:lnTo>
                <a:cubicBezTo>
                  <a:pt x="136540" y="94016"/>
                  <a:pt x="136928" y="94123"/>
                  <a:pt x="137276" y="94337"/>
                </a:cubicBezTo>
                <a:cubicBezTo>
                  <a:pt x="137624" y="94551"/>
                  <a:pt x="137931" y="94886"/>
                  <a:pt x="138199" y="95341"/>
                </a:cubicBezTo>
                <a:cubicBezTo>
                  <a:pt x="138467" y="95796"/>
                  <a:pt x="138654" y="96384"/>
                  <a:pt x="138761" y="97107"/>
                </a:cubicBezTo>
                <a:cubicBezTo>
                  <a:pt x="138868" y="97830"/>
                  <a:pt x="138922" y="98726"/>
                  <a:pt x="138922" y="99797"/>
                </a:cubicBezTo>
                <a:close/>
                <a:moveTo>
                  <a:pt x="224032" y="32034"/>
                </a:moveTo>
                <a:cubicBezTo>
                  <a:pt x="224032" y="37226"/>
                  <a:pt x="223176" y="41910"/>
                  <a:pt x="221463" y="46085"/>
                </a:cubicBezTo>
                <a:cubicBezTo>
                  <a:pt x="219750" y="50260"/>
                  <a:pt x="217301" y="53819"/>
                  <a:pt x="214117" y="56763"/>
                </a:cubicBezTo>
                <a:cubicBezTo>
                  <a:pt x="210932" y="59707"/>
                  <a:pt x="207025" y="61982"/>
                  <a:pt x="202395" y="63587"/>
                </a:cubicBezTo>
                <a:cubicBezTo>
                  <a:pt x="197765" y="65193"/>
                  <a:pt x="192238" y="65996"/>
                  <a:pt x="185816" y="65996"/>
                </a:cubicBezTo>
                <a:lnTo>
                  <a:pt x="174013" y="65996"/>
                </a:lnTo>
                <a:lnTo>
                  <a:pt x="174013" y="103410"/>
                </a:lnTo>
                <a:cubicBezTo>
                  <a:pt x="174013" y="103838"/>
                  <a:pt x="173893" y="104212"/>
                  <a:pt x="173652" y="104534"/>
                </a:cubicBezTo>
                <a:cubicBezTo>
                  <a:pt x="173411" y="104855"/>
                  <a:pt x="173037" y="105109"/>
                  <a:pt x="172528" y="105296"/>
                </a:cubicBezTo>
                <a:cubicBezTo>
                  <a:pt x="172020" y="105484"/>
                  <a:pt x="171324" y="105644"/>
                  <a:pt x="170441" y="105778"/>
                </a:cubicBezTo>
                <a:cubicBezTo>
                  <a:pt x="169557" y="105912"/>
                  <a:pt x="168447" y="105979"/>
                  <a:pt x="167109" y="105979"/>
                </a:cubicBezTo>
                <a:cubicBezTo>
                  <a:pt x="165771" y="105979"/>
                  <a:pt x="164660" y="105912"/>
                  <a:pt x="163777" y="105778"/>
                </a:cubicBezTo>
                <a:cubicBezTo>
                  <a:pt x="162894" y="105644"/>
                  <a:pt x="162184" y="105484"/>
                  <a:pt x="161649" y="105296"/>
                </a:cubicBezTo>
                <a:cubicBezTo>
                  <a:pt x="161114" y="105109"/>
                  <a:pt x="160739" y="104855"/>
                  <a:pt x="160525" y="104534"/>
                </a:cubicBezTo>
                <a:cubicBezTo>
                  <a:pt x="160311" y="104212"/>
                  <a:pt x="160204" y="103838"/>
                  <a:pt x="160204" y="103410"/>
                </a:cubicBezTo>
                <a:lnTo>
                  <a:pt x="160204" y="7547"/>
                </a:lnTo>
                <a:cubicBezTo>
                  <a:pt x="160204" y="5406"/>
                  <a:pt x="160766" y="3881"/>
                  <a:pt x="161890" y="2971"/>
                </a:cubicBezTo>
                <a:cubicBezTo>
                  <a:pt x="163014" y="2061"/>
                  <a:pt x="164272" y="1606"/>
                  <a:pt x="165664" y="1606"/>
                </a:cubicBezTo>
                <a:lnTo>
                  <a:pt x="187903" y="1606"/>
                </a:lnTo>
                <a:cubicBezTo>
                  <a:pt x="190151" y="1606"/>
                  <a:pt x="192305" y="1699"/>
                  <a:pt x="194366" y="1887"/>
                </a:cubicBezTo>
                <a:cubicBezTo>
                  <a:pt x="196427" y="2074"/>
                  <a:pt x="198862" y="2476"/>
                  <a:pt x="201672" y="3091"/>
                </a:cubicBezTo>
                <a:cubicBezTo>
                  <a:pt x="204482" y="3707"/>
                  <a:pt x="207346" y="4857"/>
                  <a:pt x="210263" y="6543"/>
                </a:cubicBezTo>
                <a:cubicBezTo>
                  <a:pt x="213180" y="8229"/>
                  <a:pt x="215655" y="10303"/>
                  <a:pt x="217689" y="12766"/>
                </a:cubicBezTo>
                <a:cubicBezTo>
                  <a:pt x="219723" y="15228"/>
                  <a:pt x="221289" y="18078"/>
                  <a:pt x="222386" y="21316"/>
                </a:cubicBezTo>
                <a:cubicBezTo>
                  <a:pt x="223483" y="24554"/>
                  <a:pt x="224032" y="28127"/>
                  <a:pt x="224032" y="32034"/>
                </a:cubicBezTo>
                <a:moveTo>
                  <a:pt x="209500" y="33159"/>
                </a:moveTo>
                <a:cubicBezTo>
                  <a:pt x="209500" y="28930"/>
                  <a:pt x="208711" y="25397"/>
                  <a:pt x="207132" y="22561"/>
                </a:cubicBezTo>
                <a:cubicBezTo>
                  <a:pt x="205553" y="19724"/>
                  <a:pt x="203599" y="17610"/>
                  <a:pt x="201271" y="16218"/>
                </a:cubicBezTo>
                <a:cubicBezTo>
                  <a:pt x="198942" y="14826"/>
                  <a:pt x="196534" y="13943"/>
                  <a:pt x="194045" y="13568"/>
                </a:cubicBezTo>
                <a:cubicBezTo>
                  <a:pt x="191556" y="13194"/>
                  <a:pt x="189134" y="13006"/>
                  <a:pt x="186779" y="13006"/>
                </a:cubicBezTo>
                <a:lnTo>
                  <a:pt x="174013" y="13006"/>
                </a:lnTo>
                <a:lnTo>
                  <a:pt x="174013" y="54675"/>
                </a:lnTo>
                <a:lnTo>
                  <a:pt x="186458" y="54675"/>
                </a:lnTo>
                <a:cubicBezTo>
                  <a:pt x="190633" y="54675"/>
                  <a:pt x="194098" y="54140"/>
                  <a:pt x="196855" y="53070"/>
                </a:cubicBezTo>
                <a:cubicBezTo>
                  <a:pt x="199611" y="51999"/>
                  <a:pt x="201926" y="50514"/>
                  <a:pt x="203800" y="48614"/>
                </a:cubicBezTo>
                <a:cubicBezTo>
                  <a:pt x="205673" y="46714"/>
                  <a:pt x="207092" y="44439"/>
                  <a:pt x="208055" y="41789"/>
                </a:cubicBezTo>
                <a:cubicBezTo>
                  <a:pt x="209018" y="39140"/>
                  <a:pt x="209500" y="36263"/>
                  <a:pt x="209500" y="331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17">
            <a:extLst xmlns:a="http://schemas.openxmlformats.org/drawingml/2006/main">
              <a:ext uri="{FF2B5EF4-FFF2-40B4-BE49-F238E27FC236}">
                <a16:creationId xmlns:a16="http://schemas.microsoft.com/office/drawing/2014/main" id="{C2404E61-0C86-44F6-80DB-52845BE0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3454" y="316388"/>
            <a:ext cx="146897" cy="105176"/>
          </a:xfrm>
          <a:custGeom xmlns:a="http://schemas.openxmlformats.org/drawingml/2006/main">
            <a:pathLst>
              <a:path w="146897" h="105176">
                <a:moveTo>
                  <a:pt x="60456" y="99235"/>
                </a:moveTo>
                <a:cubicBezTo>
                  <a:pt x="60456" y="100252"/>
                  <a:pt x="60376" y="101108"/>
                  <a:pt x="60215" y="101804"/>
                </a:cubicBezTo>
                <a:cubicBezTo>
                  <a:pt x="60055" y="102500"/>
                  <a:pt x="59841" y="103062"/>
                  <a:pt x="59573" y="103490"/>
                </a:cubicBezTo>
                <a:cubicBezTo>
                  <a:pt x="59305" y="103918"/>
                  <a:pt x="58998" y="104226"/>
                  <a:pt x="58650" y="104413"/>
                </a:cubicBezTo>
                <a:cubicBezTo>
                  <a:pt x="58302" y="104600"/>
                  <a:pt x="57940" y="104694"/>
                  <a:pt x="57566" y="104694"/>
                </a:cubicBezTo>
                <a:lnTo>
                  <a:pt x="3292" y="104694"/>
                </a:lnTo>
                <a:cubicBezTo>
                  <a:pt x="2917" y="104694"/>
                  <a:pt x="2569" y="104600"/>
                  <a:pt x="2248" y="104413"/>
                </a:cubicBezTo>
                <a:cubicBezTo>
                  <a:pt x="1927" y="104226"/>
                  <a:pt x="1619" y="103918"/>
                  <a:pt x="1325" y="103490"/>
                </a:cubicBezTo>
                <a:cubicBezTo>
                  <a:pt x="1030" y="103062"/>
                  <a:pt x="803" y="102500"/>
                  <a:pt x="642" y="101804"/>
                </a:cubicBezTo>
                <a:cubicBezTo>
                  <a:pt x="482" y="101108"/>
                  <a:pt x="401" y="100252"/>
                  <a:pt x="401" y="99235"/>
                </a:cubicBezTo>
                <a:cubicBezTo>
                  <a:pt x="401" y="98271"/>
                  <a:pt x="482" y="97442"/>
                  <a:pt x="642" y="96746"/>
                </a:cubicBezTo>
                <a:cubicBezTo>
                  <a:pt x="803" y="96050"/>
                  <a:pt x="1004" y="95475"/>
                  <a:pt x="1244" y="95020"/>
                </a:cubicBezTo>
                <a:cubicBezTo>
                  <a:pt x="1485" y="94565"/>
                  <a:pt x="1780" y="94217"/>
                  <a:pt x="2128" y="93976"/>
                </a:cubicBezTo>
                <a:cubicBezTo>
                  <a:pt x="2476" y="93735"/>
                  <a:pt x="2864" y="93615"/>
                  <a:pt x="3292" y="93615"/>
                </a:cubicBezTo>
                <a:lnTo>
                  <a:pt x="24969" y="93615"/>
                </a:lnTo>
                <a:lnTo>
                  <a:pt x="24969" y="14532"/>
                </a:lnTo>
                <a:lnTo>
                  <a:pt x="4898" y="26575"/>
                </a:lnTo>
                <a:cubicBezTo>
                  <a:pt x="3881" y="27110"/>
                  <a:pt x="3064" y="27431"/>
                  <a:pt x="2449" y="27538"/>
                </a:cubicBezTo>
                <a:cubicBezTo>
                  <a:pt x="1833" y="27645"/>
                  <a:pt x="1338" y="27525"/>
                  <a:pt x="963" y="27177"/>
                </a:cubicBezTo>
                <a:cubicBezTo>
                  <a:pt x="589" y="26829"/>
                  <a:pt x="335" y="26253"/>
                  <a:pt x="201" y="25448"/>
                </a:cubicBezTo>
                <a:cubicBezTo>
                  <a:pt x="67" y="24642"/>
                  <a:pt x="0" y="23622"/>
                  <a:pt x="0" y="22388"/>
                </a:cubicBezTo>
                <a:cubicBezTo>
                  <a:pt x="0" y="21474"/>
                  <a:pt x="40" y="20696"/>
                  <a:pt x="120" y="20052"/>
                </a:cubicBezTo>
                <a:cubicBezTo>
                  <a:pt x="201" y="19408"/>
                  <a:pt x="321" y="18871"/>
                  <a:pt x="482" y="18441"/>
                </a:cubicBezTo>
                <a:cubicBezTo>
                  <a:pt x="642" y="18011"/>
                  <a:pt x="870" y="17636"/>
                  <a:pt x="1164" y="17314"/>
                </a:cubicBezTo>
                <a:cubicBezTo>
                  <a:pt x="1459" y="16992"/>
                  <a:pt x="1847" y="16670"/>
                  <a:pt x="2328" y="16348"/>
                </a:cubicBezTo>
                <a:lnTo>
                  <a:pt x="26254" y="966"/>
                </a:lnTo>
                <a:cubicBezTo>
                  <a:pt x="26468" y="805"/>
                  <a:pt x="26736" y="672"/>
                  <a:pt x="27057" y="565"/>
                </a:cubicBezTo>
                <a:cubicBezTo>
                  <a:pt x="27378" y="456"/>
                  <a:pt x="27779" y="348"/>
                  <a:pt x="28261" y="241"/>
                </a:cubicBezTo>
                <a:cubicBezTo>
                  <a:pt x="28743" y="134"/>
                  <a:pt x="29305" y="67"/>
                  <a:pt x="29947" y="40"/>
                </a:cubicBezTo>
                <a:cubicBezTo>
                  <a:pt x="30589" y="13"/>
                  <a:pt x="31392" y="0"/>
                  <a:pt x="32356" y="0"/>
                </a:cubicBezTo>
                <a:cubicBezTo>
                  <a:pt x="33640" y="0"/>
                  <a:pt x="34711" y="54"/>
                  <a:pt x="35567" y="161"/>
                </a:cubicBezTo>
                <a:cubicBezTo>
                  <a:pt x="36424" y="268"/>
                  <a:pt x="37093" y="415"/>
                  <a:pt x="37574" y="602"/>
                </a:cubicBezTo>
                <a:cubicBezTo>
                  <a:pt x="38056" y="789"/>
                  <a:pt x="38377" y="1031"/>
                  <a:pt x="38538" y="1327"/>
                </a:cubicBezTo>
                <a:cubicBezTo>
                  <a:pt x="38698" y="1622"/>
                  <a:pt x="38779" y="1929"/>
                  <a:pt x="38779" y="2251"/>
                </a:cubicBezTo>
                <a:lnTo>
                  <a:pt x="38779" y="93615"/>
                </a:lnTo>
                <a:lnTo>
                  <a:pt x="57566" y="93615"/>
                </a:lnTo>
                <a:cubicBezTo>
                  <a:pt x="57994" y="93615"/>
                  <a:pt x="58395" y="93735"/>
                  <a:pt x="58770" y="93976"/>
                </a:cubicBezTo>
                <a:cubicBezTo>
                  <a:pt x="59145" y="94217"/>
                  <a:pt x="59452" y="94565"/>
                  <a:pt x="59693" y="95020"/>
                </a:cubicBezTo>
                <a:cubicBezTo>
                  <a:pt x="59934" y="95475"/>
                  <a:pt x="60122" y="96050"/>
                  <a:pt x="60255" y="96746"/>
                </a:cubicBezTo>
                <a:cubicBezTo>
                  <a:pt x="60389" y="97442"/>
                  <a:pt x="60456" y="98271"/>
                  <a:pt x="60456" y="99235"/>
                </a:cubicBezTo>
                <a:close/>
                <a:moveTo>
                  <a:pt x="146897" y="6744"/>
                </a:moveTo>
                <a:cubicBezTo>
                  <a:pt x="146897" y="7708"/>
                  <a:pt x="146857" y="8577"/>
                  <a:pt x="146777" y="9353"/>
                </a:cubicBezTo>
                <a:cubicBezTo>
                  <a:pt x="146697" y="10130"/>
                  <a:pt x="146590" y="10879"/>
                  <a:pt x="146456" y="11601"/>
                </a:cubicBezTo>
                <a:cubicBezTo>
                  <a:pt x="146322" y="12324"/>
                  <a:pt x="146135" y="13020"/>
                  <a:pt x="145894" y="13689"/>
                </a:cubicBezTo>
                <a:cubicBezTo>
                  <a:pt x="145653" y="14358"/>
                  <a:pt x="145372" y="15067"/>
                  <a:pt x="145051" y="15817"/>
                </a:cubicBezTo>
                <a:lnTo>
                  <a:pt x="107637" y="102045"/>
                </a:lnTo>
                <a:cubicBezTo>
                  <a:pt x="107369" y="102687"/>
                  <a:pt x="107035" y="103209"/>
                  <a:pt x="106633" y="103610"/>
                </a:cubicBezTo>
                <a:cubicBezTo>
                  <a:pt x="106232" y="104012"/>
                  <a:pt x="105723" y="104333"/>
                  <a:pt x="105108" y="104574"/>
                </a:cubicBezTo>
                <a:cubicBezTo>
                  <a:pt x="104492" y="104815"/>
                  <a:pt x="103703" y="104975"/>
                  <a:pt x="102739" y="105055"/>
                </a:cubicBezTo>
                <a:cubicBezTo>
                  <a:pt x="101776" y="105136"/>
                  <a:pt x="100598" y="105176"/>
                  <a:pt x="99207" y="105176"/>
                </a:cubicBezTo>
                <a:cubicBezTo>
                  <a:pt x="97387" y="105176"/>
                  <a:pt x="95969" y="105096"/>
                  <a:pt x="94952" y="104935"/>
                </a:cubicBezTo>
                <a:cubicBezTo>
                  <a:pt x="93935" y="104774"/>
                  <a:pt x="93199" y="104520"/>
                  <a:pt x="92744" y="104172"/>
                </a:cubicBezTo>
                <a:cubicBezTo>
                  <a:pt x="92289" y="103824"/>
                  <a:pt x="92088" y="103396"/>
                  <a:pt x="92142" y="102888"/>
                </a:cubicBezTo>
                <a:cubicBezTo>
                  <a:pt x="92195" y="102379"/>
                  <a:pt x="92382" y="101777"/>
                  <a:pt x="92704" y="101081"/>
                </a:cubicBezTo>
                <a:lnTo>
                  <a:pt x="132044" y="12926"/>
                </a:lnTo>
                <a:lnTo>
                  <a:pt x="82186" y="12926"/>
                </a:lnTo>
                <a:cubicBezTo>
                  <a:pt x="81169" y="12926"/>
                  <a:pt x="80406" y="12391"/>
                  <a:pt x="79898" y="11320"/>
                </a:cubicBezTo>
                <a:cubicBezTo>
                  <a:pt x="79389" y="10250"/>
                  <a:pt x="79135" y="8751"/>
                  <a:pt x="79135" y="6824"/>
                </a:cubicBezTo>
                <a:cubicBezTo>
                  <a:pt x="79135" y="5807"/>
                  <a:pt x="79202" y="4924"/>
                  <a:pt x="79336" y="4175"/>
                </a:cubicBezTo>
                <a:cubicBezTo>
                  <a:pt x="79470" y="3426"/>
                  <a:pt x="79670" y="2797"/>
                  <a:pt x="79938" y="2288"/>
                </a:cubicBezTo>
                <a:cubicBezTo>
                  <a:pt x="80206" y="1780"/>
                  <a:pt x="80527" y="1405"/>
                  <a:pt x="80901" y="1164"/>
                </a:cubicBezTo>
                <a:cubicBezTo>
                  <a:pt x="81276" y="923"/>
                  <a:pt x="81704" y="803"/>
                  <a:pt x="82186" y="803"/>
                </a:cubicBezTo>
                <a:lnTo>
                  <a:pt x="142722" y="803"/>
                </a:lnTo>
                <a:cubicBezTo>
                  <a:pt x="143472" y="803"/>
                  <a:pt x="144127" y="883"/>
                  <a:pt x="144689" y="1044"/>
                </a:cubicBezTo>
                <a:cubicBezTo>
                  <a:pt x="145251" y="1204"/>
                  <a:pt x="145680" y="1525"/>
                  <a:pt x="145974" y="2007"/>
                </a:cubicBezTo>
                <a:cubicBezTo>
                  <a:pt x="146268" y="2489"/>
                  <a:pt x="146496" y="3104"/>
                  <a:pt x="146656" y="3854"/>
                </a:cubicBezTo>
                <a:cubicBezTo>
                  <a:pt x="146817" y="4603"/>
                  <a:pt x="146897" y="5567"/>
                  <a:pt x="146897" y="67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D9805B-3AB5-41C7-8201-5AB24CDA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78" y="3706506"/>
            <a:ext cx="306436" cy="346259"/>
          </a:xfrm>
          <a:custGeom xmlns:a="http://schemas.openxmlformats.org/drawingml/2006/main">
            <a:pathLst>
              <a:path w="306436" h="346259" fill="none">
                <a:moveTo>
                  <a:pt x="85427" y="346259"/>
                </a:moveTo>
                <a:lnTo>
                  <a:pt x="0" y="346259"/>
                </a:lnTo>
                <a:cubicBezTo>
                  <a:pt x="0" y="271888"/>
                  <a:pt x="59495" y="211601"/>
                  <a:pt x="132886" y="211601"/>
                </a:cubicBezTo>
                <a:cubicBezTo>
                  <a:pt x="136076" y="211601"/>
                  <a:pt x="139242" y="211716"/>
                  <a:pt x="142378" y="211940"/>
                </a:cubicBezTo>
                <a:moveTo>
                  <a:pt x="208821" y="76946"/>
                </a:moveTo>
                <a:cubicBezTo>
                  <a:pt x="208821" y="119443"/>
                  <a:pt x="174818" y="153892"/>
                  <a:pt x="132886" y="153892"/>
                </a:cubicBezTo>
                <a:cubicBezTo>
                  <a:pt x="90947" y="153892"/>
                  <a:pt x="56951" y="119443"/>
                  <a:pt x="56951" y="76946"/>
                </a:cubicBezTo>
                <a:cubicBezTo>
                  <a:pt x="56951" y="34449"/>
                  <a:pt x="90947" y="0"/>
                  <a:pt x="132886" y="0"/>
                </a:cubicBezTo>
                <a:cubicBezTo>
                  <a:pt x="174818" y="0"/>
                  <a:pt x="208821" y="34449"/>
                  <a:pt x="208821" y="76946"/>
                </a:cubicBezTo>
                <a:close/>
                <a:moveTo>
                  <a:pt x="163063" y="346259"/>
                </a:moveTo>
                <a:lnTo>
                  <a:pt x="201509" y="338468"/>
                </a:lnTo>
                <a:cubicBezTo>
                  <a:pt x="204857" y="337788"/>
                  <a:pt x="206536" y="337448"/>
                  <a:pt x="208100" y="336827"/>
                </a:cubicBezTo>
                <a:cubicBezTo>
                  <a:pt x="209482" y="336276"/>
                  <a:pt x="210803" y="335561"/>
                  <a:pt x="212026" y="334698"/>
                </a:cubicBezTo>
                <a:cubicBezTo>
                  <a:pt x="213400" y="333724"/>
                  <a:pt x="214608" y="332501"/>
                  <a:pt x="217030" y="330050"/>
                </a:cubicBezTo>
                <a:lnTo>
                  <a:pt x="295949" y="250074"/>
                </a:lnTo>
                <a:cubicBezTo>
                  <a:pt x="306436" y="239455"/>
                  <a:pt x="306436" y="222227"/>
                  <a:pt x="295949" y="211601"/>
                </a:cubicBezTo>
                <a:cubicBezTo>
                  <a:pt x="285470" y="200983"/>
                  <a:pt x="268468" y="200983"/>
                  <a:pt x="257982" y="211601"/>
                </a:cubicBezTo>
                <a:lnTo>
                  <a:pt x="179062" y="291579"/>
                </a:lnTo>
                <a:cubicBezTo>
                  <a:pt x="176640" y="294025"/>
                  <a:pt x="175433" y="295249"/>
                  <a:pt x="174476" y="296649"/>
                </a:cubicBezTo>
                <a:cubicBezTo>
                  <a:pt x="173618" y="297888"/>
                  <a:pt x="172919" y="299219"/>
                  <a:pt x="172372" y="300627"/>
                </a:cubicBezTo>
                <a:cubicBezTo>
                  <a:pt x="171757" y="302213"/>
                  <a:pt x="171423" y="303913"/>
                  <a:pt x="170755" y="307306"/>
                </a:cubicBezTo>
                <a:lnTo>
                  <a:pt x="163063" y="3462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8219" cap="rnd">
            <a:solidFill>
              <a:srgbClr val="000000"/>
            </a:solidFill>
            <a:round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02158-2F03-47A3-A412-F49D4E5D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5" y="4575300"/>
            <a:ext cx="417645" cy="384731"/>
          </a:xfrm>
          <a:custGeom xmlns:a="http://schemas.openxmlformats.org/drawingml/2006/main">
            <a:pathLst>
              <a:path w="417645" h="384731">
                <a:moveTo>
                  <a:pt x="151872" y="250074"/>
                </a:moveTo>
                <a:cubicBezTo>
                  <a:pt x="141386" y="250074"/>
                  <a:pt x="132889" y="258692"/>
                  <a:pt x="132889" y="269311"/>
                </a:cubicBezTo>
                <a:cubicBezTo>
                  <a:pt x="132889" y="279938"/>
                  <a:pt x="141386" y="288547"/>
                  <a:pt x="151872" y="288547"/>
                </a:cubicBezTo>
                <a:cubicBezTo>
                  <a:pt x="162351" y="288547"/>
                  <a:pt x="170856" y="279938"/>
                  <a:pt x="170856" y="269311"/>
                </a:cubicBezTo>
                <a:cubicBezTo>
                  <a:pt x="170856" y="258692"/>
                  <a:pt x="162351" y="250074"/>
                  <a:pt x="151872" y="250074"/>
                </a:cubicBezTo>
                <a:close/>
                <a:moveTo>
                  <a:pt x="18984" y="230837"/>
                </a:moveTo>
                <a:cubicBezTo>
                  <a:pt x="8499" y="230837"/>
                  <a:pt x="0" y="239456"/>
                  <a:pt x="0" y="250074"/>
                </a:cubicBezTo>
                <a:lnTo>
                  <a:pt x="0" y="288547"/>
                </a:lnTo>
                <a:cubicBezTo>
                  <a:pt x="0" y="299175"/>
                  <a:pt x="8499" y="307784"/>
                  <a:pt x="18984" y="307784"/>
                </a:cubicBezTo>
                <a:cubicBezTo>
                  <a:pt x="29468" y="307784"/>
                  <a:pt x="37968" y="299175"/>
                  <a:pt x="37968" y="288547"/>
                </a:cubicBezTo>
                <a:lnTo>
                  <a:pt x="37968" y="250074"/>
                </a:lnTo>
                <a:cubicBezTo>
                  <a:pt x="37968" y="239456"/>
                  <a:pt x="29468" y="230837"/>
                  <a:pt x="18984" y="230837"/>
                </a:cubicBezTo>
                <a:close/>
                <a:moveTo>
                  <a:pt x="398661" y="230837"/>
                </a:moveTo>
                <a:cubicBezTo>
                  <a:pt x="388175" y="230837"/>
                  <a:pt x="379677" y="239456"/>
                  <a:pt x="379677" y="250074"/>
                </a:cubicBezTo>
                <a:lnTo>
                  <a:pt x="379677" y="288547"/>
                </a:lnTo>
                <a:cubicBezTo>
                  <a:pt x="379677" y="299175"/>
                  <a:pt x="388175" y="307784"/>
                  <a:pt x="398661" y="307784"/>
                </a:cubicBezTo>
                <a:cubicBezTo>
                  <a:pt x="409140" y="307784"/>
                  <a:pt x="417645" y="299175"/>
                  <a:pt x="417645" y="288547"/>
                </a:cubicBezTo>
                <a:lnTo>
                  <a:pt x="417645" y="250074"/>
                </a:lnTo>
                <a:cubicBezTo>
                  <a:pt x="417645" y="239456"/>
                  <a:pt x="409140" y="230837"/>
                  <a:pt x="398661" y="230837"/>
                </a:cubicBezTo>
                <a:close/>
                <a:moveTo>
                  <a:pt x="303742" y="96183"/>
                </a:moveTo>
                <a:lnTo>
                  <a:pt x="227807" y="96183"/>
                </a:lnTo>
                <a:lnTo>
                  <a:pt x="227807" y="71560"/>
                </a:lnTo>
                <a:cubicBezTo>
                  <a:pt x="239479" y="64734"/>
                  <a:pt x="246707" y="52138"/>
                  <a:pt x="246791" y="38473"/>
                </a:cubicBezTo>
                <a:cubicBezTo>
                  <a:pt x="246791" y="17228"/>
                  <a:pt x="229789" y="0"/>
                  <a:pt x="208824" y="0"/>
                </a:cubicBezTo>
                <a:cubicBezTo>
                  <a:pt x="187850" y="0"/>
                  <a:pt x="170856" y="17228"/>
                  <a:pt x="170856" y="38473"/>
                </a:cubicBezTo>
                <a:cubicBezTo>
                  <a:pt x="170932" y="52138"/>
                  <a:pt x="178161" y="64734"/>
                  <a:pt x="189840" y="71560"/>
                </a:cubicBezTo>
                <a:lnTo>
                  <a:pt x="189840" y="96183"/>
                </a:lnTo>
                <a:lnTo>
                  <a:pt x="113905" y="96183"/>
                </a:lnTo>
                <a:cubicBezTo>
                  <a:pt x="82453" y="96183"/>
                  <a:pt x="56953" y="122021"/>
                  <a:pt x="56953" y="153891"/>
                </a:cubicBezTo>
                <a:lnTo>
                  <a:pt x="56953" y="327018"/>
                </a:lnTo>
                <a:cubicBezTo>
                  <a:pt x="56953" y="358893"/>
                  <a:pt x="82453" y="384731"/>
                  <a:pt x="113905" y="384731"/>
                </a:cubicBezTo>
                <a:lnTo>
                  <a:pt x="303742" y="384731"/>
                </a:lnTo>
                <a:cubicBezTo>
                  <a:pt x="335194" y="384731"/>
                  <a:pt x="360694" y="358896"/>
                  <a:pt x="360694" y="327021"/>
                </a:cubicBezTo>
                <a:lnTo>
                  <a:pt x="360694" y="153894"/>
                </a:lnTo>
                <a:cubicBezTo>
                  <a:pt x="360694" y="122021"/>
                  <a:pt x="335194" y="96183"/>
                  <a:pt x="303742" y="96183"/>
                </a:cubicBezTo>
                <a:close/>
                <a:moveTo>
                  <a:pt x="241476" y="134657"/>
                </a:moveTo>
                <a:lnTo>
                  <a:pt x="231984" y="173127"/>
                </a:lnTo>
                <a:lnTo>
                  <a:pt x="185663" y="173127"/>
                </a:lnTo>
                <a:lnTo>
                  <a:pt x="176171" y="134654"/>
                </a:lnTo>
                <a:lnTo>
                  <a:pt x="241476" y="134657"/>
                </a:lnTo>
                <a:close/>
                <a:moveTo>
                  <a:pt x="322726" y="327021"/>
                </a:moveTo>
                <a:cubicBezTo>
                  <a:pt x="322726" y="337645"/>
                  <a:pt x="314221" y="346258"/>
                  <a:pt x="303742" y="346258"/>
                </a:cubicBezTo>
                <a:lnTo>
                  <a:pt x="113905" y="346255"/>
                </a:lnTo>
                <a:cubicBezTo>
                  <a:pt x="103418" y="346255"/>
                  <a:pt x="94921" y="337645"/>
                  <a:pt x="94921" y="327021"/>
                </a:cubicBezTo>
                <a:lnTo>
                  <a:pt x="94921" y="153891"/>
                </a:lnTo>
                <a:cubicBezTo>
                  <a:pt x="94921" y="143272"/>
                  <a:pt x="103418" y="134654"/>
                  <a:pt x="113905" y="134654"/>
                </a:cubicBezTo>
                <a:lnTo>
                  <a:pt x="137065" y="134654"/>
                </a:lnTo>
                <a:lnTo>
                  <a:pt x="151872" y="196982"/>
                </a:lnTo>
                <a:cubicBezTo>
                  <a:pt x="154014" y="205777"/>
                  <a:pt x="161919" y="211869"/>
                  <a:pt x="170856" y="211601"/>
                </a:cubicBezTo>
                <a:lnTo>
                  <a:pt x="246791" y="211601"/>
                </a:lnTo>
                <a:cubicBezTo>
                  <a:pt x="255721" y="211869"/>
                  <a:pt x="263634" y="205777"/>
                  <a:pt x="265775" y="196982"/>
                </a:cubicBezTo>
                <a:lnTo>
                  <a:pt x="280582" y="134657"/>
                </a:lnTo>
                <a:lnTo>
                  <a:pt x="303742" y="134657"/>
                </a:lnTo>
                <a:cubicBezTo>
                  <a:pt x="314221" y="134657"/>
                  <a:pt x="322726" y="143272"/>
                  <a:pt x="322726" y="153891"/>
                </a:cubicBezTo>
                <a:lnTo>
                  <a:pt x="322726" y="327021"/>
                </a:lnTo>
                <a:close/>
                <a:moveTo>
                  <a:pt x="265775" y="250074"/>
                </a:moveTo>
                <a:cubicBezTo>
                  <a:pt x="255288" y="250074"/>
                  <a:pt x="246791" y="258692"/>
                  <a:pt x="246791" y="269311"/>
                </a:cubicBezTo>
                <a:cubicBezTo>
                  <a:pt x="246791" y="279938"/>
                  <a:pt x="255288" y="288547"/>
                  <a:pt x="265775" y="288547"/>
                </a:cubicBezTo>
                <a:cubicBezTo>
                  <a:pt x="276254" y="288547"/>
                  <a:pt x="284758" y="279938"/>
                  <a:pt x="284758" y="269311"/>
                </a:cubicBezTo>
                <a:cubicBezTo>
                  <a:pt x="284758" y="258692"/>
                  <a:pt x="276254" y="250074"/>
                  <a:pt x="265775" y="2500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CreateaLEGOmodeloftheinputdescription:">
            <a:extLst xmlns:a="http://schemas.openxmlformats.org/drawingml/2006/main">
              <a:ext uri="{FF2B5EF4-FFF2-40B4-BE49-F238E27FC236}">
                <a16:creationId xmlns:a16="http://schemas.microsoft.com/office/drawing/2014/main" id="{871A08E6-E96D-4B4B-8E85-1CDD0BB2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90" y="3764191"/>
            <a:ext cx="3010323" cy="141452"/>
          </a:xfrm>
          <a:custGeom xmlns:a="http://schemas.openxmlformats.org/drawingml/2006/main">
            <a:pathLst>
              <a:path w="3010323" h="141452">
                <a:moveTo>
                  <a:pt x="75296" y="97509"/>
                </a:moveTo>
                <a:cubicBezTo>
                  <a:pt x="75296" y="98364"/>
                  <a:pt x="75270" y="99112"/>
                  <a:pt x="75216" y="99754"/>
                </a:cubicBezTo>
                <a:cubicBezTo>
                  <a:pt x="75163" y="100395"/>
                  <a:pt x="75069" y="100957"/>
                  <a:pt x="74936" y="101438"/>
                </a:cubicBezTo>
                <a:cubicBezTo>
                  <a:pt x="74802" y="101919"/>
                  <a:pt x="74628" y="102347"/>
                  <a:pt x="74414" y="102721"/>
                </a:cubicBezTo>
                <a:cubicBezTo>
                  <a:pt x="74201" y="103095"/>
                  <a:pt x="73826" y="103552"/>
                  <a:pt x="73292" y="104091"/>
                </a:cubicBezTo>
                <a:cubicBezTo>
                  <a:pt x="72757" y="104629"/>
                  <a:pt x="71635" y="105450"/>
                  <a:pt x="69924" y="106555"/>
                </a:cubicBezTo>
                <a:cubicBezTo>
                  <a:pt x="68213" y="107659"/>
                  <a:pt x="66088" y="108737"/>
                  <a:pt x="63549" y="109787"/>
                </a:cubicBezTo>
                <a:cubicBezTo>
                  <a:pt x="61010" y="110838"/>
                  <a:pt x="58096" y="111727"/>
                  <a:pt x="54808" y="112454"/>
                </a:cubicBezTo>
                <a:cubicBezTo>
                  <a:pt x="51521" y="113182"/>
                  <a:pt x="47926" y="113546"/>
                  <a:pt x="44023" y="113546"/>
                </a:cubicBezTo>
                <a:cubicBezTo>
                  <a:pt x="37287" y="113546"/>
                  <a:pt x="31206" y="112423"/>
                  <a:pt x="25780" y="110178"/>
                </a:cubicBezTo>
                <a:cubicBezTo>
                  <a:pt x="20354" y="107933"/>
                  <a:pt x="15730" y="104619"/>
                  <a:pt x="11908" y="100235"/>
                </a:cubicBezTo>
                <a:cubicBezTo>
                  <a:pt x="8086" y="95851"/>
                  <a:pt x="5145" y="90439"/>
                  <a:pt x="3087" y="83997"/>
                </a:cubicBezTo>
                <a:cubicBezTo>
                  <a:pt x="1029" y="77555"/>
                  <a:pt x="0" y="70138"/>
                  <a:pt x="0" y="61745"/>
                </a:cubicBezTo>
                <a:cubicBezTo>
                  <a:pt x="0" y="53138"/>
                  <a:pt x="1109" y="45467"/>
                  <a:pt x="3328" y="38731"/>
                </a:cubicBezTo>
                <a:cubicBezTo>
                  <a:pt x="5546" y="31995"/>
                  <a:pt x="8660" y="26288"/>
                  <a:pt x="12670" y="21611"/>
                </a:cubicBezTo>
                <a:cubicBezTo>
                  <a:pt x="16679" y="16933"/>
                  <a:pt x="21477" y="13365"/>
                  <a:pt x="27063" y="10906"/>
                </a:cubicBezTo>
                <a:cubicBezTo>
                  <a:pt x="32650" y="8446"/>
                  <a:pt x="38838" y="7217"/>
                  <a:pt x="45627" y="7217"/>
                </a:cubicBezTo>
                <a:cubicBezTo>
                  <a:pt x="48621" y="7217"/>
                  <a:pt x="51534" y="7500"/>
                  <a:pt x="54367" y="8066"/>
                </a:cubicBezTo>
                <a:cubicBezTo>
                  <a:pt x="57201" y="8633"/>
                  <a:pt x="59820" y="9347"/>
                  <a:pt x="62226" y="10209"/>
                </a:cubicBezTo>
                <a:cubicBezTo>
                  <a:pt x="64631" y="11071"/>
                  <a:pt x="66770" y="12068"/>
                  <a:pt x="68641" y="13201"/>
                </a:cubicBezTo>
                <a:cubicBezTo>
                  <a:pt x="70512" y="14332"/>
                  <a:pt x="71808" y="15262"/>
                  <a:pt x="72530" y="15990"/>
                </a:cubicBezTo>
                <a:cubicBezTo>
                  <a:pt x="73252" y="16717"/>
                  <a:pt x="73719" y="17267"/>
                  <a:pt x="73933" y="17641"/>
                </a:cubicBezTo>
                <a:cubicBezTo>
                  <a:pt x="74147" y="18016"/>
                  <a:pt x="74321" y="18457"/>
                  <a:pt x="74454" y="18964"/>
                </a:cubicBezTo>
                <a:cubicBezTo>
                  <a:pt x="74588" y="19472"/>
                  <a:pt x="74695" y="20074"/>
                  <a:pt x="74775" y="20769"/>
                </a:cubicBezTo>
                <a:cubicBezTo>
                  <a:pt x="74855" y="21464"/>
                  <a:pt x="74896" y="22292"/>
                  <a:pt x="74896" y="23255"/>
                </a:cubicBezTo>
                <a:cubicBezTo>
                  <a:pt x="74896" y="24324"/>
                  <a:pt x="74842" y="25232"/>
                  <a:pt x="74735" y="25981"/>
                </a:cubicBezTo>
                <a:cubicBezTo>
                  <a:pt x="74628" y="26729"/>
                  <a:pt x="74468" y="27357"/>
                  <a:pt x="74254" y="27865"/>
                </a:cubicBezTo>
                <a:cubicBezTo>
                  <a:pt x="74040" y="28373"/>
                  <a:pt x="73786" y="28747"/>
                  <a:pt x="73492" y="28988"/>
                </a:cubicBezTo>
                <a:cubicBezTo>
                  <a:pt x="73198" y="29228"/>
                  <a:pt x="72837" y="29349"/>
                  <a:pt x="72410" y="29349"/>
                </a:cubicBezTo>
                <a:cubicBezTo>
                  <a:pt x="71661" y="29349"/>
                  <a:pt x="70619" y="28823"/>
                  <a:pt x="69282" y="27773"/>
                </a:cubicBezTo>
                <a:cubicBezTo>
                  <a:pt x="67946" y="26722"/>
                  <a:pt x="66222" y="25563"/>
                  <a:pt x="64110" y="24297"/>
                </a:cubicBezTo>
                <a:cubicBezTo>
                  <a:pt x="61999" y="23031"/>
                  <a:pt x="59433" y="21872"/>
                  <a:pt x="56412" y="20821"/>
                </a:cubicBezTo>
                <a:cubicBezTo>
                  <a:pt x="53392" y="19771"/>
                  <a:pt x="49770" y="19245"/>
                  <a:pt x="45547" y="19245"/>
                </a:cubicBezTo>
                <a:cubicBezTo>
                  <a:pt x="40949" y="19245"/>
                  <a:pt x="36766" y="20167"/>
                  <a:pt x="32997" y="22012"/>
                </a:cubicBezTo>
                <a:cubicBezTo>
                  <a:pt x="29229" y="23856"/>
                  <a:pt x="26008" y="26569"/>
                  <a:pt x="23335" y="30151"/>
                </a:cubicBezTo>
                <a:cubicBezTo>
                  <a:pt x="20662" y="33732"/>
                  <a:pt x="18590" y="38103"/>
                  <a:pt x="17120" y="43261"/>
                </a:cubicBezTo>
                <a:cubicBezTo>
                  <a:pt x="15650" y="48420"/>
                  <a:pt x="14915" y="54314"/>
                  <a:pt x="14915" y="60943"/>
                </a:cubicBezTo>
                <a:cubicBezTo>
                  <a:pt x="14915" y="67518"/>
                  <a:pt x="15623" y="73332"/>
                  <a:pt x="17040" y="78384"/>
                </a:cubicBezTo>
                <a:cubicBezTo>
                  <a:pt x="18457" y="83436"/>
                  <a:pt x="20488" y="87659"/>
                  <a:pt x="23134" y="91053"/>
                </a:cubicBezTo>
                <a:cubicBezTo>
                  <a:pt x="25780" y="94448"/>
                  <a:pt x="29028" y="97014"/>
                  <a:pt x="32877" y="98751"/>
                </a:cubicBezTo>
                <a:cubicBezTo>
                  <a:pt x="36726" y="100489"/>
                  <a:pt x="41083" y="101358"/>
                  <a:pt x="45948" y="101358"/>
                </a:cubicBezTo>
                <a:cubicBezTo>
                  <a:pt x="50064" y="101358"/>
                  <a:pt x="53659" y="100846"/>
                  <a:pt x="56733" y="99821"/>
                </a:cubicBezTo>
                <a:cubicBezTo>
                  <a:pt x="59807" y="98797"/>
                  <a:pt x="62426" y="97652"/>
                  <a:pt x="64591" y="96386"/>
                </a:cubicBezTo>
                <a:cubicBezTo>
                  <a:pt x="66756" y="95120"/>
                  <a:pt x="68534" y="93974"/>
                  <a:pt x="69924" y="92950"/>
                </a:cubicBezTo>
                <a:cubicBezTo>
                  <a:pt x="71314" y="91926"/>
                  <a:pt x="72410" y="91414"/>
                  <a:pt x="73212" y="91414"/>
                </a:cubicBezTo>
                <a:cubicBezTo>
                  <a:pt x="73586" y="91414"/>
                  <a:pt x="73907" y="91494"/>
                  <a:pt x="74174" y="91655"/>
                </a:cubicBezTo>
                <a:cubicBezTo>
                  <a:pt x="74441" y="91815"/>
                  <a:pt x="74655" y="92123"/>
                  <a:pt x="74815" y="92577"/>
                </a:cubicBezTo>
                <a:cubicBezTo>
                  <a:pt x="74976" y="93031"/>
                  <a:pt x="75096" y="93660"/>
                  <a:pt x="75176" y="94461"/>
                </a:cubicBezTo>
                <a:cubicBezTo>
                  <a:pt x="75256" y="95263"/>
                  <a:pt x="75296" y="96279"/>
                  <a:pt x="75296" y="97509"/>
                </a:cubicBezTo>
                <a:close/>
                <a:moveTo>
                  <a:pt x="131902" y="42820"/>
                </a:moveTo>
                <a:cubicBezTo>
                  <a:pt x="131902" y="43996"/>
                  <a:pt x="131875" y="44985"/>
                  <a:pt x="131822" y="45787"/>
                </a:cubicBezTo>
                <a:cubicBezTo>
                  <a:pt x="131768" y="46589"/>
                  <a:pt x="131661" y="47217"/>
                  <a:pt x="131501" y="47672"/>
                </a:cubicBezTo>
                <a:cubicBezTo>
                  <a:pt x="131341" y="48126"/>
                  <a:pt x="131140" y="48474"/>
                  <a:pt x="130900" y="48714"/>
                </a:cubicBezTo>
                <a:cubicBezTo>
                  <a:pt x="130659" y="48955"/>
                  <a:pt x="130325" y="49075"/>
                  <a:pt x="129897" y="49075"/>
                </a:cubicBezTo>
                <a:cubicBezTo>
                  <a:pt x="129470" y="49075"/>
                  <a:pt x="128948" y="48955"/>
                  <a:pt x="128334" y="48714"/>
                </a:cubicBezTo>
                <a:cubicBezTo>
                  <a:pt x="127719" y="48474"/>
                  <a:pt x="127024" y="48233"/>
                  <a:pt x="126249" y="47992"/>
                </a:cubicBezTo>
                <a:cubicBezTo>
                  <a:pt x="125474" y="47752"/>
                  <a:pt x="124605" y="47525"/>
                  <a:pt x="123643" y="47311"/>
                </a:cubicBezTo>
                <a:cubicBezTo>
                  <a:pt x="122680" y="47097"/>
                  <a:pt x="121638" y="46990"/>
                  <a:pt x="120515" y="46990"/>
                </a:cubicBezTo>
                <a:cubicBezTo>
                  <a:pt x="119179" y="46990"/>
                  <a:pt x="117869" y="47257"/>
                  <a:pt x="116586" y="47792"/>
                </a:cubicBezTo>
                <a:cubicBezTo>
                  <a:pt x="115303" y="48327"/>
                  <a:pt x="113953" y="49209"/>
                  <a:pt x="112537" y="50438"/>
                </a:cubicBezTo>
                <a:cubicBezTo>
                  <a:pt x="111120" y="51668"/>
                  <a:pt x="109637" y="53298"/>
                  <a:pt x="108086" y="55330"/>
                </a:cubicBezTo>
                <a:cubicBezTo>
                  <a:pt x="106536" y="57361"/>
                  <a:pt x="104825" y="59847"/>
                  <a:pt x="102954" y="62787"/>
                </a:cubicBezTo>
                <a:lnTo>
                  <a:pt x="102954" y="110258"/>
                </a:lnTo>
                <a:cubicBezTo>
                  <a:pt x="102954" y="110686"/>
                  <a:pt x="102847" y="111047"/>
                  <a:pt x="102633" y="111341"/>
                </a:cubicBezTo>
                <a:cubicBezTo>
                  <a:pt x="102420" y="111635"/>
                  <a:pt x="102072" y="111889"/>
                  <a:pt x="101591" y="112103"/>
                </a:cubicBezTo>
                <a:cubicBezTo>
                  <a:pt x="101110" y="112317"/>
                  <a:pt x="100442" y="112477"/>
                  <a:pt x="99586" y="112584"/>
                </a:cubicBezTo>
                <a:cubicBezTo>
                  <a:pt x="98731" y="112691"/>
                  <a:pt x="97635" y="112744"/>
                  <a:pt x="96299" y="112744"/>
                </a:cubicBezTo>
                <a:cubicBezTo>
                  <a:pt x="95016" y="112744"/>
                  <a:pt x="93946" y="112691"/>
                  <a:pt x="93091" y="112584"/>
                </a:cubicBezTo>
                <a:cubicBezTo>
                  <a:pt x="92236" y="112477"/>
                  <a:pt x="91554" y="112317"/>
                  <a:pt x="91046" y="112103"/>
                </a:cubicBezTo>
                <a:cubicBezTo>
                  <a:pt x="90538" y="111889"/>
                  <a:pt x="90191" y="111635"/>
                  <a:pt x="90004" y="111341"/>
                </a:cubicBezTo>
                <a:cubicBezTo>
                  <a:pt x="89817" y="111047"/>
                  <a:pt x="89723" y="110686"/>
                  <a:pt x="89723" y="110258"/>
                </a:cubicBezTo>
                <a:lnTo>
                  <a:pt x="89723" y="38089"/>
                </a:lnTo>
                <a:cubicBezTo>
                  <a:pt x="89723" y="37662"/>
                  <a:pt x="89803" y="37301"/>
                  <a:pt x="89964" y="37007"/>
                </a:cubicBezTo>
                <a:cubicBezTo>
                  <a:pt x="90124" y="36713"/>
                  <a:pt x="90445" y="36445"/>
                  <a:pt x="90926" y="36205"/>
                </a:cubicBezTo>
                <a:cubicBezTo>
                  <a:pt x="91407" y="35964"/>
                  <a:pt x="92022" y="35804"/>
                  <a:pt x="92770" y="35724"/>
                </a:cubicBezTo>
                <a:cubicBezTo>
                  <a:pt x="93519" y="35644"/>
                  <a:pt x="94508" y="35603"/>
                  <a:pt x="95737" y="35603"/>
                </a:cubicBezTo>
                <a:cubicBezTo>
                  <a:pt x="96913" y="35603"/>
                  <a:pt x="97889" y="35644"/>
                  <a:pt x="98664" y="35724"/>
                </a:cubicBezTo>
                <a:cubicBezTo>
                  <a:pt x="99439" y="35804"/>
                  <a:pt x="100041" y="35964"/>
                  <a:pt x="100468" y="36205"/>
                </a:cubicBezTo>
                <a:cubicBezTo>
                  <a:pt x="100896" y="36445"/>
                  <a:pt x="101203" y="36713"/>
                  <a:pt x="101391" y="37007"/>
                </a:cubicBezTo>
                <a:cubicBezTo>
                  <a:pt x="101578" y="37301"/>
                  <a:pt x="101671" y="37662"/>
                  <a:pt x="101671" y="38089"/>
                </a:cubicBezTo>
                <a:lnTo>
                  <a:pt x="101671" y="48594"/>
                </a:lnTo>
                <a:cubicBezTo>
                  <a:pt x="103649" y="45707"/>
                  <a:pt x="105507" y="43355"/>
                  <a:pt x="107244" y="41537"/>
                </a:cubicBezTo>
                <a:cubicBezTo>
                  <a:pt x="108982" y="39720"/>
                  <a:pt x="110626" y="38290"/>
                  <a:pt x="112176" y="37247"/>
                </a:cubicBezTo>
                <a:cubicBezTo>
                  <a:pt x="113726" y="36205"/>
                  <a:pt x="115263" y="35483"/>
                  <a:pt x="116787" y="35082"/>
                </a:cubicBezTo>
                <a:cubicBezTo>
                  <a:pt x="118310" y="34681"/>
                  <a:pt x="119847" y="34481"/>
                  <a:pt x="121397" y="34481"/>
                </a:cubicBezTo>
                <a:cubicBezTo>
                  <a:pt x="122092" y="34481"/>
                  <a:pt x="122881" y="34521"/>
                  <a:pt x="123763" y="34601"/>
                </a:cubicBezTo>
                <a:cubicBezTo>
                  <a:pt x="124645" y="34681"/>
                  <a:pt x="125567" y="34828"/>
                  <a:pt x="126529" y="35042"/>
                </a:cubicBezTo>
                <a:cubicBezTo>
                  <a:pt x="127492" y="35256"/>
                  <a:pt x="128360" y="35497"/>
                  <a:pt x="129136" y="35764"/>
                </a:cubicBezTo>
                <a:cubicBezTo>
                  <a:pt x="129911" y="36031"/>
                  <a:pt x="130459" y="36298"/>
                  <a:pt x="130779" y="36566"/>
                </a:cubicBezTo>
                <a:cubicBezTo>
                  <a:pt x="131100" y="36833"/>
                  <a:pt x="131314" y="37087"/>
                  <a:pt x="131421" y="37327"/>
                </a:cubicBezTo>
                <a:cubicBezTo>
                  <a:pt x="131528" y="37568"/>
                  <a:pt x="131621" y="37875"/>
                  <a:pt x="131702" y="38250"/>
                </a:cubicBezTo>
                <a:cubicBezTo>
                  <a:pt x="131782" y="38624"/>
                  <a:pt x="131835" y="39172"/>
                  <a:pt x="131862" y="39893"/>
                </a:cubicBezTo>
                <a:cubicBezTo>
                  <a:pt x="131889" y="40615"/>
                  <a:pt x="131902" y="41591"/>
                  <a:pt x="131902" y="42820"/>
                </a:cubicBezTo>
                <a:close/>
                <a:moveTo>
                  <a:pt x="205994" y="71047"/>
                </a:moveTo>
                <a:cubicBezTo>
                  <a:pt x="205994" y="73131"/>
                  <a:pt x="205473" y="74615"/>
                  <a:pt x="204431" y="75497"/>
                </a:cubicBezTo>
                <a:cubicBezTo>
                  <a:pt x="203388" y="76379"/>
                  <a:pt x="202199" y="76820"/>
                  <a:pt x="200862" y="76820"/>
                </a:cubicBezTo>
                <a:lnTo>
                  <a:pt x="153552" y="76820"/>
                </a:lnTo>
                <a:cubicBezTo>
                  <a:pt x="153552" y="80841"/>
                  <a:pt x="153952" y="84460"/>
                  <a:pt x="154754" y="87678"/>
                </a:cubicBezTo>
                <a:cubicBezTo>
                  <a:pt x="155556" y="90896"/>
                  <a:pt x="156893" y="93657"/>
                  <a:pt x="158764" y="95962"/>
                </a:cubicBezTo>
                <a:cubicBezTo>
                  <a:pt x="160635" y="98268"/>
                  <a:pt x="163067" y="100038"/>
                  <a:pt x="166061" y="101272"/>
                </a:cubicBezTo>
                <a:cubicBezTo>
                  <a:pt x="169055" y="102505"/>
                  <a:pt x="172716" y="103122"/>
                  <a:pt x="177047" y="103122"/>
                </a:cubicBezTo>
                <a:cubicBezTo>
                  <a:pt x="180468" y="103122"/>
                  <a:pt x="183515" y="102841"/>
                  <a:pt x="186188" y="102280"/>
                </a:cubicBezTo>
                <a:cubicBezTo>
                  <a:pt x="188861" y="101718"/>
                  <a:pt x="191173" y="101090"/>
                  <a:pt x="193124" y="100395"/>
                </a:cubicBezTo>
                <a:cubicBezTo>
                  <a:pt x="195076" y="99700"/>
                  <a:pt x="196679" y="99072"/>
                  <a:pt x="197936" y="98511"/>
                </a:cubicBezTo>
                <a:cubicBezTo>
                  <a:pt x="199192" y="97950"/>
                  <a:pt x="200141" y="97669"/>
                  <a:pt x="200782" y="97669"/>
                </a:cubicBezTo>
                <a:cubicBezTo>
                  <a:pt x="201156" y="97669"/>
                  <a:pt x="201491" y="97762"/>
                  <a:pt x="201785" y="97950"/>
                </a:cubicBezTo>
                <a:cubicBezTo>
                  <a:pt x="202079" y="98137"/>
                  <a:pt x="202306" y="98417"/>
                  <a:pt x="202466" y="98792"/>
                </a:cubicBezTo>
                <a:cubicBezTo>
                  <a:pt x="202627" y="99166"/>
                  <a:pt x="202747" y="99687"/>
                  <a:pt x="202827" y="100355"/>
                </a:cubicBezTo>
                <a:cubicBezTo>
                  <a:pt x="202907" y="101023"/>
                  <a:pt x="202947" y="101839"/>
                  <a:pt x="202947" y="102801"/>
                </a:cubicBezTo>
                <a:cubicBezTo>
                  <a:pt x="202947" y="103496"/>
                  <a:pt x="202921" y="104097"/>
                  <a:pt x="202867" y="104605"/>
                </a:cubicBezTo>
                <a:cubicBezTo>
                  <a:pt x="202814" y="105113"/>
                  <a:pt x="202747" y="105567"/>
                  <a:pt x="202667" y="105968"/>
                </a:cubicBezTo>
                <a:cubicBezTo>
                  <a:pt x="202586" y="106369"/>
                  <a:pt x="202453" y="106730"/>
                  <a:pt x="202266" y="107051"/>
                </a:cubicBezTo>
                <a:cubicBezTo>
                  <a:pt x="202079" y="107372"/>
                  <a:pt x="201838" y="107679"/>
                  <a:pt x="201544" y="107973"/>
                </a:cubicBezTo>
                <a:cubicBezTo>
                  <a:pt x="201250" y="108267"/>
                  <a:pt x="200381" y="108748"/>
                  <a:pt x="198938" y="109416"/>
                </a:cubicBezTo>
                <a:cubicBezTo>
                  <a:pt x="197495" y="110085"/>
                  <a:pt x="195623" y="110740"/>
                  <a:pt x="193325" y="111381"/>
                </a:cubicBezTo>
                <a:cubicBezTo>
                  <a:pt x="191026" y="112023"/>
                  <a:pt x="188366" y="112597"/>
                  <a:pt x="185346" y="113105"/>
                </a:cubicBezTo>
                <a:cubicBezTo>
                  <a:pt x="182326" y="113613"/>
                  <a:pt x="179105" y="113867"/>
                  <a:pt x="175683" y="113867"/>
                </a:cubicBezTo>
                <a:cubicBezTo>
                  <a:pt x="169750" y="113867"/>
                  <a:pt x="164551" y="113037"/>
                  <a:pt x="160087" y="111379"/>
                </a:cubicBezTo>
                <a:cubicBezTo>
                  <a:pt x="155623" y="109720"/>
                  <a:pt x="151868" y="107258"/>
                  <a:pt x="148820" y="103994"/>
                </a:cubicBezTo>
                <a:cubicBezTo>
                  <a:pt x="145773" y="100729"/>
                  <a:pt x="143475" y="96636"/>
                  <a:pt x="141924" y="91712"/>
                </a:cubicBezTo>
                <a:cubicBezTo>
                  <a:pt x="140374" y="86789"/>
                  <a:pt x="139599" y="81063"/>
                  <a:pt x="139599" y="74535"/>
                </a:cubicBezTo>
                <a:cubicBezTo>
                  <a:pt x="139599" y="68327"/>
                  <a:pt x="140401" y="62748"/>
                  <a:pt x="142004" y="57798"/>
                </a:cubicBezTo>
                <a:cubicBezTo>
                  <a:pt x="143608" y="52848"/>
                  <a:pt x="145920" y="48647"/>
                  <a:pt x="148941" y="45196"/>
                </a:cubicBezTo>
                <a:cubicBezTo>
                  <a:pt x="151961" y="41745"/>
                  <a:pt x="155610" y="39096"/>
                  <a:pt x="159886" y="37250"/>
                </a:cubicBezTo>
                <a:cubicBezTo>
                  <a:pt x="164163" y="35404"/>
                  <a:pt x="168948" y="34481"/>
                  <a:pt x="174240" y="34481"/>
                </a:cubicBezTo>
                <a:cubicBezTo>
                  <a:pt x="179907" y="34481"/>
                  <a:pt x="184731" y="35390"/>
                  <a:pt x="188714" y="37207"/>
                </a:cubicBezTo>
                <a:cubicBezTo>
                  <a:pt x="192697" y="39025"/>
                  <a:pt x="195971" y="41471"/>
                  <a:pt x="198537" y="44544"/>
                </a:cubicBezTo>
                <a:cubicBezTo>
                  <a:pt x="201103" y="47618"/>
                  <a:pt x="202987" y="51227"/>
                  <a:pt x="204190" y="55370"/>
                </a:cubicBezTo>
                <a:cubicBezTo>
                  <a:pt x="205393" y="59513"/>
                  <a:pt x="205994" y="63937"/>
                  <a:pt x="205994" y="68641"/>
                </a:cubicBezTo>
                <a:lnTo>
                  <a:pt x="205994" y="71047"/>
                </a:lnTo>
                <a:moveTo>
                  <a:pt x="192683" y="67117"/>
                </a:moveTo>
                <a:cubicBezTo>
                  <a:pt x="192844" y="60168"/>
                  <a:pt x="191307" y="54715"/>
                  <a:pt x="188072" y="50759"/>
                </a:cubicBezTo>
                <a:cubicBezTo>
                  <a:pt x="184838" y="46803"/>
                  <a:pt x="180040" y="44825"/>
                  <a:pt x="173679" y="44825"/>
                </a:cubicBezTo>
                <a:cubicBezTo>
                  <a:pt x="170418" y="44825"/>
                  <a:pt x="167558" y="45440"/>
                  <a:pt x="165099" y="46669"/>
                </a:cubicBezTo>
                <a:cubicBezTo>
                  <a:pt x="162640" y="47899"/>
                  <a:pt x="160581" y="49529"/>
                  <a:pt x="158924" y="51561"/>
                </a:cubicBezTo>
                <a:cubicBezTo>
                  <a:pt x="157267" y="53592"/>
                  <a:pt x="155984" y="55958"/>
                  <a:pt x="155075" y="58657"/>
                </a:cubicBezTo>
                <a:cubicBezTo>
                  <a:pt x="154166" y="61357"/>
                  <a:pt x="153658" y="64177"/>
                  <a:pt x="153552" y="67117"/>
                </a:cubicBezTo>
                <a:lnTo>
                  <a:pt x="192683" y="67117"/>
                </a:lnTo>
                <a:close/>
                <a:moveTo>
                  <a:pt x="277770" y="110339"/>
                </a:moveTo>
                <a:cubicBezTo>
                  <a:pt x="277770" y="110980"/>
                  <a:pt x="277556" y="111461"/>
                  <a:pt x="277128" y="111782"/>
                </a:cubicBezTo>
                <a:cubicBezTo>
                  <a:pt x="276701" y="112103"/>
                  <a:pt x="276113" y="112343"/>
                  <a:pt x="275364" y="112504"/>
                </a:cubicBezTo>
                <a:cubicBezTo>
                  <a:pt x="274616" y="112664"/>
                  <a:pt x="273520" y="112744"/>
                  <a:pt x="272076" y="112744"/>
                </a:cubicBezTo>
                <a:cubicBezTo>
                  <a:pt x="270686" y="112744"/>
                  <a:pt x="269577" y="112664"/>
                  <a:pt x="268749" y="112504"/>
                </a:cubicBezTo>
                <a:cubicBezTo>
                  <a:pt x="267920" y="112343"/>
                  <a:pt x="267319" y="112103"/>
                  <a:pt x="266944" y="111782"/>
                </a:cubicBezTo>
                <a:cubicBezTo>
                  <a:pt x="266570" y="111461"/>
                  <a:pt x="266383" y="110980"/>
                  <a:pt x="266383" y="110339"/>
                </a:cubicBezTo>
                <a:lnTo>
                  <a:pt x="266383" y="103122"/>
                </a:lnTo>
                <a:cubicBezTo>
                  <a:pt x="263229" y="106490"/>
                  <a:pt x="259714" y="109122"/>
                  <a:pt x="255838" y="111020"/>
                </a:cubicBezTo>
                <a:cubicBezTo>
                  <a:pt x="251963" y="112918"/>
                  <a:pt x="247860" y="113867"/>
                  <a:pt x="243529" y="113867"/>
                </a:cubicBezTo>
                <a:cubicBezTo>
                  <a:pt x="239734" y="113867"/>
                  <a:pt x="236299" y="113371"/>
                  <a:pt x="233225" y="112378"/>
                </a:cubicBezTo>
                <a:cubicBezTo>
                  <a:pt x="230151" y="111386"/>
                  <a:pt x="227532" y="109951"/>
                  <a:pt x="225367" y="108073"/>
                </a:cubicBezTo>
                <a:cubicBezTo>
                  <a:pt x="223202" y="106196"/>
                  <a:pt x="221518" y="103889"/>
                  <a:pt x="220315" y="101155"/>
                </a:cubicBezTo>
                <a:cubicBezTo>
                  <a:pt x="219112" y="98418"/>
                  <a:pt x="218511" y="95306"/>
                  <a:pt x="218511" y="91818"/>
                </a:cubicBezTo>
                <a:cubicBezTo>
                  <a:pt x="218511" y="87741"/>
                  <a:pt x="219339" y="84202"/>
                  <a:pt x="220997" y="81198"/>
                </a:cubicBezTo>
                <a:cubicBezTo>
                  <a:pt x="222654" y="78192"/>
                  <a:pt x="225033" y="75697"/>
                  <a:pt x="228133" y="73713"/>
                </a:cubicBezTo>
                <a:cubicBezTo>
                  <a:pt x="231234" y="71728"/>
                  <a:pt x="235030" y="70240"/>
                  <a:pt x="239520" y="69247"/>
                </a:cubicBezTo>
                <a:cubicBezTo>
                  <a:pt x="244011" y="68255"/>
                  <a:pt x="249062" y="67759"/>
                  <a:pt x="254676" y="67759"/>
                </a:cubicBezTo>
                <a:lnTo>
                  <a:pt x="264619" y="67759"/>
                </a:lnTo>
                <a:lnTo>
                  <a:pt x="264619" y="62166"/>
                </a:lnTo>
                <a:cubicBezTo>
                  <a:pt x="264619" y="59396"/>
                  <a:pt x="264325" y="56946"/>
                  <a:pt x="263737" y="54816"/>
                </a:cubicBezTo>
                <a:cubicBezTo>
                  <a:pt x="263149" y="52684"/>
                  <a:pt x="262200" y="50913"/>
                  <a:pt x="260890" y="49501"/>
                </a:cubicBezTo>
                <a:cubicBezTo>
                  <a:pt x="259580" y="48089"/>
                  <a:pt x="257883" y="47024"/>
                  <a:pt x="255798" y="46306"/>
                </a:cubicBezTo>
                <a:cubicBezTo>
                  <a:pt x="253713" y="45586"/>
                  <a:pt x="251147" y="45226"/>
                  <a:pt x="248100" y="45226"/>
                </a:cubicBezTo>
                <a:cubicBezTo>
                  <a:pt x="244839" y="45226"/>
                  <a:pt x="241912" y="45609"/>
                  <a:pt x="239320" y="46376"/>
                </a:cubicBezTo>
                <a:cubicBezTo>
                  <a:pt x="236727" y="47143"/>
                  <a:pt x="234455" y="47989"/>
                  <a:pt x="232504" y="48915"/>
                </a:cubicBezTo>
                <a:cubicBezTo>
                  <a:pt x="230552" y="49840"/>
                  <a:pt x="228922" y="50686"/>
                  <a:pt x="227612" y="51453"/>
                </a:cubicBezTo>
                <a:cubicBezTo>
                  <a:pt x="226302" y="52220"/>
                  <a:pt x="225327" y="52603"/>
                  <a:pt x="224685" y="52603"/>
                </a:cubicBezTo>
                <a:cubicBezTo>
                  <a:pt x="224258" y="52603"/>
                  <a:pt x="223883" y="52496"/>
                  <a:pt x="223563" y="52283"/>
                </a:cubicBezTo>
                <a:cubicBezTo>
                  <a:pt x="223242" y="52069"/>
                  <a:pt x="222961" y="51748"/>
                  <a:pt x="222721" y="51320"/>
                </a:cubicBezTo>
                <a:cubicBezTo>
                  <a:pt x="222480" y="50893"/>
                  <a:pt x="222306" y="50345"/>
                  <a:pt x="222199" y="49676"/>
                </a:cubicBezTo>
                <a:cubicBezTo>
                  <a:pt x="222093" y="49008"/>
                  <a:pt x="222039" y="48273"/>
                  <a:pt x="222039" y="47471"/>
                </a:cubicBezTo>
                <a:cubicBezTo>
                  <a:pt x="222039" y="46135"/>
                  <a:pt x="222133" y="45079"/>
                  <a:pt x="222320" y="44304"/>
                </a:cubicBezTo>
                <a:cubicBezTo>
                  <a:pt x="222507" y="43529"/>
                  <a:pt x="222961" y="42794"/>
                  <a:pt x="223683" y="42099"/>
                </a:cubicBezTo>
                <a:cubicBezTo>
                  <a:pt x="224405" y="41404"/>
                  <a:pt x="225648" y="40594"/>
                  <a:pt x="227412" y="39670"/>
                </a:cubicBezTo>
                <a:cubicBezTo>
                  <a:pt x="229176" y="38745"/>
                  <a:pt x="231207" y="37900"/>
                  <a:pt x="233506" y="37135"/>
                </a:cubicBezTo>
                <a:cubicBezTo>
                  <a:pt x="235805" y="36369"/>
                  <a:pt x="238317" y="35736"/>
                  <a:pt x="241044" y="35235"/>
                </a:cubicBezTo>
                <a:cubicBezTo>
                  <a:pt x="243770" y="34732"/>
                  <a:pt x="246523" y="34481"/>
                  <a:pt x="249303" y="34481"/>
                </a:cubicBezTo>
                <a:cubicBezTo>
                  <a:pt x="254489" y="34481"/>
                  <a:pt x="258899" y="35069"/>
                  <a:pt x="262534" y="36245"/>
                </a:cubicBezTo>
                <a:cubicBezTo>
                  <a:pt x="266169" y="37421"/>
                  <a:pt x="269109" y="39145"/>
                  <a:pt x="271355" y="41417"/>
                </a:cubicBezTo>
                <a:cubicBezTo>
                  <a:pt x="273600" y="43689"/>
                  <a:pt x="275230" y="46509"/>
                  <a:pt x="276246" y="49877"/>
                </a:cubicBezTo>
                <a:cubicBezTo>
                  <a:pt x="277262" y="53245"/>
                  <a:pt x="277770" y="57174"/>
                  <a:pt x="277770" y="61665"/>
                </a:cubicBezTo>
                <a:lnTo>
                  <a:pt x="277770" y="110339"/>
                </a:lnTo>
                <a:moveTo>
                  <a:pt x="264619" y="77301"/>
                </a:moveTo>
                <a:lnTo>
                  <a:pt x="253312" y="77301"/>
                </a:lnTo>
                <a:cubicBezTo>
                  <a:pt x="249677" y="77301"/>
                  <a:pt x="246523" y="77611"/>
                  <a:pt x="243850" y="78231"/>
                </a:cubicBezTo>
                <a:cubicBezTo>
                  <a:pt x="241177" y="78849"/>
                  <a:pt x="238959" y="79763"/>
                  <a:pt x="237195" y="80972"/>
                </a:cubicBezTo>
                <a:cubicBezTo>
                  <a:pt x="235431" y="82182"/>
                  <a:pt x="234134" y="83634"/>
                  <a:pt x="233306" y="85330"/>
                </a:cubicBezTo>
                <a:cubicBezTo>
                  <a:pt x="232477" y="87024"/>
                  <a:pt x="232063" y="88974"/>
                  <a:pt x="232063" y="91179"/>
                </a:cubicBezTo>
                <a:cubicBezTo>
                  <a:pt x="232063" y="94944"/>
                  <a:pt x="233252" y="97943"/>
                  <a:pt x="235631" y="100175"/>
                </a:cubicBezTo>
                <a:cubicBezTo>
                  <a:pt x="238010" y="102407"/>
                  <a:pt x="241338" y="103523"/>
                  <a:pt x="245614" y="103523"/>
                </a:cubicBezTo>
                <a:cubicBezTo>
                  <a:pt x="249089" y="103523"/>
                  <a:pt x="252310" y="102636"/>
                  <a:pt x="255277" y="100861"/>
                </a:cubicBezTo>
                <a:cubicBezTo>
                  <a:pt x="258244" y="99086"/>
                  <a:pt x="261358" y="96369"/>
                  <a:pt x="264619" y="92712"/>
                </a:cubicBezTo>
                <a:lnTo>
                  <a:pt x="264619" y="77301"/>
                </a:lnTo>
                <a:close/>
                <a:moveTo>
                  <a:pt x="339594" y="105046"/>
                </a:moveTo>
                <a:cubicBezTo>
                  <a:pt x="339594" y="106596"/>
                  <a:pt x="339487" y="107826"/>
                  <a:pt x="339273" y="108735"/>
                </a:cubicBezTo>
                <a:cubicBezTo>
                  <a:pt x="339059" y="109644"/>
                  <a:pt x="338739" y="110312"/>
                  <a:pt x="338311" y="110740"/>
                </a:cubicBezTo>
                <a:cubicBezTo>
                  <a:pt x="337883" y="111167"/>
                  <a:pt x="337242" y="111568"/>
                  <a:pt x="336386" y="111942"/>
                </a:cubicBezTo>
                <a:cubicBezTo>
                  <a:pt x="335531" y="112317"/>
                  <a:pt x="334555" y="112624"/>
                  <a:pt x="333460" y="112865"/>
                </a:cubicBezTo>
                <a:cubicBezTo>
                  <a:pt x="332364" y="113105"/>
                  <a:pt x="331201" y="113306"/>
                  <a:pt x="329971" y="113466"/>
                </a:cubicBezTo>
                <a:cubicBezTo>
                  <a:pt x="328742" y="113626"/>
                  <a:pt x="327512" y="113706"/>
                  <a:pt x="326283" y="113706"/>
                </a:cubicBezTo>
                <a:cubicBezTo>
                  <a:pt x="322541" y="113706"/>
                  <a:pt x="319333" y="113211"/>
                  <a:pt x="316660" y="112221"/>
                </a:cubicBezTo>
                <a:cubicBezTo>
                  <a:pt x="313987" y="111228"/>
                  <a:pt x="311795" y="109727"/>
                  <a:pt x="310085" y="107717"/>
                </a:cubicBezTo>
                <a:cubicBezTo>
                  <a:pt x="308374" y="105708"/>
                  <a:pt x="307131" y="103163"/>
                  <a:pt x="306356" y="100082"/>
                </a:cubicBezTo>
                <a:cubicBezTo>
                  <a:pt x="305581" y="97002"/>
                  <a:pt x="305193" y="93371"/>
                  <a:pt x="305193" y="89192"/>
                </a:cubicBezTo>
                <a:lnTo>
                  <a:pt x="305193" y="46910"/>
                </a:lnTo>
                <a:lnTo>
                  <a:pt x="295090" y="46910"/>
                </a:lnTo>
                <a:cubicBezTo>
                  <a:pt x="294288" y="46910"/>
                  <a:pt x="293646" y="46482"/>
                  <a:pt x="293165" y="45627"/>
                </a:cubicBezTo>
                <a:cubicBezTo>
                  <a:pt x="292684" y="44772"/>
                  <a:pt x="292443" y="43382"/>
                  <a:pt x="292443" y="41457"/>
                </a:cubicBezTo>
                <a:cubicBezTo>
                  <a:pt x="292443" y="40441"/>
                  <a:pt x="292510" y="39586"/>
                  <a:pt x="292644" y="38891"/>
                </a:cubicBezTo>
                <a:cubicBezTo>
                  <a:pt x="292778" y="38196"/>
                  <a:pt x="292951" y="37622"/>
                  <a:pt x="293165" y="37167"/>
                </a:cubicBezTo>
                <a:cubicBezTo>
                  <a:pt x="293379" y="36713"/>
                  <a:pt x="293660" y="36392"/>
                  <a:pt x="294007" y="36205"/>
                </a:cubicBezTo>
                <a:cubicBezTo>
                  <a:pt x="294355" y="36018"/>
                  <a:pt x="294742" y="35924"/>
                  <a:pt x="295170" y="35924"/>
                </a:cubicBezTo>
                <a:lnTo>
                  <a:pt x="305193" y="35924"/>
                </a:lnTo>
                <a:lnTo>
                  <a:pt x="305193" y="18764"/>
                </a:lnTo>
                <a:cubicBezTo>
                  <a:pt x="305193" y="18390"/>
                  <a:pt x="305287" y="18042"/>
                  <a:pt x="305474" y="17722"/>
                </a:cubicBezTo>
                <a:cubicBezTo>
                  <a:pt x="305661" y="17401"/>
                  <a:pt x="306009" y="17120"/>
                  <a:pt x="306516" y="16880"/>
                </a:cubicBezTo>
                <a:cubicBezTo>
                  <a:pt x="307024" y="16639"/>
                  <a:pt x="307706" y="16465"/>
                  <a:pt x="308561" y="16358"/>
                </a:cubicBezTo>
                <a:cubicBezTo>
                  <a:pt x="309417" y="16251"/>
                  <a:pt x="310486" y="16198"/>
                  <a:pt x="311769" y="16198"/>
                </a:cubicBezTo>
                <a:cubicBezTo>
                  <a:pt x="313105" y="16198"/>
                  <a:pt x="314201" y="16251"/>
                  <a:pt x="315056" y="16358"/>
                </a:cubicBezTo>
                <a:cubicBezTo>
                  <a:pt x="315912" y="16465"/>
                  <a:pt x="316580" y="16639"/>
                  <a:pt x="317061" y="16880"/>
                </a:cubicBezTo>
                <a:cubicBezTo>
                  <a:pt x="317542" y="17120"/>
                  <a:pt x="317890" y="17401"/>
                  <a:pt x="318104" y="17722"/>
                </a:cubicBezTo>
                <a:cubicBezTo>
                  <a:pt x="318317" y="18042"/>
                  <a:pt x="318424" y="18390"/>
                  <a:pt x="318424" y="18764"/>
                </a:cubicBezTo>
                <a:lnTo>
                  <a:pt x="318424" y="35924"/>
                </a:lnTo>
                <a:lnTo>
                  <a:pt x="336948" y="35924"/>
                </a:lnTo>
                <a:cubicBezTo>
                  <a:pt x="337375" y="35924"/>
                  <a:pt x="337750" y="36018"/>
                  <a:pt x="338070" y="36205"/>
                </a:cubicBezTo>
                <a:cubicBezTo>
                  <a:pt x="338391" y="36392"/>
                  <a:pt x="338672" y="36713"/>
                  <a:pt x="338912" y="37167"/>
                </a:cubicBezTo>
                <a:cubicBezTo>
                  <a:pt x="339153" y="37622"/>
                  <a:pt x="339327" y="38196"/>
                  <a:pt x="339434" y="38891"/>
                </a:cubicBezTo>
                <a:cubicBezTo>
                  <a:pt x="339540" y="39586"/>
                  <a:pt x="339594" y="40441"/>
                  <a:pt x="339594" y="41457"/>
                </a:cubicBezTo>
                <a:cubicBezTo>
                  <a:pt x="339594" y="43382"/>
                  <a:pt x="339353" y="44772"/>
                  <a:pt x="338872" y="45627"/>
                </a:cubicBezTo>
                <a:cubicBezTo>
                  <a:pt x="338391" y="46482"/>
                  <a:pt x="337750" y="46910"/>
                  <a:pt x="336948" y="46910"/>
                </a:cubicBezTo>
                <a:lnTo>
                  <a:pt x="318424" y="46910"/>
                </a:lnTo>
                <a:lnTo>
                  <a:pt x="318424" y="87282"/>
                </a:lnTo>
                <a:cubicBezTo>
                  <a:pt x="318424" y="92267"/>
                  <a:pt x="319159" y="96033"/>
                  <a:pt x="320629" y="98581"/>
                </a:cubicBezTo>
                <a:cubicBezTo>
                  <a:pt x="322100" y="101127"/>
                  <a:pt x="324732" y="102400"/>
                  <a:pt x="328528" y="102400"/>
                </a:cubicBezTo>
                <a:cubicBezTo>
                  <a:pt x="329758" y="102400"/>
                  <a:pt x="330853" y="102280"/>
                  <a:pt x="331816" y="102039"/>
                </a:cubicBezTo>
                <a:cubicBezTo>
                  <a:pt x="332778" y="101799"/>
                  <a:pt x="333633" y="101545"/>
                  <a:pt x="334382" y="101277"/>
                </a:cubicBezTo>
                <a:cubicBezTo>
                  <a:pt x="335130" y="101010"/>
                  <a:pt x="335772" y="100756"/>
                  <a:pt x="336306" y="100516"/>
                </a:cubicBezTo>
                <a:cubicBezTo>
                  <a:pt x="336841" y="100275"/>
                  <a:pt x="337322" y="100155"/>
                  <a:pt x="337750" y="100155"/>
                </a:cubicBezTo>
                <a:cubicBezTo>
                  <a:pt x="338017" y="100155"/>
                  <a:pt x="338271" y="100222"/>
                  <a:pt x="338511" y="100355"/>
                </a:cubicBezTo>
                <a:cubicBezTo>
                  <a:pt x="338752" y="100489"/>
                  <a:pt x="338939" y="100743"/>
                  <a:pt x="339073" y="101117"/>
                </a:cubicBezTo>
                <a:cubicBezTo>
                  <a:pt x="339206" y="101491"/>
                  <a:pt x="339327" y="101999"/>
                  <a:pt x="339434" y="102641"/>
                </a:cubicBezTo>
                <a:cubicBezTo>
                  <a:pt x="339540" y="103282"/>
                  <a:pt x="339594" y="104084"/>
                  <a:pt x="339594" y="105046"/>
                </a:cubicBezTo>
                <a:close/>
                <a:moveTo>
                  <a:pt x="418666" y="71047"/>
                </a:moveTo>
                <a:cubicBezTo>
                  <a:pt x="418666" y="73131"/>
                  <a:pt x="418144" y="74615"/>
                  <a:pt x="417102" y="75497"/>
                </a:cubicBezTo>
                <a:cubicBezTo>
                  <a:pt x="416060" y="76379"/>
                  <a:pt x="414870" y="76820"/>
                  <a:pt x="413534" y="76820"/>
                </a:cubicBezTo>
                <a:lnTo>
                  <a:pt x="366223" y="76820"/>
                </a:lnTo>
                <a:cubicBezTo>
                  <a:pt x="366223" y="80841"/>
                  <a:pt x="366624" y="84460"/>
                  <a:pt x="367426" y="87678"/>
                </a:cubicBezTo>
                <a:cubicBezTo>
                  <a:pt x="368227" y="90896"/>
                  <a:pt x="369564" y="93657"/>
                  <a:pt x="371435" y="95962"/>
                </a:cubicBezTo>
                <a:cubicBezTo>
                  <a:pt x="373306" y="98268"/>
                  <a:pt x="375738" y="100038"/>
                  <a:pt x="378732" y="101272"/>
                </a:cubicBezTo>
                <a:cubicBezTo>
                  <a:pt x="381726" y="102505"/>
                  <a:pt x="385388" y="103122"/>
                  <a:pt x="389718" y="103122"/>
                </a:cubicBezTo>
                <a:cubicBezTo>
                  <a:pt x="393139" y="103122"/>
                  <a:pt x="396186" y="102841"/>
                  <a:pt x="398859" y="102280"/>
                </a:cubicBezTo>
                <a:cubicBezTo>
                  <a:pt x="401532" y="101718"/>
                  <a:pt x="403844" y="101090"/>
                  <a:pt x="405796" y="100395"/>
                </a:cubicBezTo>
                <a:cubicBezTo>
                  <a:pt x="407747" y="99700"/>
                  <a:pt x="409351" y="99072"/>
                  <a:pt x="410607" y="98511"/>
                </a:cubicBezTo>
                <a:cubicBezTo>
                  <a:pt x="411863" y="97950"/>
                  <a:pt x="412812" y="97669"/>
                  <a:pt x="413453" y="97669"/>
                </a:cubicBezTo>
                <a:cubicBezTo>
                  <a:pt x="413828" y="97669"/>
                  <a:pt x="414162" y="97762"/>
                  <a:pt x="414456" y="97950"/>
                </a:cubicBezTo>
                <a:cubicBezTo>
                  <a:pt x="414750" y="98137"/>
                  <a:pt x="414977" y="98417"/>
                  <a:pt x="415137" y="98792"/>
                </a:cubicBezTo>
                <a:cubicBezTo>
                  <a:pt x="415298" y="99166"/>
                  <a:pt x="415418" y="99687"/>
                  <a:pt x="415498" y="100355"/>
                </a:cubicBezTo>
                <a:cubicBezTo>
                  <a:pt x="415578" y="101023"/>
                  <a:pt x="415619" y="101839"/>
                  <a:pt x="415619" y="102801"/>
                </a:cubicBezTo>
                <a:cubicBezTo>
                  <a:pt x="415619" y="103496"/>
                  <a:pt x="415592" y="104097"/>
                  <a:pt x="415538" y="104605"/>
                </a:cubicBezTo>
                <a:cubicBezTo>
                  <a:pt x="415485" y="105113"/>
                  <a:pt x="415418" y="105567"/>
                  <a:pt x="415338" y="105968"/>
                </a:cubicBezTo>
                <a:cubicBezTo>
                  <a:pt x="415258" y="106369"/>
                  <a:pt x="415124" y="106730"/>
                  <a:pt x="414937" y="107051"/>
                </a:cubicBezTo>
                <a:cubicBezTo>
                  <a:pt x="414750" y="107372"/>
                  <a:pt x="414509" y="107679"/>
                  <a:pt x="414215" y="107973"/>
                </a:cubicBezTo>
                <a:cubicBezTo>
                  <a:pt x="413921" y="108267"/>
                  <a:pt x="413053" y="108748"/>
                  <a:pt x="411609" y="109416"/>
                </a:cubicBezTo>
                <a:cubicBezTo>
                  <a:pt x="410166" y="110085"/>
                  <a:pt x="408295" y="110740"/>
                  <a:pt x="405996" y="111381"/>
                </a:cubicBezTo>
                <a:cubicBezTo>
                  <a:pt x="403697" y="112023"/>
                  <a:pt x="401038" y="112597"/>
                  <a:pt x="398017" y="113105"/>
                </a:cubicBezTo>
                <a:cubicBezTo>
                  <a:pt x="394997" y="113613"/>
                  <a:pt x="391776" y="113867"/>
                  <a:pt x="388355" y="113867"/>
                </a:cubicBezTo>
                <a:cubicBezTo>
                  <a:pt x="382421" y="113867"/>
                  <a:pt x="377222" y="113037"/>
                  <a:pt x="372758" y="111379"/>
                </a:cubicBezTo>
                <a:cubicBezTo>
                  <a:pt x="368294" y="109720"/>
                  <a:pt x="364539" y="107258"/>
                  <a:pt x="361492" y="103994"/>
                </a:cubicBezTo>
                <a:cubicBezTo>
                  <a:pt x="358445" y="100729"/>
                  <a:pt x="356146" y="96636"/>
                  <a:pt x="354596" y="91712"/>
                </a:cubicBezTo>
                <a:cubicBezTo>
                  <a:pt x="353045" y="86789"/>
                  <a:pt x="352270" y="81063"/>
                  <a:pt x="352270" y="74535"/>
                </a:cubicBezTo>
                <a:cubicBezTo>
                  <a:pt x="352270" y="68327"/>
                  <a:pt x="353072" y="62748"/>
                  <a:pt x="354676" y="57798"/>
                </a:cubicBezTo>
                <a:cubicBezTo>
                  <a:pt x="356279" y="52848"/>
                  <a:pt x="358592" y="48647"/>
                  <a:pt x="361612" y="45196"/>
                </a:cubicBezTo>
                <a:cubicBezTo>
                  <a:pt x="364632" y="41745"/>
                  <a:pt x="368281" y="39096"/>
                  <a:pt x="372558" y="37250"/>
                </a:cubicBezTo>
                <a:cubicBezTo>
                  <a:pt x="376834" y="35404"/>
                  <a:pt x="381619" y="34481"/>
                  <a:pt x="386911" y="34481"/>
                </a:cubicBezTo>
                <a:cubicBezTo>
                  <a:pt x="392578" y="34481"/>
                  <a:pt x="397403" y="35390"/>
                  <a:pt x="401385" y="37207"/>
                </a:cubicBezTo>
                <a:cubicBezTo>
                  <a:pt x="405368" y="39025"/>
                  <a:pt x="408642" y="41471"/>
                  <a:pt x="411208" y="44544"/>
                </a:cubicBezTo>
                <a:cubicBezTo>
                  <a:pt x="413774" y="47618"/>
                  <a:pt x="415659" y="51227"/>
                  <a:pt x="416861" y="55370"/>
                </a:cubicBezTo>
                <a:cubicBezTo>
                  <a:pt x="418064" y="59513"/>
                  <a:pt x="418666" y="63937"/>
                  <a:pt x="418666" y="68641"/>
                </a:cubicBezTo>
                <a:lnTo>
                  <a:pt x="418666" y="71047"/>
                </a:lnTo>
                <a:moveTo>
                  <a:pt x="405354" y="67117"/>
                </a:moveTo>
                <a:cubicBezTo>
                  <a:pt x="405515" y="60168"/>
                  <a:pt x="403978" y="54715"/>
                  <a:pt x="400744" y="50759"/>
                </a:cubicBezTo>
                <a:cubicBezTo>
                  <a:pt x="397509" y="46803"/>
                  <a:pt x="392712" y="44825"/>
                  <a:pt x="386350" y="44825"/>
                </a:cubicBezTo>
                <a:cubicBezTo>
                  <a:pt x="383089" y="44825"/>
                  <a:pt x="380229" y="45440"/>
                  <a:pt x="377770" y="46669"/>
                </a:cubicBezTo>
                <a:cubicBezTo>
                  <a:pt x="375311" y="47899"/>
                  <a:pt x="373253" y="49529"/>
                  <a:pt x="371595" y="51561"/>
                </a:cubicBezTo>
                <a:cubicBezTo>
                  <a:pt x="369938" y="53592"/>
                  <a:pt x="368655" y="55958"/>
                  <a:pt x="367746" y="58657"/>
                </a:cubicBezTo>
                <a:cubicBezTo>
                  <a:pt x="366838" y="61357"/>
                  <a:pt x="366330" y="64177"/>
                  <a:pt x="366223" y="67117"/>
                </a:cubicBezTo>
                <a:lnTo>
                  <a:pt x="405354" y="67117"/>
                </a:lnTo>
                <a:close/>
                <a:moveTo>
                  <a:pt x="527063" y="110339"/>
                </a:moveTo>
                <a:cubicBezTo>
                  <a:pt x="527063" y="110980"/>
                  <a:pt x="526849" y="111461"/>
                  <a:pt x="526422" y="111782"/>
                </a:cubicBezTo>
                <a:cubicBezTo>
                  <a:pt x="525994" y="112103"/>
                  <a:pt x="525406" y="112343"/>
                  <a:pt x="524658" y="112504"/>
                </a:cubicBezTo>
                <a:cubicBezTo>
                  <a:pt x="523909" y="112664"/>
                  <a:pt x="522813" y="112744"/>
                  <a:pt x="521370" y="112744"/>
                </a:cubicBezTo>
                <a:cubicBezTo>
                  <a:pt x="519980" y="112744"/>
                  <a:pt x="518871" y="112664"/>
                  <a:pt x="518042" y="112504"/>
                </a:cubicBezTo>
                <a:cubicBezTo>
                  <a:pt x="517213" y="112343"/>
                  <a:pt x="516612" y="112103"/>
                  <a:pt x="516238" y="111782"/>
                </a:cubicBezTo>
                <a:cubicBezTo>
                  <a:pt x="515864" y="111461"/>
                  <a:pt x="515676" y="110980"/>
                  <a:pt x="515676" y="110339"/>
                </a:cubicBezTo>
                <a:lnTo>
                  <a:pt x="515676" y="103122"/>
                </a:lnTo>
                <a:cubicBezTo>
                  <a:pt x="512522" y="106490"/>
                  <a:pt x="509007" y="109122"/>
                  <a:pt x="505132" y="111020"/>
                </a:cubicBezTo>
                <a:cubicBezTo>
                  <a:pt x="501256" y="112918"/>
                  <a:pt x="497153" y="113867"/>
                  <a:pt x="492823" y="113867"/>
                </a:cubicBezTo>
                <a:cubicBezTo>
                  <a:pt x="489027" y="113867"/>
                  <a:pt x="485593" y="113371"/>
                  <a:pt x="482519" y="112378"/>
                </a:cubicBezTo>
                <a:cubicBezTo>
                  <a:pt x="479445" y="111386"/>
                  <a:pt x="476825" y="109951"/>
                  <a:pt x="474660" y="108073"/>
                </a:cubicBezTo>
                <a:cubicBezTo>
                  <a:pt x="472495" y="106196"/>
                  <a:pt x="470811" y="103889"/>
                  <a:pt x="469608" y="101155"/>
                </a:cubicBezTo>
                <a:cubicBezTo>
                  <a:pt x="468406" y="98418"/>
                  <a:pt x="467804" y="95306"/>
                  <a:pt x="467804" y="91818"/>
                </a:cubicBezTo>
                <a:cubicBezTo>
                  <a:pt x="467804" y="87741"/>
                  <a:pt x="468633" y="84202"/>
                  <a:pt x="470290" y="81198"/>
                </a:cubicBezTo>
                <a:cubicBezTo>
                  <a:pt x="471947" y="78192"/>
                  <a:pt x="474326" y="75697"/>
                  <a:pt x="477427" y="73713"/>
                </a:cubicBezTo>
                <a:cubicBezTo>
                  <a:pt x="480527" y="71728"/>
                  <a:pt x="484323" y="70240"/>
                  <a:pt x="488814" y="69247"/>
                </a:cubicBezTo>
                <a:cubicBezTo>
                  <a:pt x="493304" y="68255"/>
                  <a:pt x="498356" y="67759"/>
                  <a:pt x="503969" y="67759"/>
                </a:cubicBezTo>
                <a:lnTo>
                  <a:pt x="513912" y="67759"/>
                </a:lnTo>
                <a:lnTo>
                  <a:pt x="513912" y="62166"/>
                </a:lnTo>
                <a:cubicBezTo>
                  <a:pt x="513912" y="59396"/>
                  <a:pt x="513618" y="56946"/>
                  <a:pt x="513030" y="54816"/>
                </a:cubicBezTo>
                <a:cubicBezTo>
                  <a:pt x="512442" y="52684"/>
                  <a:pt x="511493" y="50913"/>
                  <a:pt x="510184" y="49501"/>
                </a:cubicBezTo>
                <a:cubicBezTo>
                  <a:pt x="508874" y="48089"/>
                  <a:pt x="507177" y="47024"/>
                  <a:pt x="505092" y="46306"/>
                </a:cubicBezTo>
                <a:cubicBezTo>
                  <a:pt x="503007" y="45586"/>
                  <a:pt x="500441" y="45226"/>
                  <a:pt x="497394" y="45226"/>
                </a:cubicBezTo>
                <a:cubicBezTo>
                  <a:pt x="494133" y="45226"/>
                  <a:pt x="491206" y="45609"/>
                  <a:pt x="488613" y="46376"/>
                </a:cubicBezTo>
                <a:cubicBezTo>
                  <a:pt x="486020" y="47143"/>
                  <a:pt x="483748" y="47989"/>
                  <a:pt x="481797" y="48915"/>
                </a:cubicBezTo>
                <a:cubicBezTo>
                  <a:pt x="479846" y="49840"/>
                  <a:pt x="478215" y="50686"/>
                  <a:pt x="476906" y="51453"/>
                </a:cubicBezTo>
                <a:cubicBezTo>
                  <a:pt x="475596" y="52220"/>
                  <a:pt x="474620" y="52603"/>
                  <a:pt x="473979" y="52603"/>
                </a:cubicBezTo>
                <a:cubicBezTo>
                  <a:pt x="473551" y="52603"/>
                  <a:pt x="473177" y="52496"/>
                  <a:pt x="472856" y="52283"/>
                </a:cubicBezTo>
                <a:cubicBezTo>
                  <a:pt x="472535" y="52069"/>
                  <a:pt x="472255" y="51748"/>
                  <a:pt x="472014" y="51320"/>
                </a:cubicBezTo>
                <a:cubicBezTo>
                  <a:pt x="471774" y="50893"/>
                  <a:pt x="471600" y="50345"/>
                  <a:pt x="471493" y="49676"/>
                </a:cubicBezTo>
                <a:cubicBezTo>
                  <a:pt x="471386" y="49008"/>
                  <a:pt x="471333" y="48273"/>
                  <a:pt x="471333" y="47471"/>
                </a:cubicBezTo>
                <a:cubicBezTo>
                  <a:pt x="471333" y="46135"/>
                  <a:pt x="471426" y="45079"/>
                  <a:pt x="471613" y="44304"/>
                </a:cubicBezTo>
                <a:cubicBezTo>
                  <a:pt x="471800" y="43529"/>
                  <a:pt x="472255" y="42794"/>
                  <a:pt x="472976" y="42099"/>
                </a:cubicBezTo>
                <a:cubicBezTo>
                  <a:pt x="473698" y="41404"/>
                  <a:pt x="474941" y="40594"/>
                  <a:pt x="476705" y="39670"/>
                </a:cubicBezTo>
                <a:cubicBezTo>
                  <a:pt x="478469" y="38745"/>
                  <a:pt x="480501" y="37900"/>
                  <a:pt x="482799" y="37135"/>
                </a:cubicBezTo>
                <a:cubicBezTo>
                  <a:pt x="485098" y="36369"/>
                  <a:pt x="487611" y="35736"/>
                  <a:pt x="490337" y="35235"/>
                </a:cubicBezTo>
                <a:cubicBezTo>
                  <a:pt x="493063" y="34732"/>
                  <a:pt x="495817" y="34481"/>
                  <a:pt x="498596" y="34481"/>
                </a:cubicBezTo>
                <a:cubicBezTo>
                  <a:pt x="503782" y="34481"/>
                  <a:pt x="508192" y="35069"/>
                  <a:pt x="511827" y="36245"/>
                </a:cubicBezTo>
                <a:cubicBezTo>
                  <a:pt x="515463" y="37421"/>
                  <a:pt x="518403" y="39145"/>
                  <a:pt x="520648" y="41417"/>
                </a:cubicBezTo>
                <a:cubicBezTo>
                  <a:pt x="522893" y="43689"/>
                  <a:pt x="524524" y="46509"/>
                  <a:pt x="525540" y="49877"/>
                </a:cubicBezTo>
                <a:cubicBezTo>
                  <a:pt x="526555" y="53245"/>
                  <a:pt x="527063" y="57174"/>
                  <a:pt x="527063" y="61665"/>
                </a:cubicBezTo>
                <a:lnTo>
                  <a:pt x="527063" y="110339"/>
                </a:lnTo>
                <a:moveTo>
                  <a:pt x="513912" y="77301"/>
                </a:moveTo>
                <a:lnTo>
                  <a:pt x="502606" y="77301"/>
                </a:lnTo>
                <a:cubicBezTo>
                  <a:pt x="498971" y="77301"/>
                  <a:pt x="495817" y="77611"/>
                  <a:pt x="493144" y="78231"/>
                </a:cubicBezTo>
                <a:cubicBezTo>
                  <a:pt x="490471" y="78849"/>
                  <a:pt x="488252" y="79763"/>
                  <a:pt x="486488" y="80972"/>
                </a:cubicBezTo>
                <a:cubicBezTo>
                  <a:pt x="484724" y="82182"/>
                  <a:pt x="483428" y="83634"/>
                  <a:pt x="482599" y="85330"/>
                </a:cubicBezTo>
                <a:cubicBezTo>
                  <a:pt x="481770" y="87024"/>
                  <a:pt x="481356" y="88974"/>
                  <a:pt x="481356" y="91179"/>
                </a:cubicBezTo>
                <a:cubicBezTo>
                  <a:pt x="481356" y="94944"/>
                  <a:pt x="482545" y="97943"/>
                  <a:pt x="484924" y="100175"/>
                </a:cubicBezTo>
                <a:cubicBezTo>
                  <a:pt x="487303" y="102407"/>
                  <a:pt x="490631" y="103523"/>
                  <a:pt x="494908" y="103523"/>
                </a:cubicBezTo>
                <a:cubicBezTo>
                  <a:pt x="498383" y="103523"/>
                  <a:pt x="501603" y="102636"/>
                  <a:pt x="504570" y="100861"/>
                </a:cubicBezTo>
                <a:cubicBezTo>
                  <a:pt x="507537" y="99086"/>
                  <a:pt x="510651" y="96369"/>
                  <a:pt x="513912" y="92712"/>
                </a:cubicBezTo>
                <a:lnTo>
                  <a:pt x="513912" y="77301"/>
                </a:lnTo>
                <a:close/>
                <a:moveTo>
                  <a:pt x="643804" y="106249"/>
                </a:moveTo>
                <a:cubicBezTo>
                  <a:pt x="643804" y="107318"/>
                  <a:pt x="643751" y="108214"/>
                  <a:pt x="643644" y="108935"/>
                </a:cubicBezTo>
                <a:cubicBezTo>
                  <a:pt x="643537" y="109657"/>
                  <a:pt x="643363" y="110272"/>
                  <a:pt x="643122" y="110780"/>
                </a:cubicBezTo>
                <a:cubicBezTo>
                  <a:pt x="642882" y="111287"/>
                  <a:pt x="642588" y="111662"/>
                  <a:pt x="642240" y="111902"/>
                </a:cubicBezTo>
                <a:cubicBezTo>
                  <a:pt x="641893" y="112143"/>
                  <a:pt x="641479" y="112263"/>
                  <a:pt x="640997" y="112263"/>
                </a:cubicBezTo>
                <a:lnTo>
                  <a:pt x="595130" y="112263"/>
                </a:lnTo>
                <a:cubicBezTo>
                  <a:pt x="593900" y="112263"/>
                  <a:pt x="592738" y="111849"/>
                  <a:pt x="591642" y="111020"/>
                </a:cubicBezTo>
                <a:cubicBezTo>
                  <a:pt x="590546" y="110192"/>
                  <a:pt x="589998" y="108735"/>
                  <a:pt x="589998" y="106650"/>
                </a:cubicBezTo>
                <a:lnTo>
                  <a:pt x="589998" y="10585"/>
                </a:lnTo>
                <a:cubicBezTo>
                  <a:pt x="589998" y="10157"/>
                  <a:pt x="590105" y="9783"/>
                  <a:pt x="590319" y="9462"/>
                </a:cubicBezTo>
                <a:cubicBezTo>
                  <a:pt x="590532" y="9141"/>
                  <a:pt x="590907" y="8888"/>
                  <a:pt x="591441" y="8700"/>
                </a:cubicBezTo>
                <a:cubicBezTo>
                  <a:pt x="591976" y="8513"/>
                  <a:pt x="592698" y="8353"/>
                  <a:pt x="593606" y="8219"/>
                </a:cubicBezTo>
                <a:cubicBezTo>
                  <a:pt x="594515" y="8086"/>
                  <a:pt x="595611" y="8019"/>
                  <a:pt x="596894" y="8019"/>
                </a:cubicBezTo>
                <a:cubicBezTo>
                  <a:pt x="598231" y="8019"/>
                  <a:pt x="599340" y="8086"/>
                  <a:pt x="600222" y="8219"/>
                </a:cubicBezTo>
                <a:cubicBezTo>
                  <a:pt x="601104" y="8353"/>
                  <a:pt x="601812" y="8513"/>
                  <a:pt x="602347" y="8700"/>
                </a:cubicBezTo>
                <a:cubicBezTo>
                  <a:pt x="602881" y="8888"/>
                  <a:pt x="603256" y="9141"/>
                  <a:pt x="603469" y="9462"/>
                </a:cubicBezTo>
                <a:cubicBezTo>
                  <a:pt x="603683" y="9783"/>
                  <a:pt x="603790" y="10157"/>
                  <a:pt x="603790" y="10585"/>
                </a:cubicBezTo>
                <a:lnTo>
                  <a:pt x="603790" y="100315"/>
                </a:lnTo>
                <a:lnTo>
                  <a:pt x="640997" y="100315"/>
                </a:lnTo>
                <a:cubicBezTo>
                  <a:pt x="641479" y="100315"/>
                  <a:pt x="641893" y="100435"/>
                  <a:pt x="642240" y="100676"/>
                </a:cubicBezTo>
                <a:cubicBezTo>
                  <a:pt x="642588" y="100917"/>
                  <a:pt x="642882" y="101264"/>
                  <a:pt x="643122" y="101718"/>
                </a:cubicBezTo>
                <a:cubicBezTo>
                  <a:pt x="643363" y="102173"/>
                  <a:pt x="643537" y="102774"/>
                  <a:pt x="643644" y="103523"/>
                </a:cubicBezTo>
                <a:cubicBezTo>
                  <a:pt x="643751" y="104271"/>
                  <a:pt x="643804" y="105180"/>
                  <a:pt x="643804" y="106249"/>
                </a:cubicBezTo>
                <a:close/>
                <a:moveTo>
                  <a:pt x="714409" y="106570"/>
                </a:moveTo>
                <a:cubicBezTo>
                  <a:pt x="714409" y="107532"/>
                  <a:pt x="714355" y="108374"/>
                  <a:pt x="714248" y="109096"/>
                </a:cubicBezTo>
                <a:cubicBezTo>
                  <a:pt x="714141" y="109817"/>
                  <a:pt x="713954" y="110419"/>
                  <a:pt x="713687" y="110900"/>
                </a:cubicBezTo>
                <a:cubicBezTo>
                  <a:pt x="713420" y="111381"/>
                  <a:pt x="713112" y="111729"/>
                  <a:pt x="712765" y="111942"/>
                </a:cubicBezTo>
                <a:cubicBezTo>
                  <a:pt x="712417" y="112156"/>
                  <a:pt x="712030" y="112263"/>
                  <a:pt x="711602" y="112263"/>
                </a:cubicBezTo>
                <a:lnTo>
                  <a:pt x="661805" y="112263"/>
                </a:lnTo>
                <a:cubicBezTo>
                  <a:pt x="660576" y="112263"/>
                  <a:pt x="659413" y="111849"/>
                  <a:pt x="658317" y="111020"/>
                </a:cubicBezTo>
                <a:cubicBezTo>
                  <a:pt x="657221" y="110192"/>
                  <a:pt x="656673" y="108735"/>
                  <a:pt x="656673" y="106650"/>
                </a:cubicBezTo>
                <a:lnTo>
                  <a:pt x="656673" y="14113"/>
                </a:lnTo>
                <a:cubicBezTo>
                  <a:pt x="656673" y="12028"/>
                  <a:pt x="657221" y="10571"/>
                  <a:pt x="658317" y="9743"/>
                </a:cubicBezTo>
                <a:cubicBezTo>
                  <a:pt x="659413" y="8914"/>
                  <a:pt x="660576" y="8500"/>
                  <a:pt x="661805" y="8500"/>
                </a:cubicBezTo>
                <a:lnTo>
                  <a:pt x="711041" y="8500"/>
                </a:lnTo>
                <a:cubicBezTo>
                  <a:pt x="711468" y="8500"/>
                  <a:pt x="711856" y="8607"/>
                  <a:pt x="712204" y="8821"/>
                </a:cubicBezTo>
                <a:cubicBezTo>
                  <a:pt x="712551" y="9035"/>
                  <a:pt x="712832" y="9382"/>
                  <a:pt x="713045" y="9863"/>
                </a:cubicBezTo>
                <a:cubicBezTo>
                  <a:pt x="713259" y="10344"/>
                  <a:pt x="713433" y="10946"/>
                  <a:pt x="713567" y="11667"/>
                </a:cubicBezTo>
                <a:cubicBezTo>
                  <a:pt x="713700" y="12389"/>
                  <a:pt x="713767" y="13284"/>
                  <a:pt x="713767" y="14354"/>
                </a:cubicBezTo>
                <a:cubicBezTo>
                  <a:pt x="713767" y="15316"/>
                  <a:pt x="713700" y="16158"/>
                  <a:pt x="713567" y="16880"/>
                </a:cubicBezTo>
                <a:cubicBezTo>
                  <a:pt x="713433" y="17601"/>
                  <a:pt x="713259" y="18189"/>
                  <a:pt x="713045" y="18644"/>
                </a:cubicBezTo>
                <a:cubicBezTo>
                  <a:pt x="712832" y="19098"/>
                  <a:pt x="712551" y="19432"/>
                  <a:pt x="712204" y="19646"/>
                </a:cubicBezTo>
                <a:cubicBezTo>
                  <a:pt x="711856" y="19860"/>
                  <a:pt x="711468" y="19967"/>
                  <a:pt x="711041" y="19967"/>
                </a:cubicBezTo>
                <a:lnTo>
                  <a:pt x="670466" y="19967"/>
                </a:lnTo>
                <a:lnTo>
                  <a:pt x="670466" y="52523"/>
                </a:lnTo>
                <a:lnTo>
                  <a:pt x="705267" y="52523"/>
                </a:lnTo>
                <a:cubicBezTo>
                  <a:pt x="705695" y="52523"/>
                  <a:pt x="706082" y="52643"/>
                  <a:pt x="706430" y="52884"/>
                </a:cubicBezTo>
                <a:cubicBezTo>
                  <a:pt x="706777" y="53125"/>
                  <a:pt x="707071" y="53459"/>
                  <a:pt x="707312" y="53886"/>
                </a:cubicBezTo>
                <a:cubicBezTo>
                  <a:pt x="707553" y="54314"/>
                  <a:pt x="707726" y="54902"/>
                  <a:pt x="707833" y="55650"/>
                </a:cubicBezTo>
                <a:cubicBezTo>
                  <a:pt x="707940" y="56399"/>
                  <a:pt x="707994" y="57281"/>
                  <a:pt x="707994" y="58297"/>
                </a:cubicBezTo>
                <a:cubicBezTo>
                  <a:pt x="707994" y="59259"/>
                  <a:pt x="707940" y="60087"/>
                  <a:pt x="707833" y="60782"/>
                </a:cubicBezTo>
                <a:cubicBezTo>
                  <a:pt x="707726" y="61477"/>
                  <a:pt x="707553" y="62039"/>
                  <a:pt x="707312" y="62466"/>
                </a:cubicBezTo>
                <a:cubicBezTo>
                  <a:pt x="707071" y="62894"/>
                  <a:pt x="706777" y="63201"/>
                  <a:pt x="706430" y="63389"/>
                </a:cubicBezTo>
                <a:cubicBezTo>
                  <a:pt x="706082" y="63576"/>
                  <a:pt x="705695" y="63669"/>
                  <a:pt x="705267" y="63669"/>
                </a:cubicBezTo>
                <a:lnTo>
                  <a:pt x="670466" y="63669"/>
                </a:lnTo>
                <a:lnTo>
                  <a:pt x="670466" y="100796"/>
                </a:lnTo>
                <a:lnTo>
                  <a:pt x="711602" y="100796"/>
                </a:lnTo>
                <a:cubicBezTo>
                  <a:pt x="712030" y="100796"/>
                  <a:pt x="712417" y="100903"/>
                  <a:pt x="712765" y="101117"/>
                </a:cubicBezTo>
                <a:cubicBezTo>
                  <a:pt x="713112" y="101331"/>
                  <a:pt x="713420" y="101665"/>
                  <a:pt x="713687" y="102119"/>
                </a:cubicBezTo>
                <a:cubicBezTo>
                  <a:pt x="713954" y="102574"/>
                  <a:pt x="714141" y="103162"/>
                  <a:pt x="714248" y="103883"/>
                </a:cubicBezTo>
                <a:cubicBezTo>
                  <a:pt x="714355" y="104605"/>
                  <a:pt x="714409" y="105501"/>
                  <a:pt x="714409" y="106570"/>
                </a:cubicBezTo>
                <a:close/>
                <a:moveTo>
                  <a:pt x="813608" y="22613"/>
                </a:moveTo>
                <a:cubicBezTo>
                  <a:pt x="813608" y="23629"/>
                  <a:pt x="813555" y="24524"/>
                  <a:pt x="813448" y="25299"/>
                </a:cubicBezTo>
                <a:cubicBezTo>
                  <a:pt x="813341" y="26074"/>
                  <a:pt x="813181" y="26716"/>
                  <a:pt x="812967" y="27224"/>
                </a:cubicBezTo>
                <a:cubicBezTo>
                  <a:pt x="812753" y="27732"/>
                  <a:pt x="812486" y="28093"/>
                  <a:pt x="812165" y="28306"/>
                </a:cubicBezTo>
                <a:cubicBezTo>
                  <a:pt x="811844" y="28520"/>
                  <a:pt x="811497" y="28627"/>
                  <a:pt x="811122" y="28627"/>
                </a:cubicBezTo>
                <a:cubicBezTo>
                  <a:pt x="810481" y="28627"/>
                  <a:pt x="809412" y="28119"/>
                  <a:pt x="807915" y="27104"/>
                </a:cubicBezTo>
                <a:cubicBezTo>
                  <a:pt x="806418" y="26088"/>
                  <a:pt x="804413" y="24965"/>
                  <a:pt x="801901" y="23736"/>
                </a:cubicBezTo>
                <a:cubicBezTo>
                  <a:pt x="799388" y="22506"/>
                  <a:pt x="796381" y="21383"/>
                  <a:pt x="792880" y="20368"/>
                </a:cubicBezTo>
                <a:cubicBezTo>
                  <a:pt x="789378" y="19352"/>
                  <a:pt x="785222" y="18844"/>
                  <a:pt x="780410" y="18844"/>
                </a:cubicBezTo>
                <a:cubicBezTo>
                  <a:pt x="774690" y="18844"/>
                  <a:pt x="769558" y="19887"/>
                  <a:pt x="765014" y="21971"/>
                </a:cubicBezTo>
                <a:cubicBezTo>
                  <a:pt x="760470" y="24056"/>
                  <a:pt x="756621" y="26943"/>
                  <a:pt x="753467" y="30632"/>
                </a:cubicBezTo>
                <a:cubicBezTo>
                  <a:pt x="750313" y="34320"/>
                  <a:pt x="747894" y="38704"/>
                  <a:pt x="746210" y="43783"/>
                </a:cubicBezTo>
                <a:cubicBezTo>
                  <a:pt x="744526" y="48861"/>
                  <a:pt x="743684" y="54367"/>
                  <a:pt x="743684" y="60301"/>
                </a:cubicBezTo>
                <a:cubicBezTo>
                  <a:pt x="743684" y="66930"/>
                  <a:pt x="744606" y="72811"/>
                  <a:pt x="746451" y="77943"/>
                </a:cubicBezTo>
                <a:cubicBezTo>
                  <a:pt x="748295" y="83075"/>
                  <a:pt x="750848" y="87405"/>
                  <a:pt x="754109" y="90933"/>
                </a:cubicBezTo>
                <a:cubicBezTo>
                  <a:pt x="757370" y="94461"/>
                  <a:pt x="761259" y="97134"/>
                  <a:pt x="765776" y="98952"/>
                </a:cubicBezTo>
                <a:cubicBezTo>
                  <a:pt x="770293" y="100770"/>
                  <a:pt x="775252" y="101678"/>
                  <a:pt x="780651" y="101678"/>
                </a:cubicBezTo>
                <a:cubicBezTo>
                  <a:pt x="783858" y="101678"/>
                  <a:pt x="787106" y="101291"/>
                  <a:pt x="790394" y="100516"/>
                </a:cubicBezTo>
                <a:cubicBezTo>
                  <a:pt x="793681" y="99740"/>
                  <a:pt x="796742" y="98578"/>
                  <a:pt x="799575" y="97027"/>
                </a:cubicBezTo>
                <a:lnTo>
                  <a:pt x="799575" y="66797"/>
                </a:lnTo>
                <a:lnTo>
                  <a:pt x="775519" y="66797"/>
                </a:lnTo>
                <a:cubicBezTo>
                  <a:pt x="774610" y="66797"/>
                  <a:pt x="773929" y="66342"/>
                  <a:pt x="773474" y="65433"/>
                </a:cubicBezTo>
                <a:cubicBezTo>
                  <a:pt x="773020" y="64525"/>
                  <a:pt x="772793" y="63108"/>
                  <a:pt x="772793" y="61183"/>
                </a:cubicBezTo>
                <a:cubicBezTo>
                  <a:pt x="772793" y="60168"/>
                  <a:pt x="772846" y="59299"/>
                  <a:pt x="772953" y="58577"/>
                </a:cubicBezTo>
                <a:cubicBezTo>
                  <a:pt x="773060" y="57856"/>
                  <a:pt x="773234" y="57268"/>
                  <a:pt x="773474" y="56813"/>
                </a:cubicBezTo>
                <a:cubicBezTo>
                  <a:pt x="773715" y="56359"/>
                  <a:pt x="773995" y="56025"/>
                  <a:pt x="774316" y="55811"/>
                </a:cubicBezTo>
                <a:cubicBezTo>
                  <a:pt x="774637" y="55597"/>
                  <a:pt x="775038" y="55490"/>
                  <a:pt x="775519" y="55490"/>
                </a:cubicBezTo>
                <a:lnTo>
                  <a:pt x="808476" y="55490"/>
                </a:lnTo>
                <a:cubicBezTo>
                  <a:pt x="809064" y="55490"/>
                  <a:pt x="809652" y="55597"/>
                  <a:pt x="810240" y="55811"/>
                </a:cubicBezTo>
                <a:cubicBezTo>
                  <a:pt x="810828" y="56025"/>
                  <a:pt x="811363" y="56345"/>
                  <a:pt x="811844" y="56773"/>
                </a:cubicBezTo>
                <a:cubicBezTo>
                  <a:pt x="812325" y="57201"/>
                  <a:pt x="812699" y="57789"/>
                  <a:pt x="812967" y="58537"/>
                </a:cubicBezTo>
                <a:cubicBezTo>
                  <a:pt x="813234" y="59286"/>
                  <a:pt x="813368" y="60141"/>
                  <a:pt x="813368" y="61103"/>
                </a:cubicBezTo>
                <a:lnTo>
                  <a:pt x="813368" y="100636"/>
                </a:lnTo>
                <a:cubicBezTo>
                  <a:pt x="813368" y="102026"/>
                  <a:pt x="813127" y="103229"/>
                  <a:pt x="812646" y="104244"/>
                </a:cubicBezTo>
                <a:cubicBezTo>
                  <a:pt x="812165" y="105260"/>
                  <a:pt x="811149" y="106155"/>
                  <a:pt x="809599" y="106931"/>
                </a:cubicBezTo>
                <a:cubicBezTo>
                  <a:pt x="808048" y="107706"/>
                  <a:pt x="806044" y="108548"/>
                  <a:pt x="803585" y="109457"/>
                </a:cubicBezTo>
                <a:cubicBezTo>
                  <a:pt x="801126" y="110365"/>
                  <a:pt x="798586" y="111140"/>
                  <a:pt x="795967" y="111782"/>
                </a:cubicBezTo>
                <a:cubicBezTo>
                  <a:pt x="793347" y="112423"/>
                  <a:pt x="790701" y="112905"/>
                  <a:pt x="788028" y="113225"/>
                </a:cubicBezTo>
                <a:cubicBezTo>
                  <a:pt x="785355" y="113546"/>
                  <a:pt x="782709" y="113706"/>
                  <a:pt x="780090" y="113706"/>
                </a:cubicBezTo>
                <a:cubicBezTo>
                  <a:pt x="772071" y="113706"/>
                  <a:pt x="764907" y="112464"/>
                  <a:pt x="758599" y="109978"/>
                </a:cubicBezTo>
                <a:cubicBezTo>
                  <a:pt x="752291" y="107492"/>
                  <a:pt x="746959" y="103950"/>
                  <a:pt x="742602" y="99353"/>
                </a:cubicBezTo>
                <a:cubicBezTo>
                  <a:pt x="738245" y="94755"/>
                  <a:pt x="734917" y="89249"/>
                  <a:pt x="732618" y="82834"/>
                </a:cubicBezTo>
                <a:cubicBezTo>
                  <a:pt x="730320" y="76419"/>
                  <a:pt x="729170" y="69256"/>
                  <a:pt x="729170" y="61344"/>
                </a:cubicBezTo>
                <a:cubicBezTo>
                  <a:pt x="729170" y="53111"/>
                  <a:pt x="730413" y="45654"/>
                  <a:pt x="732899" y="38971"/>
                </a:cubicBezTo>
                <a:cubicBezTo>
                  <a:pt x="735385" y="32289"/>
                  <a:pt x="738886" y="26596"/>
                  <a:pt x="743404" y="21891"/>
                </a:cubicBezTo>
                <a:cubicBezTo>
                  <a:pt x="747921" y="17187"/>
                  <a:pt x="753347" y="13538"/>
                  <a:pt x="759682" y="10946"/>
                </a:cubicBezTo>
                <a:cubicBezTo>
                  <a:pt x="766017" y="8353"/>
                  <a:pt x="773033" y="7057"/>
                  <a:pt x="780731" y="7057"/>
                </a:cubicBezTo>
                <a:cubicBezTo>
                  <a:pt x="784687" y="7057"/>
                  <a:pt x="788402" y="7404"/>
                  <a:pt x="791877" y="8099"/>
                </a:cubicBezTo>
                <a:cubicBezTo>
                  <a:pt x="795352" y="8794"/>
                  <a:pt x="798439" y="9609"/>
                  <a:pt x="801139" y="10545"/>
                </a:cubicBezTo>
                <a:cubicBezTo>
                  <a:pt x="803839" y="11480"/>
                  <a:pt x="806111" y="12496"/>
                  <a:pt x="807955" y="13592"/>
                </a:cubicBezTo>
                <a:cubicBezTo>
                  <a:pt x="809799" y="14688"/>
                  <a:pt x="811069" y="15583"/>
                  <a:pt x="811764" y="16278"/>
                </a:cubicBezTo>
                <a:cubicBezTo>
                  <a:pt x="812459" y="16973"/>
                  <a:pt x="812940" y="17775"/>
                  <a:pt x="813207" y="18684"/>
                </a:cubicBezTo>
                <a:cubicBezTo>
                  <a:pt x="813475" y="19593"/>
                  <a:pt x="813608" y="20902"/>
                  <a:pt x="813608" y="22613"/>
                </a:cubicBezTo>
                <a:close/>
                <a:moveTo>
                  <a:pt x="926215" y="59176"/>
                </a:moveTo>
                <a:cubicBezTo>
                  <a:pt x="926215" y="67583"/>
                  <a:pt x="925226" y="75159"/>
                  <a:pt x="923248" y="81904"/>
                </a:cubicBezTo>
                <a:cubicBezTo>
                  <a:pt x="921270" y="88650"/>
                  <a:pt x="918317" y="94392"/>
                  <a:pt x="914387" y="99130"/>
                </a:cubicBezTo>
                <a:cubicBezTo>
                  <a:pt x="910458" y="103868"/>
                  <a:pt x="905527" y="107509"/>
                  <a:pt x="899593" y="110053"/>
                </a:cubicBezTo>
                <a:cubicBezTo>
                  <a:pt x="893659" y="112596"/>
                  <a:pt x="886736" y="113867"/>
                  <a:pt x="878824" y="113867"/>
                </a:cubicBezTo>
                <a:cubicBezTo>
                  <a:pt x="871019" y="113867"/>
                  <a:pt x="864270" y="112702"/>
                  <a:pt x="858577" y="110374"/>
                </a:cubicBezTo>
                <a:cubicBezTo>
                  <a:pt x="852883" y="108045"/>
                  <a:pt x="848179" y="104659"/>
                  <a:pt x="844464" y="100215"/>
                </a:cubicBezTo>
                <a:cubicBezTo>
                  <a:pt x="840748" y="95771"/>
                  <a:pt x="837982" y="90257"/>
                  <a:pt x="836164" y="83671"/>
                </a:cubicBezTo>
                <a:cubicBezTo>
                  <a:pt x="834347" y="77086"/>
                  <a:pt x="833438" y="69510"/>
                  <a:pt x="833438" y="60943"/>
                </a:cubicBezTo>
                <a:cubicBezTo>
                  <a:pt x="833438" y="52752"/>
                  <a:pt x="834427" y="45310"/>
                  <a:pt x="836405" y="38618"/>
                </a:cubicBezTo>
                <a:cubicBezTo>
                  <a:pt x="838383" y="31926"/>
                  <a:pt x="841350" y="26237"/>
                  <a:pt x="845306" y="21553"/>
                </a:cubicBezTo>
                <a:cubicBezTo>
                  <a:pt x="849262" y="16869"/>
                  <a:pt x="854206" y="13255"/>
                  <a:pt x="860140" y="10713"/>
                </a:cubicBezTo>
                <a:cubicBezTo>
                  <a:pt x="866074" y="8168"/>
                  <a:pt x="872997" y="6896"/>
                  <a:pt x="880909" y="6896"/>
                </a:cubicBezTo>
                <a:cubicBezTo>
                  <a:pt x="888554" y="6896"/>
                  <a:pt x="895209" y="8047"/>
                  <a:pt x="900876" y="10349"/>
                </a:cubicBezTo>
                <a:cubicBezTo>
                  <a:pt x="906542" y="12651"/>
                  <a:pt x="911260" y="16011"/>
                  <a:pt x="915029" y="20428"/>
                </a:cubicBezTo>
                <a:cubicBezTo>
                  <a:pt x="918798" y="24845"/>
                  <a:pt x="921604" y="30306"/>
                  <a:pt x="923449" y="36811"/>
                </a:cubicBezTo>
                <a:cubicBezTo>
                  <a:pt x="925293" y="43317"/>
                  <a:pt x="926215" y="50771"/>
                  <a:pt x="926215" y="59176"/>
                </a:cubicBezTo>
                <a:moveTo>
                  <a:pt x="911701" y="60141"/>
                </a:moveTo>
                <a:cubicBezTo>
                  <a:pt x="911701" y="54249"/>
                  <a:pt x="911180" y="48772"/>
                  <a:pt x="910138" y="43710"/>
                </a:cubicBezTo>
                <a:cubicBezTo>
                  <a:pt x="909095" y="38648"/>
                  <a:pt x="907358" y="34256"/>
                  <a:pt x="904925" y="30534"/>
                </a:cubicBezTo>
                <a:cubicBezTo>
                  <a:pt x="902493" y="26812"/>
                  <a:pt x="899245" y="23907"/>
                  <a:pt x="895182" y="21819"/>
                </a:cubicBezTo>
                <a:cubicBezTo>
                  <a:pt x="891120" y="19729"/>
                  <a:pt x="886094" y="18684"/>
                  <a:pt x="880107" y="18684"/>
                </a:cubicBezTo>
                <a:cubicBezTo>
                  <a:pt x="874120" y="18684"/>
                  <a:pt x="869095" y="19809"/>
                  <a:pt x="865032" y="22059"/>
                </a:cubicBezTo>
                <a:cubicBezTo>
                  <a:pt x="860969" y="24308"/>
                  <a:pt x="857668" y="27307"/>
                  <a:pt x="855129" y="31058"/>
                </a:cubicBezTo>
                <a:cubicBezTo>
                  <a:pt x="852589" y="34807"/>
                  <a:pt x="850772" y="39185"/>
                  <a:pt x="849676" y="44194"/>
                </a:cubicBezTo>
                <a:cubicBezTo>
                  <a:pt x="848580" y="49200"/>
                  <a:pt x="848032" y="54463"/>
                  <a:pt x="848032" y="59981"/>
                </a:cubicBezTo>
                <a:cubicBezTo>
                  <a:pt x="848032" y="66087"/>
                  <a:pt x="848540" y="71711"/>
                  <a:pt x="849556" y="76853"/>
                </a:cubicBezTo>
                <a:cubicBezTo>
                  <a:pt x="850571" y="81995"/>
                  <a:pt x="852282" y="86427"/>
                  <a:pt x="854688" y="90149"/>
                </a:cubicBezTo>
                <a:cubicBezTo>
                  <a:pt x="857093" y="93871"/>
                  <a:pt x="860314" y="96763"/>
                  <a:pt x="864350" y="98827"/>
                </a:cubicBezTo>
                <a:cubicBezTo>
                  <a:pt x="868386" y="100888"/>
                  <a:pt x="873452" y="101919"/>
                  <a:pt x="879546" y="101919"/>
                </a:cubicBezTo>
                <a:cubicBezTo>
                  <a:pt x="885587" y="101919"/>
                  <a:pt x="890665" y="100795"/>
                  <a:pt x="894782" y="98546"/>
                </a:cubicBezTo>
                <a:cubicBezTo>
                  <a:pt x="898898" y="96296"/>
                  <a:pt x="902212" y="93256"/>
                  <a:pt x="904725" y="89427"/>
                </a:cubicBezTo>
                <a:cubicBezTo>
                  <a:pt x="907237" y="85596"/>
                  <a:pt x="909028" y="81164"/>
                  <a:pt x="910097" y="76128"/>
                </a:cubicBezTo>
                <a:cubicBezTo>
                  <a:pt x="911167" y="71093"/>
                  <a:pt x="911701" y="65764"/>
                  <a:pt x="911701" y="60141"/>
                </a:cubicBezTo>
                <a:close/>
                <a:moveTo>
                  <a:pt x="1084903" y="110258"/>
                </a:moveTo>
                <a:cubicBezTo>
                  <a:pt x="1084903" y="110686"/>
                  <a:pt x="1084796" y="111047"/>
                  <a:pt x="1084582" y="111341"/>
                </a:cubicBezTo>
                <a:cubicBezTo>
                  <a:pt x="1084368" y="111635"/>
                  <a:pt x="1084021" y="111889"/>
                  <a:pt x="1083540" y="112103"/>
                </a:cubicBezTo>
                <a:cubicBezTo>
                  <a:pt x="1083058" y="112317"/>
                  <a:pt x="1082390" y="112477"/>
                  <a:pt x="1081535" y="112584"/>
                </a:cubicBezTo>
                <a:cubicBezTo>
                  <a:pt x="1080680" y="112691"/>
                  <a:pt x="1079610" y="112744"/>
                  <a:pt x="1078327" y="112744"/>
                </a:cubicBezTo>
                <a:cubicBezTo>
                  <a:pt x="1076991" y="112744"/>
                  <a:pt x="1075895" y="112691"/>
                  <a:pt x="1075040" y="112584"/>
                </a:cubicBezTo>
                <a:cubicBezTo>
                  <a:pt x="1074184" y="112477"/>
                  <a:pt x="1073503" y="112317"/>
                  <a:pt x="1072995" y="112103"/>
                </a:cubicBezTo>
                <a:cubicBezTo>
                  <a:pt x="1072487" y="111889"/>
                  <a:pt x="1072126" y="111635"/>
                  <a:pt x="1071912" y="111341"/>
                </a:cubicBezTo>
                <a:cubicBezTo>
                  <a:pt x="1071698" y="111047"/>
                  <a:pt x="1071592" y="110686"/>
                  <a:pt x="1071592" y="110258"/>
                </a:cubicBezTo>
                <a:lnTo>
                  <a:pt x="1071592" y="66396"/>
                </a:lnTo>
                <a:cubicBezTo>
                  <a:pt x="1071592" y="63348"/>
                  <a:pt x="1071324" y="60569"/>
                  <a:pt x="1070790" y="58056"/>
                </a:cubicBezTo>
                <a:cubicBezTo>
                  <a:pt x="1070255" y="55544"/>
                  <a:pt x="1069400" y="53378"/>
                  <a:pt x="1068224" y="51561"/>
                </a:cubicBezTo>
                <a:cubicBezTo>
                  <a:pt x="1067048" y="49743"/>
                  <a:pt x="1065551" y="48353"/>
                  <a:pt x="1063733" y="47391"/>
                </a:cubicBezTo>
                <a:cubicBezTo>
                  <a:pt x="1061916" y="46429"/>
                  <a:pt x="1059777" y="45948"/>
                  <a:pt x="1057318" y="45948"/>
                </a:cubicBezTo>
                <a:cubicBezTo>
                  <a:pt x="1054271" y="45948"/>
                  <a:pt x="1051210" y="47124"/>
                  <a:pt x="1048137" y="49476"/>
                </a:cubicBezTo>
                <a:cubicBezTo>
                  <a:pt x="1045063" y="51828"/>
                  <a:pt x="1041681" y="55276"/>
                  <a:pt x="1037993" y="59820"/>
                </a:cubicBezTo>
                <a:lnTo>
                  <a:pt x="1037993" y="110258"/>
                </a:lnTo>
                <a:cubicBezTo>
                  <a:pt x="1037993" y="110686"/>
                  <a:pt x="1037886" y="111047"/>
                  <a:pt x="1037672" y="111341"/>
                </a:cubicBezTo>
                <a:cubicBezTo>
                  <a:pt x="1037458" y="111635"/>
                  <a:pt x="1037097" y="111889"/>
                  <a:pt x="1036589" y="112103"/>
                </a:cubicBezTo>
                <a:cubicBezTo>
                  <a:pt x="1036082" y="112317"/>
                  <a:pt x="1035400" y="112477"/>
                  <a:pt x="1034545" y="112584"/>
                </a:cubicBezTo>
                <a:cubicBezTo>
                  <a:pt x="1033689" y="112691"/>
                  <a:pt x="1032620" y="112744"/>
                  <a:pt x="1031337" y="112744"/>
                </a:cubicBezTo>
                <a:cubicBezTo>
                  <a:pt x="1030108" y="112744"/>
                  <a:pt x="1029052" y="112691"/>
                  <a:pt x="1028170" y="112584"/>
                </a:cubicBezTo>
                <a:cubicBezTo>
                  <a:pt x="1027288" y="112477"/>
                  <a:pt x="1026593" y="112317"/>
                  <a:pt x="1026085" y="112103"/>
                </a:cubicBezTo>
                <a:cubicBezTo>
                  <a:pt x="1025577" y="111889"/>
                  <a:pt x="1025230" y="111635"/>
                  <a:pt x="1025042" y="111341"/>
                </a:cubicBezTo>
                <a:cubicBezTo>
                  <a:pt x="1024855" y="111047"/>
                  <a:pt x="1024762" y="110686"/>
                  <a:pt x="1024762" y="110258"/>
                </a:cubicBezTo>
                <a:lnTo>
                  <a:pt x="1024762" y="66396"/>
                </a:lnTo>
                <a:cubicBezTo>
                  <a:pt x="1024762" y="63348"/>
                  <a:pt x="1024468" y="60569"/>
                  <a:pt x="1023880" y="58056"/>
                </a:cubicBezTo>
                <a:cubicBezTo>
                  <a:pt x="1023292" y="55544"/>
                  <a:pt x="1022410" y="53378"/>
                  <a:pt x="1021234" y="51561"/>
                </a:cubicBezTo>
                <a:cubicBezTo>
                  <a:pt x="1020057" y="49743"/>
                  <a:pt x="1018574" y="48353"/>
                  <a:pt x="1016783" y="47391"/>
                </a:cubicBezTo>
                <a:cubicBezTo>
                  <a:pt x="1014992" y="46429"/>
                  <a:pt x="1012867" y="45948"/>
                  <a:pt x="1010408" y="45948"/>
                </a:cubicBezTo>
                <a:cubicBezTo>
                  <a:pt x="1007361" y="45948"/>
                  <a:pt x="1004287" y="47124"/>
                  <a:pt x="1001187" y="49476"/>
                </a:cubicBezTo>
                <a:cubicBezTo>
                  <a:pt x="998086" y="51828"/>
                  <a:pt x="994718" y="55276"/>
                  <a:pt x="991083" y="59820"/>
                </a:cubicBezTo>
                <a:lnTo>
                  <a:pt x="991083" y="110258"/>
                </a:lnTo>
                <a:cubicBezTo>
                  <a:pt x="991083" y="110686"/>
                  <a:pt x="990976" y="111047"/>
                  <a:pt x="990762" y="111341"/>
                </a:cubicBezTo>
                <a:cubicBezTo>
                  <a:pt x="990548" y="111635"/>
                  <a:pt x="990201" y="111889"/>
                  <a:pt x="989720" y="112103"/>
                </a:cubicBezTo>
                <a:cubicBezTo>
                  <a:pt x="989239" y="112317"/>
                  <a:pt x="988570" y="112477"/>
                  <a:pt x="987715" y="112584"/>
                </a:cubicBezTo>
                <a:cubicBezTo>
                  <a:pt x="986860" y="112691"/>
                  <a:pt x="985764" y="112744"/>
                  <a:pt x="984427" y="112744"/>
                </a:cubicBezTo>
                <a:cubicBezTo>
                  <a:pt x="983144" y="112744"/>
                  <a:pt x="982075" y="112691"/>
                  <a:pt x="981220" y="112584"/>
                </a:cubicBezTo>
                <a:cubicBezTo>
                  <a:pt x="980364" y="112477"/>
                  <a:pt x="979683" y="112317"/>
                  <a:pt x="979175" y="112103"/>
                </a:cubicBezTo>
                <a:cubicBezTo>
                  <a:pt x="978667" y="111889"/>
                  <a:pt x="978320" y="111635"/>
                  <a:pt x="978132" y="111341"/>
                </a:cubicBezTo>
                <a:cubicBezTo>
                  <a:pt x="977945" y="111047"/>
                  <a:pt x="977852" y="110686"/>
                  <a:pt x="977852" y="110258"/>
                </a:cubicBezTo>
                <a:lnTo>
                  <a:pt x="977852" y="38089"/>
                </a:lnTo>
                <a:cubicBezTo>
                  <a:pt x="977852" y="37662"/>
                  <a:pt x="977932" y="37301"/>
                  <a:pt x="978092" y="37007"/>
                </a:cubicBezTo>
                <a:cubicBezTo>
                  <a:pt x="978253" y="36713"/>
                  <a:pt x="978574" y="36445"/>
                  <a:pt x="979055" y="36205"/>
                </a:cubicBezTo>
                <a:cubicBezTo>
                  <a:pt x="979536" y="35964"/>
                  <a:pt x="980151" y="35804"/>
                  <a:pt x="980899" y="35724"/>
                </a:cubicBezTo>
                <a:cubicBezTo>
                  <a:pt x="981647" y="35644"/>
                  <a:pt x="982636" y="35603"/>
                  <a:pt x="983866" y="35603"/>
                </a:cubicBezTo>
                <a:cubicBezTo>
                  <a:pt x="985042" y="35603"/>
                  <a:pt x="986018" y="35644"/>
                  <a:pt x="986793" y="35724"/>
                </a:cubicBezTo>
                <a:cubicBezTo>
                  <a:pt x="987568" y="35804"/>
                  <a:pt x="988169" y="35964"/>
                  <a:pt x="988597" y="36205"/>
                </a:cubicBezTo>
                <a:cubicBezTo>
                  <a:pt x="989025" y="36445"/>
                  <a:pt x="989332" y="36713"/>
                  <a:pt x="989519" y="37007"/>
                </a:cubicBezTo>
                <a:cubicBezTo>
                  <a:pt x="989706" y="37301"/>
                  <a:pt x="989800" y="37662"/>
                  <a:pt x="989800" y="38089"/>
                </a:cubicBezTo>
                <a:lnTo>
                  <a:pt x="989800" y="47632"/>
                </a:lnTo>
                <a:cubicBezTo>
                  <a:pt x="993863" y="43088"/>
                  <a:pt x="997805" y="39760"/>
                  <a:pt x="1001628" y="37648"/>
                </a:cubicBezTo>
                <a:cubicBezTo>
                  <a:pt x="1005450" y="35537"/>
                  <a:pt x="1009312" y="34481"/>
                  <a:pt x="1013215" y="34481"/>
                </a:cubicBezTo>
                <a:cubicBezTo>
                  <a:pt x="1016208" y="34481"/>
                  <a:pt x="1018895" y="34828"/>
                  <a:pt x="1021274" y="35523"/>
                </a:cubicBezTo>
                <a:cubicBezTo>
                  <a:pt x="1023653" y="36218"/>
                  <a:pt x="1025751" y="37194"/>
                  <a:pt x="1027568" y="38450"/>
                </a:cubicBezTo>
                <a:cubicBezTo>
                  <a:pt x="1029386" y="39706"/>
                  <a:pt x="1030936" y="41203"/>
                  <a:pt x="1032219" y="42941"/>
                </a:cubicBezTo>
                <a:cubicBezTo>
                  <a:pt x="1033502" y="44678"/>
                  <a:pt x="1034571" y="46616"/>
                  <a:pt x="1035427" y="48754"/>
                </a:cubicBezTo>
                <a:cubicBezTo>
                  <a:pt x="1037832" y="46135"/>
                  <a:pt x="1040118" y="43916"/>
                  <a:pt x="1042283" y="42099"/>
                </a:cubicBezTo>
                <a:cubicBezTo>
                  <a:pt x="1044448" y="40281"/>
                  <a:pt x="1046533" y="38811"/>
                  <a:pt x="1048538" y="37688"/>
                </a:cubicBezTo>
                <a:cubicBezTo>
                  <a:pt x="1050542" y="36566"/>
                  <a:pt x="1052493" y="35750"/>
                  <a:pt x="1054391" y="35243"/>
                </a:cubicBezTo>
                <a:cubicBezTo>
                  <a:pt x="1056289" y="34735"/>
                  <a:pt x="1058200" y="34481"/>
                  <a:pt x="1060125" y="34481"/>
                </a:cubicBezTo>
                <a:cubicBezTo>
                  <a:pt x="1064776" y="34481"/>
                  <a:pt x="1068678" y="35296"/>
                  <a:pt x="1071832" y="36927"/>
                </a:cubicBezTo>
                <a:cubicBezTo>
                  <a:pt x="1074986" y="38557"/>
                  <a:pt x="1077539" y="40735"/>
                  <a:pt x="1079490" y="43462"/>
                </a:cubicBezTo>
                <a:cubicBezTo>
                  <a:pt x="1081441" y="46188"/>
                  <a:pt x="1082831" y="49382"/>
                  <a:pt x="1083660" y="53044"/>
                </a:cubicBezTo>
                <a:cubicBezTo>
                  <a:pt x="1084488" y="56706"/>
                  <a:pt x="1084903" y="60569"/>
                  <a:pt x="1084903" y="64631"/>
                </a:cubicBezTo>
                <a:lnTo>
                  <a:pt x="1084903" y="110258"/>
                </a:lnTo>
                <a:close/>
                <a:moveTo>
                  <a:pt x="1178812" y="73412"/>
                </a:moveTo>
                <a:cubicBezTo>
                  <a:pt x="1178812" y="79298"/>
                  <a:pt x="1178037" y="84715"/>
                  <a:pt x="1176487" y="89665"/>
                </a:cubicBezTo>
                <a:cubicBezTo>
                  <a:pt x="1174937" y="94615"/>
                  <a:pt x="1172625" y="98883"/>
                  <a:pt x="1169551" y="102470"/>
                </a:cubicBezTo>
                <a:cubicBezTo>
                  <a:pt x="1166477" y="106055"/>
                  <a:pt x="1162628" y="108851"/>
                  <a:pt x="1158004" y="110857"/>
                </a:cubicBezTo>
                <a:cubicBezTo>
                  <a:pt x="1153379" y="112864"/>
                  <a:pt x="1148020" y="113867"/>
                  <a:pt x="1141926" y="113867"/>
                </a:cubicBezTo>
                <a:cubicBezTo>
                  <a:pt x="1135992" y="113867"/>
                  <a:pt x="1130820" y="112984"/>
                  <a:pt x="1126410" y="111218"/>
                </a:cubicBezTo>
                <a:cubicBezTo>
                  <a:pt x="1121999" y="109452"/>
                  <a:pt x="1118324" y="106884"/>
                  <a:pt x="1115384" y="103513"/>
                </a:cubicBezTo>
                <a:cubicBezTo>
                  <a:pt x="1112444" y="100141"/>
                  <a:pt x="1110252" y="96048"/>
                  <a:pt x="1108808" y="91231"/>
                </a:cubicBezTo>
                <a:cubicBezTo>
                  <a:pt x="1107365" y="86415"/>
                  <a:pt x="1106643" y="80956"/>
                  <a:pt x="1106643" y="74855"/>
                </a:cubicBezTo>
                <a:cubicBezTo>
                  <a:pt x="1106643" y="68970"/>
                  <a:pt x="1107405" y="63552"/>
                  <a:pt x="1108929" y="58602"/>
                </a:cubicBezTo>
                <a:cubicBezTo>
                  <a:pt x="1110452" y="53652"/>
                  <a:pt x="1112751" y="49385"/>
                  <a:pt x="1115825" y="45800"/>
                </a:cubicBezTo>
                <a:cubicBezTo>
                  <a:pt x="1118899" y="42213"/>
                  <a:pt x="1122734" y="39430"/>
                  <a:pt x="1127332" y="37450"/>
                </a:cubicBezTo>
                <a:cubicBezTo>
                  <a:pt x="1131929" y="35471"/>
                  <a:pt x="1137302" y="34481"/>
                  <a:pt x="1143450" y="34481"/>
                </a:cubicBezTo>
                <a:cubicBezTo>
                  <a:pt x="1149383" y="34481"/>
                  <a:pt x="1154556" y="35364"/>
                  <a:pt x="1158966" y="37130"/>
                </a:cubicBezTo>
                <a:cubicBezTo>
                  <a:pt x="1163376" y="38895"/>
                  <a:pt x="1167052" y="41464"/>
                  <a:pt x="1169992" y="44835"/>
                </a:cubicBezTo>
                <a:cubicBezTo>
                  <a:pt x="1172932" y="48206"/>
                  <a:pt x="1175137" y="52300"/>
                  <a:pt x="1176607" y="57116"/>
                </a:cubicBezTo>
                <a:cubicBezTo>
                  <a:pt x="1178077" y="61933"/>
                  <a:pt x="1178812" y="67365"/>
                  <a:pt x="1178812" y="73412"/>
                </a:cubicBezTo>
                <a:moveTo>
                  <a:pt x="1164860" y="74294"/>
                </a:moveTo>
                <a:cubicBezTo>
                  <a:pt x="1164860" y="70387"/>
                  <a:pt x="1164499" y="66693"/>
                  <a:pt x="1163777" y="63213"/>
                </a:cubicBezTo>
                <a:cubicBezTo>
                  <a:pt x="1163055" y="59733"/>
                  <a:pt x="1161866" y="56682"/>
                  <a:pt x="1160209" y="54059"/>
                </a:cubicBezTo>
                <a:cubicBezTo>
                  <a:pt x="1158552" y="51436"/>
                  <a:pt x="1156306" y="49362"/>
                  <a:pt x="1153473" y="47837"/>
                </a:cubicBezTo>
                <a:cubicBezTo>
                  <a:pt x="1150640" y="46310"/>
                  <a:pt x="1147111" y="45547"/>
                  <a:pt x="1142888" y="45547"/>
                </a:cubicBezTo>
                <a:cubicBezTo>
                  <a:pt x="1138986" y="45547"/>
                  <a:pt x="1135631" y="46243"/>
                  <a:pt x="1132825" y="47634"/>
                </a:cubicBezTo>
                <a:cubicBezTo>
                  <a:pt x="1130018" y="49026"/>
                  <a:pt x="1127706" y="50994"/>
                  <a:pt x="1125888" y="53538"/>
                </a:cubicBezTo>
                <a:cubicBezTo>
                  <a:pt x="1124071" y="56081"/>
                  <a:pt x="1122721" y="59092"/>
                  <a:pt x="1121839" y="62572"/>
                </a:cubicBezTo>
                <a:cubicBezTo>
                  <a:pt x="1120957" y="66050"/>
                  <a:pt x="1120516" y="69850"/>
                  <a:pt x="1120516" y="73973"/>
                </a:cubicBezTo>
                <a:cubicBezTo>
                  <a:pt x="1120516" y="77934"/>
                  <a:pt x="1120877" y="81655"/>
                  <a:pt x="1121598" y="85135"/>
                </a:cubicBezTo>
                <a:cubicBezTo>
                  <a:pt x="1122320" y="88614"/>
                  <a:pt x="1123523" y="91652"/>
                  <a:pt x="1125207" y="94248"/>
                </a:cubicBezTo>
                <a:cubicBezTo>
                  <a:pt x="1126891" y="96844"/>
                  <a:pt x="1129149" y="98906"/>
                  <a:pt x="1131983" y="100433"/>
                </a:cubicBezTo>
                <a:cubicBezTo>
                  <a:pt x="1134816" y="101958"/>
                  <a:pt x="1138344" y="102721"/>
                  <a:pt x="1142567" y="102721"/>
                </a:cubicBezTo>
                <a:cubicBezTo>
                  <a:pt x="1146416" y="102721"/>
                  <a:pt x="1149758" y="102025"/>
                  <a:pt x="1152591" y="100633"/>
                </a:cubicBezTo>
                <a:cubicBezTo>
                  <a:pt x="1155424" y="99242"/>
                  <a:pt x="1157750" y="97288"/>
                  <a:pt x="1159567" y="94772"/>
                </a:cubicBezTo>
                <a:cubicBezTo>
                  <a:pt x="1161385" y="92255"/>
                  <a:pt x="1162721" y="89257"/>
                  <a:pt x="1163577" y="85779"/>
                </a:cubicBezTo>
                <a:cubicBezTo>
                  <a:pt x="1164432" y="82299"/>
                  <a:pt x="1164860" y="78471"/>
                  <a:pt x="1164860" y="74294"/>
                </a:cubicBezTo>
                <a:close/>
                <a:moveTo>
                  <a:pt x="1258753" y="110256"/>
                </a:moveTo>
                <a:cubicBezTo>
                  <a:pt x="1258753" y="110684"/>
                  <a:pt x="1258659" y="111059"/>
                  <a:pt x="1258472" y="111381"/>
                </a:cubicBezTo>
                <a:cubicBezTo>
                  <a:pt x="1258285" y="111702"/>
                  <a:pt x="1257964" y="111956"/>
                  <a:pt x="1257510" y="112143"/>
                </a:cubicBezTo>
                <a:cubicBezTo>
                  <a:pt x="1257055" y="112330"/>
                  <a:pt x="1256454" y="112477"/>
                  <a:pt x="1255706" y="112584"/>
                </a:cubicBezTo>
                <a:cubicBezTo>
                  <a:pt x="1254957" y="112691"/>
                  <a:pt x="1254048" y="112744"/>
                  <a:pt x="1252979" y="112744"/>
                </a:cubicBezTo>
                <a:cubicBezTo>
                  <a:pt x="1251857" y="112744"/>
                  <a:pt x="1250921" y="112691"/>
                  <a:pt x="1250173" y="112584"/>
                </a:cubicBezTo>
                <a:cubicBezTo>
                  <a:pt x="1249424" y="112479"/>
                  <a:pt x="1248809" y="112333"/>
                  <a:pt x="1248328" y="112148"/>
                </a:cubicBezTo>
                <a:cubicBezTo>
                  <a:pt x="1247847" y="111961"/>
                  <a:pt x="1247500" y="111708"/>
                  <a:pt x="1247286" y="111389"/>
                </a:cubicBezTo>
                <a:cubicBezTo>
                  <a:pt x="1247072" y="111069"/>
                  <a:pt x="1246965" y="110698"/>
                  <a:pt x="1246965" y="110273"/>
                </a:cubicBezTo>
                <a:lnTo>
                  <a:pt x="1246965" y="100784"/>
                </a:lnTo>
                <a:cubicBezTo>
                  <a:pt x="1243169" y="104903"/>
                  <a:pt x="1239227" y="108114"/>
                  <a:pt x="1235137" y="110416"/>
                </a:cubicBezTo>
                <a:cubicBezTo>
                  <a:pt x="1231048" y="112717"/>
                  <a:pt x="1226571" y="113867"/>
                  <a:pt x="1221706" y="113867"/>
                </a:cubicBezTo>
                <a:cubicBezTo>
                  <a:pt x="1216413" y="113867"/>
                  <a:pt x="1211896" y="112837"/>
                  <a:pt x="1208154" y="110777"/>
                </a:cubicBezTo>
                <a:cubicBezTo>
                  <a:pt x="1204412" y="108717"/>
                  <a:pt x="1201378" y="105935"/>
                  <a:pt x="1199053" y="102430"/>
                </a:cubicBezTo>
                <a:cubicBezTo>
                  <a:pt x="1196727" y="98924"/>
                  <a:pt x="1195030" y="94803"/>
                  <a:pt x="1193961" y="90069"/>
                </a:cubicBezTo>
                <a:cubicBezTo>
                  <a:pt x="1192892" y="85332"/>
                  <a:pt x="1192357" y="80342"/>
                  <a:pt x="1192357" y="75096"/>
                </a:cubicBezTo>
                <a:cubicBezTo>
                  <a:pt x="1192357" y="68890"/>
                  <a:pt x="1193025" y="63285"/>
                  <a:pt x="1194362" y="58282"/>
                </a:cubicBezTo>
                <a:cubicBezTo>
                  <a:pt x="1195698" y="53278"/>
                  <a:pt x="1197676" y="49011"/>
                  <a:pt x="1200296" y="45479"/>
                </a:cubicBezTo>
                <a:cubicBezTo>
                  <a:pt x="1202915" y="41946"/>
                  <a:pt x="1206163" y="39229"/>
                  <a:pt x="1210039" y="37330"/>
                </a:cubicBezTo>
                <a:cubicBezTo>
                  <a:pt x="1213914" y="35431"/>
                  <a:pt x="1218391" y="34481"/>
                  <a:pt x="1223470" y="34481"/>
                </a:cubicBezTo>
                <a:cubicBezTo>
                  <a:pt x="1227693" y="34481"/>
                  <a:pt x="1231556" y="35404"/>
                  <a:pt x="1235057" y="37250"/>
                </a:cubicBezTo>
                <a:cubicBezTo>
                  <a:pt x="1238559" y="39096"/>
                  <a:pt x="1242020" y="41811"/>
                  <a:pt x="1245441" y="45396"/>
                </a:cubicBezTo>
                <a:lnTo>
                  <a:pt x="1245441" y="3373"/>
                </a:lnTo>
                <a:cubicBezTo>
                  <a:pt x="1245441" y="2999"/>
                  <a:pt x="1245535" y="2638"/>
                  <a:pt x="1245722" y="2290"/>
                </a:cubicBezTo>
                <a:cubicBezTo>
                  <a:pt x="1245909" y="1941"/>
                  <a:pt x="1246270" y="1673"/>
                  <a:pt x="1246805" y="1486"/>
                </a:cubicBezTo>
                <a:cubicBezTo>
                  <a:pt x="1247339" y="1297"/>
                  <a:pt x="1248021" y="1136"/>
                  <a:pt x="1248849" y="1002"/>
                </a:cubicBezTo>
                <a:cubicBezTo>
                  <a:pt x="1249678" y="869"/>
                  <a:pt x="1250734" y="802"/>
                  <a:pt x="1252017" y="802"/>
                </a:cubicBezTo>
                <a:cubicBezTo>
                  <a:pt x="1253353" y="802"/>
                  <a:pt x="1254449" y="869"/>
                  <a:pt x="1255305" y="1002"/>
                </a:cubicBezTo>
                <a:cubicBezTo>
                  <a:pt x="1256160" y="1136"/>
                  <a:pt x="1256828" y="1296"/>
                  <a:pt x="1257309" y="1483"/>
                </a:cubicBezTo>
                <a:cubicBezTo>
                  <a:pt x="1257790" y="1671"/>
                  <a:pt x="1258151" y="1939"/>
                  <a:pt x="1258392" y="2288"/>
                </a:cubicBezTo>
                <a:cubicBezTo>
                  <a:pt x="1258632" y="2635"/>
                  <a:pt x="1258753" y="2996"/>
                  <a:pt x="1258753" y="3370"/>
                </a:cubicBezTo>
                <a:lnTo>
                  <a:pt x="1258753" y="110256"/>
                </a:lnTo>
                <a:moveTo>
                  <a:pt x="1245441" y="59525"/>
                </a:moveTo>
                <a:cubicBezTo>
                  <a:pt x="1241860" y="55079"/>
                  <a:pt x="1238398" y="51692"/>
                  <a:pt x="1235057" y="49363"/>
                </a:cubicBezTo>
                <a:cubicBezTo>
                  <a:pt x="1231716" y="47033"/>
                  <a:pt x="1228228" y="45867"/>
                  <a:pt x="1224593" y="45867"/>
                </a:cubicBezTo>
                <a:cubicBezTo>
                  <a:pt x="1221225" y="45867"/>
                  <a:pt x="1218365" y="46671"/>
                  <a:pt x="1216013" y="48278"/>
                </a:cubicBezTo>
                <a:cubicBezTo>
                  <a:pt x="1213660" y="49884"/>
                  <a:pt x="1211749" y="51998"/>
                  <a:pt x="1210279" y="54621"/>
                </a:cubicBezTo>
                <a:cubicBezTo>
                  <a:pt x="1208809" y="57243"/>
                  <a:pt x="1207740" y="60214"/>
                  <a:pt x="1207072" y="63534"/>
                </a:cubicBezTo>
                <a:cubicBezTo>
                  <a:pt x="1206403" y="66853"/>
                  <a:pt x="1206069" y="70226"/>
                  <a:pt x="1206069" y="73653"/>
                </a:cubicBezTo>
                <a:cubicBezTo>
                  <a:pt x="1206069" y="77293"/>
                  <a:pt x="1206350" y="80853"/>
                  <a:pt x="1206911" y="84333"/>
                </a:cubicBezTo>
                <a:cubicBezTo>
                  <a:pt x="1207473" y="87812"/>
                  <a:pt x="1208448" y="90904"/>
                  <a:pt x="1209838" y="93607"/>
                </a:cubicBezTo>
                <a:cubicBezTo>
                  <a:pt x="1211228" y="96310"/>
                  <a:pt x="1213072" y="98478"/>
                  <a:pt x="1215371" y="100112"/>
                </a:cubicBezTo>
                <a:cubicBezTo>
                  <a:pt x="1217670" y="101744"/>
                  <a:pt x="1220556" y="102560"/>
                  <a:pt x="1224031" y="102560"/>
                </a:cubicBezTo>
                <a:cubicBezTo>
                  <a:pt x="1225795" y="102560"/>
                  <a:pt x="1227493" y="102320"/>
                  <a:pt x="1229123" y="101839"/>
                </a:cubicBezTo>
                <a:cubicBezTo>
                  <a:pt x="1230754" y="101356"/>
                  <a:pt x="1232424" y="100552"/>
                  <a:pt x="1234135" y="99428"/>
                </a:cubicBezTo>
                <a:cubicBezTo>
                  <a:pt x="1235846" y="98304"/>
                  <a:pt x="1237637" y="96844"/>
                  <a:pt x="1239508" y="95050"/>
                </a:cubicBezTo>
                <a:cubicBezTo>
                  <a:pt x="1241379" y="93256"/>
                  <a:pt x="1243357" y="91047"/>
                  <a:pt x="1245441" y="88422"/>
                </a:cubicBezTo>
                <a:lnTo>
                  <a:pt x="1245441" y="59525"/>
                </a:lnTo>
                <a:close/>
                <a:moveTo>
                  <a:pt x="1343745" y="71047"/>
                </a:moveTo>
                <a:cubicBezTo>
                  <a:pt x="1343745" y="73131"/>
                  <a:pt x="1343224" y="74615"/>
                  <a:pt x="1342181" y="75497"/>
                </a:cubicBezTo>
                <a:cubicBezTo>
                  <a:pt x="1341139" y="76379"/>
                  <a:pt x="1339949" y="76820"/>
                  <a:pt x="1338613" y="76820"/>
                </a:cubicBezTo>
                <a:lnTo>
                  <a:pt x="1291302" y="76820"/>
                </a:lnTo>
                <a:cubicBezTo>
                  <a:pt x="1291302" y="80841"/>
                  <a:pt x="1291703" y="84460"/>
                  <a:pt x="1292505" y="87678"/>
                </a:cubicBezTo>
                <a:cubicBezTo>
                  <a:pt x="1293307" y="90896"/>
                  <a:pt x="1294643" y="93657"/>
                  <a:pt x="1296514" y="95962"/>
                </a:cubicBezTo>
                <a:cubicBezTo>
                  <a:pt x="1298385" y="98268"/>
                  <a:pt x="1300817" y="100038"/>
                  <a:pt x="1303811" y="101272"/>
                </a:cubicBezTo>
                <a:cubicBezTo>
                  <a:pt x="1306805" y="102505"/>
                  <a:pt x="1310467" y="103122"/>
                  <a:pt x="1314797" y="103122"/>
                </a:cubicBezTo>
                <a:cubicBezTo>
                  <a:pt x="1318218" y="103122"/>
                  <a:pt x="1321265" y="102841"/>
                  <a:pt x="1323938" y="102280"/>
                </a:cubicBezTo>
                <a:cubicBezTo>
                  <a:pt x="1326611" y="101718"/>
                  <a:pt x="1328923" y="101090"/>
                  <a:pt x="1330875" y="100395"/>
                </a:cubicBezTo>
                <a:cubicBezTo>
                  <a:pt x="1332826" y="99700"/>
                  <a:pt x="1334430" y="99072"/>
                  <a:pt x="1335686" y="98511"/>
                </a:cubicBezTo>
                <a:cubicBezTo>
                  <a:pt x="1336942" y="97950"/>
                  <a:pt x="1337891" y="97669"/>
                  <a:pt x="1338533" y="97669"/>
                </a:cubicBezTo>
                <a:cubicBezTo>
                  <a:pt x="1338907" y="97669"/>
                  <a:pt x="1339241" y="97762"/>
                  <a:pt x="1339535" y="97950"/>
                </a:cubicBezTo>
                <a:cubicBezTo>
                  <a:pt x="1339829" y="98137"/>
                  <a:pt x="1340056" y="98417"/>
                  <a:pt x="1340217" y="98792"/>
                </a:cubicBezTo>
                <a:cubicBezTo>
                  <a:pt x="1340377" y="99166"/>
                  <a:pt x="1340497" y="99687"/>
                  <a:pt x="1340577" y="100355"/>
                </a:cubicBezTo>
                <a:cubicBezTo>
                  <a:pt x="1340658" y="101023"/>
                  <a:pt x="1340698" y="101839"/>
                  <a:pt x="1340698" y="102801"/>
                </a:cubicBezTo>
                <a:cubicBezTo>
                  <a:pt x="1340698" y="103496"/>
                  <a:pt x="1340671" y="104097"/>
                  <a:pt x="1340617" y="104605"/>
                </a:cubicBezTo>
                <a:cubicBezTo>
                  <a:pt x="1340564" y="105113"/>
                  <a:pt x="1340497" y="105567"/>
                  <a:pt x="1340417" y="105968"/>
                </a:cubicBezTo>
                <a:cubicBezTo>
                  <a:pt x="1340337" y="106369"/>
                  <a:pt x="1340203" y="106730"/>
                  <a:pt x="1340016" y="107051"/>
                </a:cubicBezTo>
                <a:cubicBezTo>
                  <a:pt x="1339829" y="107372"/>
                  <a:pt x="1339588" y="107679"/>
                  <a:pt x="1339294" y="107973"/>
                </a:cubicBezTo>
                <a:cubicBezTo>
                  <a:pt x="1339000" y="108267"/>
                  <a:pt x="1338132" y="108748"/>
                  <a:pt x="1336688" y="109416"/>
                </a:cubicBezTo>
                <a:cubicBezTo>
                  <a:pt x="1335245" y="110085"/>
                  <a:pt x="1333374" y="110740"/>
                  <a:pt x="1331075" y="111381"/>
                </a:cubicBezTo>
                <a:cubicBezTo>
                  <a:pt x="1328776" y="112023"/>
                  <a:pt x="1326117" y="112597"/>
                  <a:pt x="1323096" y="113105"/>
                </a:cubicBezTo>
                <a:cubicBezTo>
                  <a:pt x="1320076" y="113613"/>
                  <a:pt x="1316855" y="113867"/>
                  <a:pt x="1313434" y="113867"/>
                </a:cubicBezTo>
                <a:cubicBezTo>
                  <a:pt x="1307500" y="113867"/>
                  <a:pt x="1302301" y="113037"/>
                  <a:pt x="1297837" y="111379"/>
                </a:cubicBezTo>
                <a:cubicBezTo>
                  <a:pt x="1293373" y="109720"/>
                  <a:pt x="1289618" y="107258"/>
                  <a:pt x="1286571" y="103994"/>
                </a:cubicBezTo>
                <a:cubicBezTo>
                  <a:pt x="1283524" y="100729"/>
                  <a:pt x="1281225" y="96636"/>
                  <a:pt x="1279675" y="91712"/>
                </a:cubicBezTo>
                <a:cubicBezTo>
                  <a:pt x="1278124" y="86789"/>
                  <a:pt x="1277349" y="81063"/>
                  <a:pt x="1277349" y="74535"/>
                </a:cubicBezTo>
                <a:cubicBezTo>
                  <a:pt x="1277349" y="68327"/>
                  <a:pt x="1278151" y="62748"/>
                  <a:pt x="1279755" y="57798"/>
                </a:cubicBezTo>
                <a:cubicBezTo>
                  <a:pt x="1281359" y="52848"/>
                  <a:pt x="1283671" y="48647"/>
                  <a:pt x="1286691" y="45196"/>
                </a:cubicBezTo>
                <a:cubicBezTo>
                  <a:pt x="1289711" y="41745"/>
                  <a:pt x="1293360" y="39096"/>
                  <a:pt x="1297637" y="37250"/>
                </a:cubicBezTo>
                <a:cubicBezTo>
                  <a:pt x="1301913" y="35404"/>
                  <a:pt x="1306698" y="34481"/>
                  <a:pt x="1311990" y="34481"/>
                </a:cubicBezTo>
                <a:cubicBezTo>
                  <a:pt x="1317657" y="34481"/>
                  <a:pt x="1322482" y="35390"/>
                  <a:pt x="1326464" y="37207"/>
                </a:cubicBezTo>
                <a:cubicBezTo>
                  <a:pt x="1330447" y="39025"/>
                  <a:pt x="1333721" y="41471"/>
                  <a:pt x="1336287" y="44544"/>
                </a:cubicBezTo>
                <a:cubicBezTo>
                  <a:pt x="1338853" y="47618"/>
                  <a:pt x="1340738" y="51227"/>
                  <a:pt x="1341941" y="55370"/>
                </a:cubicBezTo>
                <a:cubicBezTo>
                  <a:pt x="1343143" y="59513"/>
                  <a:pt x="1343745" y="63937"/>
                  <a:pt x="1343745" y="68641"/>
                </a:cubicBezTo>
                <a:lnTo>
                  <a:pt x="1343745" y="71047"/>
                </a:lnTo>
                <a:moveTo>
                  <a:pt x="1330434" y="67117"/>
                </a:moveTo>
                <a:cubicBezTo>
                  <a:pt x="1330594" y="60168"/>
                  <a:pt x="1329057" y="54715"/>
                  <a:pt x="1325823" y="50759"/>
                </a:cubicBezTo>
                <a:cubicBezTo>
                  <a:pt x="1322589" y="46803"/>
                  <a:pt x="1317791" y="44825"/>
                  <a:pt x="1311429" y="44825"/>
                </a:cubicBezTo>
                <a:cubicBezTo>
                  <a:pt x="1308168" y="44825"/>
                  <a:pt x="1305308" y="45440"/>
                  <a:pt x="1302849" y="46669"/>
                </a:cubicBezTo>
                <a:cubicBezTo>
                  <a:pt x="1300390" y="47899"/>
                  <a:pt x="1298332" y="49529"/>
                  <a:pt x="1296674" y="51561"/>
                </a:cubicBezTo>
                <a:cubicBezTo>
                  <a:pt x="1295017" y="53592"/>
                  <a:pt x="1293734" y="55958"/>
                  <a:pt x="1292825" y="58657"/>
                </a:cubicBezTo>
                <a:cubicBezTo>
                  <a:pt x="1291917" y="61357"/>
                  <a:pt x="1291409" y="64177"/>
                  <a:pt x="1291302" y="67117"/>
                </a:cubicBezTo>
                <a:lnTo>
                  <a:pt x="1330434" y="67117"/>
                </a:lnTo>
                <a:close/>
                <a:moveTo>
                  <a:pt x="1374384" y="110256"/>
                </a:moveTo>
                <a:cubicBezTo>
                  <a:pt x="1374384" y="110684"/>
                  <a:pt x="1374277" y="111045"/>
                  <a:pt x="1374063" y="111341"/>
                </a:cubicBezTo>
                <a:cubicBezTo>
                  <a:pt x="1373849" y="111635"/>
                  <a:pt x="1373502" y="111889"/>
                  <a:pt x="1373021" y="112103"/>
                </a:cubicBezTo>
                <a:cubicBezTo>
                  <a:pt x="1372540" y="112317"/>
                  <a:pt x="1371871" y="112477"/>
                  <a:pt x="1371016" y="112584"/>
                </a:cubicBezTo>
                <a:cubicBezTo>
                  <a:pt x="1370161" y="112691"/>
                  <a:pt x="1369065" y="112744"/>
                  <a:pt x="1367728" y="112744"/>
                </a:cubicBezTo>
                <a:cubicBezTo>
                  <a:pt x="1366445" y="112744"/>
                  <a:pt x="1365376" y="112691"/>
                  <a:pt x="1364521" y="112584"/>
                </a:cubicBezTo>
                <a:cubicBezTo>
                  <a:pt x="1363665" y="112477"/>
                  <a:pt x="1362984" y="112317"/>
                  <a:pt x="1362476" y="112103"/>
                </a:cubicBezTo>
                <a:cubicBezTo>
                  <a:pt x="1361968" y="111889"/>
                  <a:pt x="1361621" y="111635"/>
                  <a:pt x="1361434" y="111341"/>
                </a:cubicBezTo>
                <a:cubicBezTo>
                  <a:pt x="1361246" y="111045"/>
                  <a:pt x="1361153" y="110684"/>
                  <a:pt x="1361153" y="110256"/>
                </a:cubicBezTo>
                <a:lnTo>
                  <a:pt x="1361153" y="3050"/>
                </a:lnTo>
                <a:cubicBezTo>
                  <a:pt x="1361153" y="2622"/>
                  <a:pt x="1361246" y="2248"/>
                  <a:pt x="1361434" y="1927"/>
                </a:cubicBezTo>
                <a:cubicBezTo>
                  <a:pt x="1361621" y="1605"/>
                  <a:pt x="1361968" y="1336"/>
                  <a:pt x="1362476" y="1123"/>
                </a:cubicBezTo>
                <a:cubicBezTo>
                  <a:pt x="1362984" y="909"/>
                  <a:pt x="1363665" y="748"/>
                  <a:pt x="1364521" y="642"/>
                </a:cubicBezTo>
                <a:cubicBezTo>
                  <a:pt x="1365376" y="535"/>
                  <a:pt x="1366445" y="481"/>
                  <a:pt x="1367728" y="481"/>
                </a:cubicBezTo>
                <a:cubicBezTo>
                  <a:pt x="1369065" y="481"/>
                  <a:pt x="1370161" y="535"/>
                  <a:pt x="1371016" y="642"/>
                </a:cubicBezTo>
                <a:cubicBezTo>
                  <a:pt x="1371871" y="748"/>
                  <a:pt x="1372540" y="909"/>
                  <a:pt x="1373021" y="1123"/>
                </a:cubicBezTo>
                <a:cubicBezTo>
                  <a:pt x="1373502" y="1336"/>
                  <a:pt x="1373849" y="1605"/>
                  <a:pt x="1374063" y="1927"/>
                </a:cubicBezTo>
                <a:cubicBezTo>
                  <a:pt x="1374277" y="2248"/>
                  <a:pt x="1374384" y="2622"/>
                  <a:pt x="1374384" y="3050"/>
                </a:cubicBezTo>
                <a:lnTo>
                  <a:pt x="1374384" y="110256"/>
                </a:lnTo>
                <a:close/>
                <a:moveTo>
                  <a:pt x="1501186" y="73412"/>
                </a:moveTo>
                <a:cubicBezTo>
                  <a:pt x="1501186" y="79298"/>
                  <a:pt x="1500411" y="84715"/>
                  <a:pt x="1498861" y="89665"/>
                </a:cubicBezTo>
                <a:cubicBezTo>
                  <a:pt x="1497310" y="94615"/>
                  <a:pt x="1494998" y="98883"/>
                  <a:pt x="1491924" y="102470"/>
                </a:cubicBezTo>
                <a:cubicBezTo>
                  <a:pt x="1488851" y="106055"/>
                  <a:pt x="1485002" y="108851"/>
                  <a:pt x="1480377" y="110857"/>
                </a:cubicBezTo>
                <a:cubicBezTo>
                  <a:pt x="1475753" y="112864"/>
                  <a:pt x="1470394" y="113867"/>
                  <a:pt x="1464300" y="113867"/>
                </a:cubicBezTo>
                <a:cubicBezTo>
                  <a:pt x="1458366" y="113867"/>
                  <a:pt x="1453194" y="112984"/>
                  <a:pt x="1448783" y="111218"/>
                </a:cubicBezTo>
                <a:cubicBezTo>
                  <a:pt x="1444373" y="109452"/>
                  <a:pt x="1440698" y="106884"/>
                  <a:pt x="1437758" y="103513"/>
                </a:cubicBezTo>
                <a:cubicBezTo>
                  <a:pt x="1434817" y="100141"/>
                  <a:pt x="1432625" y="96048"/>
                  <a:pt x="1431182" y="91231"/>
                </a:cubicBezTo>
                <a:cubicBezTo>
                  <a:pt x="1429739" y="86415"/>
                  <a:pt x="1429017" y="80956"/>
                  <a:pt x="1429017" y="74855"/>
                </a:cubicBezTo>
                <a:cubicBezTo>
                  <a:pt x="1429017" y="68970"/>
                  <a:pt x="1429779" y="63552"/>
                  <a:pt x="1431302" y="58602"/>
                </a:cubicBezTo>
                <a:cubicBezTo>
                  <a:pt x="1432826" y="53652"/>
                  <a:pt x="1435125" y="49385"/>
                  <a:pt x="1438199" y="45800"/>
                </a:cubicBezTo>
                <a:cubicBezTo>
                  <a:pt x="1441272" y="42213"/>
                  <a:pt x="1445108" y="39430"/>
                  <a:pt x="1449706" y="37450"/>
                </a:cubicBezTo>
                <a:cubicBezTo>
                  <a:pt x="1454303" y="35471"/>
                  <a:pt x="1459676" y="34481"/>
                  <a:pt x="1465823" y="34481"/>
                </a:cubicBezTo>
                <a:cubicBezTo>
                  <a:pt x="1471757" y="34481"/>
                  <a:pt x="1476929" y="35364"/>
                  <a:pt x="1481340" y="37130"/>
                </a:cubicBezTo>
                <a:cubicBezTo>
                  <a:pt x="1485750" y="38895"/>
                  <a:pt x="1489425" y="41464"/>
                  <a:pt x="1492365" y="44835"/>
                </a:cubicBezTo>
                <a:cubicBezTo>
                  <a:pt x="1495306" y="48206"/>
                  <a:pt x="1497511" y="52300"/>
                  <a:pt x="1498981" y="57116"/>
                </a:cubicBezTo>
                <a:cubicBezTo>
                  <a:pt x="1500451" y="61933"/>
                  <a:pt x="1501186" y="67365"/>
                  <a:pt x="1501186" y="73412"/>
                </a:cubicBezTo>
                <a:moveTo>
                  <a:pt x="1487233" y="74294"/>
                </a:moveTo>
                <a:cubicBezTo>
                  <a:pt x="1487233" y="70387"/>
                  <a:pt x="1486873" y="66693"/>
                  <a:pt x="1486151" y="63213"/>
                </a:cubicBezTo>
                <a:cubicBezTo>
                  <a:pt x="1485429" y="59733"/>
                  <a:pt x="1484240" y="56682"/>
                  <a:pt x="1482583" y="54059"/>
                </a:cubicBezTo>
                <a:cubicBezTo>
                  <a:pt x="1480925" y="51436"/>
                  <a:pt x="1478680" y="49362"/>
                  <a:pt x="1475847" y="47837"/>
                </a:cubicBezTo>
                <a:cubicBezTo>
                  <a:pt x="1473013" y="46310"/>
                  <a:pt x="1469485" y="45547"/>
                  <a:pt x="1465262" y="45547"/>
                </a:cubicBezTo>
                <a:cubicBezTo>
                  <a:pt x="1461359" y="45547"/>
                  <a:pt x="1458005" y="46243"/>
                  <a:pt x="1455198" y="47634"/>
                </a:cubicBezTo>
                <a:cubicBezTo>
                  <a:pt x="1452392" y="49026"/>
                  <a:pt x="1450080" y="50994"/>
                  <a:pt x="1448262" y="53538"/>
                </a:cubicBezTo>
                <a:cubicBezTo>
                  <a:pt x="1446445" y="56081"/>
                  <a:pt x="1445095" y="59092"/>
                  <a:pt x="1444213" y="62572"/>
                </a:cubicBezTo>
                <a:cubicBezTo>
                  <a:pt x="1443331" y="66050"/>
                  <a:pt x="1442890" y="69850"/>
                  <a:pt x="1442890" y="73973"/>
                </a:cubicBezTo>
                <a:cubicBezTo>
                  <a:pt x="1442890" y="77934"/>
                  <a:pt x="1443250" y="81655"/>
                  <a:pt x="1443972" y="85135"/>
                </a:cubicBezTo>
                <a:cubicBezTo>
                  <a:pt x="1444694" y="88614"/>
                  <a:pt x="1445897" y="91652"/>
                  <a:pt x="1447581" y="94248"/>
                </a:cubicBezTo>
                <a:cubicBezTo>
                  <a:pt x="1449264" y="96844"/>
                  <a:pt x="1451523" y="98906"/>
                  <a:pt x="1454356" y="100433"/>
                </a:cubicBezTo>
                <a:cubicBezTo>
                  <a:pt x="1457190" y="101958"/>
                  <a:pt x="1460718" y="102721"/>
                  <a:pt x="1464941" y="102721"/>
                </a:cubicBezTo>
                <a:cubicBezTo>
                  <a:pt x="1468790" y="102721"/>
                  <a:pt x="1472131" y="102025"/>
                  <a:pt x="1474965" y="100633"/>
                </a:cubicBezTo>
                <a:cubicBezTo>
                  <a:pt x="1477798" y="99242"/>
                  <a:pt x="1480123" y="97288"/>
                  <a:pt x="1481941" y="94772"/>
                </a:cubicBezTo>
                <a:cubicBezTo>
                  <a:pt x="1483759" y="92255"/>
                  <a:pt x="1485095" y="89257"/>
                  <a:pt x="1485950" y="85779"/>
                </a:cubicBezTo>
                <a:cubicBezTo>
                  <a:pt x="1486806" y="82299"/>
                  <a:pt x="1487233" y="78471"/>
                  <a:pt x="1487233" y="74294"/>
                </a:cubicBezTo>
                <a:close/>
                <a:moveTo>
                  <a:pt x="1558834" y="8420"/>
                </a:moveTo>
                <a:cubicBezTo>
                  <a:pt x="1558834" y="9435"/>
                  <a:pt x="1558781" y="10251"/>
                  <a:pt x="1558674" y="10865"/>
                </a:cubicBezTo>
                <a:cubicBezTo>
                  <a:pt x="1558567" y="11480"/>
                  <a:pt x="1558447" y="11975"/>
                  <a:pt x="1558313" y="12349"/>
                </a:cubicBezTo>
                <a:cubicBezTo>
                  <a:pt x="1558179" y="12723"/>
                  <a:pt x="1558006" y="12977"/>
                  <a:pt x="1557792" y="13111"/>
                </a:cubicBezTo>
                <a:cubicBezTo>
                  <a:pt x="1557578" y="13244"/>
                  <a:pt x="1557311" y="13311"/>
                  <a:pt x="1556990" y="13311"/>
                </a:cubicBezTo>
                <a:cubicBezTo>
                  <a:pt x="1556616" y="13311"/>
                  <a:pt x="1556148" y="13191"/>
                  <a:pt x="1555587" y="12950"/>
                </a:cubicBezTo>
                <a:cubicBezTo>
                  <a:pt x="1555025" y="12710"/>
                  <a:pt x="1554344" y="12442"/>
                  <a:pt x="1553542" y="12148"/>
                </a:cubicBezTo>
                <a:cubicBezTo>
                  <a:pt x="1552740" y="11854"/>
                  <a:pt x="1551791" y="11587"/>
                  <a:pt x="1550695" y="11347"/>
                </a:cubicBezTo>
                <a:cubicBezTo>
                  <a:pt x="1549599" y="11106"/>
                  <a:pt x="1548330" y="10986"/>
                  <a:pt x="1546886" y="10986"/>
                </a:cubicBezTo>
                <a:cubicBezTo>
                  <a:pt x="1544908" y="10986"/>
                  <a:pt x="1543224" y="11306"/>
                  <a:pt x="1541834" y="11945"/>
                </a:cubicBezTo>
                <a:cubicBezTo>
                  <a:pt x="1540444" y="12585"/>
                  <a:pt x="1539322" y="13584"/>
                  <a:pt x="1538466" y="14943"/>
                </a:cubicBezTo>
                <a:cubicBezTo>
                  <a:pt x="1537611" y="16301"/>
                  <a:pt x="1536996" y="18059"/>
                  <a:pt x="1536622" y="20217"/>
                </a:cubicBezTo>
                <a:cubicBezTo>
                  <a:pt x="1536248" y="22376"/>
                  <a:pt x="1536061" y="25000"/>
                  <a:pt x="1536061" y="28091"/>
                </a:cubicBezTo>
                <a:lnTo>
                  <a:pt x="1536061" y="35924"/>
                </a:lnTo>
                <a:lnTo>
                  <a:pt x="1552179" y="35924"/>
                </a:lnTo>
                <a:cubicBezTo>
                  <a:pt x="1552606" y="35924"/>
                  <a:pt x="1552967" y="36018"/>
                  <a:pt x="1553261" y="36205"/>
                </a:cubicBezTo>
                <a:cubicBezTo>
                  <a:pt x="1553555" y="36392"/>
                  <a:pt x="1553822" y="36713"/>
                  <a:pt x="1554063" y="37167"/>
                </a:cubicBezTo>
                <a:cubicBezTo>
                  <a:pt x="1554304" y="37622"/>
                  <a:pt x="1554491" y="38196"/>
                  <a:pt x="1554624" y="38891"/>
                </a:cubicBezTo>
                <a:cubicBezTo>
                  <a:pt x="1554758" y="39586"/>
                  <a:pt x="1554825" y="40441"/>
                  <a:pt x="1554825" y="41457"/>
                </a:cubicBezTo>
                <a:cubicBezTo>
                  <a:pt x="1554825" y="43382"/>
                  <a:pt x="1554584" y="44772"/>
                  <a:pt x="1554103" y="45627"/>
                </a:cubicBezTo>
                <a:cubicBezTo>
                  <a:pt x="1553622" y="46482"/>
                  <a:pt x="1552980" y="46910"/>
                  <a:pt x="1552179" y="46910"/>
                </a:cubicBezTo>
                <a:lnTo>
                  <a:pt x="1536061" y="46910"/>
                </a:lnTo>
                <a:lnTo>
                  <a:pt x="1536061" y="110256"/>
                </a:lnTo>
                <a:cubicBezTo>
                  <a:pt x="1536061" y="110684"/>
                  <a:pt x="1535954" y="111045"/>
                  <a:pt x="1535740" y="111341"/>
                </a:cubicBezTo>
                <a:cubicBezTo>
                  <a:pt x="1535526" y="111635"/>
                  <a:pt x="1535165" y="111889"/>
                  <a:pt x="1534657" y="112103"/>
                </a:cubicBezTo>
                <a:cubicBezTo>
                  <a:pt x="1534150" y="112317"/>
                  <a:pt x="1533468" y="112477"/>
                  <a:pt x="1532613" y="112584"/>
                </a:cubicBezTo>
                <a:cubicBezTo>
                  <a:pt x="1531757" y="112691"/>
                  <a:pt x="1530688" y="112744"/>
                  <a:pt x="1529405" y="112744"/>
                </a:cubicBezTo>
                <a:cubicBezTo>
                  <a:pt x="1528122" y="112744"/>
                  <a:pt x="1527053" y="112691"/>
                  <a:pt x="1526198" y="112584"/>
                </a:cubicBezTo>
                <a:cubicBezTo>
                  <a:pt x="1525342" y="112477"/>
                  <a:pt x="1524661" y="112317"/>
                  <a:pt x="1524153" y="112103"/>
                </a:cubicBezTo>
                <a:cubicBezTo>
                  <a:pt x="1523645" y="111889"/>
                  <a:pt x="1523284" y="111635"/>
                  <a:pt x="1523070" y="111341"/>
                </a:cubicBezTo>
                <a:cubicBezTo>
                  <a:pt x="1522857" y="111045"/>
                  <a:pt x="1522750" y="110684"/>
                  <a:pt x="1522750" y="110256"/>
                </a:cubicBezTo>
                <a:lnTo>
                  <a:pt x="1522750" y="46910"/>
                </a:lnTo>
                <a:lnTo>
                  <a:pt x="1512566" y="46910"/>
                </a:lnTo>
                <a:cubicBezTo>
                  <a:pt x="1511710" y="46910"/>
                  <a:pt x="1511069" y="46482"/>
                  <a:pt x="1510641" y="45627"/>
                </a:cubicBezTo>
                <a:cubicBezTo>
                  <a:pt x="1510214" y="44772"/>
                  <a:pt x="1510000" y="43382"/>
                  <a:pt x="1510000" y="41457"/>
                </a:cubicBezTo>
                <a:cubicBezTo>
                  <a:pt x="1510000" y="40441"/>
                  <a:pt x="1510053" y="39586"/>
                  <a:pt x="1510160" y="38891"/>
                </a:cubicBezTo>
                <a:cubicBezTo>
                  <a:pt x="1510267" y="38196"/>
                  <a:pt x="1510427" y="37622"/>
                  <a:pt x="1510641" y="37167"/>
                </a:cubicBezTo>
                <a:cubicBezTo>
                  <a:pt x="1510855" y="36713"/>
                  <a:pt x="1511122" y="36392"/>
                  <a:pt x="1511443" y="36205"/>
                </a:cubicBezTo>
                <a:cubicBezTo>
                  <a:pt x="1511764" y="36018"/>
                  <a:pt x="1512138" y="35924"/>
                  <a:pt x="1512566" y="35924"/>
                </a:cubicBezTo>
                <a:lnTo>
                  <a:pt x="1522750" y="35924"/>
                </a:lnTo>
                <a:lnTo>
                  <a:pt x="1522750" y="28484"/>
                </a:lnTo>
                <a:cubicBezTo>
                  <a:pt x="1522750" y="23469"/>
                  <a:pt x="1523217" y="19162"/>
                  <a:pt x="1524153" y="15561"/>
                </a:cubicBezTo>
                <a:cubicBezTo>
                  <a:pt x="1525088" y="11961"/>
                  <a:pt x="1526518" y="9014"/>
                  <a:pt x="1528443" y="6721"/>
                </a:cubicBezTo>
                <a:cubicBezTo>
                  <a:pt x="1530367" y="4427"/>
                  <a:pt x="1532786" y="2734"/>
                  <a:pt x="1535700" y="1641"/>
                </a:cubicBezTo>
                <a:cubicBezTo>
                  <a:pt x="1538613" y="547"/>
                  <a:pt x="1542048" y="0"/>
                  <a:pt x="1546004" y="0"/>
                </a:cubicBezTo>
                <a:cubicBezTo>
                  <a:pt x="1547875" y="0"/>
                  <a:pt x="1549693" y="174"/>
                  <a:pt x="1551457" y="521"/>
                </a:cubicBezTo>
                <a:cubicBezTo>
                  <a:pt x="1553221" y="869"/>
                  <a:pt x="1554584" y="1243"/>
                  <a:pt x="1555546" y="1644"/>
                </a:cubicBezTo>
                <a:cubicBezTo>
                  <a:pt x="1556509" y="2045"/>
                  <a:pt x="1557150" y="2406"/>
                  <a:pt x="1557471" y="2726"/>
                </a:cubicBezTo>
                <a:cubicBezTo>
                  <a:pt x="1557792" y="3047"/>
                  <a:pt x="1558059" y="3461"/>
                  <a:pt x="1558273" y="3969"/>
                </a:cubicBezTo>
                <a:cubicBezTo>
                  <a:pt x="1558487" y="4477"/>
                  <a:pt x="1558634" y="5092"/>
                  <a:pt x="1558714" y="5814"/>
                </a:cubicBezTo>
                <a:cubicBezTo>
                  <a:pt x="1558794" y="6535"/>
                  <a:pt x="1558834" y="7404"/>
                  <a:pt x="1558834" y="8420"/>
                </a:cubicBezTo>
                <a:close/>
                <a:moveTo>
                  <a:pt x="1641898" y="105046"/>
                </a:moveTo>
                <a:cubicBezTo>
                  <a:pt x="1641898" y="106596"/>
                  <a:pt x="1641791" y="107826"/>
                  <a:pt x="1641577" y="108735"/>
                </a:cubicBezTo>
                <a:cubicBezTo>
                  <a:pt x="1641364" y="109644"/>
                  <a:pt x="1641043" y="110312"/>
                  <a:pt x="1640615" y="110740"/>
                </a:cubicBezTo>
                <a:cubicBezTo>
                  <a:pt x="1640187" y="111167"/>
                  <a:pt x="1639546" y="111568"/>
                  <a:pt x="1638691" y="111942"/>
                </a:cubicBezTo>
                <a:cubicBezTo>
                  <a:pt x="1637835" y="112317"/>
                  <a:pt x="1636860" y="112624"/>
                  <a:pt x="1635764" y="112865"/>
                </a:cubicBezTo>
                <a:cubicBezTo>
                  <a:pt x="1634668" y="113105"/>
                  <a:pt x="1633505" y="113306"/>
                  <a:pt x="1632276" y="113466"/>
                </a:cubicBezTo>
                <a:cubicBezTo>
                  <a:pt x="1631046" y="113626"/>
                  <a:pt x="1629816" y="113706"/>
                  <a:pt x="1628587" y="113706"/>
                </a:cubicBezTo>
                <a:cubicBezTo>
                  <a:pt x="1624845" y="113706"/>
                  <a:pt x="1621637" y="113211"/>
                  <a:pt x="1618964" y="112221"/>
                </a:cubicBezTo>
                <a:cubicBezTo>
                  <a:pt x="1616291" y="111228"/>
                  <a:pt x="1614100" y="109727"/>
                  <a:pt x="1612389" y="107717"/>
                </a:cubicBezTo>
                <a:cubicBezTo>
                  <a:pt x="1610678" y="105708"/>
                  <a:pt x="1609435" y="103163"/>
                  <a:pt x="1608660" y="100082"/>
                </a:cubicBezTo>
                <a:cubicBezTo>
                  <a:pt x="1607885" y="97002"/>
                  <a:pt x="1607497" y="93371"/>
                  <a:pt x="1607497" y="89192"/>
                </a:cubicBezTo>
                <a:lnTo>
                  <a:pt x="1607497" y="46910"/>
                </a:lnTo>
                <a:lnTo>
                  <a:pt x="1597394" y="46910"/>
                </a:lnTo>
                <a:cubicBezTo>
                  <a:pt x="1596592" y="46910"/>
                  <a:pt x="1595950" y="46482"/>
                  <a:pt x="1595469" y="45627"/>
                </a:cubicBezTo>
                <a:cubicBezTo>
                  <a:pt x="1594988" y="44772"/>
                  <a:pt x="1594748" y="43382"/>
                  <a:pt x="1594748" y="41457"/>
                </a:cubicBezTo>
                <a:cubicBezTo>
                  <a:pt x="1594748" y="40441"/>
                  <a:pt x="1594814" y="39586"/>
                  <a:pt x="1594948" y="38891"/>
                </a:cubicBezTo>
                <a:cubicBezTo>
                  <a:pt x="1595082" y="38196"/>
                  <a:pt x="1595255" y="37622"/>
                  <a:pt x="1595469" y="37167"/>
                </a:cubicBezTo>
                <a:cubicBezTo>
                  <a:pt x="1595683" y="36713"/>
                  <a:pt x="1595964" y="36392"/>
                  <a:pt x="1596311" y="36205"/>
                </a:cubicBezTo>
                <a:cubicBezTo>
                  <a:pt x="1596659" y="36018"/>
                  <a:pt x="1597046" y="35924"/>
                  <a:pt x="1597474" y="35924"/>
                </a:cubicBezTo>
                <a:lnTo>
                  <a:pt x="1607497" y="35924"/>
                </a:lnTo>
                <a:lnTo>
                  <a:pt x="1607497" y="18764"/>
                </a:lnTo>
                <a:cubicBezTo>
                  <a:pt x="1607497" y="18390"/>
                  <a:pt x="1607591" y="18042"/>
                  <a:pt x="1607778" y="17722"/>
                </a:cubicBezTo>
                <a:cubicBezTo>
                  <a:pt x="1607965" y="17401"/>
                  <a:pt x="1608313" y="17120"/>
                  <a:pt x="1608821" y="16880"/>
                </a:cubicBezTo>
                <a:cubicBezTo>
                  <a:pt x="1609328" y="16639"/>
                  <a:pt x="1610010" y="16465"/>
                  <a:pt x="1610865" y="16358"/>
                </a:cubicBezTo>
                <a:cubicBezTo>
                  <a:pt x="1611721" y="16251"/>
                  <a:pt x="1612790" y="16198"/>
                  <a:pt x="1614073" y="16198"/>
                </a:cubicBezTo>
                <a:cubicBezTo>
                  <a:pt x="1615409" y="16198"/>
                  <a:pt x="1616505" y="16251"/>
                  <a:pt x="1617361" y="16358"/>
                </a:cubicBezTo>
                <a:cubicBezTo>
                  <a:pt x="1618216" y="16465"/>
                  <a:pt x="1618884" y="16639"/>
                  <a:pt x="1619365" y="16880"/>
                </a:cubicBezTo>
                <a:cubicBezTo>
                  <a:pt x="1619846" y="17120"/>
                  <a:pt x="1620194" y="17401"/>
                  <a:pt x="1620408" y="17722"/>
                </a:cubicBezTo>
                <a:cubicBezTo>
                  <a:pt x="1620622" y="18042"/>
                  <a:pt x="1620728" y="18390"/>
                  <a:pt x="1620728" y="18764"/>
                </a:cubicBezTo>
                <a:lnTo>
                  <a:pt x="1620728" y="35924"/>
                </a:lnTo>
                <a:lnTo>
                  <a:pt x="1639252" y="35924"/>
                </a:lnTo>
                <a:cubicBezTo>
                  <a:pt x="1639680" y="35924"/>
                  <a:pt x="1640054" y="36018"/>
                  <a:pt x="1640375" y="36205"/>
                </a:cubicBezTo>
                <a:cubicBezTo>
                  <a:pt x="1640695" y="36392"/>
                  <a:pt x="1640976" y="36713"/>
                  <a:pt x="1641216" y="37167"/>
                </a:cubicBezTo>
                <a:cubicBezTo>
                  <a:pt x="1641457" y="37622"/>
                  <a:pt x="1641631" y="38196"/>
                  <a:pt x="1641738" y="38891"/>
                </a:cubicBezTo>
                <a:cubicBezTo>
                  <a:pt x="1641845" y="39586"/>
                  <a:pt x="1641898" y="40441"/>
                  <a:pt x="1641898" y="41457"/>
                </a:cubicBezTo>
                <a:cubicBezTo>
                  <a:pt x="1641898" y="43382"/>
                  <a:pt x="1641658" y="44772"/>
                  <a:pt x="1641176" y="45627"/>
                </a:cubicBezTo>
                <a:cubicBezTo>
                  <a:pt x="1640695" y="46482"/>
                  <a:pt x="1640054" y="46910"/>
                  <a:pt x="1639252" y="46910"/>
                </a:cubicBezTo>
                <a:lnTo>
                  <a:pt x="1620728" y="46910"/>
                </a:lnTo>
                <a:lnTo>
                  <a:pt x="1620728" y="87282"/>
                </a:lnTo>
                <a:cubicBezTo>
                  <a:pt x="1620728" y="92267"/>
                  <a:pt x="1621464" y="96033"/>
                  <a:pt x="1622934" y="98581"/>
                </a:cubicBezTo>
                <a:cubicBezTo>
                  <a:pt x="1624404" y="101127"/>
                  <a:pt x="1627037" y="102400"/>
                  <a:pt x="1630832" y="102400"/>
                </a:cubicBezTo>
                <a:cubicBezTo>
                  <a:pt x="1632062" y="102400"/>
                  <a:pt x="1633158" y="102280"/>
                  <a:pt x="1634120" y="102039"/>
                </a:cubicBezTo>
                <a:cubicBezTo>
                  <a:pt x="1635082" y="101799"/>
                  <a:pt x="1635937" y="101545"/>
                  <a:pt x="1636686" y="101277"/>
                </a:cubicBezTo>
                <a:cubicBezTo>
                  <a:pt x="1637434" y="101010"/>
                  <a:pt x="1638076" y="100756"/>
                  <a:pt x="1638610" y="100516"/>
                </a:cubicBezTo>
                <a:cubicBezTo>
                  <a:pt x="1639145" y="100275"/>
                  <a:pt x="1639626" y="100155"/>
                  <a:pt x="1640054" y="100155"/>
                </a:cubicBezTo>
                <a:cubicBezTo>
                  <a:pt x="1640321" y="100155"/>
                  <a:pt x="1640575" y="100222"/>
                  <a:pt x="1640816" y="100355"/>
                </a:cubicBezTo>
                <a:cubicBezTo>
                  <a:pt x="1641056" y="100489"/>
                  <a:pt x="1641243" y="100743"/>
                  <a:pt x="1641377" y="101117"/>
                </a:cubicBezTo>
                <a:cubicBezTo>
                  <a:pt x="1641511" y="101491"/>
                  <a:pt x="1641631" y="101999"/>
                  <a:pt x="1641738" y="102641"/>
                </a:cubicBezTo>
                <a:cubicBezTo>
                  <a:pt x="1641845" y="103282"/>
                  <a:pt x="1641898" y="104084"/>
                  <a:pt x="1641898" y="105046"/>
                </a:cubicBezTo>
                <a:close/>
                <a:moveTo>
                  <a:pt x="1721531" y="110258"/>
                </a:moveTo>
                <a:cubicBezTo>
                  <a:pt x="1721531" y="110686"/>
                  <a:pt x="1721424" y="111047"/>
                  <a:pt x="1721210" y="111341"/>
                </a:cubicBezTo>
                <a:cubicBezTo>
                  <a:pt x="1720996" y="111635"/>
                  <a:pt x="1720649" y="111889"/>
                  <a:pt x="1720168" y="112103"/>
                </a:cubicBezTo>
                <a:cubicBezTo>
                  <a:pt x="1719687" y="112317"/>
                  <a:pt x="1719018" y="112477"/>
                  <a:pt x="1718163" y="112584"/>
                </a:cubicBezTo>
                <a:cubicBezTo>
                  <a:pt x="1717308" y="112691"/>
                  <a:pt x="1716239" y="112744"/>
                  <a:pt x="1714956" y="112744"/>
                </a:cubicBezTo>
                <a:cubicBezTo>
                  <a:pt x="1713619" y="112744"/>
                  <a:pt x="1712523" y="112691"/>
                  <a:pt x="1711668" y="112584"/>
                </a:cubicBezTo>
                <a:cubicBezTo>
                  <a:pt x="1710812" y="112477"/>
                  <a:pt x="1710144" y="112317"/>
                  <a:pt x="1709663" y="112103"/>
                </a:cubicBezTo>
                <a:cubicBezTo>
                  <a:pt x="1709182" y="111889"/>
                  <a:pt x="1708835" y="111635"/>
                  <a:pt x="1708621" y="111341"/>
                </a:cubicBezTo>
                <a:cubicBezTo>
                  <a:pt x="1708407" y="111047"/>
                  <a:pt x="1708300" y="110686"/>
                  <a:pt x="1708300" y="110258"/>
                </a:cubicBezTo>
                <a:lnTo>
                  <a:pt x="1708300" y="67999"/>
                </a:lnTo>
                <a:cubicBezTo>
                  <a:pt x="1708300" y="63883"/>
                  <a:pt x="1707979" y="60569"/>
                  <a:pt x="1707338" y="58056"/>
                </a:cubicBezTo>
                <a:cubicBezTo>
                  <a:pt x="1706696" y="55544"/>
                  <a:pt x="1705761" y="53378"/>
                  <a:pt x="1704531" y="51561"/>
                </a:cubicBezTo>
                <a:cubicBezTo>
                  <a:pt x="1703302" y="49743"/>
                  <a:pt x="1701711" y="48353"/>
                  <a:pt x="1699760" y="47391"/>
                </a:cubicBezTo>
                <a:cubicBezTo>
                  <a:pt x="1697809" y="46429"/>
                  <a:pt x="1695550" y="45948"/>
                  <a:pt x="1692984" y="45948"/>
                </a:cubicBezTo>
                <a:cubicBezTo>
                  <a:pt x="1689670" y="45948"/>
                  <a:pt x="1686355" y="47124"/>
                  <a:pt x="1683041" y="49476"/>
                </a:cubicBezTo>
                <a:cubicBezTo>
                  <a:pt x="1679726" y="51828"/>
                  <a:pt x="1676251" y="55276"/>
                  <a:pt x="1672616" y="59820"/>
                </a:cubicBezTo>
                <a:lnTo>
                  <a:pt x="1672616" y="110258"/>
                </a:lnTo>
                <a:cubicBezTo>
                  <a:pt x="1672616" y="110686"/>
                  <a:pt x="1672509" y="111047"/>
                  <a:pt x="1672296" y="111341"/>
                </a:cubicBezTo>
                <a:cubicBezTo>
                  <a:pt x="1672082" y="111635"/>
                  <a:pt x="1671734" y="111889"/>
                  <a:pt x="1671253" y="112103"/>
                </a:cubicBezTo>
                <a:cubicBezTo>
                  <a:pt x="1670772" y="112317"/>
                  <a:pt x="1670104" y="112477"/>
                  <a:pt x="1669248" y="112584"/>
                </a:cubicBezTo>
                <a:cubicBezTo>
                  <a:pt x="1668393" y="112691"/>
                  <a:pt x="1667297" y="112744"/>
                  <a:pt x="1665961" y="112744"/>
                </a:cubicBezTo>
                <a:cubicBezTo>
                  <a:pt x="1664678" y="112744"/>
                  <a:pt x="1663609" y="112691"/>
                  <a:pt x="1662753" y="112584"/>
                </a:cubicBezTo>
                <a:cubicBezTo>
                  <a:pt x="1661898" y="112477"/>
                  <a:pt x="1661216" y="112317"/>
                  <a:pt x="1660708" y="112103"/>
                </a:cubicBezTo>
                <a:cubicBezTo>
                  <a:pt x="1660201" y="111889"/>
                  <a:pt x="1659853" y="111635"/>
                  <a:pt x="1659666" y="111341"/>
                </a:cubicBezTo>
                <a:cubicBezTo>
                  <a:pt x="1659479" y="111045"/>
                  <a:pt x="1659385" y="110684"/>
                  <a:pt x="1659385" y="110256"/>
                </a:cubicBezTo>
                <a:lnTo>
                  <a:pt x="1659385" y="3050"/>
                </a:lnTo>
                <a:cubicBezTo>
                  <a:pt x="1659385" y="2622"/>
                  <a:pt x="1659479" y="2248"/>
                  <a:pt x="1659666" y="1927"/>
                </a:cubicBezTo>
                <a:cubicBezTo>
                  <a:pt x="1659853" y="1605"/>
                  <a:pt x="1660201" y="1336"/>
                  <a:pt x="1660708" y="1123"/>
                </a:cubicBezTo>
                <a:cubicBezTo>
                  <a:pt x="1661216" y="909"/>
                  <a:pt x="1661898" y="748"/>
                  <a:pt x="1662753" y="642"/>
                </a:cubicBezTo>
                <a:cubicBezTo>
                  <a:pt x="1663609" y="535"/>
                  <a:pt x="1664678" y="481"/>
                  <a:pt x="1665961" y="481"/>
                </a:cubicBezTo>
                <a:cubicBezTo>
                  <a:pt x="1667297" y="481"/>
                  <a:pt x="1668393" y="535"/>
                  <a:pt x="1669248" y="642"/>
                </a:cubicBezTo>
                <a:cubicBezTo>
                  <a:pt x="1670104" y="748"/>
                  <a:pt x="1670772" y="910"/>
                  <a:pt x="1671253" y="1125"/>
                </a:cubicBezTo>
                <a:cubicBezTo>
                  <a:pt x="1671734" y="1339"/>
                  <a:pt x="1672082" y="1606"/>
                  <a:pt x="1672296" y="1927"/>
                </a:cubicBezTo>
                <a:cubicBezTo>
                  <a:pt x="1672509" y="2248"/>
                  <a:pt x="1672616" y="2623"/>
                  <a:pt x="1672616" y="3052"/>
                </a:cubicBezTo>
                <a:lnTo>
                  <a:pt x="1672616" y="46349"/>
                </a:lnTo>
                <a:cubicBezTo>
                  <a:pt x="1676412" y="42339"/>
                  <a:pt x="1680234" y="39359"/>
                  <a:pt x="1684083" y="37408"/>
                </a:cubicBezTo>
                <a:cubicBezTo>
                  <a:pt x="1687932" y="35456"/>
                  <a:pt x="1691808" y="34481"/>
                  <a:pt x="1695710" y="34481"/>
                </a:cubicBezTo>
                <a:cubicBezTo>
                  <a:pt x="1700522" y="34481"/>
                  <a:pt x="1704571" y="35296"/>
                  <a:pt x="1707859" y="36927"/>
                </a:cubicBezTo>
                <a:cubicBezTo>
                  <a:pt x="1711147" y="38557"/>
                  <a:pt x="1713806" y="40735"/>
                  <a:pt x="1715838" y="43462"/>
                </a:cubicBezTo>
                <a:cubicBezTo>
                  <a:pt x="1717869" y="46188"/>
                  <a:pt x="1719326" y="49382"/>
                  <a:pt x="1720208" y="53044"/>
                </a:cubicBezTo>
                <a:cubicBezTo>
                  <a:pt x="1721090" y="56706"/>
                  <a:pt x="1721531" y="61130"/>
                  <a:pt x="1721531" y="66315"/>
                </a:cubicBezTo>
                <a:lnTo>
                  <a:pt x="1721531" y="110258"/>
                </a:lnTo>
                <a:close/>
                <a:moveTo>
                  <a:pt x="1805874" y="71047"/>
                </a:moveTo>
                <a:cubicBezTo>
                  <a:pt x="1805874" y="73131"/>
                  <a:pt x="1805353" y="74615"/>
                  <a:pt x="1804310" y="75497"/>
                </a:cubicBezTo>
                <a:cubicBezTo>
                  <a:pt x="1803268" y="76379"/>
                  <a:pt x="1802079" y="76820"/>
                  <a:pt x="1800742" y="76820"/>
                </a:cubicBezTo>
                <a:lnTo>
                  <a:pt x="1753431" y="76820"/>
                </a:lnTo>
                <a:cubicBezTo>
                  <a:pt x="1753431" y="80841"/>
                  <a:pt x="1753832" y="84460"/>
                  <a:pt x="1754634" y="87678"/>
                </a:cubicBezTo>
                <a:cubicBezTo>
                  <a:pt x="1755436" y="90896"/>
                  <a:pt x="1756772" y="93657"/>
                  <a:pt x="1758643" y="95962"/>
                </a:cubicBezTo>
                <a:cubicBezTo>
                  <a:pt x="1760515" y="98268"/>
                  <a:pt x="1762947" y="100038"/>
                  <a:pt x="1765941" y="101272"/>
                </a:cubicBezTo>
                <a:cubicBezTo>
                  <a:pt x="1768934" y="102505"/>
                  <a:pt x="1772596" y="103122"/>
                  <a:pt x="1776926" y="103122"/>
                </a:cubicBezTo>
                <a:cubicBezTo>
                  <a:pt x="1780348" y="103122"/>
                  <a:pt x="1783395" y="102841"/>
                  <a:pt x="1786068" y="102280"/>
                </a:cubicBezTo>
                <a:cubicBezTo>
                  <a:pt x="1788741" y="101718"/>
                  <a:pt x="1791053" y="101090"/>
                  <a:pt x="1793004" y="100395"/>
                </a:cubicBezTo>
                <a:cubicBezTo>
                  <a:pt x="1794955" y="99700"/>
                  <a:pt x="1796559" y="99072"/>
                  <a:pt x="1797815" y="98511"/>
                </a:cubicBezTo>
                <a:cubicBezTo>
                  <a:pt x="1799072" y="97950"/>
                  <a:pt x="1800020" y="97669"/>
                  <a:pt x="1800662" y="97669"/>
                </a:cubicBezTo>
                <a:cubicBezTo>
                  <a:pt x="1801036" y="97669"/>
                  <a:pt x="1801370" y="97762"/>
                  <a:pt x="1801664" y="97950"/>
                </a:cubicBezTo>
                <a:cubicBezTo>
                  <a:pt x="1801958" y="98137"/>
                  <a:pt x="1802186" y="98417"/>
                  <a:pt x="1802346" y="98792"/>
                </a:cubicBezTo>
                <a:cubicBezTo>
                  <a:pt x="1802506" y="99166"/>
                  <a:pt x="1802627" y="99687"/>
                  <a:pt x="1802707" y="100355"/>
                </a:cubicBezTo>
                <a:cubicBezTo>
                  <a:pt x="1802787" y="101023"/>
                  <a:pt x="1802827" y="101839"/>
                  <a:pt x="1802827" y="102801"/>
                </a:cubicBezTo>
                <a:cubicBezTo>
                  <a:pt x="1802827" y="103496"/>
                  <a:pt x="1802800" y="104097"/>
                  <a:pt x="1802747" y="104605"/>
                </a:cubicBezTo>
                <a:cubicBezTo>
                  <a:pt x="1802693" y="105113"/>
                  <a:pt x="1802627" y="105567"/>
                  <a:pt x="1802546" y="105968"/>
                </a:cubicBezTo>
                <a:cubicBezTo>
                  <a:pt x="1802466" y="106369"/>
                  <a:pt x="1802333" y="106730"/>
                  <a:pt x="1802145" y="107051"/>
                </a:cubicBezTo>
                <a:cubicBezTo>
                  <a:pt x="1801958" y="107372"/>
                  <a:pt x="1801718" y="107679"/>
                  <a:pt x="1801424" y="107973"/>
                </a:cubicBezTo>
                <a:cubicBezTo>
                  <a:pt x="1801130" y="108267"/>
                  <a:pt x="1800261" y="108748"/>
                  <a:pt x="1798818" y="109416"/>
                </a:cubicBezTo>
                <a:cubicBezTo>
                  <a:pt x="1797374" y="110085"/>
                  <a:pt x="1795503" y="110740"/>
                  <a:pt x="1793204" y="111381"/>
                </a:cubicBezTo>
                <a:cubicBezTo>
                  <a:pt x="1790906" y="112023"/>
                  <a:pt x="1788246" y="112597"/>
                  <a:pt x="1785226" y="113105"/>
                </a:cubicBezTo>
                <a:cubicBezTo>
                  <a:pt x="1782205" y="113613"/>
                  <a:pt x="1778984" y="113867"/>
                  <a:pt x="1775563" y="113867"/>
                </a:cubicBezTo>
                <a:cubicBezTo>
                  <a:pt x="1769629" y="113867"/>
                  <a:pt x="1764430" y="113037"/>
                  <a:pt x="1759967" y="111379"/>
                </a:cubicBezTo>
                <a:cubicBezTo>
                  <a:pt x="1755503" y="109720"/>
                  <a:pt x="1751747" y="107258"/>
                  <a:pt x="1748700" y="103994"/>
                </a:cubicBezTo>
                <a:cubicBezTo>
                  <a:pt x="1745653" y="100729"/>
                  <a:pt x="1743354" y="96636"/>
                  <a:pt x="1741804" y="91712"/>
                </a:cubicBezTo>
                <a:cubicBezTo>
                  <a:pt x="1740254" y="86789"/>
                  <a:pt x="1739479" y="81063"/>
                  <a:pt x="1739479" y="74535"/>
                </a:cubicBezTo>
                <a:cubicBezTo>
                  <a:pt x="1739479" y="68327"/>
                  <a:pt x="1740280" y="62748"/>
                  <a:pt x="1741884" y="57798"/>
                </a:cubicBezTo>
                <a:cubicBezTo>
                  <a:pt x="1743488" y="52848"/>
                  <a:pt x="1745800" y="48647"/>
                  <a:pt x="1748820" y="45196"/>
                </a:cubicBezTo>
                <a:cubicBezTo>
                  <a:pt x="1751841" y="41745"/>
                  <a:pt x="1755489" y="39096"/>
                  <a:pt x="1759766" y="37250"/>
                </a:cubicBezTo>
                <a:cubicBezTo>
                  <a:pt x="1764043" y="35404"/>
                  <a:pt x="1768827" y="34481"/>
                  <a:pt x="1774120" y="34481"/>
                </a:cubicBezTo>
                <a:cubicBezTo>
                  <a:pt x="1779786" y="34481"/>
                  <a:pt x="1784611" y="35390"/>
                  <a:pt x="1788594" y="37207"/>
                </a:cubicBezTo>
                <a:cubicBezTo>
                  <a:pt x="1792576" y="39025"/>
                  <a:pt x="1795851" y="41471"/>
                  <a:pt x="1798417" y="44544"/>
                </a:cubicBezTo>
                <a:cubicBezTo>
                  <a:pt x="1800983" y="47618"/>
                  <a:pt x="1802867" y="51227"/>
                  <a:pt x="1804070" y="55370"/>
                </a:cubicBezTo>
                <a:cubicBezTo>
                  <a:pt x="1805273" y="59513"/>
                  <a:pt x="1805874" y="63937"/>
                  <a:pt x="1805874" y="68641"/>
                </a:cubicBezTo>
                <a:lnTo>
                  <a:pt x="1805874" y="71047"/>
                </a:lnTo>
                <a:moveTo>
                  <a:pt x="1792563" y="67117"/>
                </a:moveTo>
                <a:cubicBezTo>
                  <a:pt x="1792723" y="60168"/>
                  <a:pt x="1791186" y="54715"/>
                  <a:pt x="1787952" y="50759"/>
                </a:cubicBezTo>
                <a:cubicBezTo>
                  <a:pt x="1784718" y="46803"/>
                  <a:pt x="1779920" y="44825"/>
                  <a:pt x="1773558" y="44825"/>
                </a:cubicBezTo>
                <a:cubicBezTo>
                  <a:pt x="1770297" y="44825"/>
                  <a:pt x="1767437" y="45440"/>
                  <a:pt x="1764978" y="46669"/>
                </a:cubicBezTo>
                <a:cubicBezTo>
                  <a:pt x="1762519" y="47899"/>
                  <a:pt x="1760461" y="49529"/>
                  <a:pt x="1758804" y="51561"/>
                </a:cubicBezTo>
                <a:cubicBezTo>
                  <a:pt x="1757147" y="53592"/>
                  <a:pt x="1755864" y="55958"/>
                  <a:pt x="1754955" y="58657"/>
                </a:cubicBezTo>
                <a:cubicBezTo>
                  <a:pt x="1754046" y="61357"/>
                  <a:pt x="1753538" y="64177"/>
                  <a:pt x="1753431" y="67117"/>
                </a:cubicBezTo>
                <a:lnTo>
                  <a:pt x="1792563" y="67117"/>
                </a:lnTo>
                <a:close/>
                <a:moveTo>
                  <a:pt x="1879047" y="110258"/>
                </a:moveTo>
                <a:cubicBezTo>
                  <a:pt x="1879047" y="110686"/>
                  <a:pt x="1878940" y="111047"/>
                  <a:pt x="1878727" y="111341"/>
                </a:cubicBezTo>
                <a:cubicBezTo>
                  <a:pt x="1878513" y="111635"/>
                  <a:pt x="1878165" y="111889"/>
                  <a:pt x="1877684" y="112103"/>
                </a:cubicBezTo>
                <a:cubicBezTo>
                  <a:pt x="1877203" y="112317"/>
                  <a:pt x="1876535" y="112477"/>
                  <a:pt x="1875679" y="112584"/>
                </a:cubicBezTo>
                <a:cubicBezTo>
                  <a:pt x="1874824" y="112691"/>
                  <a:pt x="1873728" y="112744"/>
                  <a:pt x="1872392" y="112744"/>
                </a:cubicBezTo>
                <a:cubicBezTo>
                  <a:pt x="1871109" y="112744"/>
                  <a:pt x="1870039" y="112691"/>
                  <a:pt x="1869184" y="112584"/>
                </a:cubicBezTo>
                <a:cubicBezTo>
                  <a:pt x="1868329" y="112477"/>
                  <a:pt x="1867647" y="112317"/>
                  <a:pt x="1867139" y="112103"/>
                </a:cubicBezTo>
                <a:cubicBezTo>
                  <a:pt x="1866631" y="111889"/>
                  <a:pt x="1866284" y="111635"/>
                  <a:pt x="1866097" y="111341"/>
                </a:cubicBezTo>
                <a:cubicBezTo>
                  <a:pt x="1865910" y="111047"/>
                  <a:pt x="1865816" y="110686"/>
                  <a:pt x="1865816" y="110258"/>
                </a:cubicBezTo>
                <a:lnTo>
                  <a:pt x="1865816" y="38089"/>
                </a:lnTo>
                <a:cubicBezTo>
                  <a:pt x="1865816" y="37715"/>
                  <a:pt x="1865910" y="37368"/>
                  <a:pt x="1866097" y="37047"/>
                </a:cubicBezTo>
                <a:cubicBezTo>
                  <a:pt x="1866284" y="36726"/>
                  <a:pt x="1866631" y="36459"/>
                  <a:pt x="1867139" y="36245"/>
                </a:cubicBezTo>
                <a:cubicBezTo>
                  <a:pt x="1867647" y="36031"/>
                  <a:pt x="1868329" y="35871"/>
                  <a:pt x="1869184" y="35764"/>
                </a:cubicBezTo>
                <a:cubicBezTo>
                  <a:pt x="1870039" y="35657"/>
                  <a:pt x="1871109" y="35603"/>
                  <a:pt x="1872392" y="35603"/>
                </a:cubicBezTo>
                <a:cubicBezTo>
                  <a:pt x="1873728" y="35603"/>
                  <a:pt x="1874824" y="35657"/>
                  <a:pt x="1875679" y="35764"/>
                </a:cubicBezTo>
                <a:cubicBezTo>
                  <a:pt x="1876535" y="35871"/>
                  <a:pt x="1877203" y="36031"/>
                  <a:pt x="1877684" y="36245"/>
                </a:cubicBezTo>
                <a:cubicBezTo>
                  <a:pt x="1878165" y="36459"/>
                  <a:pt x="1878513" y="36726"/>
                  <a:pt x="1878727" y="37047"/>
                </a:cubicBezTo>
                <a:cubicBezTo>
                  <a:pt x="1878940" y="37368"/>
                  <a:pt x="1879047" y="37715"/>
                  <a:pt x="1879047" y="38089"/>
                </a:cubicBezTo>
                <a:lnTo>
                  <a:pt x="1879047" y="110258"/>
                </a:lnTo>
                <a:moveTo>
                  <a:pt x="1880571" y="13632"/>
                </a:moveTo>
                <a:cubicBezTo>
                  <a:pt x="1880571" y="16733"/>
                  <a:pt x="1879983" y="18844"/>
                  <a:pt x="1878807" y="19967"/>
                </a:cubicBezTo>
                <a:cubicBezTo>
                  <a:pt x="1877631" y="21089"/>
                  <a:pt x="1875466" y="21651"/>
                  <a:pt x="1872311" y="21651"/>
                </a:cubicBezTo>
                <a:cubicBezTo>
                  <a:pt x="1869211" y="21651"/>
                  <a:pt x="1867086" y="21103"/>
                  <a:pt x="1865937" y="20007"/>
                </a:cubicBezTo>
                <a:cubicBezTo>
                  <a:pt x="1864787" y="18911"/>
                  <a:pt x="1864212" y="16839"/>
                  <a:pt x="1864212" y="13792"/>
                </a:cubicBezTo>
                <a:cubicBezTo>
                  <a:pt x="1864212" y="10692"/>
                  <a:pt x="1864801" y="8580"/>
                  <a:pt x="1865977" y="7457"/>
                </a:cubicBezTo>
                <a:cubicBezTo>
                  <a:pt x="1867153" y="6335"/>
                  <a:pt x="1869318" y="5774"/>
                  <a:pt x="1872472" y="5774"/>
                </a:cubicBezTo>
                <a:cubicBezTo>
                  <a:pt x="1875572" y="5774"/>
                  <a:pt x="1877697" y="6321"/>
                  <a:pt x="1878847" y="7417"/>
                </a:cubicBezTo>
                <a:cubicBezTo>
                  <a:pt x="1879996" y="8513"/>
                  <a:pt x="1880571" y="10585"/>
                  <a:pt x="1880571" y="13632"/>
                </a:cubicBezTo>
                <a:close/>
                <a:moveTo>
                  <a:pt x="1964420" y="110258"/>
                </a:moveTo>
                <a:cubicBezTo>
                  <a:pt x="1964420" y="110686"/>
                  <a:pt x="1964313" y="111047"/>
                  <a:pt x="1964099" y="111341"/>
                </a:cubicBezTo>
                <a:cubicBezTo>
                  <a:pt x="1963885" y="111635"/>
                  <a:pt x="1963538" y="111889"/>
                  <a:pt x="1963057" y="112103"/>
                </a:cubicBezTo>
                <a:cubicBezTo>
                  <a:pt x="1962576" y="112317"/>
                  <a:pt x="1961907" y="112477"/>
                  <a:pt x="1961052" y="112584"/>
                </a:cubicBezTo>
                <a:cubicBezTo>
                  <a:pt x="1960197" y="112691"/>
                  <a:pt x="1959127" y="112744"/>
                  <a:pt x="1957844" y="112744"/>
                </a:cubicBezTo>
                <a:cubicBezTo>
                  <a:pt x="1956508" y="112744"/>
                  <a:pt x="1955412" y="112691"/>
                  <a:pt x="1954557" y="112584"/>
                </a:cubicBezTo>
                <a:cubicBezTo>
                  <a:pt x="1953701" y="112477"/>
                  <a:pt x="1953033" y="112317"/>
                  <a:pt x="1952552" y="112103"/>
                </a:cubicBezTo>
                <a:cubicBezTo>
                  <a:pt x="1952071" y="111889"/>
                  <a:pt x="1951723" y="111635"/>
                  <a:pt x="1951510" y="111341"/>
                </a:cubicBezTo>
                <a:cubicBezTo>
                  <a:pt x="1951296" y="111047"/>
                  <a:pt x="1951189" y="110686"/>
                  <a:pt x="1951189" y="110258"/>
                </a:cubicBezTo>
                <a:lnTo>
                  <a:pt x="1951189" y="67999"/>
                </a:lnTo>
                <a:cubicBezTo>
                  <a:pt x="1951189" y="63883"/>
                  <a:pt x="1950868" y="60569"/>
                  <a:pt x="1950227" y="58056"/>
                </a:cubicBezTo>
                <a:cubicBezTo>
                  <a:pt x="1949585" y="55544"/>
                  <a:pt x="1948650" y="53378"/>
                  <a:pt x="1947420" y="51561"/>
                </a:cubicBezTo>
                <a:cubicBezTo>
                  <a:pt x="1946190" y="49743"/>
                  <a:pt x="1944600" y="48353"/>
                  <a:pt x="1942649" y="47391"/>
                </a:cubicBezTo>
                <a:cubicBezTo>
                  <a:pt x="1940698" y="46429"/>
                  <a:pt x="1938439" y="45948"/>
                  <a:pt x="1935873" y="45948"/>
                </a:cubicBezTo>
                <a:cubicBezTo>
                  <a:pt x="1932559" y="45948"/>
                  <a:pt x="1929244" y="47124"/>
                  <a:pt x="1925930" y="49476"/>
                </a:cubicBezTo>
                <a:cubicBezTo>
                  <a:pt x="1922615" y="51828"/>
                  <a:pt x="1919140" y="55276"/>
                  <a:pt x="1915505" y="59820"/>
                </a:cubicBezTo>
                <a:lnTo>
                  <a:pt x="1915505" y="110258"/>
                </a:lnTo>
                <a:cubicBezTo>
                  <a:pt x="1915505" y="110686"/>
                  <a:pt x="1915398" y="111047"/>
                  <a:pt x="1915184" y="111341"/>
                </a:cubicBezTo>
                <a:cubicBezTo>
                  <a:pt x="1914971" y="111635"/>
                  <a:pt x="1914623" y="111889"/>
                  <a:pt x="1914142" y="112103"/>
                </a:cubicBezTo>
                <a:cubicBezTo>
                  <a:pt x="1913661" y="112317"/>
                  <a:pt x="1912993" y="112477"/>
                  <a:pt x="1912137" y="112584"/>
                </a:cubicBezTo>
                <a:cubicBezTo>
                  <a:pt x="1911282" y="112691"/>
                  <a:pt x="1910186" y="112744"/>
                  <a:pt x="1908850" y="112744"/>
                </a:cubicBezTo>
                <a:cubicBezTo>
                  <a:pt x="1907567" y="112744"/>
                  <a:pt x="1906497" y="112691"/>
                  <a:pt x="1905642" y="112584"/>
                </a:cubicBezTo>
                <a:cubicBezTo>
                  <a:pt x="1904787" y="112477"/>
                  <a:pt x="1904105" y="112317"/>
                  <a:pt x="1903597" y="112103"/>
                </a:cubicBezTo>
                <a:cubicBezTo>
                  <a:pt x="1903089" y="111889"/>
                  <a:pt x="1902742" y="111635"/>
                  <a:pt x="1902555" y="111341"/>
                </a:cubicBezTo>
                <a:cubicBezTo>
                  <a:pt x="1902368" y="111047"/>
                  <a:pt x="1902274" y="110686"/>
                  <a:pt x="1902274" y="110258"/>
                </a:cubicBezTo>
                <a:lnTo>
                  <a:pt x="1902274" y="38089"/>
                </a:lnTo>
                <a:cubicBezTo>
                  <a:pt x="1902274" y="37662"/>
                  <a:pt x="1902354" y="37301"/>
                  <a:pt x="1902515" y="37007"/>
                </a:cubicBezTo>
                <a:cubicBezTo>
                  <a:pt x="1902675" y="36713"/>
                  <a:pt x="1902996" y="36445"/>
                  <a:pt x="1903477" y="36205"/>
                </a:cubicBezTo>
                <a:cubicBezTo>
                  <a:pt x="1903958" y="35964"/>
                  <a:pt x="1904573" y="35804"/>
                  <a:pt x="1905321" y="35724"/>
                </a:cubicBezTo>
                <a:cubicBezTo>
                  <a:pt x="1906070" y="35644"/>
                  <a:pt x="1907059" y="35603"/>
                  <a:pt x="1908288" y="35603"/>
                </a:cubicBezTo>
                <a:cubicBezTo>
                  <a:pt x="1909464" y="35603"/>
                  <a:pt x="1910440" y="35644"/>
                  <a:pt x="1911215" y="35724"/>
                </a:cubicBezTo>
                <a:cubicBezTo>
                  <a:pt x="1911990" y="35804"/>
                  <a:pt x="1912592" y="35964"/>
                  <a:pt x="1913019" y="36205"/>
                </a:cubicBezTo>
                <a:cubicBezTo>
                  <a:pt x="1913447" y="36445"/>
                  <a:pt x="1913754" y="36713"/>
                  <a:pt x="1913942" y="37007"/>
                </a:cubicBezTo>
                <a:cubicBezTo>
                  <a:pt x="1914129" y="37301"/>
                  <a:pt x="1914222" y="37662"/>
                  <a:pt x="1914222" y="38089"/>
                </a:cubicBezTo>
                <a:lnTo>
                  <a:pt x="1914222" y="47632"/>
                </a:lnTo>
                <a:cubicBezTo>
                  <a:pt x="1918285" y="43088"/>
                  <a:pt x="1922335" y="39760"/>
                  <a:pt x="1926371" y="37648"/>
                </a:cubicBezTo>
                <a:cubicBezTo>
                  <a:pt x="1930407" y="35537"/>
                  <a:pt x="1934483" y="34481"/>
                  <a:pt x="1938599" y="34481"/>
                </a:cubicBezTo>
                <a:cubicBezTo>
                  <a:pt x="1943411" y="34481"/>
                  <a:pt x="1947460" y="35296"/>
                  <a:pt x="1950748" y="36927"/>
                </a:cubicBezTo>
                <a:cubicBezTo>
                  <a:pt x="1954036" y="38557"/>
                  <a:pt x="1956695" y="40735"/>
                  <a:pt x="1958727" y="43462"/>
                </a:cubicBezTo>
                <a:cubicBezTo>
                  <a:pt x="1960758" y="46188"/>
                  <a:pt x="1962215" y="49382"/>
                  <a:pt x="1963097" y="53044"/>
                </a:cubicBezTo>
                <a:cubicBezTo>
                  <a:pt x="1963979" y="56706"/>
                  <a:pt x="1964420" y="61103"/>
                  <a:pt x="1964420" y="66235"/>
                </a:cubicBezTo>
                <a:lnTo>
                  <a:pt x="1964420" y="110258"/>
                </a:lnTo>
                <a:close/>
                <a:moveTo>
                  <a:pt x="2053902" y="73091"/>
                </a:moveTo>
                <a:cubicBezTo>
                  <a:pt x="2053902" y="79404"/>
                  <a:pt x="2053221" y="85076"/>
                  <a:pt x="2051858" y="90106"/>
                </a:cubicBezTo>
                <a:cubicBezTo>
                  <a:pt x="2050495" y="95136"/>
                  <a:pt x="2048490" y="99405"/>
                  <a:pt x="2045844" y="102911"/>
                </a:cubicBezTo>
                <a:cubicBezTo>
                  <a:pt x="2043197" y="106416"/>
                  <a:pt x="2039923" y="109118"/>
                  <a:pt x="2036021" y="111018"/>
                </a:cubicBezTo>
                <a:cubicBezTo>
                  <a:pt x="2032118" y="112917"/>
                  <a:pt x="2027654" y="113867"/>
                  <a:pt x="2022629" y="113867"/>
                </a:cubicBezTo>
                <a:cubicBezTo>
                  <a:pt x="2020491" y="113867"/>
                  <a:pt x="2018513" y="113653"/>
                  <a:pt x="2016695" y="113225"/>
                </a:cubicBezTo>
                <a:cubicBezTo>
                  <a:pt x="2014878" y="112798"/>
                  <a:pt x="2013100" y="112129"/>
                  <a:pt x="2011363" y="111221"/>
                </a:cubicBezTo>
                <a:cubicBezTo>
                  <a:pt x="2009625" y="110310"/>
                  <a:pt x="2007901" y="109159"/>
                  <a:pt x="2006191" y="107768"/>
                </a:cubicBezTo>
                <a:cubicBezTo>
                  <a:pt x="2004480" y="106376"/>
                  <a:pt x="2002662" y="104744"/>
                  <a:pt x="2000738" y="102871"/>
                </a:cubicBezTo>
                <a:lnTo>
                  <a:pt x="2000738" y="138891"/>
                </a:lnTo>
                <a:cubicBezTo>
                  <a:pt x="2000738" y="139317"/>
                  <a:pt x="2000631" y="139690"/>
                  <a:pt x="2000417" y="140011"/>
                </a:cubicBezTo>
                <a:cubicBezTo>
                  <a:pt x="2000203" y="140331"/>
                  <a:pt x="1999856" y="140598"/>
                  <a:pt x="1999375" y="140810"/>
                </a:cubicBezTo>
                <a:cubicBezTo>
                  <a:pt x="1998894" y="141024"/>
                  <a:pt x="1998225" y="141184"/>
                  <a:pt x="1997370" y="141291"/>
                </a:cubicBezTo>
                <a:cubicBezTo>
                  <a:pt x="1996515" y="141398"/>
                  <a:pt x="1995419" y="141452"/>
                  <a:pt x="1994082" y="141452"/>
                </a:cubicBezTo>
                <a:cubicBezTo>
                  <a:pt x="1992799" y="141452"/>
                  <a:pt x="1991730" y="141398"/>
                  <a:pt x="1990875" y="141291"/>
                </a:cubicBezTo>
                <a:cubicBezTo>
                  <a:pt x="1990019" y="141184"/>
                  <a:pt x="1989338" y="141024"/>
                  <a:pt x="1988830" y="140810"/>
                </a:cubicBezTo>
                <a:cubicBezTo>
                  <a:pt x="1988322" y="140596"/>
                  <a:pt x="1987975" y="140329"/>
                  <a:pt x="1987788" y="140008"/>
                </a:cubicBezTo>
                <a:cubicBezTo>
                  <a:pt x="1987600" y="139687"/>
                  <a:pt x="1987507" y="139313"/>
                  <a:pt x="1987507" y="138886"/>
                </a:cubicBezTo>
                <a:lnTo>
                  <a:pt x="1987507" y="38089"/>
                </a:lnTo>
                <a:cubicBezTo>
                  <a:pt x="1987507" y="37608"/>
                  <a:pt x="1987587" y="37221"/>
                  <a:pt x="1987747" y="36927"/>
                </a:cubicBezTo>
                <a:cubicBezTo>
                  <a:pt x="1987908" y="36633"/>
                  <a:pt x="1988229" y="36379"/>
                  <a:pt x="1988710" y="36165"/>
                </a:cubicBezTo>
                <a:cubicBezTo>
                  <a:pt x="1989191" y="35951"/>
                  <a:pt x="1989806" y="35804"/>
                  <a:pt x="1990554" y="35724"/>
                </a:cubicBezTo>
                <a:cubicBezTo>
                  <a:pt x="1991302" y="35644"/>
                  <a:pt x="1992211" y="35603"/>
                  <a:pt x="1993280" y="35603"/>
                </a:cubicBezTo>
                <a:cubicBezTo>
                  <a:pt x="1994403" y="35603"/>
                  <a:pt x="1995325" y="35644"/>
                  <a:pt x="1996047" y="35724"/>
                </a:cubicBezTo>
                <a:cubicBezTo>
                  <a:pt x="1996769" y="35804"/>
                  <a:pt x="1997370" y="35951"/>
                  <a:pt x="1997851" y="36165"/>
                </a:cubicBezTo>
                <a:cubicBezTo>
                  <a:pt x="1998332" y="36379"/>
                  <a:pt x="1998666" y="36633"/>
                  <a:pt x="1998853" y="36929"/>
                </a:cubicBezTo>
                <a:cubicBezTo>
                  <a:pt x="1999041" y="37223"/>
                  <a:pt x="1999134" y="37611"/>
                  <a:pt x="1999134" y="38092"/>
                </a:cubicBezTo>
                <a:lnTo>
                  <a:pt x="1999134" y="47805"/>
                </a:lnTo>
                <a:cubicBezTo>
                  <a:pt x="2001326" y="45558"/>
                  <a:pt x="2003438" y="43605"/>
                  <a:pt x="2005469" y="41946"/>
                </a:cubicBezTo>
                <a:cubicBezTo>
                  <a:pt x="2007500" y="40287"/>
                  <a:pt x="2009545" y="38910"/>
                  <a:pt x="2011603" y="37814"/>
                </a:cubicBezTo>
                <a:cubicBezTo>
                  <a:pt x="2013662" y="36716"/>
                  <a:pt x="2015773" y="35887"/>
                  <a:pt x="2017938" y="35325"/>
                </a:cubicBezTo>
                <a:cubicBezTo>
                  <a:pt x="2020103" y="34762"/>
                  <a:pt x="2022389" y="34481"/>
                  <a:pt x="2024794" y="34481"/>
                </a:cubicBezTo>
                <a:cubicBezTo>
                  <a:pt x="2030033" y="34481"/>
                  <a:pt x="2034497" y="35497"/>
                  <a:pt x="2038186" y="37530"/>
                </a:cubicBezTo>
                <a:cubicBezTo>
                  <a:pt x="2041874" y="39564"/>
                  <a:pt x="2044881" y="42347"/>
                  <a:pt x="2047207" y="45880"/>
                </a:cubicBezTo>
                <a:cubicBezTo>
                  <a:pt x="2049532" y="49412"/>
                  <a:pt x="2051230" y="53519"/>
                  <a:pt x="2052299" y="58201"/>
                </a:cubicBezTo>
                <a:cubicBezTo>
                  <a:pt x="2053368" y="62882"/>
                  <a:pt x="2053902" y="67846"/>
                  <a:pt x="2053902" y="73091"/>
                </a:cubicBezTo>
                <a:moveTo>
                  <a:pt x="2039950" y="74615"/>
                </a:moveTo>
                <a:cubicBezTo>
                  <a:pt x="2039950" y="70921"/>
                  <a:pt x="2039669" y="67348"/>
                  <a:pt x="2039108" y="63895"/>
                </a:cubicBezTo>
                <a:cubicBezTo>
                  <a:pt x="2038547" y="60442"/>
                  <a:pt x="2037584" y="57377"/>
                  <a:pt x="2036221" y="54701"/>
                </a:cubicBezTo>
                <a:cubicBezTo>
                  <a:pt x="2034858" y="52024"/>
                  <a:pt x="2033027" y="49884"/>
                  <a:pt x="2030728" y="48278"/>
                </a:cubicBezTo>
                <a:cubicBezTo>
                  <a:pt x="2028429" y="46671"/>
                  <a:pt x="2025569" y="45867"/>
                  <a:pt x="2022148" y="45867"/>
                </a:cubicBezTo>
                <a:cubicBezTo>
                  <a:pt x="2020437" y="45867"/>
                  <a:pt x="2018753" y="46122"/>
                  <a:pt x="2017096" y="46632"/>
                </a:cubicBezTo>
                <a:cubicBezTo>
                  <a:pt x="2015439" y="47140"/>
                  <a:pt x="2013755" y="47942"/>
                  <a:pt x="2012044" y="49040"/>
                </a:cubicBezTo>
                <a:cubicBezTo>
                  <a:pt x="2010334" y="50138"/>
                  <a:pt x="2008543" y="51583"/>
                  <a:pt x="2006672" y="53378"/>
                </a:cubicBezTo>
                <a:cubicBezTo>
                  <a:pt x="2004801" y="55172"/>
                  <a:pt x="2002823" y="57381"/>
                  <a:pt x="2000738" y="60006"/>
                </a:cubicBezTo>
                <a:lnTo>
                  <a:pt x="2000738" y="88743"/>
                </a:lnTo>
                <a:cubicBezTo>
                  <a:pt x="2004373" y="93188"/>
                  <a:pt x="2007821" y="96590"/>
                  <a:pt x="2011082" y="98947"/>
                </a:cubicBezTo>
                <a:cubicBezTo>
                  <a:pt x="2014343" y="101302"/>
                  <a:pt x="2017764" y="102480"/>
                  <a:pt x="2021346" y="102480"/>
                </a:cubicBezTo>
                <a:cubicBezTo>
                  <a:pt x="2024661" y="102480"/>
                  <a:pt x="2027507" y="101677"/>
                  <a:pt x="2029886" y="100072"/>
                </a:cubicBezTo>
                <a:cubicBezTo>
                  <a:pt x="2032265" y="98465"/>
                  <a:pt x="2034190" y="96323"/>
                  <a:pt x="2035660" y="93647"/>
                </a:cubicBezTo>
                <a:cubicBezTo>
                  <a:pt x="2037130" y="90971"/>
                  <a:pt x="2038212" y="87973"/>
                  <a:pt x="2038907" y="84653"/>
                </a:cubicBezTo>
                <a:cubicBezTo>
                  <a:pt x="2039602" y="81334"/>
                  <a:pt x="2039950" y="77988"/>
                  <a:pt x="2039950" y="74615"/>
                </a:cubicBezTo>
                <a:close/>
                <a:moveTo>
                  <a:pt x="2134565" y="110258"/>
                </a:moveTo>
                <a:cubicBezTo>
                  <a:pt x="2134565" y="110686"/>
                  <a:pt x="2134471" y="111047"/>
                  <a:pt x="2134284" y="111341"/>
                </a:cubicBezTo>
                <a:cubicBezTo>
                  <a:pt x="2134097" y="111635"/>
                  <a:pt x="2133763" y="111889"/>
                  <a:pt x="2133282" y="112103"/>
                </a:cubicBezTo>
                <a:cubicBezTo>
                  <a:pt x="2132801" y="112317"/>
                  <a:pt x="2132172" y="112477"/>
                  <a:pt x="2131397" y="112584"/>
                </a:cubicBezTo>
                <a:cubicBezTo>
                  <a:pt x="2130622" y="112691"/>
                  <a:pt x="2129673" y="112744"/>
                  <a:pt x="2128551" y="112744"/>
                </a:cubicBezTo>
                <a:cubicBezTo>
                  <a:pt x="2127321" y="112744"/>
                  <a:pt x="2126319" y="112691"/>
                  <a:pt x="2125544" y="112584"/>
                </a:cubicBezTo>
                <a:cubicBezTo>
                  <a:pt x="2124768" y="112477"/>
                  <a:pt x="2124154" y="112317"/>
                  <a:pt x="2123699" y="112103"/>
                </a:cubicBezTo>
                <a:cubicBezTo>
                  <a:pt x="2123245" y="111889"/>
                  <a:pt x="2122937" y="111635"/>
                  <a:pt x="2122777" y="111341"/>
                </a:cubicBezTo>
                <a:cubicBezTo>
                  <a:pt x="2122617" y="111047"/>
                  <a:pt x="2122537" y="110686"/>
                  <a:pt x="2122537" y="110258"/>
                </a:cubicBezTo>
                <a:lnTo>
                  <a:pt x="2122537" y="100716"/>
                </a:lnTo>
                <a:cubicBezTo>
                  <a:pt x="2118420" y="105288"/>
                  <a:pt x="2114357" y="108624"/>
                  <a:pt x="2110348" y="110722"/>
                </a:cubicBezTo>
                <a:cubicBezTo>
                  <a:pt x="2106339" y="112819"/>
                  <a:pt x="2102276" y="113867"/>
                  <a:pt x="2098159" y="113867"/>
                </a:cubicBezTo>
                <a:cubicBezTo>
                  <a:pt x="2093348" y="113867"/>
                  <a:pt x="2089299" y="113064"/>
                  <a:pt x="2086011" y="111459"/>
                </a:cubicBezTo>
                <a:cubicBezTo>
                  <a:pt x="2082723" y="109853"/>
                  <a:pt x="2080064" y="107673"/>
                  <a:pt x="2078032" y="104918"/>
                </a:cubicBezTo>
                <a:cubicBezTo>
                  <a:pt x="2076001" y="102162"/>
                  <a:pt x="2074544" y="98951"/>
                  <a:pt x="2073662" y="95286"/>
                </a:cubicBezTo>
                <a:cubicBezTo>
                  <a:pt x="2072780" y="91619"/>
                  <a:pt x="2072339" y="87163"/>
                  <a:pt x="2072339" y="81919"/>
                </a:cubicBezTo>
                <a:lnTo>
                  <a:pt x="2072339" y="38092"/>
                </a:lnTo>
                <a:cubicBezTo>
                  <a:pt x="2072339" y="37664"/>
                  <a:pt x="2072432" y="37303"/>
                  <a:pt x="2072620" y="37009"/>
                </a:cubicBezTo>
                <a:cubicBezTo>
                  <a:pt x="2072807" y="36714"/>
                  <a:pt x="2073167" y="36445"/>
                  <a:pt x="2073702" y="36205"/>
                </a:cubicBezTo>
                <a:cubicBezTo>
                  <a:pt x="2074237" y="35964"/>
                  <a:pt x="2074932" y="35804"/>
                  <a:pt x="2075787" y="35724"/>
                </a:cubicBezTo>
                <a:cubicBezTo>
                  <a:pt x="2076642" y="35644"/>
                  <a:pt x="2077711" y="35603"/>
                  <a:pt x="2078994" y="35603"/>
                </a:cubicBezTo>
                <a:cubicBezTo>
                  <a:pt x="2080277" y="35603"/>
                  <a:pt x="2081347" y="35644"/>
                  <a:pt x="2082202" y="35724"/>
                </a:cubicBezTo>
                <a:cubicBezTo>
                  <a:pt x="2083057" y="35804"/>
                  <a:pt x="2083739" y="35964"/>
                  <a:pt x="2084247" y="36205"/>
                </a:cubicBezTo>
                <a:cubicBezTo>
                  <a:pt x="2084755" y="36445"/>
                  <a:pt x="2085115" y="36714"/>
                  <a:pt x="2085329" y="37009"/>
                </a:cubicBezTo>
                <a:cubicBezTo>
                  <a:pt x="2085543" y="37303"/>
                  <a:pt x="2085650" y="37664"/>
                  <a:pt x="2085650" y="38092"/>
                </a:cubicBezTo>
                <a:lnTo>
                  <a:pt x="2085650" y="80160"/>
                </a:lnTo>
                <a:cubicBezTo>
                  <a:pt x="2085650" y="84389"/>
                  <a:pt x="2085957" y="87774"/>
                  <a:pt x="2086572" y="90317"/>
                </a:cubicBezTo>
                <a:cubicBezTo>
                  <a:pt x="2087187" y="92859"/>
                  <a:pt x="2088123" y="95028"/>
                  <a:pt x="2089379" y="96822"/>
                </a:cubicBezTo>
                <a:cubicBezTo>
                  <a:pt x="2090635" y="98614"/>
                  <a:pt x="2092225" y="100006"/>
                  <a:pt x="2094150" y="100997"/>
                </a:cubicBezTo>
                <a:cubicBezTo>
                  <a:pt x="2096075" y="101986"/>
                  <a:pt x="2098320" y="102480"/>
                  <a:pt x="2100886" y="102480"/>
                </a:cubicBezTo>
                <a:cubicBezTo>
                  <a:pt x="2104200" y="102480"/>
                  <a:pt x="2107501" y="101297"/>
                  <a:pt x="2110789" y="98932"/>
                </a:cubicBezTo>
                <a:cubicBezTo>
                  <a:pt x="2114077" y="96566"/>
                  <a:pt x="2117565" y="93098"/>
                  <a:pt x="2121254" y="88527"/>
                </a:cubicBezTo>
                <a:lnTo>
                  <a:pt x="2121254" y="38089"/>
                </a:lnTo>
                <a:cubicBezTo>
                  <a:pt x="2121254" y="37662"/>
                  <a:pt x="2121347" y="37301"/>
                  <a:pt x="2121534" y="37007"/>
                </a:cubicBezTo>
                <a:cubicBezTo>
                  <a:pt x="2121721" y="36713"/>
                  <a:pt x="2122082" y="36445"/>
                  <a:pt x="2122617" y="36205"/>
                </a:cubicBezTo>
                <a:cubicBezTo>
                  <a:pt x="2123151" y="35964"/>
                  <a:pt x="2123833" y="35804"/>
                  <a:pt x="2124662" y="35724"/>
                </a:cubicBezTo>
                <a:cubicBezTo>
                  <a:pt x="2125490" y="35644"/>
                  <a:pt x="2126573" y="35603"/>
                  <a:pt x="2127909" y="35603"/>
                </a:cubicBezTo>
                <a:cubicBezTo>
                  <a:pt x="2129192" y="35603"/>
                  <a:pt x="2130261" y="35644"/>
                  <a:pt x="2131117" y="35724"/>
                </a:cubicBezTo>
                <a:cubicBezTo>
                  <a:pt x="2131972" y="35804"/>
                  <a:pt x="2132640" y="35964"/>
                  <a:pt x="2133121" y="36205"/>
                </a:cubicBezTo>
                <a:cubicBezTo>
                  <a:pt x="2133602" y="36445"/>
                  <a:pt x="2133963" y="36713"/>
                  <a:pt x="2134204" y="37007"/>
                </a:cubicBezTo>
                <a:cubicBezTo>
                  <a:pt x="2134444" y="37301"/>
                  <a:pt x="2134565" y="37662"/>
                  <a:pt x="2134565" y="38089"/>
                </a:cubicBezTo>
                <a:lnTo>
                  <a:pt x="2134565" y="110258"/>
                </a:lnTo>
                <a:close/>
                <a:moveTo>
                  <a:pt x="2195500" y="105046"/>
                </a:moveTo>
                <a:cubicBezTo>
                  <a:pt x="2195500" y="106596"/>
                  <a:pt x="2195394" y="107826"/>
                  <a:pt x="2195180" y="108735"/>
                </a:cubicBezTo>
                <a:cubicBezTo>
                  <a:pt x="2194966" y="109644"/>
                  <a:pt x="2194645" y="110312"/>
                  <a:pt x="2194217" y="110740"/>
                </a:cubicBezTo>
                <a:cubicBezTo>
                  <a:pt x="2193790" y="111167"/>
                  <a:pt x="2193148" y="111568"/>
                  <a:pt x="2192293" y="111942"/>
                </a:cubicBezTo>
                <a:cubicBezTo>
                  <a:pt x="2191438" y="112317"/>
                  <a:pt x="2190462" y="112624"/>
                  <a:pt x="2189366" y="112865"/>
                </a:cubicBezTo>
                <a:cubicBezTo>
                  <a:pt x="2188270" y="113105"/>
                  <a:pt x="2187107" y="113306"/>
                  <a:pt x="2185878" y="113466"/>
                </a:cubicBezTo>
                <a:cubicBezTo>
                  <a:pt x="2184648" y="113626"/>
                  <a:pt x="2183419" y="113706"/>
                  <a:pt x="2182189" y="113706"/>
                </a:cubicBezTo>
                <a:cubicBezTo>
                  <a:pt x="2178447" y="113706"/>
                  <a:pt x="2175240" y="113211"/>
                  <a:pt x="2172567" y="112221"/>
                </a:cubicBezTo>
                <a:cubicBezTo>
                  <a:pt x="2169894" y="111228"/>
                  <a:pt x="2167702" y="109727"/>
                  <a:pt x="2165991" y="107717"/>
                </a:cubicBezTo>
                <a:cubicBezTo>
                  <a:pt x="2164281" y="105708"/>
                  <a:pt x="2163038" y="103163"/>
                  <a:pt x="2162263" y="100082"/>
                </a:cubicBezTo>
                <a:cubicBezTo>
                  <a:pt x="2161487" y="97002"/>
                  <a:pt x="2161100" y="93371"/>
                  <a:pt x="2161100" y="89192"/>
                </a:cubicBezTo>
                <a:lnTo>
                  <a:pt x="2161100" y="46910"/>
                </a:lnTo>
                <a:lnTo>
                  <a:pt x="2150996" y="46910"/>
                </a:lnTo>
                <a:cubicBezTo>
                  <a:pt x="2150194" y="46910"/>
                  <a:pt x="2149553" y="46482"/>
                  <a:pt x="2149072" y="45627"/>
                </a:cubicBezTo>
                <a:cubicBezTo>
                  <a:pt x="2148590" y="44772"/>
                  <a:pt x="2148350" y="43382"/>
                  <a:pt x="2148350" y="41457"/>
                </a:cubicBezTo>
                <a:cubicBezTo>
                  <a:pt x="2148350" y="40441"/>
                  <a:pt x="2148417" y="39586"/>
                  <a:pt x="2148550" y="38891"/>
                </a:cubicBezTo>
                <a:cubicBezTo>
                  <a:pt x="2148684" y="38196"/>
                  <a:pt x="2148858" y="37622"/>
                  <a:pt x="2149072" y="37167"/>
                </a:cubicBezTo>
                <a:cubicBezTo>
                  <a:pt x="2149285" y="36713"/>
                  <a:pt x="2149566" y="36392"/>
                  <a:pt x="2149914" y="36205"/>
                </a:cubicBezTo>
                <a:cubicBezTo>
                  <a:pt x="2150261" y="36018"/>
                  <a:pt x="2150649" y="35924"/>
                  <a:pt x="2151076" y="35924"/>
                </a:cubicBezTo>
                <a:lnTo>
                  <a:pt x="2161100" y="35924"/>
                </a:lnTo>
                <a:lnTo>
                  <a:pt x="2161100" y="18764"/>
                </a:lnTo>
                <a:cubicBezTo>
                  <a:pt x="2161100" y="18390"/>
                  <a:pt x="2161193" y="18042"/>
                  <a:pt x="2161380" y="17722"/>
                </a:cubicBezTo>
                <a:cubicBezTo>
                  <a:pt x="2161568" y="17401"/>
                  <a:pt x="2161915" y="17120"/>
                  <a:pt x="2162423" y="16880"/>
                </a:cubicBezTo>
                <a:cubicBezTo>
                  <a:pt x="2162931" y="16639"/>
                  <a:pt x="2163612" y="16465"/>
                  <a:pt x="2164468" y="16358"/>
                </a:cubicBezTo>
                <a:cubicBezTo>
                  <a:pt x="2165323" y="16251"/>
                  <a:pt x="2166392" y="16198"/>
                  <a:pt x="2167675" y="16198"/>
                </a:cubicBezTo>
                <a:cubicBezTo>
                  <a:pt x="2169012" y="16198"/>
                  <a:pt x="2170108" y="16251"/>
                  <a:pt x="2170963" y="16358"/>
                </a:cubicBezTo>
                <a:cubicBezTo>
                  <a:pt x="2171818" y="16465"/>
                  <a:pt x="2172486" y="16639"/>
                  <a:pt x="2172968" y="16880"/>
                </a:cubicBezTo>
                <a:cubicBezTo>
                  <a:pt x="2173449" y="17120"/>
                  <a:pt x="2173796" y="17401"/>
                  <a:pt x="2174010" y="17722"/>
                </a:cubicBezTo>
                <a:cubicBezTo>
                  <a:pt x="2174224" y="18042"/>
                  <a:pt x="2174331" y="18390"/>
                  <a:pt x="2174331" y="18764"/>
                </a:cubicBezTo>
                <a:lnTo>
                  <a:pt x="2174331" y="35924"/>
                </a:lnTo>
                <a:lnTo>
                  <a:pt x="2192854" y="35924"/>
                </a:lnTo>
                <a:cubicBezTo>
                  <a:pt x="2193282" y="35924"/>
                  <a:pt x="2193656" y="36018"/>
                  <a:pt x="2193977" y="36205"/>
                </a:cubicBezTo>
                <a:cubicBezTo>
                  <a:pt x="2194298" y="36392"/>
                  <a:pt x="2194578" y="36713"/>
                  <a:pt x="2194819" y="37167"/>
                </a:cubicBezTo>
                <a:cubicBezTo>
                  <a:pt x="2195059" y="37622"/>
                  <a:pt x="2195233" y="38196"/>
                  <a:pt x="2195340" y="38891"/>
                </a:cubicBezTo>
                <a:cubicBezTo>
                  <a:pt x="2195447" y="39586"/>
                  <a:pt x="2195500" y="40441"/>
                  <a:pt x="2195500" y="41457"/>
                </a:cubicBezTo>
                <a:cubicBezTo>
                  <a:pt x="2195500" y="43382"/>
                  <a:pt x="2195260" y="44772"/>
                  <a:pt x="2194779" y="45627"/>
                </a:cubicBezTo>
                <a:cubicBezTo>
                  <a:pt x="2194298" y="46482"/>
                  <a:pt x="2193656" y="46910"/>
                  <a:pt x="2192854" y="46910"/>
                </a:cubicBezTo>
                <a:lnTo>
                  <a:pt x="2174331" y="46910"/>
                </a:lnTo>
                <a:lnTo>
                  <a:pt x="2174331" y="87282"/>
                </a:lnTo>
                <a:cubicBezTo>
                  <a:pt x="2174331" y="92267"/>
                  <a:pt x="2175066" y="96033"/>
                  <a:pt x="2176536" y="98581"/>
                </a:cubicBezTo>
                <a:cubicBezTo>
                  <a:pt x="2178006" y="101127"/>
                  <a:pt x="2180639" y="102400"/>
                  <a:pt x="2184434" y="102400"/>
                </a:cubicBezTo>
                <a:cubicBezTo>
                  <a:pt x="2185664" y="102400"/>
                  <a:pt x="2186760" y="102280"/>
                  <a:pt x="2187722" y="102039"/>
                </a:cubicBezTo>
                <a:cubicBezTo>
                  <a:pt x="2188684" y="101799"/>
                  <a:pt x="2189540" y="101545"/>
                  <a:pt x="2190288" y="101277"/>
                </a:cubicBezTo>
                <a:cubicBezTo>
                  <a:pt x="2191037" y="101010"/>
                  <a:pt x="2191678" y="100756"/>
                  <a:pt x="2192213" y="100516"/>
                </a:cubicBezTo>
                <a:cubicBezTo>
                  <a:pt x="2192747" y="100275"/>
                  <a:pt x="2193228" y="100155"/>
                  <a:pt x="2193656" y="100155"/>
                </a:cubicBezTo>
                <a:cubicBezTo>
                  <a:pt x="2193923" y="100155"/>
                  <a:pt x="2194177" y="100222"/>
                  <a:pt x="2194418" y="100355"/>
                </a:cubicBezTo>
                <a:cubicBezTo>
                  <a:pt x="2194658" y="100489"/>
                  <a:pt x="2194846" y="100743"/>
                  <a:pt x="2194979" y="101117"/>
                </a:cubicBezTo>
                <a:cubicBezTo>
                  <a:pt x="2195113" y="101491"/>
                  <a:pt x="2195233" y="101999"/>
                  <a:pt x="2195340" y="102641"/>
                </a:cubicBezTo>
                <a:cubicBezTo>
                  <a:pt x="2195447" y="103282"/>
                  <a:pt x="2195500" y="104084"/>
                  <a:pt x="2195500" y="105046"/>
                </a:cubicBezTo>
                <a:close/>
                <a:moveTo>
                  <a:pt x="2311106" y="110256"/>
                </a:moveTo>
                <a:cubicBezTo>
                  <a:pt x="2311106" y="110684"/>
                  <a:pt x="2311013" y="111059"/>
                  <a:pt x="2310826" y="111381"/>
                </a:cubicBezTo>
                <a:cubicBezTo>
                  <a:pt x="2310639" y="111702"/>
                  <a:pt x="2310318" y="111956"/>
                  <a:pt x="2309864" y="112143"/>
                </a:cubicBezTo>
                <a:cubicBezTo>
                  <a:pt x="2309409" y="112330"/>
                  <a:pt x="2308808" y="112477"/>
                  <a:pt x="2308059" y="112584"/>
                </a:cubicBezTo>
                <a:cubicBezTo>
                  <a:pt x="2307311" y="112691"/>
                  <a:pt x="2306402" y="112744"/>
                  <a:pt x="2305333" y="112744"/>
                </a:cubicBezTo>
                <a:cubicBezTo>
                  <a:pt x="2304210" y="112744"/>
                  <a:pt x="2303275" y="112691"/>
                  <a:pt x="2302526" y="112584"/>
                </a:cubicBezTo>
                <a:cubicBezTo>
                  <a:pt x="2301778" y="112479"/>
                  <a:pt x="2301163" y="112333"/>
                  <a:pt x="2300682" y="112148"/>
                </a:cubicBezTo>
                <a:cubicBezTo>
                  <a:pt x="2300201" y="111961"/>
                  <a:pt x="2299853" y="111708"/>
                  <a:pt x="2299640" y="111389"/>
                </a:cubicBezTo>
                <a:cubicBezTo>
                  <a:pt x="2299426" y="111069"/>
                  <a:pt x="2299319" y="110698"/>
                  <a:pt x="2299319" y="110273"/>
                </a:cubicBezTo>
                <a:lnTo>
                  <a:pt x="2299319" y="100784"/>
                </a:lnTo>
                <a:cubicBezTo>
                  <a:pt x="2295523" y="104903"/>
                  <a:pt x="2291581" y="108114"/>
                  <a:pt x="2287491" y="110416"/>
                </a:cubicBezTo>
                <a:cubicBezTo>
                  <a:pt x="2283402" y="112717"/>
                  <a:pt x="2278924" y="113867"/>
                  <a:pt x="2274060" y="113867"/>
                </a:cubicBezTo>
                <a:cubicBezTo>
                  <a:pt x="2268767" y="113867"/>
                  <a:pt x="2264250" y="112837"/>
                  <a:pt x="2260508" y="110777"/>
                </a:cubicBezTo>
                <a:cubicBezTo>
                  <a:pt x="2256766" y="108717"/>
                  <a:pt x="2253732" y="105935"/>
                  <a:pt x="2251407" y="102430"/>
                </a:cubicBezTo>
                <a:cubicBezTo>
                  <a:pt x="2249081" y="98924"/>
                  <a:pt x="2247384" y="94803"/>
                  <a:pt x="2246315" y="90069"/>
                </a:cubicBezTo>
                <a:cubicBezTo>
                  <a:pt x="2245245" y="85332"/>
                  <a:pt x="2244711" y="80342"/>
                  <a:pt x="2244711" y="75096"/>
                </a:cubicBezTo>
                <a:cubicBezTo>
                  <a:pt x="2244711" y="68890"/>
                  <a:pt x="2245379" y="63285"/>
                  <a:pt x="2246716" y="58282"/>
                </a:cubicBezTo>
                <a:cubicBezTo>
                  <a:pt x="2248052" y="53278"/>
                  <a:pt x="2250030" y="49011"/>
                  <a:pt x="2252649" y="45479"/>
                </a:cubicBezTo>
                <a:cubicBezTo>
                  <a:pt x="2255269" y="41946"/>
                  <a:pt x="2258517" y="39229"/>
                  <a:pt x="2262392" y="37330"/>
                </a:cubicBezTo>
                <a:cubicBezTo>
                  <a:pt x="2266268" y="35431"/>
                  <a:pt x="2270745" y="34481"/>
                  <a:pt x="2275824" y="34481"/>
                </a:cubicBezTo>
                <a:cubicBezTo>
                  <a:pt x="2280047" y="34481"/>
                  <a:pt x="2283909" y="35404"/>
                  <a:pt x="2287411" y="37250"/>
                </a:cubicBezTo>
                <a:cubicBezTo>
                  <a:pt x="2290913" y="39096"/>
                  <a:pt x="2294374" y="41811"/>
                  <a:pt x="2297795" y="45396"/>
                </a:cubicBezTo>
                <a:lnTo>
                  <a:pt x="2297795" y="3373"/>
                </a:lnTo>
                <a:cubicBezTo>
                  <a:pt x="2297795" y="2999"/>
                  <a:pt x="2297889" y="2638"/>
                  <a:pt x="2298076" y="2290"/>
                </a:cubicBezTo>
                <a:cubicBezTo>
                  <a:pt x="2298263" y="1941"/>
                  <a:pt x="2298624" y="1673"/>
                  <a:pt x="2299158" y="1486"/>
                </a:cubicBezTo>
                <a:cubicBezTo>
                  <a:pt x="2299693" y="1297"/>
                  <a:pt x="2300375" y="1136"/>
                  <a:pt x="2301203" y="1002"/>
                </a:cubicBezTo>
                <a:cubicBezTo>
                  <a:pt x="2302032" y="869"/>
                  <a:pt x="2303088" y="802"/>
                  <a:pt x="2304371" y="802"/>
                </a:cubicBezTo>
                <a:cubicBezTo>
                  <a:pt x="2305707" y="802"/>
                  <a:pt x="2306803" y="869"/>
                  <a:pt x="2307658" y="1002"/>
                </a:cubicBezTo>
                <a:cubicBezTo>
                  <a:pt x="2308514" y="1136"/>
                  <a:pt x="2309182" y="1296"/>
                  <a:pt x="2309663" y="1483"/>
                </a:cubicBezTo>
                <a:cubicBezTo>
                  <a:pt x="2310144" y="1671"/>
                  <a:pt x="2310505" y="1939"/>
                  <a:pt x="2310746" y="2288"/>
                </a:cubicBezTo>
                <a:cubicBezTo>
                  <a:pt x="2310986" y="2635"/>
                  <a:pt x="2311106" y="2996"/>
                  <a:pt x="2311106" y="3370"/>
                </a:cubicBezTo>
                <a:lnTo>
                  <a:pt x="2311106" y="110256"/>
                </a:lnTo>
                <a:moveTo>
                  <a:pt x="2297795" y="59525"/>
                </a:moveTo>
                <a:cubicBezTo>
                  <a:pt x="2294214" y="55079"/>
                  <a:pt x="2290752" y="51692"/>
                  <a:pt x="2287411" y="49363"/>
                </a:cubicBezTo>
                <a:cubicBezTo>
                  <a:pt x="2284070" y="47033"/>
                  <a:pt x="2280582" y="45867"/>
                  <a:pt x="2276946" y="45867"/>
                </a:cubicBezTo>
                <a:cubicBezTo>
                  <a:pt x="2273579" y="45867"/>
                  <a:pt x="2270719" y="46671"/>
                  <a:pt x="2268366" y="48278"/>
                </a:cubicBezTo>
                <a:cubicBezTo>
                  <a:pt x="2266014" y="49884"/>
                  <a:pt x="2264103" y="51998"/>
                  <a:pt x="2262633" y="54621"/>
                </a:cubicBezTo>
                <a:cubicBezTo>
                  <a:pt x="2261163" y="57243"/>
                  <a:pt x="2260094" y="60214"/>
                  <a:pt x="2259425" y="63534"/>
                </a:cubicBezTo>
                <a:cubicBezTo>
                  <a:pt x="2258757" y="66853"/>
                  <a:pt x="2258423" y="70226"/>
                  <a:pt x="2258423" y="73653"/>
                </a:cubicBezTo>
                <a:cubicBezTo>
                  <a:pt x="2258423" y="77293"/>
                  <a:pt x="2258704" y="80853"/>
                  <a:pt x="2259265" y="84333"/>
                </a:cubicBezTo>
                <a:cubicBezTo>
                  <a:pt x="2259826" y="87812"/>
                  <a:pt x="2260802" y="90904"/>
                  <a:pt x="2262192" y="93607"/>
                </a:cubicBezTo>
                <a:cubicBezTo>
                  <a:pt x="2263582" y="96310"/>
                  <a:pt x="2265426" y="98478"/>
                  <a:pt x="2267725" y="100112"/>
                </a:cubicBezTo>
                <a:cubicBezTo>
                  <a:pt x="2270024" y="101744"/>
                  <a:pt x="2272910" y="102560"/>
                  <a:pt x="2276385" y="102560"/>
                </a:cubicBezTo>
                <a:cubicBezTo>
                  <a:pt x="2278149" y="102560"/>
                  <a:pt x="2279847" y="102320"/>
                  <a:pt x="2281477" y="101839"/>
                </a:cubicBezTo>
                <a:cubicBezTo>
                  <a:pt x="2283108" y="101356"/>
                  <a:pt x="2284778" y="100552"/>
                  <a:pt x="2286489" y="99428"/>
                </a:cubicBezTo>
                <a:cubicBezTo>
                  <a:pt x="2288199" y="98304"/>
                  <a:pt x="2289990" y="96844"/>
                  <a:pt x="2291861" y="95050"/>
                </a:cubicBezTo>
                <a:cubicBezTo>
                  <a:pt x="2293732" y="93256"/>
                  <a:pt x="2295710" y="91047"/>
                  <a:pt x="2297795" y="88422"/>
                </a:cubicBezTo>
                <a:lnTo>
                  <a:pt x="2297795" y="59525"/>
                </a:lnTo>
                <a:close/>
                <a:moveTo>
                  <a:pt x="2396099" y="71047"/>
                </a:moveTo>
                <a:cubicBezTo>
                  <a:pt x="2396099" y="73131"/>
                  <a:pt x="2395578" y="74615"/>
                  <a:pt x="2394535" y="75497"/>
                </a:cubicBezTo>
                <a:cubicBezTo>
                  <a:pt x="2393493" y="76379"/>
                  <a:pt x="2392303" y="76820"/>
                  <a:pt x="2390967" y="76820"/>
                </a:cubicBezTo>
                <a:lnTo>
                  <a:pt x="2343656" y="76820"/>
                </a:lnTo>
                <a:cubicBezTo>
                  <a:pt x="2343656" y="80841"/>
                  <a:pt x="2344057" y="84460"/>
                  <a:pt x="2344859" y="87678"/>
                </a:cubicBezTo>
                <a:cubicBezTo>
                  <a:pt x="2345661" y="90896"/>
                  <a:pt x="2346997" y="93657"/>
                  <a:pt x="2348868" y="95962"/>
                </a:cubicBezTo>
                <a:cubicBezTo>
                  <a:pt x="2350739" y="98268"/>
                  <a:pt x="2353172" y="100038"/>
                  <a:pt x="2356165" y="101272"/>
                </a:cubicBezTo>
                <a:cubicBezTo>
                  <a:pt x="2359159" y="102505"/>
                  <a:pt x="2362821" y="103122"/>
                  <a:pt x="2367151" y="103122"/>
                </a:cubicBezTo>
                <a:cubicBezTo>
                  <a:pt x="2370572" y="103122"/>
                  <a:pt x="2373620" y="102841"/>
                  <a:pt x="2376292" y="102280"/>
                </a:cubicBezTo>
                <a:cubicBezTo>
                  <a:pt x="2378965" y="101718"/>
                  <a:pt x="2381277" y="101090"/>
                  <a:pt x="2383229" y="100395"/>
                </a:cubicBezTo>
                <a:cubicBezTo>
                  <a:pt x="2385180" y="99700"/>
                  <a:pt x="2386784" y="99072"/>
                  <a:pt x="2388040" y="98511"/>
                </a:cubicBezTo>
                <a:cubicBezTo>
                  <a:pt x="2389296" y="97950"/>
                  <a:pt x="2390245" y="97669"/>
                  <a:pt x="2390887" y="97669"/>
                </a:cubicBezTo>
                <a:cubicBezTo>
                  <a:pt x="2391261" y="97669"/>
                  <a:pt x="2391595" y="97762"/>
                  <a:pt x="2391889" y="97950"/>
                </a:cubicBezTo>
                <a:cubicBezTo>
                  <a:pt x="2392183" y="98137"/>
                  <a:pt x="2392410" y="98417"/>
                  <a:pt x="2392571" y="98792"/>
                </a:cubicBezTo>
                <a:cubicBezTo>
                  <a:pt x="2392731" y="99166"/>
                  <a:pt x="2392851" y="99687"/>
                  <a:pt x="2392931" y="100355"/>
                </a:cubicBezTo>
                <a:cubicBezTo>
                  <a:pt x="2393012" y="101023"/>
                  <a:pt x="2393052" y="101839"/>
                  <a:pt x="2393052" y="102801"/>
                </a:cubicBezTo>
                <a:cubicBezTo>
                  <a:pt x="2393052" y="103496"/>
                  <a:pt x="2393025" y="104097"/>
                  <a:pt x="2392972" y="104605"/>
                </a:cubicBezTo>
                <a:cubicBezTo>
                  <a:pt x="2392918" y="105113"/>
                  <a:pt x="2392851" y="105567"/>
                  <a:pt x="2392771" y="105968"/>
                </a:cubicBezTo>
                <a:cubicBezTo>
                  <a:pt x="2392691" y="106369"/>
                  <a:pt x="2392557" y="106730"/>
                  <a:pt x="2392370" y="107051"/>
                </a:cubicBezTo>
                <a:cubicBezTo>
                  <a:pt x="2392183" y="107372"/>
                  <a:pt x="2391942" y="107679"/>
                  <a:pt x="2391648" y="107973"/>
                </a:cubicBezTo>
                <a:cubicBezTo>
                  <a:pt x="2391354" y="108267"/>
                  <a:pt x="2390486" y="108748"/>
                  <a:pt x="2389042" y="109416"/>
                </a:cubicBezTo>
                <a:cubicBezTo>
                  <a:pt x="2387599" y="110085"/>
                  <a:pt x="2385728" y="110740"/>
                  <a:pt x="2383429" y="111381"/>
                </a:cubicBezTo>
                <a:cubicBezTo>
                  <a:pt x="2381130" y="112023"/>
                  <a:pt x="2378471" y="112597"/>
                  <a:pt x="2375450" y="113105"/>
                </a:cubicBezTo>
                <a:cubicBezTo>
                  <a:pt x="2372430" y="113613"/>
                  <a:pt x="2369209" y="113867"/>
                  <a:pt x="2365788" y="113867"/>
                </a:cubicBezTo>
                <a:cubicBezTo>
                  <a:pt x="2359854" y="113867"/>
                  <a:pt x="2354655" y="113037"/>
                  <a:pt x="2350191" y="111379"/>
                </a:cubicBezTo>
                <a:cubicBezTo>
                  <a:pt x="2345727" y="109720"/>
                  <a:pt x="2341972" y="107258"/>
                  <a:pt x="2338925" y="103994"/>
                </a:cubicBezTo>
                <a:cubicBezTo>
                  <a:pt x="2335878" y="100729"/>
                  <a:pt x="2333579" y="96636"/>
                  <a:pt x="2332029" y="91712"/>
                </a:cubicBezTo>
                <a:cubicBezTo>
                  <a:pt x="2330478" y="86789"/>
                  <a:pt x="2329703" y="81063"/>
                  <a:pt x="2329703" y="74535"/>
                </a:cubicBezTo>
                <a:cubicBezTo>
                  <a:pt x="2329703" y="68327"/>
                  <a:pt x="2330505" y="62748"/>
                  <a:pt x="2332109" y="57798"/>
                </a:cubicBezTo>
                <a:cubicBezTo>
                  <a:pt x="2333713" y="52848"/>
                  <a:pt x="2336025" y="48647"/>
                  <a:pt x="2339045" y="45196"/>
                </a:cubicBezTo>
                <a:cubicBezTo>
                  <a:pt x="2342066" y="41745"/>
                  <a:pt x="2345714" y="39096"/>
                  <a:pt x="2349991" y="37250"/>
                </a:cubicBezTo>
                <a:cubicBezTo>
                  <a:pt x="2354268" y="35404"/>
                  <a:pt x="2359052" y="34481"/>
                  <a:pt x="2364344" y="34481"/>
                </a:cubicBezTo>
                <a:cubicBezTo>
                  <a:pt x="2370011" y="34481"/>
                  <a:pt x="2374836" y="35390"/>
                  <a:pt x="2378818" y="37207"/>
                </a:cubicBezTo>
                <a:cubicBezTo>
                  <a:pt x="2382801" y="39025"/>
                  <a:pt x="2386075" y="41471"/>
                  <a:pt x="2388641" y="44544"/>
                </a:cubicBezTo>
                <a:cubicBezTo>
                  <a:pt x="2391207" y="47618"/>
                  <a:pt x="2393092" y="51227"/>
                  <a:pt x="2394295" y="55370"/>
                </a:cubicBezTo>
                <a:cubicBezTo>
                  <a:pt x="2395497" y="59513"/>
                  <a:pt x="2396099" y="63937"/>
                  <a:pt x="2396099" y="68641"/>
                </a:cubicBezTo>
                <a:lnTo>
                  <a:pt x="2396099" y="71047"/>
                </a:lnTo>
                <a:moveTo>
                  <a:pt x="2382788" y="67117"/>
                </a:moveTo>
                <a:cubicBezTo>
                  <a:pt x="2382948" y="60168"/>
                  <a:pt x="2381411" y="54715"/>
                  <a:pt x="2378177" y="50759"/>
                </a:cubicBezTo>
                <a:cubicBezTo>
                  <a:pt x="2374943" y="46803"/>
                  <a:pt x="2370145" y="44825"/>
                  <a:pt x="2363783" y="44825"/>
                </a:cubicBezTo>
                <a:cubicBezTo>
                  <a:pt x="2360522" y="44825"/>
                  <a:pt x="2357662" y="45440"/>
                  <a:pt x="2355203" y="46669"/>
                </a:cubicBezTo>
                <a:cubicBezTo>
                  <a:pt x="2352744" y="47899"/>
                  <a:pt x="2350686" y="49529"/>
                  <a:pt x="2349029" y="51561"/>
                </a:cubicBezTo>
                <a:cubicBezTo>
                  <a:pt x="2347371" y="53592"/>
                  <a:pt x="2346088" y="55958"/>
                  <a:pt x="2345180" y="58657"/>
                </a:cubicBezTo>
                <a:cubicBezTo>
                  <a:pt x="2344271" y="61357"/>
                  <a:pt x="2343763" y="64177"/>
                  <a:pt x="2343656" y="67117"/>
                </a:cubicBezTo>
                <a:lnTo>
                  <a:pt x="2382788" y="67117"/>
                </a:lnTo>
                <a:close/>
                <a:moveTo>
                  <a:pt x="2458813" y="90670"/>
                </a:moveTo>
                <a:cubicBezTo>
                  <a:pt x="2458813" y="94362"/>
                  <a:pt x="2458131" y="97653"/>
                  <a:pt x="2456768" y="100543"/>
                </a:cubicBezTo>
                <a:cubicBezTo>
                  <a:pt x="2455405" y="103432"/>
                  <a:pt x="2453467" y="105866"/>
                  <a:pt x="2450955" y="107848"/>
                </a:cubicBezTo>
                <a:cubicBezTo>
                  <a:pt x="2448442" y="109827"/>
                  <a:pt x="2445448" y="111325"/>
                  <a:pt x="2441974" y="112341"/>
                </a:cubicBezTo>
                <a:cubicBezTo>
                  <a:pt x="2438499" y="113358"/>
                  <a:pt x="2434677" y="113867"/>
                  <a:pt x="2430507" y="113867"/>
                </a:cubicBezTo>
                <a:cubicBezTo>
                  <a:pt x="2427941" y="113867"/>
                  <a:pt x="2425495" y="113666"/>
                  <a:pt x="2423170" y="113265"/>
                </a:cubicBezTo>
                <a:cubicBezTo>
                  <a:pt x="2420844" y="112865"/>
                  <a:pt x="2418759" y="112357"/>
                  <a:pt x="2416915" y="111742"/>
                </a:cubicBezTo>
                <a:cubicBezTo>
                  <a:pt x="2415071" y="111127"/>
                  <a:pt x="2413507" y="110486"/>
                  <a:pt x="2412224" y="109817"/>
                </a:cubicBezTo>
                <a:cubicBezTo>
                  <a:pt x="2410941" y="109149"/>
                  <a:pt x="2410005" y="108548"/>
                  <a:pt x="2409417" y="108013"/>
                </a:cubicBezTo>
                <a:cubicBezTo>
                  <a:pt x="2408829" y="107479"/>
                  <a:pt x="2408402" y="106730"/>
                  <a:pt x="2408134" y="105768"/>
                </a:cubicBezTo>
                <a:cubicBezTo>
                  <a:pt x="2407867" y="104806"/>
                  <a:pt x="2407733" y="103496"/>
                  <a:pt x="2407733" y="101839"/>
                </a:cubicBezTo>
                <a:cubicBezTo>
                  <a:pt x="2407733" y="100823"/>
                  <a:pt x="2407787" y="99968"/>
                  <a:pt x="2407894" y="99273"/>
                </a:cubicBezTo>
                <a:cubicBezTo>
                  <a:pt x="2408001" y="98578"/>
                  <a:pt x="2408134" y="98016"/>
                  <a:pt x="2408295" y="97589"/>
                </a:cubicBezTo>
                <a:cubicBezTo>
                  <a:pt x="2408455" y="97161"/>
                  <a:pt x="2408682" y="96854"/>
                  <a:pt x="2408976" y="96667"/>
                </a:cubicBezTo>
                <a:cubicBezTo>
                  <a:pt x="2409270" y="96479"/>
                  <a:pt x="2409604" y="96386"/>
                  <a:pt x="2409979" y="96386"/>
                </a:cubicBezTo>
                <a:cubicBezTo>
                  <a:pt x="2410567" y="96386"/>
                  <a:pt x="2411435" y="96747"/>
                  <a:pt x="2412585" y="97468"/>
                </a:cubicBezTo>
                <a:cubicBezTo>
                  <a:pt x="2413734" y="98190"/>
                  <a:pt x="2415151" y="98979"/>
                  <a:pt x="2416835" y="99834"/>
                </a:cubicBezTo>
                <a:cubicBezTo>
                  <a:pt x="2418519" y="100689"/>
                  <a:pt x="2420510" y="101478"/>
                  <a:pt x="2422809" y="102200"/>
                </a:cubicBezTo>
                <a:cubicBezTo>
                  <a:pt x="2425107" y="102921"/>
                  <a:pt x="2427754" y="103282"/>
                  <a:pt x="2430747" y="103282"/>
                </a:cubicBezTo>
                <a:cubicBezTo>
                  <a:pt x="2432993" y="103282"/>
                  <a:pt x="2435024" y="103041"/>
                  <a:pt x="2436842" y="102560"/>
                </a:cubicBezTo>
                <a:cubicBezTo>
                  <a:pt x="2438659" y="102078"/>
                  <a:pt x="2440236" y="101368"/>
                  <a:pt x="2441573" y="100430"/>
                </a:cubicBezTo>
                <a:cubicBezTo>
                  <a:pt x="2442909" y="99493"/>
                  <a:pt x="2443938" y="98301"/>
                  <a:pt x="2444660" y="96854"/>
                </a:cubicBezTo>
                <a:cubicBezTo>
                  <a:pt x="2445382" y="95408"/>
                  <a:pt x="2445742" y="93694"/>
                  <a:pt x="2445742" y="91712"/>
                </a:cubicBezTo>
                <a:cubicBezTo>
                  <a:pt x="2445742" y="89679"/>
                  <a:pt x="2445221" y="87967"/>
                  <a:pt x="2444179" y="86575"/>
                </a:cubicBezTo>
                <a:cubicBezTo>
                  <a:pt x="2443136" y="85184"/>
                  <a:pt x="2441760" y="83953"/>
                  <a:pt x="2440049" y="82884"/>
                </a:cubicBezTo>
                <a:cubicBezTo>
                  <a:pt x="2438338" y="81813"/>
                  <a:pt x="2436414" y="80864"/>
                  <a:pt x="2434276" y="80035"/>
                </a:cubicBezTo>
                <a:cubicBezTo>
                  <a:pt x="2432137" y="79205"/>
                  <a:pt x="2429932" y="78335"/>
                  <a:pt x="2427660" y="77426"/>
                </a:cubicBezTo>
                <a:cubicBezTo>
                  <a:pt x="2425388" y="76516"/>
                  <a:pt x="2423170" y="75485"/>
                  <a:pt x="2421004" y="74334"/>
                </a:cubicBezTo>
                <a:cubicBezTo>
                  <a:pt x="2418839" y="73183"/>
                  <a:pt x="2416902" y="71778"/>
                  <a:pt x="2415191" y="70119"/>
                </a:cubicBezTo>
                <a:cubicBezTo>
                  <a:pt x="2413480" y="68460"/>
                  <a:pt x="2412104" y="66481"/>
                  <a:pt x="2411061" y="64180"/>
                </a:cubicBezTo>
                <a:cubicBezTo>
                  <a:pt x="2410019" y="61880"/>
                  <a:pt x="2409498" y="59124"/>
                  <a:pt x="2409498" y="55914"/>
                </a:cubicBezTo>
                <a:cubicBezTo>
                  <a:pt x="2409498" y="53077"/>
                  <a:pt x="2410045" y="50361"/>
                  <a:pt x="2411141" y="47767"/>
                </a:cubicBezTo>
                <a:cubicBezTo>
                  <a:pt x="2412237" y="45171"/>
                  <a:pt x="2413881" y="42896"/>
                  <a:pt x="2416073" y="40943"/>
                </a:cubicBezTo>
                <a:cubicBezTo>
                  <a:pt x="2418265" y="38989"/>
                  <a:pt x="2421004" y="37424"/>
                  <a:pt x="2424292" y="36247"/>
                </a:cubicBezTo>
                <a:cubicBezTo>
                  <a:pt x="2427580" y="35070"/>
                  <a:pt x="2431416" y="34481"/>
                  <a:pt x="2435799" y="34481"/>
                </a:cubicBezTo>
                <a:cubicBezTo>
                  <a:pt x="2437724" y="34481"/>
                  <a:pt x="2439648" y="34644"/>
                  <a:pt x="2441573" y="34969"/>
                </a:cubicBezTo>
                <a:cubicBezTo>
                  <a:pt x="2443497" y="35295"/>
                  <a:pt x="2445235" y="35702"/>
                  <a:pt x="2446785" y="36190"/>
                </a:cubicBezTo>
                <a:cubicBezTo>
                  <a:pt x="2448335" y="36678"/>
                  <a:pt x="2449658" y="37206"/>
                  <a:pt x="2450754" y="37776"/>
                </a:cubicBezTo>
                <a:cubicBezTo>
                  <a:pt x="2451850" y="38346"/>
                  <a:pt x="2452679" y="38848"/>
                  <a:pt x="2453240" y="39282"/>
                </a:cubicBezTo>
                <a:cubicBezTo>
                  <a:pt x="2453801" y="39716"/>
                  <a:pt x="2454176" y="40094"/>
                  <a:pt x="2454363" y="40415"/>
                </a:cubicBezTo>
                <a:cubicBezTo>
                  <a:pt x="2454550" y="40735"/>
                  <a:pt x="2454683" y="41096"/>
                  <a:pt x="2454764" y="41497"/>
                </a:cubicBezTo>
                <a:cubicBezTo>
                  <a:pt x="2454844" y="41898"/>
                  <a:pt x="2454924" y="42393"/>
                  <a:pt x="2455004" y="42981"/>
                </a:cubicBezTo>
                <a:cubicBezTo>
                  <a:pt x="2455084" y="43569"/>
                  <a:pt x="2455124" y="44290"/>
                  <a:pt x="2455124" y="45146"/>
                </a:cubicBezTo>
                <a:cubicBezTo>
                  <a:pt x="2455124" y="46055"/>
                  <a:pt x="2455084" y="46843"/>
                  <a:pt x="2455004" y="47511"/>
                </a:cubicBezTo>
                <a:cubicBezTo>
                  <a:pt x="2454924" y="48180"/>
                  <a:pt x="2454790" y="48728"/>
                  <a:pt x="2454603" y="49155"/>
                </a:cubicBezTo>
                <a:cubicBezTo>
                  <a:pt x="2454416" y="49583"/>
                  <a:pt x="2454189" y="49890"/>
                  <a:pt x="2453922" y="50077"/>
                </a:cubicBezTo>
                <a:cubicBezTo>
                  <a:pt x="2453654" y="50264"/>
                  <a:pt x="2453360" y="50358"/>
                  <a:pt x="2453040" y="50358"/>
                </a:cubicBezTo>
                <a:cubicBezTo>
                  <a:pt x="2452558" y="50358"/>
                  <a:pt x="2451863" y="50060"/>
                  <a:pt x="2450955" y="49463"/>
                </a:cubicBezTo>
                <a:cubicBezTo>
                  <a:pt x="2450046" y="48867"/>
                  <a:pt x="2448870" y="48230"/>
                  <a:pt x="2447426" y="47551"/>
                </a:cubicBezTo>
                <a:cubicBezTo>
                  <a:pt x="2445983" y="46873"/>
                  <a:pt x="2444286" y="46236"/>
                  <a:pt x="2442334" y="45639"/>
                </a:cubicBezTo>
                <a:cubicBezTo>
                  <a:pt x="2440383" y="45043"/>
                  <a:pt x="2438151" y="44745"/>
                  <a:pt x="2435639" y="44745"/>
                </a:cubicBezTo>
                <a:cubicBezTo>
                  <a:pt x="2433394" y="44745"/>
                  <a:pt x="2431416" y="45000"/>
                  <a:pt x="2429705" y="45509"/>
                </a:cubicBezTo>
                <a:cubicBezTo>
                  <a:pt x="2427994" y="46017"/>
                  <a:pt x="2426591" y="46740"/>
                  <a:pt x="2425495" y="47677"/>
                </a:cubicBezTo>
                <a:cubicBezTo>
                  <a:pt x="2424399" y="48614"/>
                  <a:pt x="2423570" y="49726"/>
                  <a:pt x="2423009" y="51012"/>
                </a:cubicBezTo>
                <a:cubicBezTo>
                  <a:pt x="2422448" y="52297"/>
                  <a:pt x="2422167" y="53689"/>
                  <a:pt x="2422167" y="55189"/>
                </a:cubicBezTo>
                <a:cubicBezTo>
                  <a:pt x="2422167" y="57276"/>
                  <a:pt x="2422702" y="59028"/>
                  <a:pt x="2423771" y="60447"/>
                </a:cubicBezTo>
                <a:cubicBezTo>
                  <a:pt x="2424840" y="61865"/>
                  <a:pt x="2426230" y="63110"/>
                  <a:pt x="2427941" y="64180"/>
                </a:cubicBezTo>
                <a:cubicBezTo>
                  <a:pt x="2429651" y="65250"/>
                  <a:pt x="2431603" y="66213"/>
                  <a:pt x="2433794" y="67070"/>
                </a:cubicBezTo>
                <a:cubicBezTo>
                  <a:pt x="2435986" y="67925"/>
                  <a:pt x="2438218" y="68808"/>
                  <a:pt x="2440490" y="69718"/>
                </a:cubicBezTo>
                <a:cubicBezTo>
                  <a:pt x="2442762" y="70627"/>
                  <a:pt x="2445007" y="71644"/>
                  <a:pt x="2447226" y="72768"/>
                </a:cubicBezTo>
                <a:cubicBezTo>
                  <a:pt x="2449444" y="73892"/>
                  <a:pt x="2451409" y="75257"/>
                  <a:pt x="2453120" y="76863"/>
                </a:cubicBezTo>
                <a:cubicBezTo>
                  <a:pt x="2454830" y="78468"/>
                  <a:pt x="2456207" y="80395"/>
                  <a:pt x="2457249" y="82644"/>
                </a:cubicBezTo>
                <a:cubicBezTo>
                  <a:pt x="2458292" y="84891"/>
                  <a:pt x="2458813" y="87566"/>
                  <a:pt x="2458813" y="90670"/>
                </a:cubicBezTo>
                <a:close/>
                <a:moveTo>
                  <a:pt x="2532064" y="99353"/>
                </a:moveTo>
                <a:cubicBezTo>
                  <a:pt x="2532064" y="100262"/>
                  <a:pt x="2532037" y="101050"/>
                  <a:pt x="2531984" y="101718"/>
                </a:cubicBezTo>
                <a:cubicBezTo>
                  <a:pt x="2531930" y="102387"/>
                  <a:pt x="2531837" y="102948"/>
                  <a:pt x="2531703" y="103402"/>
                </a:cubicBezTo>
                <a:cubicBezTo>
                  <a:pt x="2531569" y="103857"/>
                  <a:pt x="2531409" y="104258"/>
                  <a:pt x="2531222" y="104605"/>
                </a:cubicBezTo>
                <a:cubicBezTo>
                  <a:pt x="2531035" y="104953"/>
                  <a:pt x="2530607" y="105460"/>
                  <a:pt x="2529939" y="106129"/>
                </a:cubicBezTo>
                <a:cubicBezTo>
                  <a:pt x="2529271" y="106797"/>
                  <a:pt x="2528135" y="107626"/>
                  <a:pt x="2526531" y="108615"/>
                </a:cubicBezTo>
                <a:cubicBezTo>
                  <a:pt x="2524927" y="109604"/>
                  <a:pt x="2523123" y="110486"/>
                  <a:pt x="2521118" y="111261"/>
                </a:cubicBezTo>
                <a:cubicBezTo>
                  <a:pt x="2519113" y="112036"/>
                  <a:pt x="2516935" y="112664"/>
                  <a:pt x="2514583" y="113145"/>
                </a:cubicBezTo>
                <a:cubicBezTo>
                  <a:pt x="2512231" y="113626"/>
                  <a:pt x="2509798" y="113867"/>
                  <a:pt x="2507286" y="113867"/>
                </a:cubicBezTo>
                <a:cubicBezTo>
                  <a:pt x="2502100" y="113867"/>
                  <a:pt x="2497503" y="113010"/>
                  <a:pt x="2493493" y="111296"/>
                </a:cubicBezTo>
                <a:cubicBezTo>
                  <a:pt x="2489484" y="109582"/>
                  <a:pt x="2486129" y="107078"/>
                  <a:pt x="2483430" y="103783"/>
                </a:cubicBezTo>
                <a:cubicBezTo>
                  <a:pt x="2480730" y="100489"/>
                  <a:pt x="2478672" y="96444"/>
                  <a:pt x="2477255" y="91650"/>
                </a:cubicBezTo>
                <a:cubicBezTo>
                  <a:pt x="2475839" y="86855"/>
                  <a:pt x="2475130" y="81325"/>
                  <a:pt x="2475130" y="75058"/>
                </a:cubicBezTo>
                <a:cubicBezTo>
                  <a:pt x="2475130" y="67933"/>
                  <a:pt x="2475999" y="61813"/>
                  <a:pt x="2477736" y="56698"/>
                </a:cubicBezTo>
                <a:cubicBezTo>
                  <a:pt x="2479474" y="51583"/>
                  <a:pt x="2481853" y="47391"/>
                  <a:pt x="2484873" y="44123"/>
                </a:cubicBezTo>
                <a:cubicBezTo>
                  <a:pt x="2487894" y="40856"/>
                  <a:pt x="2491449" y="38432"/>
                  <a:pt x="2495538" y="36851"/>
                </a:cubicBezTo>
                <a:cubicBezTo>
                  <a:pt x="2499628" y="35271"/>
                  <a:pt x="2504051" y="34481"/>
                  <a:pt x="2508809" y="34481"/>
                </a:cubicBezTo>
                <a:cubicBezTo>
                  <a:pt x="2511108" y="34481"/>
                  <a:pt x="2513340" y="34695"/>
                  <a:pt x="2515505" y="35122"/>
                </a:cubicBezTo>
                <a:cubicBezTo>
                  <a:pt x="2517670" y="35550"/>
                  <a:pt x="2519661" y="36111"/>
                  <a:pt x="2521479" y="36806"/>
                </a:cubicBezTo>
                <a:cubicBezTo>
                  <a:pt x="2523297" y="37501"/>
                  <a:pt x="2524914" y="38303"/>
                  <a:pt x="2526330" y="39212"/>
                </a:cubicBezTo>
                <a:cubicBezTo>
                  <a:pt x="2527747" y="40121"/>
                  <a:pt x="2528776" y="40896"/>
                  <a:pt x="2529418" y="41537"/>
                </a:cubicBezTo>
                <a:cubicBezTo>
                  <a:pt x="2530059" y="42179"/>
                  <a:pt x="2530500" y="42687"/>
                  <a:pt x="2530741" y="43061"/>
                </a:cubicBezTo>
                <a:cubicBezTo>
                  <a:pt x="2530981" y="43435"/>
                  <a:pt x="2531182" y="43876"/>
                  <a:pt x="2531342" y="44384"/>
                </a:cubicBezTo>
                <a:cubicBezTo>
                  <a:pt x="2531502" y="44892"/>
                  <a:pt x="2531609" y="45467"/>
                  <a:pt x="2531663" y="46108"/>
                </a:cubicBezTo>
                <a:cubicBezTo>
                  <a:pt x="2531716" y="46750"/>
                  <a:pt x="2531743" y="47551"/>
                  <a:pt x="2531743" y="48514"/>
                </a:cubicBezTo>
                <a:cubicBezTo>
                  <a:pt x="2531743" y="50599"/>
                  <a:pt x="2531502" y="52055"/>
                  <a:pt x="2531021" y="52884"/>
                </a:cubicBezTo>
                <a:cubicBezTo>
                  <a:pt x="2530540" y="53713"/>
                  <a:pt x="2529952" y="54127"/>
                  <a:pt x="2529257" y="54127"/>
                </a:cubicBezTo>
                <a:cubicBezTo>
                  <a:pt x="2528455" y="54127"/>
                  <a:pt x="2527533" y="53686"/>
                  <a:pt x="2526491" y="52804"/>
                </a:cubicBezTo>
                <a:cubicBezTo>
                  <a:pt x="2525448" y="51922"/>
                  <a:pt x="2524125" y="50946"/>
                  <a:pt x="2522521" y="49877"/>
                </a:cubicBezTo>
                <a:cubicBezTo>
                  <a:pt x="2520918" y="48808"/>
                  <a:pt x="2518980" y="47832"/>
                  <a:pt x="2516708" y="46950"/>
                </a:cubicBezTo>
                <a:cubicBezTo>
                  <a:pt x="2514436" y="46068"/>
                  <a:pt x="2511749" y="45627"/>
                  <a:pt x="2508649" y="45627"/>
                </a:cubicBezTo>
                <a:cubicBezTo>
                  <a:pt x="2502287" y="45627"/>
                  <a:pt x="2497409" y="48080"/>
                  <a:pt x="2494015" y="52987"/>
                </a:cubicBezTo>
                <a:cubicBezTo>
                  <a:pt x="2490620" y="57892"/>
                  <a:pt x="2488923" y="65007"/>
                  <a:pt x="2488923" y="74334"/>
                </a:cubicBezTo>
                <a:cubicBezTo>
                  <a:pt x="2488923" y="78998"/>
                  <a:pt x="2489364" y="83086"/>
                  <a:pt x="2490246" y="86598"/>
                </a:cubicBezTo>
                <a:cubicBezTo>
                  <a:pt x="2491128" y="90110"/>
                  <a:pt x="2492424" y="93045"/>
                  <a:pt x="2494135" y="95404"/>
                </a:cubicBezTo>
                <a:cubicBezTo>
                  <a:pt x="2495846" y="97762"/>
                  <a:pt x="2497944" y="99518"/>
                  <a:pt x="2500430" y="100671"/>
                </a:cubicBezTo>
                <a:cubicBezTo>
                  <a:pt x="2502915" y="101824"/>
                  <a:pt x="2505762" y="102400"/>
                  <a:pt x="2508970" y="102400"/>
                </a:cubicBezTo>
                <a:cubicBezTo>
                  <a:pt x="2512017" y="102400"/>
                  <a:pt x="2514690" y="101919"/>
                  <a:pt x="2516988" y="100957"/>
                </a:cubicBezTo>
                <a:cubicBezTo>
                  <a:pt x="2519287" y="99994"/>
                  <a:pt x="2521278" y="98939"/>
                  <a:pt x="2522962" y="97789"/>
                </a:cubicBezTo>
                <a:cubicBezTo>
                  <a:pt x="2524646" y="96640"/>
                  <a:pt x="2526063" y="95597"/>
                  <a:pt x="2527212" y="94662"/>
                </a:cubicBezTo>
                <a:cubicBezTo>
                  <a:pt x="2528362" y="93726"/>
                  <a:pt x="2529257" y="93259"/>
                  <a:pt x="2529899" y="93259"/>
                </a:cubicBezTo>
                <a:cubicBezTo>
                  <a:pt x="2530273" y="93259"/>
                  <a:pt x="2530594" y="93365"/>
                  <a:pt x="2530861" y="93579"/>
                </a:cubicBezTo>
                <a:cubicBezTo>
                  <a:pt x="2531128" y="93793"/>
                  <a:pt x="2531355" y="94154"/>
                  <a:pt x="2531543" y="94662"/>
                </a:cubicBezTo>
                <a:cubicBezTo>
                  <a:pt x="2531730" y="95170"/>
                  <a:pt x="2531863" y="95811"/>
                  <a:pt x="2531943" y="96586"/>
                </a:cubicBezTo>
                <a:cubicBezTo>
                  <a:pt x="2532024" y="97362"/>
                  <a:pt x="2532064" y="98284"/>
                  <a:pt x="2532064" y="99353"/>
                </a:cubicBezTo>
                <a:close/>
                <a:moveTo>
                  <a:pt x="2589200" y="42820"/>
                </a:moveTo>
                <a:cubicBezTo>
                  <a:pt x="2589200" y="43996"/>
                  <a:pt x="2589174" y="44985"/>
                  <a:pt x="2589120" y="45787"/>
                </a:cubicBezTo>
                <a:cubicBezTo>
                  <a:pt x="2589067" y="46589"/>
                  <a:pt x="2588960" y="47217"/>
                  <a:pt x="2588799" y="47672"/>
                </a:cubicBezTo>
                <a:cubicBezTo>
                  <a:pt x="2588639" y="48126"/>
                  <a:pt x="2588438" y="48474"/>
                  <a:pt x="2588198" y="48714"/>
                </a:cubicBezTo>
                <a:cubicBezTo>
                  <a:pt x="2587957" y="48955"/>
                  <a:pt x="2587623" y="49075"/>
                  <a:pt x="2587196" y="49075"/>
                </a:cubicBezTo>
                <a:cubicBezTo>
                  <a:pt x="2586768" y="49075"/>
                  <a:pt x="2586247" y="48955"/>
                  <a:pt x="2585632" y="48714"/>
                </a:cubicBezTo>
                <a:cubicBezTo>
                  <a:pt x="2585017" y="48474"/>
                  <a:pt x="2584322" y="48233"/>
                  <a:pt x="2583547" y="47992"/>
                </a:cubicBezTo>
                <a:cubicBezTo>
                  <a:pt x="2582772" y="47752"/>
                  <a:pt x="2581903" y="47525"/>
                  <a:pt x="2580941" y="47311"/>
                </a:cubicBezTo>
                <a:cubicBezTo>
                  <a:pt x="2579979" y="47097"/>
                  <a:pt x="2578936" y="46990"/>
                  <a:pt x="2577814" y="46990"/>
                </a:cubicBezTo>
                <a:cubicBezTo>
                  <a:pt x="2576477" y="46990"/>
                  <a:pt x="2575167" y="47257"/>
                  <a:pt x="2573884" y="47792"/>
                </a:cubicBezTo>
                <a:cubicBezTo>
                  <a:pt x="2572601" y="48327"/>
                  <a:pt x="2571252" y="49209"/>
                  <a:pt x="2569835" y="50438"/>
                </a:cubicBezTo>
                <a:cubicBezTo>
                  <a:pt x="2568418" y="51668"/>
                  <a:pt x="2566935" y="53298"/>
                  <a:pt x="2565384" y="55330"/>
                </a:cubicBezTo>
                <a:cubicBezTo>
                  <a:pt x="2563834" y="57361"/>
                  <a:pt x="2562123" y="59847"/>
                  <a:pt x="2560252" y="62787"/>
                </a:cubicBezTo>
                <a:lnTo>
                  <a:pt x="2560252" y="110258"/>
                </a:lnTo>
                <a:cubicBezTo>
                  <a:pt x="2560252" y="110686"/>
                  <a:pt x="2560145" y="111047"/>
                  <a:pt x="2559932" y="111341"/>
                </a:cubicBezTo>
                <a:cubicBezTo>
                  <a:pt x="2559718" y="111635"/>
                  <a:pt x="2559370" y="111889"/>
                  <a:pt x="2558889" y="112103"/>
                </a:cubicBezTo>
                <a:cubicBezTo>
                  <a:pt x="2558408" y="112317"/>
                  <a:pt x="2557740" y="112477"/>
                  <a:pt x="2556885" y="112584"/>
                </a:cubicBezTo>
                <a:cubicBezTo>
                  <a:pt x="2556029" y="112691"/>
                  <a:pt x="2554933" y="112744"/>
                  <a:pt x="2553597" y="112744"/>
                </a:cubicBezTo>
                <a:cubicBezTo>
                  <a:pt x="2552314" y="112744"/>
                  <a:pt x="2551245" y="112691"/>
                  <a:pt x="2550389" y="112584"/>
                </a:cubicBezTo>
                <a:cubicBezTo>
                  <a:pt x="2549534" y="112477"/>
                  <a:pt x="2548852" y="112317"/>
                  <a:pt x="2548344" y="112103"/>
                </a:cubicBezTo>
                <a:cubicBezTo>
                  <a:pt x="2547837" y="111889"/>
                  <a:pt x="2547489" y="111635"/>
                  <a:pt x="2547302" y="111341"/>
                </a:cubicBezTo>
                <a:cubicBezTo>
                  <a:pt x="2547115" y="111047"/>
                  <a:pt x="2547021" y="110686"/>
                  <a:pt x="2547021" y="110258"/>
                </a:cubicBezTo>
                <a:lnTo>
                  <a:pt x="2547021" y="38089"/>
                </a:lnTo>
                <a:cubicBezTo>
                  <a:pt x="2547021" y="37662"/>
                  <a:pt x="2547102" y="37301"/>
                  <a:pt x="2547262" y="37007"/>
                </a:cubicBezTo>
                <a:cubicBezTo>
                  <a:pt x="2547422" y="36713"/>
                  <a:pt x="2547743" y="36445"/>
                  <a:pt x="2548224" y="36205"/>
                </a:cubicBezTo>
                <a:cubicBezTo>
                  <a:pt x="2548705" y="35964"/>
                  <a:pt x="2549320" y="35804"/>
                  <a:pt x="2550069" y="35724"/>
                </a:cubicBezTo>
                <a:cubicBezTo>
                  <a:pt x="2550817" y="35644"/>
                  <a:pt x="2551806" y="35603"/>
                  <a:pt x="2553035" y="35603"/>
                </a:cubicBezTo>
                <a:cubicBezTo>
                  <a:pt x="2554212" y="35603"/>
                  <a:pt x="2555187" y="35644"/>
                  <a:pt x="2555962" y="35724"/>
                </a:cubicBezTo>
                <a:cubicBezTo>
                  <a:pt x="2556737" y="35804"/>
                  <a:pt x="2557339" y="35964"/>
                  <a:pt x="2557767" y="36205"/>
                </a:cubicBezTo>
                <a:cubicBezTo>
                  <a:pt x="2558194" y="36445"/>
                  <a:pt x="2558502" y="36713"/>
                  <a:pt x="2558689" y="37007"/>
                </a:cubicBezTo>
                <a:cubicBezTo>
                  <a:pt x="2558876" y="37301"/>
                  <a:pt x="2558969" y="37662"/>
                  <a:pt x="2558969" y="38089"/>
                </a:cubicBezTo>
                <a:lnTo>
                  <a:pt x="2558969" y="48594"/>
                </a:lnTo>
                <a:cubicBezTo>
                  <a:pt x="2560947" y="45707"/>
                  <a:pt x="2562805" y="43355"/>
                  <a:pt x="2564542" y="41537"/>
                </a:cubicBezTo>
                <a:cubicBezTo>
                  <a:pt x="2566280" y="39720"/>
                  <a:pt x="2567924" y="38290"/>
                  <a:pt x="2569474" y="37247"/>
                </a:cubicBezTo>
                <a:cubicBezTo>
                  <a:pt x="2571024" y="36205"/>
                  <a:pt x="2572561" y="35483"/>
                  <a:pt x="2574085" y="35082"/>
                </a:cubicBezTo>
                <a:cubicBezTo>
                  <a:pt x="2575608" y="34681"/>
                  <a:pt x="2577145" y="34481"/>
                  <a:pt x="2578696" y="34481"/>
                </a:cubicBezTo>
                <a:cubicBezTo>
                  <a:pt x="2579391" y="34481"/>
                  <a:pt x="2580179" y="34521"/>
                  <a:pt x="2581061" y="34601"/>
                </a:cubicBezTo>
                <a:cubicBezTo>
                  <a:pt x="2581943" y="34681"/>
                  <a:pt x="2582865" y="34828"/>
                  <a:pt x="2583828" y="35042"/>
                </a:cubicBezTo>
                <a:cubicBezTo>
                  <a:pt x="2584790" y="35256"/>
                  <a:pt x="2585659" y="35497"/>
                  <a:pt x="2586434" y="35764"/>
                </a:cubicBezTo>
                <a:cubicBezTo>
                  <a:pt x="2587209" y="36031"/>
                  <a:pt x="2587757" y="36298"/>
                  <a:pt x="2588078" y="36566"/>
                </a:cubicBezTo>
                <a:cubicBezTo>
                  <a:pt x="2588398" y="36833"/>
                  <a:pt x="2588612" y="37087"/>
                  <a:pt x="2588719" y="37327"/>
                </a:cubicBezTo>
                <a:cubicBezTo>
                  <a:pt x="2588826" y="37568"/>
                  <a:pt x="2588920" y="37875"/>
                  <a:pt x="2589000" y="38250"/>
                </a:cubicBezTo>
                <a:cubicBezTo>
                  <a:pt x="2589080" y="38624"/>
                  <a:pt x="2589133" y="39172"/>
                  <a:pt x="2589160" y="39893"/>
                </a:cubicBezTo>
                <a:cubicBezTo>
                  <a:pt x="2589187" y="40615"/>
                  <a:pt x="2589200" y="41591"/>
                  <a:pt x="2589200" y="42820"/>
                </a:cubicBezTo>
                <a:close/>
                <a:moveTo>
                  <a:pt x="2614939" y="110258"/>
                </a:moveTo>
                <a:cubicBezTo>
                  <a:pt x="2614939" y="110686"/>
                  <a:pt x="2614832" y="111047"/>
                  <a:pt x="2614618" y="111341"/>
                </a:cubicBezTo>
                <a:cubicBezTo>
                  <a:pt x="2614405" y="111635"/>
                  <a:pt x="2614057" y="111889"/>
                  <a:pt x="2613576" y="112103"/>
                </a:cubicBezTo>
                <a:cubicBezTo>
                  <a:pt x="2613095" y="112317"/>
                  <a:pt x="2612427" y="112477"/>
                  <a:pt x="2611571" y="112584"/>
                </a:cubicBezTo>
                <a:cubicBezTo>
                  <a:pt x="2610716" y="112691"/>
                  <a:pt x="2609620" y="112744"/>
                  <a:pt x="2608284" y="112744"/>
                </a:cubicBezTo>
                <a:cubicBezTo>
                  <a:pt x="2607001" y="112744"/>
                  <a:pt x="2605931" y="112691"/>
                  <a:pt x="2605076" y="112584"/>
                </a:cubicBezTo>
                <a:cubicBezTo>
                  <a:pt x="2604221" y="112477"/>
                  <a:pt x="2603539" y="112317"/>
                  <a:pt x="2603031" y="112103"/>
                </a:cubicBezTo>
                <a:cubicBezTo>
                  <a:pt x="2602523" y="111889"/>
                  <a:pt x="2602176" y="111635"/>
                  <a:pt x="2601989" y="111341"/>
                </a:cubicBezTo>
                <a:cubicBezTo>
                  <a:pt x="2601802" y="111047"/>
                  <a:pt x="2601708" y="110686"/>
                  <a:pt x="2601708" y="110258"/>
                </a:cubicBezTo>
                <a:lnTo>
                  <a:pt x="2601708" y="38089"/>
                </a:lnTo>
                <a:cubicBezTo>
                  <a:pt x="2601708" y="37715"/>
                  <a:pt x="2601802" y="37368"/>
                  <a:pt x="2601989" y="37047"/>
                </a:cubicBezTo>
                <a:cubicBezTo>
                  <a:pt x="2602176" y="36726"/>
                  <a:pt x="2602523" y="36459"/>
                  <a:pt x="2603031" y="36245"/>
                </a:cubicBezTo>
                <a:cubicBezTo>
                  <a:pt x="2603539" y="36031"/>
                  <a:pt x="2604221" y="35871"/>
                  <a:pt x="2605076" y="35764"/>
                </a:cubicBezTo>
                <a:cubicBezTo>
                  <a:pt x="2605931" y="35657"/>
                  <a:pt x="2607001" y="35603"/>
                  <a:pt x="2608284" y="35603"/>
                </a:cubicBezTo>
                <a:cubicBezTo>
                  <a:pt x="2609620" y="35603"/>
                  <a:pt x="2610716" y="35657"/>
                  <a:pt x="2611571" y="35764"/>
                </a:cubicBezTo>
                <a:cubicBezTo>
                  <a:pt x="2612427" y="35871"/>
                  <a:pt x="2613095" y="36031"/>
                  <a:pt x="2613576" y="36245"/>
                </a:cubicBezTo>
                <a:cubicBezTo>
                  <a:pt x="2614057" y="36459"/>
                  <a:pt x="2614405" y="36726"/>
                  <a:pt x="2614618" y="37047"/>
                </a:cubicBezTo>
                <a:cubicBezTo>
                  <a:pt x="2614832" y="37368"/>
                  <a:pt x="2614939" y="37715"/>
                  <a:pt x="2614939" y="38089"/>
                </a:cubicBezTo>
                <a:lnTo>
                  <a:pt x="2614939" y="110258"/>
                </a:lnTo>
                <a:moveTo>
                  <a:pt x="2616463" y="13632"/>
                </a:moveTo>
                <a:cubicBezTo>
                  <a:pt x="2616463" y="16733"/>
                  <a:pt x="2615875" y="18844"/>
                  <a:pt x="2614699" y="19967"/>
                </a:cubicBezTo>
                <a:cubicBezTo>
                  <a:pt x="2613523" y="21089"/>
                  <a:pt x="2611358" y="21651"/>
                  <a:pt x="2608203" y="21651"/>
                </a:cubicBezTo>
                <a:cubicBezTo>
                  <a:pt x="2605103" y="21651"/>
                  <a:pt x="2602978" y="21103"/>
                  <a:pt x="2601829" y="20007"/>
                </a:cubicBezTo>
                <a:cubicBezTo>
                  <a:pt x="2600679" y="18911"/>
                  <a:pt x="2600104" y="16839"/>
                  <a:pt x="2600104" y="13792"/>
                </a:cubicBezTo>
                <a:cubicBezTo>
                  <a:pt x="2600104" y="10692"/>
                  <a:pt x="2600693" y="8580"/>
                  <a:pt x="2601869" y="7457"/>
                </a:cubicBezTo>
                <a:cubicBezTo>
                  <a:pt x="2603045" y="6335"/>
                  <a:pt x="2605210" y="5774"/>
                  <a:pt x="2608364" y="5774"/>
                </a:cubicBezTo>
                <a:cubicBezTo>
                  <a:pt x="2611464" y="5774"/>
                  <a:pt x="2613589" y="6321"/>
                  <a:pt x="2614739" y="7417"/>
                </a:cubicBezTo>
                <a:cubicBezTo>
                  <a:pt x="2615888" y="8513"/>
                  <a:pt x="2616463" y="10585"/>
                  <a:pt x="2616463" y="13632"/>
                </a:cubicBezTo>
                <a:close/>
                <a:moveTo>
                  <a:pt x="2710474" y="73091"/>
                </a:moveTo>
                <a:cubicBezTo>
                  <a:pt x="2710474" y="79404"/>
                  <a:pt x="2709792" y="85076"/>
                  <a:pt x="2708429" y="90106"/>
                </a:cubicBezTo>
                <a:cubicBezTo>
                  <a:pt x="2707066" y="95136"/>
                  <a:pt x="2705061" y="99405"/>
                  <a:pt x="2702415" y="102911"/>
                </a:cubicBezTo>
                <a:cubicBezTo>
                  <a:pt x="2699769" y="106416"/>
                  <a:pt x="2696495" y="109118"/>
                  <a:pt x="2692592" y="111018"/>
                </a:cubicBezTo>
                <a:cubicBezTo>
                  <a:pt x="2688690" y="112917"/>
                  <a:pt x="2684226" y="113867"/>
                  <a:pt x="2679201" y="113867"/>
                </a:cubicBezTo>
                <a:cubicBezTo>
                  <a:pt x="2677062" y="113867"/>
                  <a:pt x="2675084" y="113653"/>
                  <a:pt x="2673267" y="113225"/>
                </a:cubicBezTo>
                <a:cubicBezTo>
                  <a:pt x="2671449" y="112798"/>
                  <a:pt x="2669672" y="112129"/>
                  <a:pt x="2667934" y="111221"/>
                </a:cubicBezTo>
                <a:cubicBezTo>
                  <a:pt x="2666197" y="110310"/>
                  <a:pt x="2664473" y="109159"/>
                  <a:pt x="2662762" y="107768"/>
                </a:cubicBezTo>
                <a:cubicBezTo>
                  <a:pt x="2661051" y="106376"/>
                  <a:pt x="2659234" y="104744"/>
                  <a:pt x="2657309" y="102871"/>
                </a:cubicBezTo>
                <a:lnTo>
                  <a:pt x="2657309" y="138891"/>
                </a:lnTo>
                <a:cubicBezTo>
                  <a:pt x="2657309" y="139317"/>
                  <a:pt x="2657202" y="139690"/>
                  <a:pt x="2656989" y="140011"/>
                </a:cubicBezTo>
                <a:cubicBezTo>
                  <a:pt x="2656775" y="140331"/>
                  <a:pt x="2656427" y="140598"/>
                  <a:pt x="2655946" y="140810"/>
                </a:cubicBezTo>
                <a:cubicBezTo>
                  <a:pt x="2655465" y="141024"/>
                  <a:pt x="2654797" y="141184"/>
                  <a:pt x="2653941" y="141291"/>
                </a:cubicBezTo>
                <a:cubicBezTo>
                  <a:pt x="2653086" y="141398"/>
                  <a:pt x="2651990" y="141452"/>
                  <a:pt x="2650654" y="141452"/>
                </a:cubicBezTo>
                <a:cubicBezTo>
                  <a:pt x="2649371" y="141452"/>
                  <a:pt x="2648302" y="141398"/>
                  <a:pt x="2647446" y="141291"/>
                </a:cubicBezTo>
                <a:cubicBezTo>
                  <a:pt x="2646591" y="141184"/>
                  <a:pt x="2645909" y="141024"/>
                  <a:pt x="2645401" y="140810"/>
                </a:cubicBezTo>
                <a:cubicBezTo>
                  <a:pt x="2644894" y="140596"/>
                  <a:pt x="2644546" y="140329"/>
                  <a:pt x="2644359" y="140008"/>
                </a:cubicBezTo>
                <a:cubicBezTo>
                  <a:pt x="2644172" y="139687"/>
                  <a:pt x="2644078" y="139313"/>
                  <a:pt x="2644078" y="138886"/>
                </a:cubicBezTo>
                <a:lnTo>
                  <a:pt x="2644078" y="38089"/>
                </a:lnTo>
                <a:cubicBezTo>
                  <a:pt x="2644078" y="37608"/>
                  <a:pt x="2644159" y="37221"/>
                  <a:pt x="2644319" y="36927"/>
                </a:cubicBezTo>
                <a:cubicBezTo>
                  <a:pt x="2644479" y="36633"/>
                  <a:pt x="2644800" y="36379"/>
                  <a:pt x="2645281" y="36165"/>
                </a:cubicBezTo>
                <a:cubicBezTo>
                  <a:pt x="2645762" y="35951"/>
                  <a:pt x="2646377" y="35804"/>
                  <a:pt x="2647126" y="35724"/>
                </a:cubicBezTo>
                <a:cubicBezTo>
                  <a:pt x="2647874" y="35644"/>
                  <a:pt x="2648783" y="35603"/>
                  <a:pt x="2649852" y="35603"/>
                </a:cubicBezTo>
                <a:cubicBezTo>
                  <a:pt x="2650975" y="35603"/>
                  <a:pt x="2651897" y="35644"/>
                  <a:pt x="2652618" y="35724"/>
                </a:cubicBezTo>
                <a:cubicBezTo>
                  <a:pt x="2653340" y="35804"/>
                  <a:pt x="2653941" y="35951"/>
                  <a:pt x="2654423" y="36165"/>
                </a:cubicBezTo>
                <a:cubicBezTo>
                  <a:pt x="2654904" y="36379"/>
                  <a:pt x="2655238" y="36633"/>
                  <a:pt x="2655425" y="36929"/>
                </a:cubicBezTo>
                <a:cubicBezTo>
                  <a:pt x="2655612" y="37223"/>
                  <a:pt x="2655706" y="37611"/>
                  <a:pt x="2655706" y="38092"/>
                </a:cubicBezTo>
                <a:lnTo>
                  <a:pt x="2655706" y="47805"/>
                </a:lnTo>
                <a:cubicBezTo>
                  <a:pt x="2657897" y="45558"/>
                  <a:pt x="2660009" y="43605"/>
                  <a:pt x="2662040" y="41946"/>
                </a:cubicBezTo>
                <a:cubicBezTo>
                  <a:pt x="2664072" y="40287"/>
                  <a:pt x="2666117" y="38910"/>
                  <a:pt x="2668175" y="37814"/>
                </a:cubicBezTo>
                <a:cubicBezTo>
                  <a:pt x="2670233" y="36716"/>
                  <a:pt x="2672345" y="35887"/>
                  <a:pt x="2674510" y="35325"/>
                </a:cubicBezTo>
                <a:cubicBezTo>
                  <a:pt x="2676675" y="34762"/>
                  <a:pt x="2678960" y="34481"/>
                  <a:pt x="2681366" y="34481"/>
                </a:cubicBezTo>
                <a:cubicBezTo>
                  <a:pt x="2686605" y="34481"/>
                  <a:pt x="2691069" y="35497"/>
                  <a:pt x="2694757" y="37530"/>
                </a:cubicBezTo>
                <a:cubicBezTo>
                  <a:pt x="2698446" y="39564"/>
                  <a:pt x="2701453" y="42347"/>
                  <a:pt x="2703778" y="45880"/>
                </a:cubicBezTo>
                <a:cubicBezTo>
                  <a:pt x="2706104" y="49412"/>
                  <a:pt x="2707801" y="53519"/>
                  <a:pt x="2708870" y="58201"/>
                </a:cubicBezTo>
                <a:cubicBezTo>
                  <a:pt x="2709939" y="62882"/>
                  <a:pt x="2710474" y="67846"/>
                  <a:pt x="2710474" y="73091"/>
                </a:cubicBezTo>
                <a:moveTo>
                  <a:pt x="2696521" y="74615"/>
                </a:moveTo>
                <a:cubicBezTo>
                  <a:pt x="2696521" y="70921"/>
                  <a:pt x="2696241" y="67348"/>
                  <a:pt x="2695679" y="63895"/>
                </a:cubicBezTo>
                <a:cubicBezTo>
                  <a:pt x="2695118" y="60442"/>
                  <a:pt x="2694156" y="57377"/>
                  <a:pt x="2692793" y="54701"/>
                </a:cubicBezTo>
                <a:cubicBezTo>
                  <a:pt x="2691429" y="52024"/>
                  <a:pt x="2689598" y="49884"/>
                  <a:pt x="2687300" y="48278"/>
                </a:cubicBezTo>
                <a:cubicBezTo>
                  <a:pt x="2685001" y="46671"/>
                  <a:pt x="2682141" y="45867"/>
                  <a:pt x="2678720" y="45867"/>
                </a:cubicBezTo>
                <a:cubicBezTo>
                  <a:pt x="2677009" y="45867"/>
                  <a:pt x="2675325" y="46122"/>
                  <a:pt x="2673668" y="46632"/>
                </a:cubicBezTo>
                <a:cubicBezTo>
                  <a:pt x="2672011" y="47140"/>
                  <a:pt x="2670327" y="47942"/>
                  <a:pt x="2668616" y="49040"/>
                </a:cubicBezTo>
                <a:cubicBezTo>
                  <a:pt x="2666905" y="50138"/>
                  <a:pt x="2665114" y="51583"/>
                  <a:pt x="2663243" y="53378"/>
                </a:cubicBezTo>
                <a:cubicBezTo>
                  <a:pt x="2661372" y="55172"/>
                  <a:pt x="2659394" y="57381"/>
                  <a:pt x="2657309" y="60006"/>
                </a:cubicBezTo>
                <a:lnTo>
                  <a:pt x="2657309" y="88743"/>
                </a:lnTo>
                <a:cubicBezTo>
                  <a:pt x="2660945" y="93188"/>
                  <a:pt x="2664393" y="96590"/>
                  <a:pt x="2667654" y="98947"/>
                </a:cubicBezTo>
                <a:cubicBezTo>
                  <a:pt x="2670915" y="101302"/>
                  <a:pt x="2674336" y="102480"/>
                  <a:pt x="2677918" y="102480"/>
                </a:cubicBezTo>
                <a:cubicBezTo>
                  <a:pt x="2681232" y="102480"/>
                  <a:pt x="2684079" y="101677"/>
                  <a:pt x="2686458" y="100072"/>
                </a:cubicBezTo>
                <a:cubicBezTo>
                  <a:pt x="2688837" y="98465"/>
                  <a:pt x="2690761" y="96323"/>
                  <a:pt x="2692231" y="93647"/>
                </a:cubicBezTo>
                <a:cubicBezTo>
                  <a:pt x="2693701" y="90971"/>
                  <a:pt x="2694784" y="87973"/>
                  <a:pt x="2695479" y="84653"/>
                </a:cubicBezTo>
                <a:cubicBezTo>
                  <a:pt x="2696174" y="81334"/>
                  <a:pt x="2696521" y="77988"/>
                  <a:pt x="2696521" y="74615"/>
                </a:cubicBezTo>
                <a:close/>
                <a:moveTo>
                  <a:pt x="2760598" y="105046"/>
                </a:moveTo>
                <a:cubicBezTo>
                  <a:pt x="2760598" y="106596"/>
                  <a:pt x="2760492" y="107826"/>
                  <a:pt x="2760278" y="108735"/>
                </a:cubicBezTo>
                <a:cubicBezTo>
                  <a:pt x="2760064" y="109644"/>
                  <a:pt x="2759743" y="110312"/>
                  <a:pt x="2759315" y="110740"/>
                </a:cubicBezTo>
                <a:cubicBezTo>
                  <a:pt x="2758888" y="111167"/>
                  <a:pt x="2758246" y="111568"/>
                  <a:pt x="2757391" y="111942"/>
                </a:cubicBezTo>
                <a:cubicBezTo>
                  <a:pt x="2756536" y="112317"/>
                  <a:pt x="2755560" y="112624"/>
                  <a:pt x="2754464" y="112865"/>
                </a:cubicBezTo>
                <a:cubicBezTo>
                  <a:pt x="2753368" y="113105"/>
                  <a:pt x="2752205" y="113306"/>
                  <a:pt x="2750976" y="113466"/>
                </a:cubicBezTo>
                <a:cubicBezTo>
                  <a:pt x="2749746" y="113626"/>
                  <a:pt x="2748517" y="113706"/>
                  <a:pt x="2747287" y="113706"/>
                </a:cubicBezTo>
                <a:cubicBezTo>
                  <a:pt x="2743545" y="113706"/>
                  <a:pt x="2740338" y="113211"/>
                  <a:pt x="2737665" y="112221"/>
                </a:cubicBezTo>
                <a:cubicBezTo>
                  <a:pt x="2734992" y="111228"/>
                  <a:pt x="2732800" y="109727"/>
                  <a:pt x="2731089" y="107717"/>
                </a:cubicBezTo>
                <a:cubicBezTo>
                  <a:pt x="2729379" y="105708"/>
                  <a:pt x="2728136" y="103163"/>
                  <a:pt x="2727361" y="100082"/>
                </a:cubicBezTo>
                <a:cubicBezTo>
                  <a:pt x="2726585" y="97002"/>
                  <a:pt x="2726198" y="93371"/>
                  <a:pt x="2726198" y="89192"/>
                </a:cubicBezTo>
                <a:lnTo>
                  <a:pt x="2726198" y="46910"/>
                </a:lnTo>
                <a:lnTo>
                  <a:pt x="2716094" y="46910"/>
                </a:lnTo>
                <a:cubicBezTo>
                  <a:pt x="2715292" y="46910"/>
                  <a:pt x="2714651" y="46482"/>
                  <a:pt x="2714170" y="45627"/>
                </a:cubicBezTo>
                <a:cubicBezTo>
                  <a:pt x="2713689" y="44772"/>
                  <a:pt x="2713448" y="43382"/>
                  <a:pt x="2713448" y="41457"/>
                </a:cubicBezTo>
                <a:cubicBezTo>
                  <a:pt x="2713448" y="40441"/>
                  <a:pt x="2713515" y="39586"/>
                  <a:pt x="2713648" y="38891"/>
                </a:cubicBezTo>
                <a:cubicBezTo>
                  <a:pt x="2713782" y="38196"/>
                  <a:pt x="2713956" y="37622"/>
                  <a:pt x="2714170" y="37167"/>
                </a:cubicBezTo>
                <a:cubicBezTo>
                  <a:pt x="2714384" y="36713"/>
                  <a:pt x="2714664" y="36392"/>
                  <a:pt x="2715012" y="36205"/>
                </a:cubicBezTo>
                <a:cubicBezTo>
                  <a:pt x="2715359" y="36018"/>
                  <a:pt x="2715747" y="35924"/>
                  <a:pt x="2716174" y="35924"/>
                </a:cubicBezTo>
                <a:lnTo>
                  <a:pt x="2726198" y="35924"/>
                </a:lnTo>
                <a:lnTo>
                  <a:pt x="2726198" y="18764"/>
                </a:lnTo>
                <a:cubicBezTo>
                  <a:pt x="2726198" y="18390"/>
                  <a:pt x="2726291" y="18042"/>
                  <a:pt x="2726479" y="17722"/>
                </a:cubicBezTo>
                <a:cubicBezTo>
                  <a:pt x="2726666" y="17401"/>
                  <a:pt x="2727013" y="17120"/>
                  <a:pt x="2727521" y="16880"/>
                </a:cubicBezTo>
                <a:cubicBezTo>
                  <a:pt x="2728029" y="16639"/>
                  <a:pt x="2728710" y="16465"/>
                  <a:pt x="2729566" y="16358"/>
                </a:cubicBezTo>
                <a:cubicBezTo>
                  <a:pt x="2730421" y="16251"/>
                  <a:pt x="2731490" y="16198"/>
                  <a:pt x="2732773" y="16198"/>
                </a:cubicBezTo>
                <a:cubicBezTo>
                  <a:pt x="2734110" y="16198"/>
                  <a:pt x="2735206" y="16251"/>
                  <a:pt x="2736061" y="16358"/>
                </a:cubicBezTo>
                <a:cubicBezTo>
                  <a:pt x="2736916" y="16465"/>
                  <a:pt x="2737585" y="16639"/>
                  <a:pt x="2738066" y="16880"/>
                </a:cubicBezTo>
                <a:cubicBezTo>
                  <a:pt x="2738547" y="17120"/>
                  <a:pt x="2738894" y="17401"/>
                  <a:pt x="2739108" y="17722"/>
                </a:cubicBezTo>
                <a:cubicBezTo>
                  <a:pt x="2739322" y="18042"/>
                  <a:pt x="2739429" y="18390"/>
                  <a:pt x="2739429" y="18764"/>
                </a:cubicBezTo>
                <a:lnTo>
                  <a:pt x="2739429" y="35924"/>
                </a:lnTo>
                <a:lnTo>
                  <a:pt x="2757952" y="35924"/>
                </a:lnTo>
                <a:cubicBezTo>
                  <a:pt x="2758380" y="35924"/>
                  <a:pt x="2758754" y="36018"/>
                  <a:pt x="2759075" y="36205"/>
                </a:cubicBezTo>
                <a:cubicBezTo>
                  <a:pt x="2759396" y="36392"/>
                  <a:pt x="2759676" y="36713"/>
                  <a:pt x="2759917" y="37167"/>
                </a:cubicBezTo>
                <a:cubicBezTo>
                  <a:pt x="2760157" y="37622"/>
                  <a:pt x="2760331" y="38196"/>
                  <a:pt x="2760438" y="38891"/>
                </a:cubicBezTo>
                <a:cubicBezTo>
                  <a:pt x="2760545" y="39586"/>
                  <a:pt x="2760598" y="40441"/>
                  <a:pt x="2760598" y="41457"/>
                </a:cubicBezTo>
                <a:cubicBezTo>
                  <a:pt x="2760598" y="43382"/>
                  <a:pt x="2760358" y="44772"/>
                  <a:pt x="2759877" y="45627"/>
                </a:cubicBezTo>
                <a:cubicBezTo>
                  <a:pt x="2759396" y="46482"/>
                  <a:pt x="2758754" y="46910"/>
                  <a:pt x="2757952" y="46910"/>
                </a:cubicBezTo>
                <a:lnTo>
                  <a:pt x="2739429" y="46910"/>
                </a:lnTo>
                <a:lnTo>
                  <a:pt x="2739429" y="87282"/>
                </a:lnTo>
                <a:cubicBezTo>
                  <a:pt x="2739429" y="92267"/>
                  <a:pt x="2740164" y="96033"/>
                  <a:pt x="2741634" y="98581"/>
                </a:cubicBezTo>
                <a:cubicBezTo>
                  <a:pt x="2743104" y="101127"/>
                  <a:pt x="2745737" y="102400"/>
                  <a:pt x="2749533" y="102400"/>
                </a:cubicBezTo>
                <a:cubicBezTo>
                  <a:pt x="2750762" y="102400"/>
                  <a:pt x="2751858" y="102280"/>
                  <a:pt x="2752820" y="102039"/>
                </a:cubicBezTo>
                <a:cubicBezTo>
                  <a:pt x="2753783" y="101799"/>
                  <a:pt x="2754638" y="101545"/>
                  <a:pt x="2755386" y="101277"/>
                </a:cubicBezTo>
                <a:cubicBezTo>
                  <a:pt x="2756135" y="101010"/>
                  <a:pt x="2756776" y="100756"/>
                  <a:pt x="2757311" y="100516"/>
                </a:cubicBezTo>
                <a:cubicBezTo>
                  <a:pt x="2757845" y="100275"/>
                  <a:pt x="2758326" y="100155"/>
                  <a:pt x="2758754" y="100155"/>
                </a:cubicBezTo>
                <a:cubicBezTo>
                  <a:pt x="2759021" y="100155"/>
                  <a:pt x="2759275" y="100222"/>
                  <a:pt x="2759516" y="100355"/>
                </a:cubicBezTo>
                <a:cubicBezTo>
                  <a:pt x="2759757" y="100489"/>
                  <a:pt x="2759944" y="100743"/>
                  <a:pt x="2760077" y="101117"/>
                </a:cubicBezTo>
                <a:cubicBezTo>
                  <a:pt x="2760211" y="101491"/>
                  <a:pt x="2760331" y="101999"/>
                  <a:pt x="2760438" y="102641"/>
                </a:cubicBezTo>
                <a:cubicBezTo>
                  <a:pt x="2760545" y="103282"/>
                  <a:pt x="2760598" y="104084"/>
                  <a:pt x="2760598" y="105046"/>
                </a:cubicBezTo>
                <a:close/>
                <a:moveTo>
                  <a:pt x="2791317" y="110258"/>
                </a:moveTo>
                <a:cubicBezTo>
                  <a:pt x="2791317" y="110686"/>
                  <a:pt x="2791210" y="111047"/>
                  <a:pt x="2790996" y="111341"/>
                </a:cubicBezTo>
                <a:cubicBezTo>
                  <a:pt x="2790782" y="111635"/>
                  <a:pt x="2790435" y="111889"/>
                  <a:pt x="2789954" y="112103"/>
                </a:cubicBezTo>
                <a:cubicBezTo>
                  <a:pt x="2789473" y="112317"/>
                  <a:pt x="2788804" y="112477"/>
                  <a:pt x="2787949" y="112584"/>
                </a:cubicBezTo>
                <a:cubicBezTo>
                  <a:pt x="2787094" y="112691"/>
                  <a:pt x="2785998" y="112744"/>
                  <a:pt x="2784661" y="112744"/>
                </a:cubicBezTo>
                <a:cubicBezTo>
                  <a:pt x="2783378" y="112744"/>
                  <a:pt x="2782309" y="112691"/>
                  <a:pt x="2781454" y="112584"/>
                </a:cubicBezTo>
                <a:cubicBezTo>
                  <a:pt x="2780599" y="112477"/>
                  <a:pt x="2779917" y="112317"/>
                  <a:pt x="2779409" y="112103"/>
                </a:cubicBezTo>
                <a:cubicBezTo>
                  <a:pt x="2778901" y="111889"/>
                  <a:pt x="2778554" y="111635"/>
                  <a:pt x="2778367" y="111341"/>
                </a:cubicBezTo>
                <a:cubicBezTo>
                  <a:pt x="2778180" y="111047"/>
                  <a:pt x="2778086" y="110686"/>
                  <a:pt x="2778086" y="110258"/>
                </a:cubicBezTo>
                <a:lnTo>
                  <a:pt x="2778086" y="38089"/>
                </a:lnTo>
                <a:cubicBezTo>
                  <a:pt x="2778086" y="37715"/>
                  <a:pt x="2778180" y="37368"/>
                  <a:pt x="2778367" y="37047"/>
                </a:cubicBezTo>
                <a:cubicBezTo>
                  <a:pt x="2778554" y="36726"/>
                  <a:pt x="2778901" y="36459"/>
                  <a:pt x="2779409" y="36245"/>
                </a:cubicBezTo>
                <a:cubicBezTo>
                  <a:pt x="2779917" y="36031"/>
                  <a:pt x="2780599" y="35871"/>
                  <a:pt x="2781454" y="35764"/>
                </a:cubicBezTo>
                <a:cubicBezTo>
                  <a:pt x="2782309" y="35657"/>
                  <a:pt x="2783378" y="35603"/>
                  <a:pt x="2784661" y="35603"/>
                </a:cubicBezTo>
                <a:cubicBezTo>
                  <a:pt x="2785998" y="35603"/>
                  <a:pt x="2787094" y="35657"/>
                  <a:pt x="2787949" y="35764"/>
                </a:cubicBezTo>
                <a:cubicBezTo>
                  <a:pt x="2788804" y="35871"/>
                  <a:pt x="2789473" y="36031"/>
                  <a:pt x="2789954" y="36245"/>
                </a:cubicBezTo>
                <a:cubicBezTo>
                  <a:pt x="2790435" y="36459"/>
                  <a:pt x="2790782" y="36726"/>
                  <a:pt x="2790996" y="37047"/>
                </a:cubicBezTo>
                <a:cubicBezTo>
                  <a:pt x="2791210" y="37368"/>
                  <a:pt x="2791317" y="37715"/>
                  <a:pt x="2791317" y="38089"/>
                </a:cubicBezTo>
                <a:lnTo>
                  <a:pt x="2791317" y="110258"/>
                </a:lnTo>
                <a:moveTo>
                  <a:pt x="2792841" y="13632"/>
                </a:moveTo>
                <a:cubicBezTo>
                  <a:pt x="2792841" y="16733"/>
                  <a:pt x="2792253" y="18844"/>
                  <a:pt x="2791076" y="19967"/>
                </a:cubicBezTo>
                <a:cubicBezTo>
                  <a:pt x="2789900" y="21089"/>
                  <a:pt x="2787735" y="21651"/>
                  <a:pt x="2784581" y="21651"/>
                </a:cubicBezTo>
                <a:cubicBezTo>
                  <a:pt x="2781481" y="21651"/>
                  <a:pt x="2779356" y="21103"/>
                  <a:pt x="2778206" y="20007"/>
                </a:cubicBezTo>
                <a:cubicBezTo>
                  <a:pt x="2777057" y="18911"/>
                  <a:pt x="2776482" y="16839"/>
                  <a:pt x="2776482" y="13792"/>
                </a:cubicBezTo>
                <a:cubicBezTo>
                  <a:pt x="2776482" y="10692"/>
                  <a:pt x="2777070" y="8580"/>
                  <a:pt x="2778246" y="7457"/>
                </a:cubicBezTo>
                <a:cubicBezTo>
                  <a:pt x="2779422" y="6335"/>
                  <a:pt x="2781588" y="5774"/>
                  <a:pt x="2784742" y="5774"/>
                </a:cubicBezTo>
                <a:cubicBezTo>
                  <a:pt x="2787842" y="5774"/>
                  <a:pt x="2789967" y="6321"/>
                  <a:pt x="2791117" y="7417"/>
                </a:cubicBezTo>
                <a:cubicBezTo>
                  <a:pt x="2792266" y="8513"/>
                  <a:pt x="2792841" y="10585"/>
                  <a:pt x="2792841" y="13632"/>
                </a:cubicBezTo>
                <a:close/>
                <a:moveTo>
                  <a:pt x="2887409" y="73412"/>
                </a:moveTo>
                <a:cubicBezTo>
                  <a:pt x="2887409" y="79298"/>
                  <a:pt x="2886634" y="84715"/>
                  <a:pt x="2885083" y="89665"/>
                </a:cubicBezTo>
                <a:cubicBezTo>
                  <a:pt x="2883533" y="94615"/>
                  <a:pt x="2881221" y="98883"/>
                  <a:pt x="2878147" y="102470"/>
                </a:cubicBezTo>
                <a:cubicBezTo>
                  <a:pt x="2875073" y="106055"/>
                  <a:pt x="2871224" y="108851"/>
                  <a:pt x="2866600" y="110857"/>
                </a:cubicBezTo>
                <a:cubicBezTo>
                  <a:pt x="2861976" y="112864"/>
                  <a:pt x="2856617" y="113867"/>
                  <a:pt x="2850522" y="113867"/>
                </a:cubicBezTo>
                <a:cubicBezTo>
                  <a:pt x="2844588" y="113867"/>
                  <a:pt x="2839416" y="112984"/>
                  <a:pt x="2835006" y="111218"/>
                </a:cubicBezTo>
                <a:cubicBezTo>
                  <a:pt x="2830596" y="109452"/>
                  <a:pt x="2826920" y="106884"/>
                  <a:pt x="2823980" y="103513"/>
                </a:cubicBezTo>
                <a:cubicBezTo>
                  <a:pt x="2821040" y="100141"/>
                  <a:pt x="2818848" y="96048"/>
                  <a:pt x="2817405" y="91231"/>
                </a:cubicBezTo>
                <a:cubicBezTo>
                  <a:pt x="2815961" y="86415"/>
                  <a:pt x="2815240" y="80956"/>
                  <a:pt x="2815240" y="74855"/>
                </a:cubicBezTo>
                <a:cubicBezTo>
                  <a:pt x="2815240" y="68970"/>
                  <a:pt x="2816001" y="63552"/>
                  <a:pt x="2817525" y="58602"/>
                </a:cubicBezTo>
                <a:cubicBezTo>
                  <a:pt x="2819049" y="53652"/>
                  <a:pt x="2821347" y="49385"/>
                  <a:pt x="2824421" y="45800"/>
                </a:cubicBezTo>
                <a:cubicBezTo>
                  <a:pt x="2827495" y="42213"/>
                  <a:pt x="2831331" y="39430"/>
                  <a:pt x="2835928" y="37450"/>
                </a:cubicBezTo>
                <a:cubicBezTo>
                  <a:pt x="2840526" y="35471"/>
                  <a:pt x="2845898" y="34481"/>
                  <a:pt x="2852046" y="34481"/>
                </a:cubicBezTo>
                <a:cubicBezTo>
                  <a:pt x="2857980" y="34481"/>
                  <a:pt x="2863152" y="35364"/>
                  <a:pt x="2867562" y="37130"/>
                </a:cubicBezTo>
                <a:cubicBezTo>
                  <a:pt x="2871973" y="38895"/>
                  <a:pt x="2875648" y="41464"/>
                  <a:pt x="2878588" y="44835"/>
                </a:cubicBezTo>
                <a:cubicBezTo>
                  <a:pt x="2881528" y="48206"/>
                  <a:pt x="2883734" y="52300"/>
                  <a:pt x="2885204" y="57116"/>
                </a:cubicBezTo>
                <a:cubicBezTo>
                  <a:pt x="2886674" y="61933"/>
                  <a:pt x="2887409" y="67365"/>
                  <a:pt x="2887409" y="73412"/>
                </a:cubicBezTo>
                <a:moveTo>
                  <a:pt x="2873456" y="74294"/>
                </a:moveTo>
                <a:cubicBezTo>
                  <a:pt x="2873456" y="70387"/>
                  <a:pt x="2873095" y="66693"/>
                  <a:pt x="2872374" y="63213"/>
                </a:cubicBezTo>
                <a:cubicBezTo>
                  <a:pt x="2871652" y="59733"/>
                  <a:pt x="2870462" y="56682"/>
                  <a:pt x="2868805" y="54059"/>
                </a:cubicBezTo>
                <a:cubicBezTo>
                  <a:pt x="2867148" y="51436"/>
                  <a:pt x="2864903" y="49362"/>
                  <a:pt x="2862069" y="47837"/>
                </a:cubicBezTo>
                <a:cubicBezTo>
                  <a:pt x="2859236" y="46310"/>
                  <a:pt x="2855708" y="45547"/>
                  <a:pt x="2851485" y="45547"/>
                </a:cubicBezTo>
                <a:cubicBezTo>
                  <a:pt x="2847582" y="45547"/>
                  <a:pt x="2844228" y="46243"/>
                  <a:pt x="2841421" y="47634"/>
                </a:cubicBezTo>
                <a:cubicBezTo>
                  <a:pt x="2838614" y="49026"/>
                  <a:pt x="2836302" y="50994"/>
                  <a:pt x="2834485" y="53538"/>
                </a:cubicBezTo>
                <a:cubicBezTo>
                  <a:pt x="2832667" y="56081"/>
                  <a:pt x="2831317" y="59092"/>
                  <a:pt x="2830435" y="62572"/>
                </a:cubicBezTo>
                <a:cubicBezTo>
                  <a:pt x="2829553" y="66050"/>
                  <a:pt x="2829112" y="69850"/>
                  <a:pt x="2829112" y="73973"/>
                </a:cubicBezTo>
                <a:cubicBezTo>
                  <a:pt x="2829112" y="77934"/>
                  <a:pt x="2829473" y="81655"/>
                  <a:pt x="2830195" y="85135"/>
                </a:cubicBezTo>
                <a:cubicBezTo>
                  <a:pt x="2830916" y="88614"/>
                  <a:pt x="2832119" y="91652"/>
                  <a:pt x="2833803" y="94248"/>
                </a:cubicBezTo>
                <a:cubicBezTo>
                  <a:pt x="2835487" y="96844"/>
                  <a:pt x="2837746" y="98906"/>
                  <a:pt x="2840579" y="100433"/>
                </a:cubicBezTo>
                <a:cubicBezTo>
                  <a:pt x="2843412" y="101958"/>
                  <a:pt x="2846941" y="102721"/>
                  <a:pt x="2851164" y="102721"/>
                </a:cubicBezTo>
                <a:cubicBezTo>
                  <a:pt x="2855013" y="102721"/>
                  <a:pt x="2858354" y="102025"/>
                  <a:pt x="2861187" y="100633"/>
                </a:cubicBezTo>
                <a:cubicBezTo>
                  <a:pt x="2864021" y="99242"/>
                  <a:pt x="2866346" y="97288"/>
                  <a:pt x="2868164" y="94772"/>
                </a:cubicBezTo>
                <a:cubicBezTo>
                  <a:pt x="2869981" y="92255"/>
                  <a:pt x="2871318" y="89257"/>
                  <a:pt x="2872173" y="85779"/>
                </a:cubicBezTo>
                <a:cubicBezTo>
                  <a:pt x="2873028" y="82299"/>
                  <a:pt x="2873456" y="78471"/>
                  <a:pt x="2873456" y="74294"/>
                </a:cubicBezTo>
                <a:close/>
                <a:moveTo>
                  <a:pt x="2967670" y="110258"/>
                </a:moveTo>
                <a:cubicBezTo>
                  <a:pt x="2967670" y="110686"/>
                  <a:pt x="2967563" y="111047"/>
                  <a:pt x="2967349" y="111341"/>
                </a:cubicBezTo>
                <a:cubicBezTo>
                  <a:pt x="2967136" y="111635"/>
                  <a:pt x="2966788" y="111889"/>
                  <a:pt x="2966307" y="112103"/>
                </a:cubicBezTo>
                <a:cubicBezTo>
                  <a:pt x="2965826" y="112317"/>
                  <a:pt x="2965158" y="112477"/>
                  <a:pt x="2964302" y="112584"/>
                </a:cubicBezTo>
                <a:cubicBezTo>
                  <a:pt x="2963447" y="112691"/>
                  <a:pt x="2962378" y="112744"/>
                  <a:pt x="2961095" y="112744"/>
                </a:cubicBezTo>
                <a:cubicBezTo>
                  <a:pt x="2959758" y="112744"/>
                  <a:pt x="2958662" y="112691"/>
                  <a:pt x="2957807" y="112584"/>
                </a:cubicBezTo>
                <a:cubicBezTo>
                  <a:pt x="2956952" y="112477"/>
                  <a:pt x="2956283" y="112317"/>
                  <a:pt x="2955802" y="112103"/>
                </a:cubicBezTo>
                <a:cubicBezTo>
                  <a:pt x="2955321" y="111889"/>
                  <a:pt x="2954974" y="111635"/>
                  <a:pt x="2954760" y="111341"/>
                </a:cubicBezTo>
                <a:cubicBezTo>
                  <a:pt x="2954546" y="111047"/>
                  <a:pt x="2954439" y="110686"/>
                  <a:pt x="2954439" y="110258"/>
                </a:cubicBezTo>
                <a:lnTo>
                  <a:pt x="2954439" y="67999"/>
                </a:lnTo>
                <a:cubicBezTo>
                  <a:pt x="2954439" y="63883"/>
                  <a:pt x="2954118" y="60569"/>
                  <a:pt x="2953477" y="58056"/>
                </a:cubicBezTo>
                <a:cubicBezTo>
                  <a:pt x="2952835" y="55544"/>
                  <a:pt x="2951900" y="53378"/>
                  <a:pt x="2950670" y="51561"/>
                </a:cubicBezTo>
                <a:cubicBezTo>
                  <a:pt x="2949441" y="49743"/>
                  <a:pt x="2947850" y="48353"/>
                  <a:pt x="2945899" y="47391"/>
                </a:cubicBezTo>
                <a:cubicBezTo>
                  <a:pt x="2943948" y="46429"/>
                  <a:pt x="2941689" y="45948"/>
                  <a:pt x="2939123" y="45948"/>
                </a:cubicBezTo>
                <a:cubicBezTo>
                  <a:pt x="2935809" y="45948"/>
                  <a:pt x="2932494" y="47124"/>
                  <a:pt x="2929180" y="49476"/>
                </a:cubicBezTo>
                <a:cubicBezTo>
                  <a:pt x="2925865" y="51828"/>
                  <a:pt x="2922391" y="55276"/>
                  <a:pt x="2918755" y="59820"/>
                </a:cubicBezTo>
                <a:lnTo>
                  <a:pt x="2918755" y="110258"/>
                </a:lnTo>
                <a:cubicBezTo>
                  <a:pt x="2918755" y="110686"/>
                  <a:pt x="2918649" y="111047"/>
                  <a:pt x="2918435" y="111341"/>
                </a:cubicBezTo>
                <a:cubicBezTo>
                  <a:pt x="2918221" y="111635"/>
                  <a:pt x="2917873" y="111889"/>
                  <a:pt x="2917392" y="112103"/>
                </a:cubicBezTo>
                <a:cubicBezTo>
                  <a:pt x="2916911" y="112317"/>
                  <a:pt x="2916243" y="112477"/>
                  <a:pt x="2915388" y="112584"/>
                </a:cubicBezTo>
                <a:cubicBezTo>
                  <a:pt x="2914532" y="112691"/>
                  <a:pt x="2913436" y="112744"/>
                  <a:pt x="2912100" y="112744"/>
                </a:cubicBezTo>
                <a:cubicBezTo>
                  <a:pt x="2910817" y="112744"/>
                  <a:pt x="2909748" y="112691"/>
                  <a:pt x="2908892" y="112584"/>
                </a:cubicBezTo>
                <a:cubicBezTo>
                  <a:pt x="2908037" y="112477"/>
                  <a:pt x="2907355" y="112317"/>
                  <a:pt x="2906848" y="112103"/>
                </a:cubicBezTo>
                <a:cubicBezTo>
                  <a:pt x="2906340" y="111889"/>
                  <a:pt x="2905992" y="111635"/>
                  <a:pt x="2905805" y="111341"/>
                </a:cubicBezTo>
                <a:cubicBezTo>
                  <a:pt x="2905618" y="111047"/>
                  <a:pt x="2905524" y="110686"/>
                  <a:pt x="2905524" y="110258"/>
                </a:cubicBezTo>
                <a:lnTo>
                  <a:pt x="2905524" y="38089"/>
                </a:lnTo>
                <a:cubicBezTo>
                  <a:pt x="2905524" y="37662"/>
                  <a:pt x="2905605" y="37301"/>
                  <a:pt x="2905765" y="37007"/>
                </a:cubicBezTo>
                <a:cubicBezTo>
                  <a:pt x="2905925" y="36713"/>
                  <a:pt x="2906246" y="36445"/>
                  <a:pt x="2906727" y="36205"/>
                </a:cubicBezTo>
                <a:cubicBezTo>
                  <a:pt x="2907208" y="35964"/>
                  <a:pt x="2907823" y="35804"/>
                  <a:pt x="2908572" y="35724"/>
                </a:cubicBezTo>
                <a:cubicBezTo>
                  <a:pt x="2909320" y="35644"/>
                  <a:pt x="2910309" y="35603"/>
                  <a:pt x="2911539" y="35603"/>
                </a:cubicBezTo>
                <a:cubicBezTo>
                  <a:pt x="2912715" y="35603"/>
                  <a:pt x="2913690" y="35644"/>
                  <a:pt x="2914465" y="35724"/>
                </a:cubicBezTo>
                <a:cubicBezTo>
                  <a:pt x="2915241" y="35804"/>
                  <a:pt x="2915842" y="35964"/>
                  <a:pt x="2916270" y="36205"/>
                </a:cubicBezTo>
                <a:cubicBezTo>
                  <a:pt x="2916697" y="36445"/>
                  <a:pt x="2917005" y="36713"/>
                  <a:pt x="2917192" y="37007"/>
                </a:cubicBezTo>
                <a:cubicBezTo>
                  <a:pt x="2917379" y="37301"/>
                  <a:pt x="2917472" y="37662"/>
                  <a:pt x="2917472" y="38089"/>
                </a:cubicBezTo>
                <a:lnTo>
                  <a:pt x="2917472" y="47632"/>
                </a:lnTo>
                <a:cubicBezTo>
                  <a:pt x="2921535" y="43088"/>
                  <a:pt x="2925585" y="39760"/>
                  <a:pt x="2929621" y="37648"/>
                </a:cubicBezTo>
                <a:cubicBezTo>
                  <a:pt x="2933657" y="35537"/>
                  <a:pt x="2937733" y="34481"/>
                  <a:pt x="2941850" y="34481"/>
                </a:cubicBezTo>
                <a:cubicBezTo>
                  <a:pt x="2946661" y="34481"/>
                  <a:pt x="2950710" y="35296"/>
                  <a:pt x="2953998" y="36927"/>
                </a:cubicBezTo>
                <a:cubicBezTo>
                  <a:pt x="2957286" y="38557"/>
                  <a:pt x="2959945" y="40735"/>
                  <a:pt x="2961977" y="43462"/>
                </a:cubicBezTo>
                <a:cubicBezTo>
                  <a:pt x="2964008" y="46188"/>
                  <a:pt x="2965465" y="49382"/>
                  <a:pt x="2966347" y="53044"/>
                </a:cubicBezTo>
                <a:cubicBezTo>
                  <a:pt x="2967229" y="56706"/>
                  <a:pt x="2967670" y="61103"/>
                  <a:pt x="2967670" y="66235"/>
                </a:cubicBezTo>
                <a:lnTo>
                  <a:pt x="2967670" y="110258"/>
                </a:lnTo>
                <a:close/>
                <a:moveTo>
                  <a:pt x="3010323" y="48073"/>
                </a:moveTo>
                <a:cubicBezTo>
                  <a:pt x="3010323" y="49792"/>
                  <a:pt x="3010203" y="51242"/>
                  <a:pt x="3009962" y="52423"/>
                </a:cubicBezTo>
                <a:cubicBezTo>
                  <a:pt x="3009722" y="53604"/>
                  <a:pt x="3009267" y="54557"/>
                  <a:pt x="3008599" y="55282"/>
                </a:cubicBezTo>
                <a:cubicBezTo>
                  <a:pt x="3007931" y="56005"/>
                  <a:pt x="3007062" y="56515"/>
                  <a:pt x="3005993" y="56811"/>
                </a:cubicBezTo>
                <a:cubicBezTo>
                  <a:pt x="3004924" y="57106"/>
                  <a:pt x="3003561" y="57254"/>
                  <a:pt x="3001904" y="57254"/>
                </a:cubicBezTo>
                <a:cubicBezTo>
                  <a:pt x="3000193" y="57254"/>
                  <a:pt x="2998803" y="57106"/>
                  <a:pt x="2997734" y="56811"/>
                </a:cubicBezTo>
                <a:cubicBezTo>
                  <a:pt x="2996665" y="56515"/>
                  <a:pt x="2995809" y="56005"/>
                  <a:pt x="2995168" y="55282"/>
                </a:cubicBezTo>
                <a:cubicBezTo>
                  <a:pt x="2994526" y="54557"/>
                  <a:pt x="2994085" y="53604"/>
                  <a:pt x="2993845" y="52423"/>
                </a:cubicBezTo>
                <a:cubicBezTo>
                  <a:pt x="2993604" y="51242"/>
                  <a:pt x="2993484" y="49792"/>
                  <a:pt x="2993484" y="48073"/>
                </a:cubicBezTo>
                <a:cubicBezTo>
                  <a:pt x="2993484" y="46247"/>
                  <a:pt x="2993604" y="44730"/>
                  <a:pt x="2993845" y="43522"/>
                </a:cubicBezTo>
                <a:cubicBezTo>
                  <a:pt x="2994085" y="42314"/>
                  <a:pt x="2994526" y="41349"/>
                  <a:pt x="2995168" y="40625"/>
                </a:cubicBezTo>
                <a:cubicBezTo>
                  <a:pt x="2995809" y="39900"/>
                  <a:pt x="2996665" y="39390"/>
                  <a:pt x="2997734" y="39094"/>
                </a:cubicBezTo>
                <a:cubicBezTo>
                  <a:pt x="2998803" y="38798"/>
                  <a:pt x="3000193" y="38651"/>
                  <a:pt x="3001904" y="38651"/>
                </a:cubicBezTo>
                <a:cubicBezTo>
                  <a:pt x="3003561" y="38651"/>
                  <a:pt x="3004924" y="38798"/>
                  <a:pt x="3005993" y="39094"/>
                </a:cubicBezTo>
                <a:cubicBezTo>
                  <a:pt x="3007062" y="39390"/>
                  <a:pt x="3007931" y="39900"/>
                  <a:pt x="3008599" y="40625"/>
                </a:cubicBezTo>
                <a:cubicBezTo>
                  <a:pt x="3009267" y="41349"/>
                  <a:pt x="3009722" y="42314"/>
                  <a:pt x="3009962" y="43522"/>
                </a:cubicBezTo>
                <a:cubicBezTo>
                  <a:pt x="3010203" y="44730"/>
                  <a:pt x="3010323" y="46247"/>
                  <a:pt x="3010323" y="48073"/>
                </a:cubicBezTo>
                <a:moveTo>
                  <a:pt x="3010323" y="103803"/>
                </a:moveTo>
                <a:cubicBezTo>
                  <a:pt x="3010323" y="105576"/>
                  <a:pt x="3010203" y="107053"/>
                  <a:pt x="3009962" y="108234"/>
                </a:cubicBezTo>
                <a:cubicBezTo>
                  <a:pt x="3009722" y="109415"/>
                  <a:pt x="3009267" y="110368"/>
                  <a:pt x="3008599" y="111093"/>
                </a:cubicBezTo>
                <a:cubicBezTo>
                  <a:pt x="3007931" y="111816"/>
                  <a:pt x="3007062" y="112326"/>
                  <a:pt x="3005993" y="112621"/>
                </a:cubicBezTo>
                <a:cubicBezTo>
                  <a:pt x="3004924" y="112917"/>
                  <a:pt x="3003561" y="113065"/>
                  <a:pt x="3001904" y="113065"/>
                </a:cubicBezTo>
                <a:cubicBezTo>
                  <a:pt x="3000193" y="113065"/>
                  <a:pt x="2998803" y="112917"/>
                  <a:pt x="2997734" y="112621"/>
                </a:cubicBezTo>
                <a:cubicBezTo>
                  <a:pt x="2996665" y="112326"/>
                  <a:pt x="2995809" y="111816"/>
                  <a:pt x="2995168" y="111093"/>
                </a:cubicBezTo>
                <a:cubicBezTo>
                  <a:pt x="2994526" y="110368"/>
                  <a:pt x="2994085" y="109415"/>
                  <a:pt x="2993845" y="108234"/>
                </a:cubicBezTo>
                <a:cubicBezTo>
                  <a:pt x="2993604" y="107053"/>
                  <a:pt x="2993484" y="105576"/>
                  <a:pt x="2993484" y="103803"/>
                </a:cubicBezTo>
                <a:cubicBezTo>
                  <a:pt x="2993484" y="102031"/>
                  <a:pt x="2993604" y="100541"/>
                  <a:pt x="2993845" y="99333"/>
                </a:cubicBezTo>
                <a:cubicBezTo>
                  <a:pt x="2994085" y="98125"/>
                  <a:pt x="2994526" y="97173"/>
                  <a:pt x="2995168" y="96476"/>
                </a:cubicBezTo>
                <a:cubicBezTo>
                  <a:pt x="2995809" y="95778"/>
                  <a:pt x="2996665" y="95267"/>
                  <a:pt x="2997734" y="94945"/>
                </a:cubicBezTo>
                <a:cubicBezTo>
                  <a:pt x="2998803" y="94623"/>
                  <a:pt x="3000193" y="94461"/>
                  <a:pt x="3001904" y="94461"/>
                </a:cubicBezTo>
                <a:cubicBezTo>
                  <a:pt x="3003561" y="94461"/>
                  <a:pt x="3004924" y="94623"/>
                  <a:pt x="3005993" y="94945"/>
                </a:cubicBezTo>
                <a:cubicBezTo>
                  <a:pt x="3007062" y="95267"/>
                  <a:pt x="3007931" y="95778"/>
                  <a:pt x="3008599" y="96476"/>
                </a:cubicBezTo>
                <a:cubicBezTo>
                  <a:pt x="3009267" y="97173"/>
                  <a:pt x="3009722" y="98125"/>
                  <a:pt x="3009962" y="99333"/>
                </a:cubicBezTo>
                <a:cubicBezTo>
                  <a:pt x="3010203" y="100541"/>
                  <a:pt x="3010323" y="102031"/>
                  <a:pt x="3010323" y="1038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“">
            <a:extLst xmlns:a="http://schemas.openxmlformats.org/drawingml/2006/main">
              <a:ext uri="{FF2B5EF4-FFF2-40B4-BE49-F238E27FC236}">
                <a16:creationId xmlns:a16="http://schemas.microsoft.com/office/drawing/2014/main" id="{D00CE53D-E0BA-4C10-9DBA-F5ACECF6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31" y="3958689"/>
            <a:ext cx="54421" cy="41267"/>
          </a:xfrm>
          <a:custGeom xmlns:a="http://schemas.openxmlformats.org/drawingml/2006/main">
            <a:pathLst>
              <a:path w="54421" h="41267">
                <a:moveTo>
                  <a:pt x="43516" y="24535"/>
                </a:moveTo>
                <a:lnTo>
                  <a:pt x="43516" y="34671"/>
                </a:lnTo>
                <a:cubicBezTo>
                  <a:pt x="43516" y="36066"/>
                  <a:pt x="43368" y="37193"/>
                  <a:pt x="43074" y="38051"/>
                </a:cubicBezTo>
                <a:cubicBezTo>
                  <a:pt x="42780" y="38909"/>
                  <a:pt x="42325" y="39580"/>
                  <a:pt x="41709" y="40063"/>
                </a:cubicBezTo>
                <a:cubicBezTo>
                  <a:pt x="41094" y="40545"/>
                  <a:pt x="40317" y="40866"/>
                  <a:pt x="39381" y="41027"/>
                </a:cubicBezTo>
                <a:cubicBezTo>
                  <a:pt x="38444" y="41187"/>
                  <a:pt x="37333" y="41267"/>
                  <a:pt x="36049" y="41267"/>
                </a:cubicBezTo>
                <a:cubicBezTo>
                  <a:pt x="34764" y="41267"/>
                  <a:pt x="33667" y="41187"/>
                  <a:pt x="32757" y="41027"/>
                </a:cubicBezTo>
                <a:cubicBezTo>
                  <a:pt x="31847" y="40866"/>
                  <a:pt x="31098" y="40545"/>
                  <a:pt x="30509" y="40063"/>
                </a:cubicBezTo>
                <a:cubicBezTo>
                  <a:pt x="29920" y="39580"/>
                  <a:pt x="29479" y="38909"/>
                  <a:pt x="29184" y="38051"/>
                </a:cubicBezTo>
                <a:cubicBezTo>
                  <a:pt x="28890" y="37193"/>
                  <a:pt x="28743" y="36066"/>
                  <a:pt x="28743" y="34671"/>
                </a:cubicBezTo>
                <a:cubicBezTo>
                  <a:pt x="28743" y="33062"/>
                  <a:pt x="28823" y="31575"/>
                  <a:pt x="28984" y="30208"/>
                </a:cubicBezTo>
                <a:cubicBezTo>
                  <a:pt x="29144" y="28840"/>
                  <a:pt x="29398" y="27539"/>
                  <a:pt x="29746" y="26307"/>
                </a:cubicBezTo>
                <a:cubicBezTo>
                  <a:pt x="30094" y="25072"/>
                  <a:pt x="30576" y="23852"/>
                  <a:pt x="31191" y="22646"/>
                </a:cubicBezTo>
                <a:cubicBezTo>
                  <a:pt x="31807" y="21438"/>
                  <a:pt x="32543" y="20165"/>
                  <a:pt x="33399" y="18825"/>
                </a:cubicBezTo>
                <a:lnTo>
                  <a:pt x="44238" y="2333"/>
                </a:lnTo>
                <a:cubicBezTo>
                  <a:pt x="44506" y="1903"/>
                  <a:pt x="44800" y="1555"/>
                  <a:pt x="45121" y="1287"/>
                </a:cubicBezTo>
                <a:cubicBezTo>
                  <a:pt x="45442" y="1019"/>
                  <a:pt x="45844" y="792"/>
                  <a:pt x="46326" y="605"/>
                </a:cubicBezTo>
                <a:cubicBezTo>
                  <a:pt x="46807" y="416"/>
                  <a:pt x="47383" y="268"/>
                  <a:pt x="48052" y="161"/>
                </a:cubicBezTo>
                <a:cubicBezTo>
                  <a:pt x="48721" y="54"/>
                  <a:pt x="49537" y="0"/>
                  <a:pt x="50500" y="0"/>
                </a:cubicBezTo>
                <a:cubicBezTo>
                  <a:pt x="51357" y="0"/>
                  <a:pt x="52079" y="40"/>
                  <a:pt x="52668" y="120"/>
                </a:cubicBezTo>
                <a:cubicBezTo>
                  <a:pt x="53257" y="201"/>
                  <a:pt x="53685" y="335"/>
                  <a:pt x="53953" y="524"/>
                </a:cubicBezTo>
                <a:cubicBezTo>
                  <a:pt x="54220" y="712"/>
                  <a:pt x="54368" y="966"/>
                  <a:pt x="54394" y="1287"/>
                </a:cubicBezTo>
                <a:cubicBezTo>
                  <a:pt x="54421" y="1608"/>
                  <a:pt x="54301" y="1984"/>
                  <a:pt x="54033" y="2414"/>
                </a:cubicBezTo>
                <a:lnTo>
                  <a:pt x="43516" y="24535"/>
                </a:lnTo>
                <a:moveTo>
                  <a:pt x="14773" y="24535"/>
                </a:moveTo>
                <a:lnTo>
                  <a:pt x="14773" y="34671"/>
                </a:lnTo>
                <a:cubicBezTo>
                  <a:pt x="14773" y="36066"/>
                  <a:pt x="14626" y="37193"/>
                  <a:pt x="14331" y="38051"/>
                </a:cubicBezTo>
                <a:cubicBezTo>
                  <a:pt x="14037" y="38909"/>
                  <a:pt x="13582" y="39580"/>
                  <a:pt x="12966" y="40063"/>
                </a:cubicBezTo>
                <a:cubicBezTo>
                  <a:pt x="12351" y="40545"/>
                  <a:pt x="11575" y="40866"/>
                  <a:pt x="10638" y="41027"/>
                </a:cubicBezTo>
                <a:cubicBezTo>
                  <a:pt x="9701" y="41187"/>
                  <a:pt x="8591" y="41267"/>
                  <a:pt x="7306" y="41267"/>
                </a:cubicBezTo>
                <a:cubicBezTo>
                  <a:pt x="6022" y="41267"/>
                  <a:pt x="4924" y="41187"/>
                  <a:pt x="4014" y="41027"/>
                </a:cubicBezTo>
                <a:cubicBezTo>
                  <a:pt x="3104" y="40866"/>
                  <a:pt x="2355" y="40545"/>
                  <a:pt x="1766" y="40063"/>
                </a:cubicBezTo>
                <a:cubicBezTo>
                  <a:pt x="1178" y="39580"/>
                  <a:pt x="736" y="38909"/>
                  <a:pt x="442" y="38051"/>
                </a:cubicBezTo>
                <a:cubicBezTo>
                  <a:pt x="147" y="37193"/>
                  <a:pt x="0" y="36066"/>
                  <a:pt x="0" y="34671"/>
                </a:cubicBezTo>
                <a:cubicBezTo>
                  <a:pt x="0" y="33062"/>
                  <a:pt x="80" y="31575"/>
                  <a:pt x="241" y="30208"/>
                </a:cubicBezTo>
                <a:cubicBezTo>
                  <a:pt x="401" y="28840"/>
                  <a:pt x="656" y="27539"/>
                  <a:pt x="1004" y="26307"/>
                </a:cubicBezTo>
                <a:cubicBezTo>
                  <a:pt x="1351" y="25072"/>
                  <a:pt x="1833" y="23852"/>
                  <a:pt x="2449" y="22646"/>
                </a:cubicBezTo>
                <a:cubicBezTo>
                  <a:pt x="3064" y="21438"/>
                  <a:pt x="3800" y="20165"/>
                  <a:pt x="4657" y="18825"/>
                </a:cubicBezTo>
                <a:lnTo>
                  <a:pt x="15495" y="2333"/>
                </a:lnTo>
                <a:cubicBezTo>
                  <a:pt x="15763" y="1903"/>
                  <a:pt x="16057" y="1555"/>
                  <a:pt x="16379" y="1287"/>
                </a:cubicBezTo>
                <a:cubicBezTo>
                  <a:pt x="16700" y="1019"/>
                  <a:pt x="17101" y="792"/>
                  <a:pt x="17583" y="605"/>
                </a:cubicBezTo>
                <a:cubicBezTo>
                  <a:pt x="18065" y="416"/>
                  <a:pt x="18640" y="268"/>
                  <a:pt x="19309" y="161"/>
                </a:cubicBezTo>
                <a:cubicBezTo>
                  <a:pt x="19978" y="54"/>
                  <a:pt x="20794" y="0"/>
                  <a:pt x="21758" y="0"/>
                </a:cubicBezTo>
                <a:cubicBezTo>
                  <a:pt x="22614" y="0"/>
                  <a:pt x="23323" y="40"/>
                  <a:pt x="23885" y="120"/>
                </a:cubicBezTo>
                <a:cubicBezTo>
                  <a:pt x="24447" y="201"/>
                  <a:pt x="24876" y="335"/>
                  <a:pt x="25170" y="524"/>
                </a:cubicBezTo>
                <a:cubicBezTo>
                  <a:pt x="25464" y="712"/>
                  <a:pt x="25612" y="966"/>
                  <a:pt x="25612" y="1287"/>
                </a:cubicBezTo>
                <a:cubicBezTo>
                  <a:pt x="25612" y="1608"/>
                  <a:pt x="25504" y="1984"/>
                  <a:pt x="25290" y="2414"/>
                </a:cubicBezTo>
                <a:lnTo>
                  <a:pt x="14773" y="245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Arectangularsofawithahighbackrestextendingtoformsidearmrests,featuringaspaciousseatingareaandasupportivebox-likebase.”">
            <a:extLst xmlns:a="http://schemas.openxmlformats.org/drawingml/2006/main">
              <a:ext uri="{FF2B5EF4-FFF2-40B4-BE49-F238E27FC236}">
                <a16:creationId xmlns:a16="http://schemas.microsoft.com/office/drawing/2014/main" id="{EF60B3D7-1287-4942-B21E-DFF12045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90" y="3958689"/>
            <a:ext cx="9048219" cy="141787"/>
          </a:xfrm>
          <a:custGeom xmlns:a="http://schemas.openxmlformats.org/drawingml/2006/main">
            <a:pathLst>
              <a:path w="9048219" h="141787">
                <a:moveTo>
                  <a:pt x="88784" y="107504"/>
                </a:moveTo>
                <a:cubicBezTo>
                  <a:pt x="89212" y="108682"/>
                  <a:pt x="89440" y="109632"/>
                  <a:pt x="89466" y="110354"/>
                </a:cubicBezTo>
                <a:cubicBezTo>
                  <a:pt x="89493" y="111077"/>
                  <a:pt x="89292" y="111626"/>
                  <a:pt x="88864" y="112000"/>
                </a:cubicBezTo>
                <a:cubicBezTo>
                  <a:pt x="88436" y="112375"/>
                  <a:pt x="87727" y="112616"/>
                  <a:pt x="86737" y="112723"/>
                </a:cubicBezTo>
                <a:cubicBezTo>
                  <a:pt x="85746" y="112830"/>
                  <a:pt x="84422" y="112883"/>
                  <a:pt x="82762" y="112883"/>
                </a:cubicBezTo>
                <a:cubicBezTo>
                  <a:pt x="81103" y="112883"/>
                  <a:pt x="79778" y="112843"/>
                  <a:pt x="78788" y="112763"/>
                </a:cubicBezTo>
                <a:cubicBezTo>
                  <a:pt x="77798" y="112683"/>
                  <a:pt x="77049" y="112549"/>
                  <a:pt x="76540" y="112362"/>
                </a:cubicBezTo>
                <a:cubicBezTo>
                  <a:pt x="76032" y="112174"/>
                  <a:pt x="75657" y="111920"/>
                  <a:pt x="75416" y="111599"/>
                </a:cubicBezTo>
                <a:cubicBezTo>
                  <a:pt x="75175" y="111278"/>
                  <a:pt x="74948" y="110876"/>
                  <a:pt x="74734" y="110395"/>
                </a:cubicBezTo>
                <a:lnTo>
                  <a:pt x="65822" y="85104"/>
                </a:lnTo>
                <a:lnTo>
                  <a:pt x="22628" y="85104"/>
                </a:lnTo>
                <a:lnTo>
                  <a:pt x="14117" y="110073"/>
                </a:lnTo>
                <a:cubicBezTo>
                  <a:pt x="13957" y="110555"/>
                  <a:pt x="13742" y="110970"/>
                  <a:pt x="13475" y="111318"/>
                </a:cubicBezTo>
                <a:cubicBezTo>
                  <a:pt x="13207" y="111666"/>
                  <a:pt x="12819" y="111960"/>
                  <a:pt x="12311" y="112201"/>
                </a:cubicBezTo>
                <a:cubicBezTo>
                  <a:pt x="11802" y="112442"/>
                  <a:pt x="11080" y="112616"/>
                  <a:pt x="10143" y="112723"/>
                </a:cubicBezTo>
                <a:cubicBezTo>
                  <a:pt x="9206" y="112830"/>
                  <a:pt x="7989" y="112883"/>
                  <a:pt x="6490" y="112883"/>
                </a:cubicBezTo>
                <a:cubicBezTo>
                  <a:pt x="4938" y="112883"/>
                  <a:pt x="3666" y="112817"/>
                  <a:pt x="2676" y="112683"/>
                </a:cubicBezTo>
                <a:cubicBezTo>
                  <a:pt x="1686" y="112549"/>
                  <a:pt x="990" y="112295"/>
                  <a:pt x="589" y="111920"/>
                </a:cubicBezTo>
                <a:cubicBezTo>
                  <a:pt x="187" y="111545"/>
                  <a:pt x="0" y="110997"/>
                  <a:pt x="27" y="110274"/>
                </a:cubicBezTo>
                <a:cubicBezTo>
                  <a:pt x="54" y="109552"/>
                  <a:pt x="281" y="108601"/>
                  <a:pt x="709" y="107424"/>
                </a:cubicBezTo>
                <a:lnTo>
                  <a:pt x="35554" y="10919"/>
                </a:lnTo>
                <a:cubicBezTo>
                  <a:pt x="35768" y="10330"/>
                  <a:pt x="36049" y="9849"/>
                  <a:pt x="36397" y="9474"/>
                </a:cubicBezTo>
                <a:cubicBezTo>
                  <a:pt x="36745" y="9099"/>
                  <a:pt x="37253" y="8805"/>
                  <a:pt x="37922" y="8591"/>
                </a:cubicBezTo>
                <a:cubicBezTo>
                  <a:pt x="38591" y="8377"/>
                  <a:pt x="39448" y="8229"/>
                  <a:pt x="40491" y="8149"/>
                </a:cubicBezTo>
                <a:cubicBezTo>
                  <a:pt x="41535" y="8069"/>
                  <a:pt x="42860" y="8029"/>
                  <a:pt x="44466" y="8029"/>
                </a:cubicBezTo>
                <a:cubicBezTo>
                  <a:pt x="46178" y="8029"/>
                  <a:pt x="47597" y="8069"/>
                  <a:pt x="48721" y="8149"/>
                </a:cubicBezTo>
                <a:cubicBezTo>
                  <a:pt x="49845" y="8229"/>
                  <a:pt x="50755" y="8377"/>
                  <a:pt x="51451" y="8591"/>
                </a:cubicBezTo>
                <a:cubicBezTo>
                  <a:pt x="52146" y="8805"/>
                  <a:pt x="52682" y="9113"/>
                  <a:pt x="53056" y="9514"/>
                </a:cubicBezTo>
                <a:cubicBezTo>
                  <a:pt x="53431" y="9915"/>
                  <a:pt x="53725" y="10411"/>
                  <a:pt x="53939" y="10999"/>
                </a:cubicBezTo>
                <a:lnTo>
                  <a:pt x="88784" y="107504"/>
                </a:lnTo>
                <a:moveTo>
                  <a:pt x="44064" y="22320"/>
                </a:moveTo>
                <a:lnTo>
                  <a:pt x="43984" y="22320"/>
                </a:lnTo>
                <a:lnTo>
                  <a:pt x="26080" y="74105"/>
                </a:lnTo>
                <a:lnTo>
                  <a:pt x="62209" y="74105"/>
                </a:lnTo>
                <a:lnTo>
                  <a:pt x="44064" y="22320"/>
                </a:lnTo>
                <a:close/>
                <a:moveTo>
                  <a:pt x="179616" y="42873"/>
                </a:moveTo>
                <a:cubicBezTo>
                  <a:pt x="179616" y="44051"/>
                  <a:pt x="179589" y="45041"/>
                  <a:pt x="179536" y="45844"/>
                </a:cubicBezTo>
                <a:cubicBezTo>
                  <a:pt x="179482" y="46647"/>
                  <a:pt x="179375" y="47276"/>
                  <a:pt x="179215" y="47731"/>
                </a:cubicBezTo>
                <a:cubicBezTo>
                  <a:pt x="179054" y="48186"/>
                  <a:pt x="178853" y="48533"/>
                  <a:pt x="178613" y="48774"/>
                </a:cubicBezTo>
                <a:cubicBezTo>
                  <a:pt x="178372" y="49015"/>
                  <a:pt x="178037" y="49136"/>
                  <a:pt x="177609" y="49136"/>
                </a:cubicBezTo>
                <a:cubicBezTo>
                  <a:pt x="177181" y="49136"/>
                  <a:pt x="176659" y="49015"/>
                  <a:pt x="176043" y="48774"/>
                </a:cubicBezTo>
                <a:cubicBezTo>
                  <a:pt x="175428" y="48533"/>
                  <a:pt x="174732" y="48293"/>
                  <a:pt x="173956" y="48052"/>
                </a:cubicBezTo>
                <a:cubicBezTo>
                  <a:pt x="173180" y="47811"/>
                  <a:pt x="172310" y="47583"/>
                  <a:pt x="171347" y="47369"/>
                </a:cubicBezTo>
                <a:cubicBezTo>
                  <a:pt x="170383" y="47155"/>
                  <a:pt x="169339" y="47048"/>
                  <a:pt x="168215" y="47048"/>
                </a:cubicBezTo>
                <a:cubicBezTo>
                  <a:pt x="166877" y="47048"/>
                  <a:pt x="165566" y="47316"/>
                  <a:pt x="164281" y="47851"/>
                </a:cubicBezTo>
                <a:cubicBezTo>
                  <a:pt x="162997" y="48386"/>
                  <a:pt x="161645" y="49269"/>
                  <a:pt x="160227" y="50500"/>
                </a:cubicBezTo>
                <a:cubicBezTo>
                  <a:pt x="158809" y="51732"/>
                  <a:pt x="157323" y="53364"/>
                  <a:pt x="155771" y="55398"/>
                </a:cubicBezTo>
                <a:cubicBezTo>
                  <a:pt x="154219" y="57432"/>
                  <a:pt x="152506" y="59921"/>
                  <a:pt x="150633" y="62865"/>
                </a:cubicBezTo>
                <a:lnTo>
                  <a:pt x="150633" y="110395"/>
                </a:lnTo>
                <a:cubicBezTo>
                  <a:pt x="150633" y="110823"/>
                  <a:pt x="150526" y="111184"/>
                  <a:pt x="150311" y="111478"/>
                </a:cubicBezTo>
                <a:cubicBezTo>
                  <a:pt x="150097" y="111773"/>
                  <a:pt x="149749" y="112027"/>
                  <a:pt x="149268" y="112241"/>
                </a:cubicBezTo>
                <a:cubicBezTo>
                  <a:pt x="148786" y="112455"/>
                  <a:pt x="148117" y="112616"/>
                  <a:pt x="147261" y="112723"/>
                </a:cubicBezTo>
                <a:cubicBezTo>
                  <a:pt x="146404" y="112830"/>
                  <a:pt x="145307" y="112883"/>
                  <a:pt x="143969" y="112883"/>
                </a:cubicBezTo>
                <a:cubicBezTo>
                  <a:pt x="142684" y="112883"/>
                  <a:pt x="141614" y="112830"/>
                  <a:pt x="140757" y="112723"/>
                </a:cubicBezTo>
                <a:cubicBezTo>
                  <a:pt x="139901" y="112616"/>
                  <a:pt x="139219" y="112455"/>
                  <a:pt x="138710" y="112241"/>
                </a:cubicBezTo>
                <a:cubicBezTo>
                  <a:pt x="138202" y="112027"/>
                  <a:pt x="137854" y="111773"/>
                  <a:pt x="137666" y="111478"/>
                </a:cubicBezTo>
                <a:cubicBezTo>
                  <a:pt x="137479" y="111184"/>
                  <a:pt x="137385" y="110823"/>
                  <a:pt x="137385" y="110395"/>
                </a:cubicBezTo>
                <a:lnTo>
                  <a:pt x="137385" y="38136"/>
                </a:lnTo>
                <a:cubicBezTo>
                  <a:pt x="137385" y="37708"/>
                  <a:pt x="137466" y="37347"/>
                  <a:pt x="137626" y="37052"/>
                </a:cubicBezTo>
                <a:cubicBezTo>
                  <a:pt x="137787" y="36758"/>
                  <a:pt x="138108" y="36490"/>
                  <a:pt x="138590" y="36250"/>
                </a:cubicBezTo>
                <a:cubicBezTo>
                  <a:pt x="139071" y="36009"/>
                  <a:pt x="139687" y="35848"/>
                  <a:pt x="140436" y="35768"/>
                </a:cubicBezTo>
                <a:cubicBezTo>
                  <a:pt x="141186" y="35688"/>
                  <a:pt x="142176" y="35647"/>
                  <a:pt x="143407" y="35647"/>
                </a:cubicBezTo>
                <a:cubicBezTo>
                  <a:pt x="144584" y="35647"/>
                  <a:pt x="145561" y="35688"/>
                  <a:pt x="146337" y="35768"/>
                </a:cubicBezTo>
                <a:cubicBezTo>
                  <a:pt x="147113" y="35848"/>
                  <a:pt x="147716" y="36009"/>
                  <a:pt x="148144" y="36250"/>
                </a:cubicBezTo>
                <a:cubicBezTo>
                  <a:pt x="148572" y="36490"/>
                  <a:pt x="148880" y="36758"/>
                  <a:pt x="149067" y="37052"/>
                </a:cubicBezTo>
                <a:cubicBezTo>
                  <a:pt x="149254" y="37347"/>
                  <a:pt x="149348" y="37708"/>
                  <a:pt x="149348" y="38136"/>
                </a:cubicBezTo>
                <a:lnTo>
                  <a:pt x="149348" y="48654"/>
                </a:lnTo>
                <a:cubicBezTo>
                  <a:pt x="151328" y="45764"/>
                  <a:pt x="153188" y="43408"/>
                  <a:pt x="154928" y="41589"/>
                </a:cubicBezTo>
                <a:cubicBezTo>
                  <a:pt x="156668" y="39769"/>
                  <a:pt x="158313" y="38337"/>
                  <a:pt x="159866" y="37293"/>
                </a:cubicBezTo>
                <a:cubicBezTo>
                  <a:pt x="161418" y="36250"/>
                  <a:pt x="162957" y="35527"/>
                  <a:pt x="164482" y="35126"/>
                </a:cubicBezTo>
                <a:cubicBezTo>
                  <a:pt x="166008" y="34724"/>
                  <a:pt x="167546" y="34523"/>
                  <a:pt x="169099" y="34523"/>
                </a:cubicBezTo>
                <a:cubicBezTo>
                  <a:pt x="169794" y="34523"/>
                  <a:pt x="170584" y="34564"/>
                  <a:pt x="171467" y="34644"/>
                </a:cubicBezTo>
                <a:cubicBezTo>
                  <a:pt x="172350" y="34724"/>
                  <a:pt x="173274" y="34871"/>
                  <a:pt x="174237" y="35085"/>
                </a:cubicBezTo>
                <a:cubicBezTo>
                  <a:pt x="175200" y="35299"/>
                  <a:pt x="176070" y="35540"/>
                  <a:pt x="176846" y="35808"/>
                </a:cubicBezTo>
                <a:cubicBezTo>
                  <a:pt x="177622" y="36076"/>
                  <a:pt x="178171" y="36343"/>
                  <a:pt x="178492" y="36611"/>
                </a:cubicBezTo>
                <a:cubicBezTo>
                  <a:pt x="178813" y="36878"/>
                  <a:pt x="179027" y="37133"/>
                  <a:pt x="179134" y="37374"/>
                </a:cubicBezTo>
                <a:cubicBezTo>
                  <a:pt x="179242" y="37614"/>
                  <a:pt x="179335" y="37922"/>
                  <a:pt x="179416" y="38297"/>
                </a:cubicBezTo>
                <a:cubicBezTo>
                  <a:pt x="179496" y="38672"/>
                  <a:pt x="179549" y="39220"/>
                  <a:pt x="179576" y="39943"/>
                </a:cubicBezTo>
                <a:cubicBezTo>
                  <a:pt x="179603" y="40665"/>
                  <a:pt x="179616" y="41642"/>
                  <a:pt x="179616" y="42873"/>
                </a:cubicBezTo>
                <a:close/>
                <a:moveTo>
                  <a:pt x="253800" y="71134"/>
                </a:moveTo>
                <a:cubicBezTo>
                  <a:pt x="253800" y="73222"/>
                  <a:pt x="253278" y="74707"/>
                  <a:pt x="252234" y="75590"/>
                </a:cubicBezTo>
                <a:cubicBezTo>
                  <a:pt x="251191" y="76473"/>
                  <a:pt x="250000" y="76915"/>
                  <a:pt x="248662" y="76915"/>
                </a:cubicBezTo>
                <a:lnTo>
                  <a:pt x="201292" y="76915"/>
                </a:lnTo>
                <a:cubicBezTo>
                  <a:pt x="201292" y="80941"/>
                  <a:pt x="201694" y="84565"/>
                  <a:pt x="202497" y="87786"/>
                </a:cubicBezTo>
                <a:cubicBezTo>
                  <a:pt x="203299" y="91008"/>
                  <a:pt x="204638" y="93773"/>
                  <a:pt x="206511" y="96081"/>
                </a:cubicBezTo>
                <a:cubicBezTo>
                  <a:pt x="208384" y="98389"/>
                  <a:pt x="210820" y="100161"/>
                  <a:pt x="213817" y="101397"/>
                </a:cubicBezTo>
                <a:cubicBezTo>
                  <a:pt x="216814" y="102632"/>
                  <a:pt x="220481" y="103249"/>
                  <a:pt x="224816" y="103249"/>
                </a:cubicBezTo>
                <a:cubicBezTo>
                  <a:pt x="228242" y="103249"/>
                  <a:pt x="231293" y="102968"/>
                  <a:pt x="233969" y="102406"/>
                </a:cubicBezTo>
                <a:cubicBezTo>
                  <a:pt x="236645" y="101844"/>
                  <a:pt x="238960" y="101215"/>
                  <a:pt x="240914" y="100519"/>
                </a:cubicBezTo>
                <a:cubicBezTo>
                  <a:pt x="242868" y="99823"/>
                  <a:pt x="244473" y="99195"/>
                  <a:pt x="245731" y="98632"/>
                </a:cubicBezTo>
                <a:cubicBezTo>
                  <a:pt x="246989" y="98070"/>
                  <a:pt x="247939" y="97789"/>
                  <a:pt x="248581" y="97789"/>
                </a:cubicBezTo>
                <a:cubicBezTo>
                  <a:pt x="248956" y="97789"/>
                  <a:pt x="249290" y="97883"/>
                  <a:pt x="249585" y="98070"/>
                </a:cubicBezTo>
                <a:cubicBezTo>
                  <a:pt x="249879" y="98258"/>
                  <a:pt x="250107" y="98539"/>
                  <a:pt x="250267" y="98914"/>
                </a:cubicBezTo>
                <a:cubicBezTo>
                  <a:pt x="250428" y="99288"/>
                  <a:pt x="250548" y="99810"/>
                  <a:pt x="250629" y="100479"/>
                </a:cubicBezTo>
                <a:cubicBezTo>
                  <a:pt x="250709" y="101148"/>
                  <a:pt x="250749" y="101964"/>
                  <a:pt x="250749" y="102928"/>
                </a:cubicBezTo>
                <a:cubicBezTo>
                  <a:pt x="250749" y="103624"/>
                  <a:pt x="250722" y="104226"/>
                  <a:pt x="250669" y="104734"/>
                </a:cubicBezTo>
                <a:cubicBezTo>
                  <a:pt x="250615" y="105243"/>
                  <a:pt x="250548" y="105698"/>
                  <a:pt x="250468" y="106099"/>
                </a:cubicBezTo>
                <a:cubicBezTo>
                  <a:pt x="250388" y="106501"/>
                  <a:pt x="250254" y="106862"/>
                  <a:pt x="250067" y="107183"/>
                </a:cubicBezTo>
                <a:cubicBezTo>
                  <a:pt x="249879" y="107504"/>
                  <a:pt x="249638" y="107812"/>
                  <a:pt x="249344" y="108106"/>
                </a:cubicBezTo>
                <a:cubicBezTo>
                  <a:pt x="249050" y="108401"/>
                  <a:pt x="248180" y="108882"/>
                  <a:pt x="246735" y="109552"/>
                </a:cubicBezTo>
                <a:cubicBezTo>
                  <a:pt x="245290" y="110221"/>
                  <a:pt x="243416" y="110876"/>
                  <a:pt x="241115" y="111519"/>
                </a:cubicBezTo>
                <a:cubicBezTo>
                  <a:pt x="238813" y="112161"/>
                  <a:pt x="236150" y="112736"/>
                  <a:pt x="233126" y="113245"/>
                </a:cubicBezTo>
                <a:cubicBezTo>
                  <a:pt x="230102" y="113753"/>
                  <a:pt x="226877" y="114007"/>
                  <a:pt x="223451" y="114007"/>
                </a:cubicBezTo>
                <a:cubicBezTo>
                  <a:pt x="217510" y="114007"/>
                  <a:pt x="212305" y="113177"/>
                  <a:pt x="207836" y="111516"/>
                </a:cubicBezTo>
                <a:cubicBezTo>
                  <a:pt x="203366" y="109855"/>
                  <a:pt x="199606" y="107390"/>
                  <a:pt x="196555" y="104122"/>
                </a:cubicBezTo>
                <a:cubicBezTo>
                  <a:pt x="193504" y="100854"/>
                  <a:pt x="191203" y="96755"/>
                  <a:pt x="189651" y="91826"/>
                </a:cubicBezTo>
                <a:cubicBezTo>
                  <a:pt x="188098" y="86896"/>
                  <a:pt x="187322" y="81163"/>
                  <a:pt x="187322" y="74627"/>
                </a:cubicBezTo>
                <a:cubicBezTo>
                  <a:pt x="187322" y="68411"/>
                  <a:pt x="188125" y="62825"/>
                  <a:pt x="189731" y="57869"/>
                </a:cubicBezTo>
                <a:cubicBezTo>
                  <a:pt x="191337" y="52913"/>
                  <a:pt x="193652" y="48707"/>
                  <a:pt x="196676" y="45252"/>
                </a:cubicBezTo>
                <a:cubicBezTo>
                  <a:pt x="199700" y="41796"/>
                  <a:pt x="203353" y="39144"/>
                  <a:pt x="207635" y="37296"/>
                </a:cubicBezTo>
                <a:cubicBezTo>
                  <a:pt x="211917" y="35448"/>
                  <a:pt x="216707" y="34523"/>
                  <a:pt x="222006" y="34523"/>
                </a:cubicBezTo>
                <a:cubicBezTo>
                  <a:pt x="227680" y="34523"/>
                  <a:pt x="232511" y="35433"/>
                  <a:pt x="236498" y="37253"/>
                </a:cubicBezTo>
                <a:cubicBezTo>
                  <a:pt x="240486" y="39073"/>
                  <a:pt x="243764" y="41522"/>
                  <a:pt x="246333" y="44599"/>
                </a:cubicBezTo>
                <a:cubicBezTo>
                  <a:pt x="248902" y="47677"/>
                  <a:pt x="250789" y="51290"/>
                  <a:pt x="251993" y="55438"/>
                </a:cubicBezTo>
                <a:cubicBezTo>
                  <a:pt x="253198" y="59586"/>
                  <a:pt x="253800" y="64015"/>
                  <a:pt x="253800" y="68726"/>
                </a:cubicBezTo>
                <a:lnTo>
                  <a:pt x="253800" y="71134"/>
                </a:lnTo>
                <a:moveTo>
                  <a:pt x="240472" y="67200"/>
                </a:moveTo>
                <a:cubicBezTo>
                  <a:pt x="240633" y="60242"/>
                  <a:pt x="239094" y="54782"/>
                  <a:pt x="235856" y="50822"/>
                </a:cubicBezTo>
                <a:cubicBezTo>
                  <a:pt x="232618" y="46861"/>
                  <a:pt x="227814" y="44880"/>
                  <a:pt x="221444" y="44880"/>
                </a:cubicBezTo>
                <a:cubicBezTo>
                  <a:pt x="218179" y="44880"/>
                  <a:pt x="215316" y="45496"/>
                  <a:pt x="212854" y="46727"/>
                </a:cubicBezTo>
                <a:cubicBezTo>
                  <a:pt x="210391" y="47958"/>
                  <a:pt x="208331" y="49591"/>
                  <a:pt x="206672" y="51625"/>
                </a:cubicBezTo>
                <a:cubicBezTo>
                  <a:pt x="205012" y="53658"/>
                  <a:pt x="203728" y="56027"/>
                  <a:pt x="202818" y="58730"/>
                </a:cubicBezTo>
                <a:cubicBezTo>
                  <a:pt x="201908" y="61433"/>
                  <a:pt x="201399" y="64256"/>
                  <a:pt x="201292" y="67200"/>
                </a:cubicBezTo>
                <a:lnTo>
                  <a:pt x="240472" y="67200"/>
                </a:lnTo>
                <a:close/>
                <a:moveTo>
                  <a:pt x="329094" y="99476"/>
                </a:moveTo>
                <a:cubicBezTo>
                  <a:pt x="329094" y="100385"/>
                  <a:pt x="329068" y="101175"/>
                  <a:pt x="329014" y="101844"/>
                </a:cubicBezTo>
                <a:cubicBezTo>
                  <a:pt x="328961" y="102513"/>
                  <a:pt x="328867" y="103075"/>
                  <a:pt x="328733" y="103530"/>
                </a:cubicBezTo>
                <a:cubicBezTo>
                  <a:pt x="328599" y="103985"/>
                  <a:pt x="328439" y="104386"/>
                  <a:pt x="328251" y="104734"/>
                </a:cubicBezTo>
                <a:cubicBezTo>
                  <a:pt x="328064" y="105082"/>
                  <a:pt x="327636" y="105591"/>
                  <a:pt x="326967" y="106260"/>
                </a:cubicBezTo>
                <a:cubicBezTo>
                  <a:pt x="326298" y="106929"/>
                  <a:pt x="325160" y="107758"/>
                  <a:pt x="323555" y="108749"/>
                </a:cubicBezTo>
                <a:cubicBezTo>
                  <a:pt x="321949" y="109739"/>
                  <a:pt x="320142" y="110622"/>
                  <a:pt x="318135" y="111398"/>
                </a:cubicBezTo>
                <a:cubicBezTo>
                  <a:pt x="316128" y="112174"/>
                  <a:pt x="313947" y="112803"/>
                  <a:pt x="311592" y="113285"/>
                </a:cubicBezTo>
                <a:cubicBezTo>
                  <a:pt x="309237" y="113767"/>
                  <a:pt x="306801" y="114007"/>
                  <a:pt x="304286" y="114007"/>
                </a:cubicBezTo>
                <a:cubicBezTo>
                  <a:pt x="299094" y="114007"/>
                  <a:pt x="294491" y="113149"/>
                  <a:pt x="290476" y="111433"/>
                </a:cubicBezTo>
                <a:cubicBezTo>
                  <a:pt x="286462" y="109717"/>
                  <a:pt x="283103" y="107210"/>
                  <a:pt x="280400" y="103911"/>
                </a:cubicBezTo>
                <a:cubicBezTo>
                  <a:pt x="277697" y="100613"/>
                  <a:pt x="275637" y="96563"/>
                  <a:pt x="274218" y="91763"/>
                </a:cubicBezTo>
                <a:cubicBezTo>
                  <a:pt x="272800" y="86962"/>
                  <a:pt x="272091" y="81425"/>
                  <a:pt x="272091" y="75151"/>
                </a:cubicBezTo>
                <a:cubicBezTo>
                  <a:pt x="272091" y="68017"/>
                  <a:pt x="272960" y="61890"/>
                  <a:pt x="274700" y="56768"/>
                </a:cubicBezTo>
                <a:cubicBezTo>
                  <a:pt x="276440" y="51646"/>
                  <a:pt x="278821" y="47450"/>
                  <a:pt x="281846" y="44178"/>
                </a:cubicBezTo>
                <a:cubicBezTo>
                  <a:pt x="284870" y="40906"/>
                  <a:pt x="288429" y="38479"/>
                  <a:pt x="292524" y="36897"/>
                </a:cubicBezTo>
                <a:cubicBezTo>
                  <a:pt x="296618" y="35315"/>
                  <a:pt x="301048" y="34523"/>
                  <a:pt x="305811" y="34523"/>
                </a:cubicBezTo>
                <a:cubicBezTo>
                  <a:pt x="308113" y="34523"/>
                  <a:pt x="310347" y="34737"/>
                  <a:pt x="312515" y="35166"/>
                </a:cubicBezTo>
                <a:cubicBezTo>
                  <a:pt x="314683" y="35594"/>
                  <a:pt x="316677" y="36156"/>
                  <a:pt x="318497" y="36852"/>
                </a:cubicBezTo>
                <a:cubicBezTo>
                  <a:pt x="320316" y="37548"/>
                  <a:pt x="321935" y="38350"/>
                  <a:pt x="323354" y="39260"/>
                </a:cubicBezTo>
                <a:cubicBezTo>
                  <a:pt x="324772" y="40170"/>
                  <a:pt x="325803" y="40946"/>
                  <a:pt x="326445" y="41589"/>
                </a:cubicBezTo>
                <a:cubicBezTo>
                  <a:pt x="327087" y="42231"/>
                  <a:pt x="327529" y="42739"/>
                  <a:pt x="327770" y="43114"/>
                </a:cubicBezTo>
                <a:cubicBezTo>
                  <a:pt x="328011" y="43489"/>
                  <a:pt x="328211" y="43930"/>
                  <a:pt x="328372" y="44439"/>
                </a:cubicBezTo>
                <a:cubicBezTo>
                  <a:pt x="328532" y="44947"/>
                  <a:pt x="328639" y="45523"/>
                  <a:pt x="328693" y="46165"/>
                </a:cubicBezTo>
                <a:cubicBezTo>
                  <a:pt x="328746" y="46807"/>
                  <a:pt x="328773" y="47610"/>
                  <a:pt x="328773" y="48574"/>
                </a:cubicBezTo>
                <a:cubicBezTo>
                  <a:pt x="328773" y="50661"/>
                  <a:pt x="328532" y="52120"/>
                  <a:pt x="328051" y="52949"/>
                </a:cubicBezTo>
                <a:cubicBezTo>
                  <a:pt x="327569" y="53779"/>
                  <a:pt x="326980" y="54194"/>
                  <a:pt x="326284" y="54194"/>
                </a:cubicBezTo>
                <a:cubicBezTo>
                  <a:pt x="325481" y="54194"/>
                  <a:pt x="324558" y="53752"/>
                  <a:pt x="323514" y="52869"/>
                </a:cubicBezTo>
                <a:cubicBezTo>
                  <a:pt x="322471" y="51986"/>
                  <a:pt x="321146" y="51009"/>
                  <a:pt x="319540" y="49938"/>
                </a:cubicBezTo>
                <a:cubicBezTo>
                  <a:pt x="317935" y="48868"/>
                  <a:pt x="315994" y="47891"/>
                  <a:pt x="313719" y="47008"/>
                </a:cubicBezTo>
                <a:cubicBezTo>
                  <a:pt x="311445" y="46125"/>
                  <a:pt x="308755" y="45683"/>
                  <a:pt x="305651" y="45683"/>
                </a:cubicBezTo>
                <a:cubicBezTo>
                  <a:pt x="299281" y="45683"/>
                  <a:pt x="294397" y="48140"/>
                  <a:pt x="290998" y="53052"/>
                </a:cubicBezTo>
                <a:cubicBezTo>
                  <a:pt x="287599" y="57963"/>
                  <a:pt x="285900" y="65088"/>
                  <a:pt x="285900" y="74426"/>
                </a:cubicBezTo>
                <a:cubicBezTo>
                  <a:pt x="285900" y="79096"/>
                  <a:pt x="286342" y="83189"/>
                  <a:pt x="287225" y="86705"/>
                </a:cubicBezTo>
                <a:cubicBezTo>
                  <a:pt x="288108" y="90221"/>
                  <a:pt x="289406" y="93160"/>
                  <a:pt x="291119" y="95521"/>
                </a:cubicBezTo>
                <a:cubicBezTo>
                  <a:pt x="292831" y="97883"/>
                  <a:pt x="294932" y="99641"/>
                  <a:pt x="297421" y="100795"/>
                </a:cubicBezTo>
                <a:cubicBezTo>
                  <a:pt x="299910" y="101949"/>
                  <a:pt x="302760" y="102526"/>
                  <a:pt x="305972" y="102526"/>
                </a:cubicBezTo>
                <a:cubicBezTo>
                  <a:pt x="309023" y="102526"/>
                  <a:pt x="311699" y="102045"/>
                  <a:pt x="314000" y="101081"/>
                </a:cubicBezTo>
                <a:cubicBezTo>
                  <a:pt x="316302" y="100118"/>
                  <a:pt x="318296" y="99061"/>
                  <a:pt x="319982" y="97910"/>
                </a:cubicBezTo>
                <a:cubicBezTo>
                  <a:pt x="321668" y="96759"/>
                  <a:pt x="323086" y="95715"/>
                  <a:pt x="324237" y="94779"/>
                </a:cubicBezTo>
                <a:cubicBezTo>
                  <a:pt x="325388" y="93842"/>
                  <a:pt x="326284" y="93374"/>
                  <a:pt x="326927" y="93374"/>
                </a:cubicBezTo>
                <a:cubicBezTo>
                  <a:pt x="327301" y="93374"/>
                  <a:pt x="327622" y="93481"/>
                  <a:pt x="327890" y="93695"/>
                </a:cubicBezTo>
                <a:cubicBezTo>
                  <a:pt x="328158" y="93909"/>
                  <a:pt x="328385" y="94270"/>
                  <a:pt x="328573" y="94779"/>
                </a:cubicBezTo>
                <a:cubicBezTo>
                  <a:pt x="328760" y="95287"/>
                  <a:pt x="328894" y="95930"/>
                  <a:pt x="328974" y="96706"/>
                </a:cubicBezTo>
                <a:cubicBezTo>
                  <a:pt x="329054" y="97482"/>
                  <a:pt x="329094" y="98405"/>
                  <a:pt x="329094" y="99476"/>
                </a:cubicBezTo>
                <a:close/>
                <a:moveTo>
                  <a:pt x="381645" y="105176"/>
                </a:moveTo>
                <a:cubicBezTo>
                  <a:pt x="381645" y="106728"/>
                  <a:pt x="381538" y="107959"/>
                  <a:pt x="381324" y="108869"/>
                </a:cubicBezTo>
                <a:cubicBezTo>
                  <a:pt x="381110" y="109779"/>
                  <a:pt x="380789" y="110448"/>
                  <a:pt x="380360" y="110876"/>
                </a:cubicBezTo>
                <a:cubicBezTo>
                  <a:pt x="379932" y="111304"/>
                  <a:pt x="379290" y="111706"/>
                  <a:pt x="378434" y="112081"/>
                </a:cubicBezTo>
                <a:cubicBezTo>
                  <a:pt x="377577" y="112455"/>
                  <a:pt x="376600" y="112763"/>
                  <a:pt x="375503" y="113004"/>
                </a:cubicBezTo>
                <a:cubicBezTo>
                  <a:pt x="374406" y="113245"/>
                  <a:pt x="373242" y="113445"/>
                  <a:pt x="372011" y="113606"/>
                </a:cubicBezTo>
                <a:cubicBezTo>
                  <a:pt x="370779" y="113767"/>
                  <a:pt x="369548" y="113847"/>
                  <a:pt x="368317" y="113847"/>
                </a:cubicBezTo>
                <a:cubicBezTo>
                  <a:pt x="364571" y="113847"/>
                  <a:pt x="361359" y="113351"/>
                  <a:pt x="358683" y="112359"/>
                </a:cubicBezTo>
                <a:cubicBezTo>
                  <a:pt x="356007" y="111366"/>
                  <a:pt x="353812" y="109863"/>
                  <a:pt x="352099" y="107850"/>
                </a:cubicBezTo>
                <a:cubicBezTo>
                  <a:pt x="350387" y="105838"/>
                  <a:pt x="349142" y="103290"/>
                  <a:pt x="348366" y="100206"/>
                </a:cubicBezTo>
                <a:cubicBezTo>
                  <a:pt x="347590" y="97121"/>
                  <a:pt x="347202" y="93487"/>
                  <a:pt x="347202" y="89302"/>
                </a:cubicBezTo>
                <a:lnTo>
                  <a:pt x="347202" y="46968"/>
                </a:lnTo>
                <a:lnTo>
                  <a:pt x="337086" y="46968"/>
                </a:lnTo>
                <a:cubicBezTo>
                  <a:pt x="336283" y="46968"/>
                  <a:pt x="335641" y="46540"/>
                  <a:pt x="335159" y="45683"/>
                </a:cubicBezTo>
                <a:cubicBezTo>
                  <a:pt x="334677" y="44827"/>
                  <a:pt x="334436" y="43435"/>
                  <a:pt x="334436" y="41508"/>
                </a:cubicBezTo>
                <a:cubicBezTo>
                  <a:pt x="334436" y="40491"/>
                  <a:pt x="334503" y="39635"/>
                  <a:pt x="334637" y="38939"/>
                </a:cubicBezTo>
                <a:cubicBezTo>
                  <a:pt x="334771" y="38243"/>
                  <a:pt x="334945" y="37668"/>
                  <a:pt x="335159" y="37213"/>
                </a:cubicBezTo>
                <a:cubicBezTo>
                  <a:pt x="335373" y="36758"/>
                  <a:pt x="335654" y="36437"/>
                  <a:pt x="336002" y="36250"/>
                </a:cubicBezTo>
                <a:cubicBezTo>
                  <a:pt x="336350" y="36062"/>
                  <a:pt x="336738" y="35969"/>
                  <a:pt x="337166" y="35969"/>
                </a:cubicBezTo>
                <a:lnTo>
                  <a:pt x="347202" y="35969"/>
                </a:lnTo>
                <a:lnTo>
                  <a:pt x="347202" y="18787"/>
                </a:lnTo>
                <a:cubicBezTo>
                  <a:pt x="347202" y="18412"/>
                  <a:pt x="347296" y="18065"/>
                  <a:pt x="347483" y="17743"/>
                </a:cubicBezTo>
                <a:cubicBezTo>
                  <a:pt x="347670" y="17422"/>
                  <a:pt x="348018" y="17141"/>
                  <a:pt x="348527" y="16900"/>
                </a:cubicBezTo>
                <a:cubicBezTo>
                  <a:pt x="349035" y="16660"/>
                  <a:pt x="349718" y="16486"/>
                  <a:pt x="350574" y="16379"/>
                </a:cubicBezTo>
                <a:cubicBezTo>
                  <a:pt x="351430" y="16271"/>
                  <a:pt x="352501" y="16218"/>
                  <a:pt x="353785" y="16218"/>
                </a:cubicBezTo>
                <a:cubicBezTo>
                  <a:pt x="355124" y="16218"/>
                  <a:pt x="356221" y="16271"/>
                  <a:pt x="357077" y="16379"/>
                </a:cubicBezTo>
                <a:cubicBezTo>
                  <a:pt x="357934" y="16486"/>
                  <a:pt x="358603" y="16660"/>
                  <a:pt x="359084" y="16900"/>
                </a:cubicBezTo>
                <a:cubicBezTo>
                  <a:pt x="359566" y="17141"/>
                  <a:pt x="359914" y="17422"/>
                  <a:pt x="360128" y="17743"/>
                </a:cubicBezTo>
                <a:cubicBezTo>
                  <a:pt x="360342" y="18065"/>
                  <a:pt x="360449" y="18412"/>
                  <a:pt x="360449" y="18787"/>
                </a:cubicBezTo>
                <a:lnTo>
                  <a:pt x="360449" y="35969"/>
                </a:lnTo>
                <a:lnTo>
                  <a:pt x="378996" y="35969"/>
                </a:lnTo>
                <a:cubicBezTo>
                  <a:pt x="379424" y="35969"/>
                  <a:pt x="379798" y="36062"/>
                  <a:pt x="380120" y="36250"/>
                </a:cubicBezTo>
                <a:cubicBezTo>
                  <a:pt x="380441" y="36437"/>
                  <a:pt x="380722" y="36758"/>
                  <a:pt x="380963" y="37213"/>
                </a:cubicBezTo>
                <a:cubicBezTo>
                  <a:pt x="381203" y="37668"/>
                  <a:pt x="381377" y="38243"/>
                  <a:pt x="381484" y="38939"/>
                </a:cubicBezTo>
                <a:cubicBezTo>
                  <a:pt x="381591" y="39635"/>
                  <a:pt x="381645" y="40491"/>
                  <a:pt x="381645" y="41508"/>
                </a:cubicBezTo>
                <a:cubicBezTo>
                  <a:pt x="381645" y="43435"/>
                  <a:pt x="381404" y="44827"/>
                  <a:pt x="380922" y="45683"/>
                </a:cubicBezTo>
                <a:cubicBezTo>
                  <a:pt x="380441" y="46540"/>
                  <a:pt x="379798" y="46968"/>
                  <a:pt x="378996" y="46968"/>
                </a:cubicBezTo>
                <a:lnTo>
                  <a:pt x="360449" y="46968"/>
                </a:lnTo>
                <a:lnTo>
                  <a:pt x="360449" y="87390"/>
                </a:lnTo>
                <a:cubicBezTo>
                  <a:pt x="360449" y="92381"/>
                  <a:pt x="361185" y="96152"/>
                  <a:pt x="362657" y="98703"/>
                </a:cubicBezTo>
                <a:cubicBezTo>
                  <a:pt x="364129" y="101252"/>
                  <a:pt x="366765" y="102526"/>
                  <a:pt x="370565" y="102526"/>
                </a:cubicBezTo>
                <a:cubicBezTo>
                  <a:pt x="371796" y="102526"/>
                  <a:pt x="372894" y="102406"/>
                  <a:pt x="373857" y="102165"/>
                </a:cubicBezTo>
                <a:cubicBezTo>
                  <a:pt x="374821" y="101924"/>
                  <a:pt x="375677" y="101670"/>
                  <a:pt x="376426" y="101402"/>
                </a:cubicBezTo>
                <a:cubicBezTo>
                  <a:pt x="377176" y="101135"/>
                  <a:pt x="377818" y="100881"/>
                  <a:pt x="378353" y="100640"/>
                </a:cubicBezTo>
                <a:cubicBezTo>
                  <a:pt x="378888" y="100399"/>
                  <a:pt x="379370" y="100278"/>
                  <a:pt x="379798" y="100278"/>
                </a:cubicBezTo>
                <a:cubicBezTo>
                  <a:pt x="380066" y="100278"/>
                  <a:pt x="380320" y="100345"/>
                  <a:pt x="380561" y="100479"/>
                </a:cubicBezTo>
                <a:cubicBezTo>
                  <a:pt x="380802" y="100613"/>
                  <a:pt x="380989" y="100867"/>
                  <a:pt x="381123" y="101242"/>
                </a:cubicBezTo>
                <a:cubicBezTo>
                  <a:pt x="381257" y="101616"/>
                  <a:pt x="381377" y="102125"/>
                  <a:pt x="381484" y="102767"/>
                </a:cubicBezTo>
                <a:cubicBezTo>
                  <a:pt x="381591" y="103410"/>
                  <a:pt x="381645" y="104212"/>
                  <a:pt x="381645" y="105176"/>
                </a:cubicBezTo>
                <a:close/>
                <a:moveTo>
                  <a:pt x="453589" y="110475"/>
                </a:moveTo>
                <a:cubicBezTo>
                  <a:pt x="453589" y="111117"/>
                  <a:pt x="453374" y="111599"/>
                  <a:pt x="452946" y="111920"/>
                </a:cubicBezTo>
                <a:cubicBezTo>
                  <a:pt x="452518" y="112241"/>
                  <a:pt x="451929" y="112482"/>
                  <a:pt x="451180" y="112643"/>
                </a:cubicBezTo>
                <a:cubicBezTo>
                  <a:pt x="450431" y="112803"/>
                  <a:pt x="449333" y="112883"/>
                  <a:pt x="447888" y="112883"/>
                </a:cubicBezTo>
                <a:cubicBezTo>
                  <a:pt x="446497" y="112883"/>
                  <a:pt x="445386" y="112803"/>
                  <a:pt x="444556" y="112643"/>
                </a:cubicBezTo>
                <a:cubicBezTo>
                  <a:pt x="443727" y="112482"/>
                  <a:pt x="443124" y="112241"/>
                  <a:pt x="442750" y="111920"/>
                </a:cubicBezTo>
                <a:cubicBezTo>
                  <a:pt x="442375" y="111599"/>
                  <a:pt x="442188" y="111117"/>
                  <a:pt x="442188" y="110475"/>
                </a:cubicBezTo>
                <a:lnTo>
                  <a:pt x="442188" y="103249"/>
                </a:lnTo>
                <a:cubicBezTo>
                  <a:pt x="439030" y="106621"/>
                  <a:pt x="435511" y="109257"/>
                  <a:pt x="431630" y="111157"/>
                </a:cubicBezTo>
                <a:cubicBezTo>
                  <a:pt x="427750" y="113057"/>
                  <a:pt x="423642" y="114007"/>
                  <a:pt x="419306" y="114007"/>
                </a:cubicBezTo>
                <a:cubicBezTo>
                  <a:pt x="415506" y="114007"/>
                  <a:pt x="412067" y="113511"/>
                  <a:pt x="408989" y="112517"/>
                </a:cubicBezTo>
                <a:cubicBezTo>
                  <a:pt x="405911" y="111524"/>
                  <a:pt x="403289" y="110087"/>
                  <a:pt x="401121" y="108207"/>
                </a:cubicBezTo>
                <a:cubicBezTo>
                  <a:pt x="398953" y="106327"/>
                  <a:pt x="397267" y="104018"/>
                  <a:pt x="396063" y="101279"/>
                </a:cubicBezTo>
                <a:cubicBezTo>
                  <a:pt x="394859" y="98540"/>
                  <a:pt x="394257" y="95424"/>
                  <a:pt x="394257" y="91931"/>
                </a:cubicBezTo>
                <a:cubicBezTo>
                  <a:pt x="394257" y="87850"/>
                  <a:pt x="395086" y="84305"/>
                  <a:pt x="396745" y="81298"/>
                </a:cubicBezTo>
                <a:cubicBezTo>
                  <a:pt x="398405" y="78289"/>
                  <a:pt x="400787" y="75791"/>
                  <a:pt x="403891" y="73804"/>
                </a:cubicBezTo>
                <a:cubicBezTo>
                  <a:pt x="406995" y="71817"/>
                  <a:pt x="410796" y="70326"/>
                  <a:pt x="415292" y="69333"/>
                </a:cubicBezTo>
                <a:cubicBezTo>
                  <a:pt x="419788" y="68339"/>
                  <a:pt x="424846" y="67842"/>
                  <a:pt x="430466" y="67842"/>
                </a:cubicBezTo>
                <a:lnTo>
                  <a:pt x="440421" y="67842"/>
                </a:lnTo>
                <a:lnTo>
                  <a:pt x="440421" y="62242"/>
                </a:lnTo>
                <a:cubicBezTo>
                  <a:pt x="440421" y="59469"/>
                  <a:pt x="440127" y="57016"/>
                  <a:pt x="439538" y="54884"/>
                </a:cubicBezTo>
                <a:cubicBezTo>
                  <a:pt x="438950" y="52749"/>
                  <a:pt x="438000" y="50976"/>
                  <a:pt x="436688" y="49562"/>
                </a:cubicBezTo>
                <a:cubicBezTo>
                  <a:pt x="435377" y="48149"/>
                  <a:pt x="433677" y="47082"/>
                  <a:pt x="431590" y="46363"/>
                </a:cubicBezTo>
                <a:cubicBezTo>
                  <a:pt x="429502" y="45642"/>
                  <a:pt x="426933" y="45282"/>
                  <a:pt x="423882" y="45282"/>
                </a:cubicBezTo>
                <a:cubicBezTo>
                  <a:pt x="420617" y="45282"/>
                  <a:pt x="417687" y="45666"/>
                  <a:pt x="415091" y="46433"/>
                </a:cubicBezTo>
                <a:cubicBezTo>
                  <a:pt x="412495" y="47201"/>
                  <a:pt x="410220" y="48048"/>
                  <a:pt x="408267" y="48975"/>
                </a:cubicBezTo>
                <a:cubicBezTo>
                  <a:pt x="406313" y="49902"/>
                  <a:pt x="404680" y="50749"/>
                  <a:pt x="403369" y="51517"/>
                </a:cubicBezTo>
                <a:cubicBezTo>
                  <a:pt x="402058" y="52284"/>
                  <a:pt x="401081" y="52668"/>
                  <a:pt x="400439" y="52668"/>
                </a:cubicBezTo>
                <a:cubicBezTo>
                  <a:pt x="400010" y="52668"/>
                  <a:pt x="399636" y="52561"/>
                  <a:pt x="399315" y="52347"/>
                </a:cubicBezTo>
                <a:cubicBezTo>
                  <a:pt x="398993" y="52133"/>
                  <a:pt x="398712" y="51812"/>
                  <a:pt x="398472" y="51384"/>
                </a:cubicBezTo>
                <a:cubicBezTo>
                  <a:pt x="398231" y="50955"/>
                  <a:pt x="398057" y="50407"/>
                  <a:pt x="397950" y="49738"/>
                </a:cubicBezTo>
                <a:cubicBezTo>
                  <a:pt x="397843" y="49069"/>
                  <a:pt x="397789" y="48333"/>
                  <a:pt x="397789" y="47530"/>
                </a:cubicBezTo>
                <a:cubicBezTo>
                  <a:pt x="397789" y="46192"/>
                  <a:pt x="397883" y="45135"/>
                  <a:pt x="398070" y="44359"/>
                </a:cubicBezTo>
                <a:cubicBezTo>
                  <a:pt x="398257" y="43582"/>
                  <a:pt x="398712" y="42846"/>
                  <a:pt x="399435" y="42151"/>
                </a:cubicBezTo>
                <a:cubicBezTo>
                  <a:pt x="400158" y="41455"/>
                  <a:pt x="401402" y="40644"/>
                  <a:pt x="403168" y="39719"/>
                </a:cubicBezTo>
                <a:cubicBezTo>
                  <a:pt x="404935" y="38793"/>
                  <a:pt x="406969" y="37946"/>
                  <a:pt x="409270" y="37180"/>
                </a:cubicBezTo>
                <a:cubicBezTo>
                  <a:pt x="411572" y="36414"/>
                  <a:pt x="414087" y="35780"/>
                  <a:pt x="416817" y="35279"/>
                </a:cubicBezTo>
                <a:cubicBezTo>
                  <a:pt x="419547" y="34775"/>
                  <a:pt x="422303" y="34523"/>
                  <a:pt x="425087" y="34523"/>
                </a:cubicBezTo>
                <a:cubicBezTo>
                  <a:pt x="430279" y="34523"/>
                  <a:pt x="434694" y="35112"/>
                  <a:pt x="438334" y="36290"/>
                </a:cubicBezTo>
                <a:cubicBezTo>
                  <a:pt x="441974" y="37467"/>
                  <a:pt x="444918" y="39193"/>
                  <a:pt x="447166" y="41468"/>
                </a:cubicBezTo>
                <a:cubicBezTo>
                  <a:pt x="449414" y="43743"/>
                  <a:pt x="451046" y="46566"/>
                  <a:pt x="452063" y="49938"/>
                </a:cubicBezTo>
                <a:cubicBezTo>
                  <a:pt x="453080" y="53311"/>
                  <a:pt x="453589" y="57245"/>
                  <a:pt x="453589" y="61741"/>
                </a:cubicBezTo>
                <a:lnTo>
                  <a:pt x="453589" y="110475"/>
                </a:lnTo>
                <a:moveTo>
                  <a:pt x="440421" y="77397"/>
                </a:moveTo>
                <a:lnTo>
                  <a:pt x="429101" y="77397"/>
                </a:lnTo>
                <a:cubicBezTo>
                  <a:pt x="425461" y="77397"/>
                  <a:pt x="422303" y="77707"/>
                  <a:pt x="419627" y="78327"/>
                </a:cubicBezTo>
                <a:cubicBezTo>
                  <a:pt x="416951" y="78946"/>
                  <a:pt x="414730" y="79861"/>
                  <a:pt x="412963" y="81072"/>
                </a:cubicBezTo>
                <a:cubicBezTo>
                  <a:pt x="411197" y="82283"/>
                  <a:pt x="409899" y="83738"/>
                  <a:pt x="409069" y="85435"/>
                </a:cubicBezTo>
                <a:cubicBezTo>
                  <a:pt x="408240" y="87131"/>
                  <a:pt x="407825" y="89083"/>
                  <a:pt x="407825" y="91291"/>
                </a:cubicBezTo>
                <a:cubicBezTo>
                  <a:pt x="407825" y="95061"/>
                  <a:pt x="409016" y="98064"/>
                  <a:pt x="411398" y="100298"/>
                </a:cubicBezTo>
                <a:cubicBezTo>
                  <a:pt x="413780" y="102533"/>
                  <a:pt x="417112" y="103650"/>
                  <a:pt x="421393" y="103650"/>
                </a:cubicBezTo>
                <a:cubicBezTo>
                  <a:pt x="424873" y="103650"/>
                  <a:pt x="428097" y="102762"/>
                  <a:pt x="431068" y="100986"/>
                </a:cubicBezTo>
                <a:cubicBezTo>
                  <a:pt x="434039" y="99208"/>
                  <a:pt x="437156" y="96488"/>
                  <a:pt x="440421" y="92827"/>
                </a:cubicBezTo>
                <a:lnTo>
                  <a:pt x="440421" y="77397"/>
                </a:lnTo>
                <a:close/>
                <a:moveTo>
                  <a:pt x="540137" y="110395"/>
                </a:moveTo>
                <a:cubicBezTo>
                  <a:pt x="540137" y="110823"/>
                  <a:pt x="540030" y="111184"/>
                  <a:pt x="539816" y="111478"/>
                </a:cubicBezTo>
                <a:cubicBezTo>
                  <a:pt x="539602" y="111773"/>
                  <a:pt x="539254" y="112027"/>
                  <a:pt x="538772" y="112241"/>
                </a:cubicBezTo>
                <a:cubicBezTo>
                  <a:pt x="538291" y="112455"/>
                  <a:pt x="537622" y="112616"/>
                  <a:pt x="536765" y="112723"/>
                </a:cubicBezTo>
                <a:cubicBezTo>
                  <a:pt x="535909" y="112830"/>
                  <a:pt x="534838" y="112883"/>
                  <a:pt x="533554" y="112883"/>
                </a:cubicBezTo>
                <a:cubicBezTo>
                  <a:pt x="532216" y="112883"/>
                  <a:pt x="531118" y="112830"/>
                  <a:pt x="530262" y="112723"/>
                </a:cubicBezTo>
                <a:cubicBezTo>
                  <a:pt x="529406" y="112616"/>
                  <a:pt x="528736" y="112455"/>
                  <a:pt x="528255" y="112241"/>
                </a:cubicBezTo>
                <a:cubicBezTo>
                  <a:pt x="527773" y="112027"/>
                  <a:pt x="527425" y="111773"/>
                  <a:pt x="527211" y="111478"/>
                </a:cubicBezTo>
                <a:cubicBezTo>
                  <a:pt x="526997" y="111184"/>
                  <a:pt x="526890" y="110823"/>
                  <a:pt x="526890" y="110395"/>
                </a:cubicBezTo>
                <a:lnTo>
                  <a:pt x="526890" y="68083"/>
                </a:lnTo>
                <a:cubicBezTo>
                  <a:pt x="526890" y="63962"/>
                  <a:pt x="526569" y="60643"/>
                  <a:pt x="525926" y="58128"/>
                </a:cubicBezTo>
                <a:cubicBezTo>
                  <a:pt x="525284" y="55612"/>
                  <a:pt x="524347" y="53444"/>
                  <a:pt x="523116" y="51625"/>
                </a:cubicBezTo>
                <a:cubicBezTo>
                  <a:pt x="521885" y="49805"/>
                  <a:pt x="520293" y="48413"/>
                  <a:pt x="518339" y="47450"/>
                </a:cubicBezTo>
                <a:cubicBezTo>
                  <a:pt x="516386" y="46486"/>
                  <a:pt x="514124" y="46004"/>
                  <a:pt x="511555" y="46004"/>
                </a:cubicBezTo>
                <a:cubicBezTo>
                  <a:pt x="508237" y="46004"/>
                  <a:pt x="504918" y="47182"/>
                  <a:pt x="501599" y="49537"/>
                </a:cubicBezTo>
                <a:cubicBezTo>
                  <a:pt x="498281" y="51892"/>
                  <a:pt x="494802" y="55344"/>
                  <a:pt x="491162" y="59894"/>
                </a:cubicBezTo>
                <a:lnTo>
                  <a:pt x="491162" y="110395"/>
                </a:lnTo>
                <a:cubicBezTo>
                  <a:pt x="491162" y="110823"/>
                  <a:pt x="491055" y="111184"/>
                  <a:pt x="490841" y="111478"/>
                </a:cubicBezTo>
                <a:cubicBezTo>
                  <a:pt x="490627" y="111773"/>
                  <a:pt x="490279" y="112027"/>
                  <a:pt x="489797" y="112241"/>
                </a:cubicBezTo>
                <a:cubicBezTo>
                  <a:pt x="489316" y="112455"/>
                  <a:pt x="488647" y="112616"/>
                  <a:pt x="487790" y="112723"/>
                </a:cubicBezTo>
                <a:cubicBezTo>
                  <a:pt x="486934" y="112830"/>
                  <a:pt x="485836" y="112883"/>
                  <a:pt x="484498" y="112883"/>
                </a:cubicBezTo>
                <a:cubicBezTo>
                  <a:pt x="483214" y="112883"/>
                  <a:pt x="482143" y="112830"/>
                  <a:pt x="481287" y="112723"/>
                </a:cubicBezTo>
                <a:cubicBezTo>
                  <a:pt x="480431" y="112616"/>
                  <a:pt x="479748" y="112455"/>
                  <a:pt x="479240" y="112241"/>
                </a:cubicBezTo>
                <a:cubicBezTo>
                  <a:pt x="478731" y="112027"/>
                  <a:pt x="478383" y="111773"/>
                  <a:pt x="478196" y="111478"/>
                </a:cubicBezTo>
                <a:cubicBezTo>
                  <a:pt x="478009" y="111184"/>
                  <a:pt x="477915" y="110823"/>
                  <a:pt x="477915" y="110395"/>
                </a:cubicBezTo>
                <a:lnTo>
                  <a:pt x="477915" y="38136"/>
                </a:lnTo>
                <a:cubicBezTo>
                  <a:pt x="477915" y="37708"/>
                  <a:pt x="477995" y="37347"/>
                  <a:pt x="478156" y="37052"/>
                </a:cubicBezTo>
                <a:cubicBezTo>
                  <a:pt x="478316" y="36758"/>
                  <a:pt x="478637" y="36490"/>
                  <a:pt x="479119" y="36250"/>
                </a:cubicBezTo>
                <a:cubicBezTo>
                  <a:pt x="479601" y="36009"/>
                  <a:pt x="480216" y="35848"/>
                  <a:pt x="480966" y="35768"/>
                </a:cubicBezTo>
                <a:cubicBezTo>
                  <a:pt x="481715" y="35688"/>
                  <a:pt x="482705" y="35647"/>
                  <a:pt x="483936" y="35647"/>
                </a:cubicBezTo>
                <a:cubicBezTo>
                  <a:pt x="485114" y="35647"/>
                  <a:pt x="486091" y="35688"/>
                  <a:pt x="486867" y="35768"/>
                </a:cubicBezTo>
                <a:cubicBezTo>
                  <a:pt x="487643" y="35848"/>
                  <a:pt x="488245" y="36009"/>
                  <a:pt x="488673" y="36250"/>
                </a:cubicBezTo>
                <a:cubicBezTo>
                  <a:pt x="489102" y="36490"/>
                  <a:pt x="489409" y="36758"/>
                  <a:pt x="489597" y="37052"/>
                </a:cubicBezTo>
                <a:cubicBezTo>
                  <a:pt x="489784" y="37347"/>
                  <a:pt x="489878" y="37708"/>
                  <a:pt x="489878" y="38136"/>
                </a:cubicBezTo>
                <a:lnTo>
                  <a:pt x="489878" y="47690"/>
                </a:lnTo>
                <a:cubicBezTo>
                  <a:pt x="493945" y="43141"/>
                  <a:pt x="498000" y="39809"/>
                  <a:pt x="502041" y="37695"/>
                </a:cubicBezTo>
                <a:cubicBezTo>
                  <a:pt x="506082" y="35580"/>
                  <a:pt x="510163" y="34523"/>
                  <a:pt x="514285" y="34523"/>
                </a:cubicBezTo>
                <a:cubicBezTo>
                  <a:pt x="519102" y="34523"/>
                  <a:pt x="523157" y="35340"/>
                  <a:pt x="526448" y="36972"/>
                </a:cubicBezTo>
                <a:cubicBezTo>
                  <a:pt x="529740" y="38605"/>
                  <a:pt x="532403" y="40786"/>
                  <a:pt x="534437" y="43516"/>
                </a:cubicBezTo>
                <a:cubicBezTo>
                  <a:pt x="536471" y="46245"/>
                  <a:pt x="537929" y="49443"/>
                  <a:pt x="538812" y="53110"/>
                </a:cubicBezTo>
                <a:cubicBezTo>
                  <a:pt x="539696" y="56776"/>
                  <a:pt x="540137" y="61179"/>
                  <a:pt x="540137" y="66317"/>
                </a:cubicBezTo>
                <a:lnTo>
                  <a:pt x="540137" y="110395"/>
                </a:lnTo>
                <a:close/>
                <a:moveTo>
                  <a:pt x="623464" y="41348"/>
                </a:moveTo>
                <a:cubicBezTo>
                  <a:pt x="623464" y="43221"/>
                  <a:pt x="623210" y="44573"/>
                  <a:pt x="622702" y="45402"/>
                </a:cubicBezTo>
                <a:cubicBezTo>
                  <a:pt x="622193" y="46232"/>
                  <a:pt x="621537" y="46647"/>
                  <a:pt x="620735" y="46647"/>
                </a:cubicBezTo>
                <a:lnTo>
                  <a:pt x="610378" y="46647"/>
                </a:lnTo>
                <a:cubicBezTo>
                  <a:pt x="612251" y="48579"/>
                  <a:pt x="613562" y="50713"/>
                  <a:pt x="614312" y="53050"/>
                </a:cubicBezTo>
                <a:cubicBezTo>
                  <a:pt x="615061" y="55385"/>
                  <a:pt x="615436" y="57813"/>
                  <a:pt x="615436" y="60336"/>
                </a:cubicBezTo>
                <a:cubicBezTo>
                  <a:pt x="615436" y="64504"/>
                  <a:pt x="614767" y="68191"/>
                  <a:pt x="613428" y="71398"/>
                </a:cubicBezTo>
                <a:cubicBezTo>
                  <a:pt x="612090" y="74604"/>
                  <a:pt x="610177" y="77316"/>
                  <a:pt x="607688" y="79534"/>
                </a:cubicBezTo>
                <a:cubicBezTo>
                  <a:pt x="605199" y="81752"/>
                  <a:pt x="602242" y="83449"/>
                  <a:pt x="598816" y="84625"/>
                </a:cubicBezTo>
                <a:cubicBezTo>
                  <a:pt x="595391" y="85801"/>
                  <a:pt x="591590" y="86389"/>
                  <a:pt x="587415" y="86389"/>
                </a:cubicBezTo>
                <a:cubicBezTo>
                  <a:pt x="584472" y="86389"/>
                  <a:pt x="581675" y="86002"/>
                  <a:pt x="579025" y="85227"/>
                </a:cubicBezTo>
                <a:cubicBezTo>
                  <a:pt x="576376" y="84453"/>
                  <a:pt x="574329" y="83478"/>
                  <a:pt x="572884" y="82302"/>
                </a:cubicBezTo>
                <a:cubicBezTo>
                  <a:pt x="571920" y="83265"/>
                  <a:pt x="571131" y="84362"/>
                  <a:pt x="570515" y="85593"/>
                </a:cubicBezTo>
                <a:cubicBezTo>
                  <a:pt x="569900" y="86823"/>
                  <a:pt x="569592" y="88240"/>
                  <a:pt x="569592" y="89844"/>
                </a:cubicBezTo>
                <a:cubicBezTo>
                  <a:pt x="569592" y="91717"/>
                  <a:pt x="570462" y="93269"/>
                  <a:pt x="572201" y="94500"/>
                </a:cubicBezTo>
                <a:cubicBezTo>
                  <a:pt x="573941" y="95730"/>
                  <a:pt x="576256" y="96398"/>
                  <a:pt x="579146" y="96505"/>
                </a:cubicBezTo>
                <a:lnTo>
                  <a:pt x="598013" y="97310"/>
                </a:lnTo>
                <a:cubicBezTo>
                  <a:pt x="601599" y="97417"/>
                  <a:pt x="604891" y="97914"/>
                  <a:pt x="607889" y="98801"/>
                </a:cubicBezTo>
                <a:cubicBezTo>
                  <a:pt x="610886" y="99687"/>
                  <a:pt x="613482" y="100950"/>
                  <a:pt x="615676" y="102589"/>
                </a:cubicBezTo>
                <a:cubicBezTo>
                  <a:pt x="617871" y="104227"/>
                  <a:pt x="619584" y="106241"/>
                  <a:pt x="620815" y="108631"/>
                </a:cubicBezTo>
                <a:cubicBezTo>
                  <a:pt x="622046" y="111021"/>
                  <a:pt x="622661" y="113801"/>
                  <a:pt x="622661" y="116971"/>
                </a:cubicBezTo>
                <a:cubicBezTo>
                  <a:pt x="622661" y="120301"/>
                  <a:pt x="621966" y="123470"/>
                  <a:pt x="620574" y="126477"/>
                </a:cubicBezTo>
                <a:cubicBezTo>
                  <a:pt x="619182" y="129486"/>
                  <a:pt x="617055" y="132131"/>
                  <a:pt x="614191" y="134413"/>
                </a:cubicBezTo>
                <a:cubicBezTo>
                  <a:pt x="611328" y="136696"/>
                  <a:pt x="607675" y="138496"/>
                  <a:pt x="603232" y="139812"/>
                </a:cubicBezTo>
                <a:cubicBezTo>
                  <a:pt x="598789" y="141129"/>
                  <a:pt x="593544" y="141787"/>
                  <a:pt x="587496" y="141787"/>
                </a:cubicBezTo>
                <a:cubicBezTo>
                  <a:pt x="581662" y="141787"/>
                  <a:pt x="576697" y="141291"/>
                  <a:pt x="572603" y="140299"/>
                </a:cubicBezTo>
                <a:cubicBezTo>
                  <a:pt x="568508" y="139309"/>
                  <a:pt x="565149" y="137956"/>
                  <a:pt x="562527" y="136242"/>
                </a:cubicBezTo>
                <a:cubicBezTo>
                  <a:pt x="559904" y="134529"/>
                  <a:pt x="558004" y="132481"/>
                  <a:pt x="556826" y="130097"/>
                </a:cubicBezTo>
                <a:cubicBezTo>
                  <a:pt x="555649" y="127714"/>
                  <a:pt x="555060" y="125129"/>
                  <a:pt x="555060" y="122342"/>
                </a:cubicBezTo>
                <a:cubicBezTo>
                  <a:pt x="555060" y="120576"/>
                  <a:pt x="555274" y="118862"/>
                  <a:pt x="555702" y="117201"/>
                </a:cubicBezTo>
                <a:cubicBezTo>
                  <a:pt x="556130" y="115540"/>
                  <a:pt x="556786" y="113960"/>
                  <a:pt x="557669" y="112459"/>
                </a:cubicBezTo>
                <a:cubicBezTo>
                  <a:pt x="558552" y="110961"/>
                  <a:pt x="559650" y="109529"/>
                  <a:pt x="560961" y="108164"/>
                </a:cubicBezTo>
                <a:cubicBezTo>
                  <a:pt x="562272" y="106798"/>
                  <a:pt x="563784" y="105444"/>
                  <a:pt x="565497" y="104105"/>
                </a:cubicBezTo>
                <a:cubicBezTo>
                  <a:pt x="562874" y="102761"/>
                  <a:pt x="560934" y="101069"/>
                  <a:pt x="559676" y="99026"/>
                </a:cubicBezTo>
                <a:cubicBezTo>
                  <a:pt x="558419" y="96982"/>
                  <a:pt x="557790" y="94778"/>
                  <a:pt x="557790" y="92413"/>
                </a:cubicBezTo>
                <a:cubicBezTo>
                  <a:pt x="557790" y="89134"/>
                  <a:pt x="558459" y="86205"/>
                  <a:pt x="559797" y="83624"/>
                </a:cubicBezTo>
                <a:cubicBezTo>
                  <a:pt x="561135" y="81043"/>
                  <a:pt x="562794" y="78731"/>
                  <a:pt x="564775" y="76689"/>
                </a:cubicBezTo>
                <a:cubicBezTo>
                  <a:pt x="563115" y="74712"/>
                  <a:pt x="561804" y="72481"/>
                  <a:pt x="560840" y="69995"/>
                </a:cubicBezTo>
                <a:cubicBezTo>
                  <a:pt x="559877" y="67510"/>
                  <a:pt x="559395" y="64504"/>
                  <a:pt x="559395" y="60978"/>
                </a:cubicBezTo>
                <a:cubicBezTo>
                  <a:pt x="559395" y="56863"/>
                  <a:pt x="560091" y="53176"/>
                  <a:pt x="561483" y="49916"/>
                </a:cubicBezTo>
                <a:cubicBezTo>
                  <a:pt x="562874" y="46656"/>
                  <a:pt x="564801" y="43904"/>
                  <a:pt x="567263" y="41659"/>
                </a:cubicBezTo>
                <a:cubicBezTo>
                  <a:pt x="569726" y="39414"/>
                  <a:pt x="572683" y="37691"/>
                  <a:pt x="576135" y="36488"/>
                </a:cubicBezTo>
                <a:cubicBezTo>
                  <a:pt x="579587" y="35285"/>
                  <a:pt x="583348" y="34684"/>
                  <a:pt x="587415" y="34684"/>
                </a:cubicBezTo>
                <a:cubicBezTo>
                  <a:pt x="589610" y="34684"/>
                  <a:pt x="591657" y="34798"/>
                  <a:pt x="593557" y="35025"/>
                </a:cubicBezTo>
                <a:cubicBezTo>
                  <a:pt x="595458" y="35251"/>
                  <a:pt x="597237" y="35565"/>
                  <a:pt x="598897" y="35969"/>
                </a:cubicBezTo>
                <a:lnTo>
                  <a:pt x="620735" y="35969"/>
                </a:lnTo>
                <a:cubicBezTo>
                  <a:pt x="621644" y="35969"/>
                  <a:pt x="622327" y="36410"/>
                  <a:pt x="622782" y="37293"/>
                </a:cubicBezTo>
                <a:cubicBezTo>
                  <a:pt x="623237" y="38176"/>
                  <a:pt x="623464" y="39528"/>
                  <a:pt x="623464" y="41348"/>
                </a:cubicBezTo>
                <a:moveTo>
                  <a:pt x="602750" y="60416"/>
                </a:moveTo>
                <a:cubicBezTo>
                  <a:pt x="602750" y="55505"/>
                  <a:pt x="601399" y="51675"/>
                  <a:pt x="598696" y="48925"/>
                </a:cubicBezTo>
                <a:cubicBezTo>
                  <a:pt x="595993" y="46175"/>
                  <a:pt x="592152" y="44800"/>
                  <a:pt x="587175" y="44800"/>
                </a:cubicBezTo>
                <a:cubicBezTo>
                  <a:pt x="584605" y="44800"/>
                  <a:pt x="582371" y="45227"/>
                  <a:pt x="580471" y="46082"/>
                </a:cubicBezTo>
                <a:cubicBezTo>
                  <a:pt x="578571" y="46935"/>
                  <a:pt x="576992" y="48109"/>
                  <a:pt x="575734" y="49605"/>
                </a:cubicBezTo>
                <a:cubicBezTo>
                  <a:pt x="574476" y="51100"/>
                  <a:pt x="573539" y="52822"/>
                  <a:pt x="572924" y="54771"/>
                </a:cubicBezTo>
                <a:cubicBezTo>
                  <a:pt x="572308" y="56719"/>
                  <a:pt x="572000" y="58762"/>
                  <a:pt x="572000" y="60898"/>
                </a:cubicBezTo>
                <a:cubicBezTo>
                  <a:pt x="572000" y="65648"/>
                  <a:pt x="573352" y="69385"/>
                  <a:pt x="576055" y="72108"/>
                </a:cubicBezTo>
                <a:cubicBezTo>
                  <a:pt x="578758" y="74831"/>
                  <a:pt x="582545" y="76192"/>
                  <a:pt x="587415" y="76192"/>
                </a:cubicBezTo>
                <a:cubicBezTo>
                  <a:pt x="590038" y="76192"/>
                  <a:pt x="592313" y="75779"/>
                  <a:pt x="594240" y="74953"/>
                </a:cubicBezTo>
                <a:cubicBezTo>
                  <a:pt x="596167" y="74125"/>
                  <a:pt x="597759" y="72977"/>
                  <a:pt x="599017" y="71508"/>
                </a:cubicBezTo>
                <a:cubicBezTo>
                  <a:pt x="600275" y="70039"/>
                  <a:pt x="601211" y="68344"/>
                  <a:pt x="601827" y="66422"/>
                </a:cubicBezTo>
                <a:cubicBezTo>
                  <a:pt x="602443" y="64501"/>
                  <a:pt x="602750" y="62498"/>
                  <a:pt x="602750" y="60416"/>
                </a:cubicBezTo>
                <a:moveTo>
                  <a:pt x="609414" y="117691"/>
                </a:moveTo>
                <a:cubicBezTo>
                  <a:pt x="609414" y="114564"/>
                  <a:pt x="608143" y="112153"/>
                  <a:pt x="605600" y="110457"/>
                </a:cubicBezTo>
                <a:cubicBezTo>
                  <a:pt x="603058" y="108760"/>
                  <a:pt x="599619" y="107857"/>
                  <a:pt x="595284" y="107750"/>
                </a:cubicBezTo>
                <a:lnTo>
                  <a:pt x="576577" y="107103"/>
                </a:lnTo>
                <a:cubicBezTo>
                  <a:pt x="574864" y="108449"/>
                  <a:pt x="573459" y="109729"/>
                  <a:pt x="572362" y="110941"/>
                </a:cubicBezTo>
                <a:cubicBezTo>
                  <a:pt x="571264" y="112154"/>
                  <a:pt x="570395" y="113312"/>
                  <a:pt x="569752" y="114416"/>
                </a:cubicBezTo>
                <a:cubicBezTo>
                  <a:pt x="569110" y="115520"/>
                  <a:pt x="568668" y="116611"/>
                  <a:pt x="568428" y="117688"/>
                </a:cubicBezTo>
                <a:cubicBezTo>
                  <a:pt x="568187" y="118767"/>
                  <a:pt x="568066" y="119872"/>
                  <a:pt x="568066" y="121002"/>
                </a:cubicBezTo>
                <a:cubicBezTo>
                  <a:pt x="568066" y="124505"/>
                  <a:pt x="569833" y="127159"/>
                  <a:pt x="573365" y="128963"/>
                </a:cubicBezTo>
                <a:cubicBezTo>
                  <a:pt x="576898" y="130768"/>
                  <a:pt x="581822" y="131671"/>
                  <a:pt x="588138" y="131671"/>
                </a:cubicBezTo>
                <a:cubicBezTo>
                  <a:pt x="592152" y="131671"/>
                  <a:pt x="595511" y="131280"/>
                  <a:pt x="598214" y="130499"/>
                </a:cubicBezTo>
                <a:cubicBezTo>
                  <a:pt x="600917" y="129718"/>
                  <a:pt x="603098" y="128681"/>
                  <a:pt x="604757" y="127388"/>
                </a:cubicBezTo>
                <a:cubicBezTo>
                  <a:pt x="606417" y="126095"/>
                  <a:pt x="607608" y="124613"/>
                  <a:pt x="608330" y="122942"/>
                </a:cubicBezTo>
                <a:cubicBezTo>
                  <a:pt x="609053" y="121273"/>
                  <a:pt x="609414" y="119522"/>
                  <a:pt x="609414" y="117691"/>
                </a:cubicBezTo>
                <a:close/>
                <a:moveTo>
                  <a:pt x="697996" y="110395"/>
                </a:moveTo>
                <a:cubicBezTo>
                  <a:pt x="697996" y="110823"/>
                  <a:pt x="697902" y="111184"/>
                  <a:pt x="697715" y="111478"/>
                </a:cubicBezTo>
                <a:cubicBezTo>
                  <a:pt x="697527" y="111773"/>
                  <a:pt x="697193" y="112027"/>
                  <a:pt x="696711" y="112241"/>
                </a:cubicBezTo>
                <a:cubicBezTo>
                  <a:pt x="696229" y="112455"/>
                  <a:pt x="695600" y="112616"/>
                  <a:pt x="694824" y="112723"/>
                </a:cubicBezTo>
                <a:cubicBezTo>
                  <a:pt x="694048" y="112830"/>
                  <a:pt x="693098" y="112883"/>
                  <a:pt x="691974" y="112883"/>
                </a:cubicBezTo>
                <a:cubicBezTo>
                  <a:pt x="690743" y="112883"/>
                  <a:pt x="689739" y="112830"/>
                  <a:pt x="688963" y="112723"/>
                </a:cubicBezTo>
                <a:cubicBezTo>
                  <a:pt x="688187" y="112616"/>
                  <a:pt x="687572" y="112455"/>
                  <a:pt x="687117" y="112241"/>
                </a:cubicBezTo>
                <a:cubicBezTo>
                  <a:pt x="686662" y="112027"/>
                  <a:pt x="686354" y="111773"/>
                  <a:pt x="686193" y="111478"/>
                </a:cubicBezTo>
                <a:cubicBezTo>
                  <a:pt x="686033" y="111184"/>
                  <a:pt x="685953" y="110823"/>
                  <a:pt x="685953" y="110395"/>
                </a:cubicBezTo>
                <a:lnTo>
                  <a:pt x="685953" y="100840"/>
                </a:lnTo>
                <a:cubicBezTo>
                  <a:pt x="681831" y="105418"/>
                  <a:pt x="677763" y="108758"/>
                  <a:pt x="673749" y="110859"/>
                </a:cubicBezTo>
                <a:cubicBezTo>
                  <a:pt x="669735" y="112958"/>
                  <a:pt x="665667" y="114007"/>
                  <a:pt x="661545" y="114007"/>
                </a:cubicBezTo>
                <a:cubicBezTo>
                  <a:pt x="656728" y="114007"/>
                  <a:pt x="652674" y="113204"/>
                  <a:pt x="649382" y="111596"/>
                </a:cubicBezTo>
                <a:cubicBezTo>
                  <a:pt x="646090" y="109989"/>
                  <a:pt x="643427" y="107806"/>
                  <a:pt x="641393" y="105048"/>
                </a:cubicBezTo>
                <a:cubicBezTo>
                  <a:pt x="639359" y="102288"/>
                  <a:pt x="637901" y="99073"/>
                  <a:pt x="637018" y="95403"/>
                </a:cubicBezTo>
                <a:cubicBezTo>
                  <a:pt x="636134" y="91732"/>
                  <a:pt x="635693" y="87271"/>
                  <a:pt x="635693" y="82021"/>
                </a:cubicBezTo>
                <a:lnTo>
                  <a:pt x="635693" y="38139"/>
                </a:lnTo>
                <a:cubicBezTo>
                  <a:pt x="635693" y="37711"/>
                  <a:pt x="635787" y="37349"/>
                  <a:pt x="635974" y="37055"/>
                </a:cubicBezTo>
                <a:cubicBezTo>
                  <a:pt x="636161" y="36759"/>
                  <a:pt x="636523" y="36490"/>
                  <a:pt x="637058" y="36250"/>
                </a:cubicBezTo>
                <a:cubicBezTo>
                  <a:pt x="637593" y="36009"/>
                  <a:pt x="638289" y="35848"/>
                  <a:pt x="639145" y="35768"/>
                </a:cubicBezTo>
                <a:cubicBezTo>
                  <a:pt x="640002" y="35688"/>
                  <a:pt x="641072" y="35647"/>
                  <a:pt x="642357" y="35647"/>
                </a:cubicBezTo>
                <a:cubicBezTo>
                  <a:pt x="643641" y="35647"/>
                  <a:pt x="644712" y="35688"/>
                  <a:pt x="645568" y="35768"/>
                </a:cubicBezTo>
                <a:cubicBezTo>
                  <a:pt x="646425" y="35848"/>
                  <a:pt x="647107" y="36009"/>
                  <a:pt x="647616" y="36250"/>
                </a:cubicBezTo>
                <a:cubicBezTo>
                  <a:pt x="648124" y="36490"/>
                  <a:pt x="648485" y="36759"/>
                  <a:pt x="648699" y="37055"/>
                </a:cubicBezTo>
                <a:cubicBezTo>
                  <a:pt x="648913" y="37349"/>
                  <a:pt x="649021" y="37711"/>
                  <a:pt x="649021" y="38139"/>
                </a:cubicBezTo>
                <a:lnTo>
                  <a:pt x="649021" y="80259"/>
                </a:lnTo>
                <a:cubicBezTo>
                  <a:pt x="649021" y="84493"/>
                  <a:pt x="649328" y="87882"/>
                  <a:pt x="649944" y="90428"/>
                </a:cubicBezTo>
                <a:cubicBezTo>
                  <a:pt x="650559" y="92974"/>
                  <a:pt x="651496" y="95145"/>
                  <a:pt x="652754" y="96941"/>
                </a:cubicBezTo>
                <a:cubicBezTo>
                  <a:pt x="654012" y="98736"/>
                  <a:pt x="655604" y="100130"/>
                  <a:pt x="657531" y="101121"/>
                </a:cubicBezTo>
                <a:cubicBezTo>
                  <a:pt x="659458" y="102112"/>
                  <a:pt x="661706" y="102607"/>
                  <a:pt x="664275" y="102607"/>
                </a:cubicBezTo>
                <a:cubicBezTo>
                  <a:pt x="667594" y="102607"/>
                  <a:pt x="670899" y="101422"/>
                  <a:pt x="674190" y="99054"/>
                </a:cubicBezTo>
                <a:cubicBezTo>
                  <a:pt x="677482" y="96686"/>
                  <a:pt x="680975" y="93213"/>
                  <a:pt x="684668" y="88637"/>
                </a:cubicBezTo>
                <a:lnTo>
                  <a:pt x="684668" y="38136"/>
                </a:lnTo>
                <a:cubicBezTo>
                  <a:pt x="684668" y="37708"/>
                  <a:pt x="684762" y="37347"/>
                  <a:pt x="684949" y="37052"/>
                </a:cubicBezTo>
                <a:cubicBezTo>
                  <a:pt x="685136" y="36758"/>
                  <a:pt x="685498" y="36490"/>
                  <a:pt x="686033" y="36250"/>
                </a:cubicBezTo>
                <a:cubicBezTo>
                  <a:pt x="686568" y="36009"/>
                  <a:pt x="687250" y="35848"/>
                  <a:pt x="688080" y="35768"/>
                </a:cubicBezTo>
                <a:cubicBezTo>
                  <a:pt x="688910" y="35688"/>
                  <a:pt x="689994" y="35647"/>
                  <a:pt x="691332" y="35647"/>
                </a:cubicBezTo>
                <a:cubicBezTo>
                  <a:pt x="692616" y="35647"/>
                  <a:pt x="693687" y="35688"/>
                  <a:pt x="694543" y="35768"/>
                </a:cubicBezTo>
                <a:cubicBezTo>
                  <a:pt x="695400" y="35848"/>
                  <a:pt x="696069" y="36009"/>
                  <a:pt x="696550" y="36250"/>
                </a:cubicBezTo>
                <a:cubicBezTo>
                  <a:pt x="697032" y="36490"/>
                  <a:pt x="697393" y="36758"/>
                  <a:pt x="697634" y="37052"/>
                </a:cubicBezTo>
                <a:cubicBezTo>
                  <a:pt x="697875" y="37347"/>
                  <a:pt x="697996" y="37708"/>
                  <a:pt x="697996" y="38136"/>
                </a:cubicBezTo>
                <a:lnTo>
                  <a:pt x="697996" y="110395"/>
                </a:lnTo>
                <a:close/>
                <a:moveTo>
                  <a:pt x="734515" y="110392"/>
                </a:moveTo>
                <a:cubicBezTo>
                  <a:pt x="734515" y="110820"/>
                  <a:pt x="734408" y="111182"/>
                  <a:pt x="734194" y="111478"/>
                </a:cubicBezTo>
                <a:cubicBezTo>
                  <a:pt x="733980" y="111773"/>
                  <a:pt x="733632" y="112027"/>
                  <a:pt x="733150" y="112241"/>
                </a:cubicBezTo>
                <a:cubicBezTo>
                  <a:pt x="732669" y="112455"/>
                  <a:pt x="732000" y="112616"/>
                  <a:pt x="731143" y="112723"/>
                </a:cubicBezTo>
                <a:cubicBezTo>
                  <a:pt x="730287" y="112830"/>
                  <a:pt x="729190" y="112883"/>
                  <a:pt x="727851" y="112883"/>
                </a:cubicBezTo>
                <a:cubicBezTo>
                  <a:pt x="726567" y="112883"/>
                  <a:pt x="725496" y="112830"/>
                  <a:pt x="724640" y="112723"/>
                </a:cubicBezTo>
                <a:cubicBezTo>
                  <a:pt x="723784" y="112616"/>
                  <a:pt x="723101" y="112455"/>
                  <a:pt x="722593" y="112241"/>
                </a:cubicBezTo>
                <a:cubicBezTo>
                  <a:pt x="722084" y="112027"/>
                  <a:pt x="721736" y="111773"/>
                  <a:pt x="721549" y="111478"/>
                </a:cubicBezTo>
                <a:cubicBezTo>
                  <a:pt x="721362" y="111182"/>
                  <a:pt x="721268" y="110820"/>
                  <a:pt x="721268" y="110392"/>
                </a:cubicBezTo>
                <a:lnTo>
                  <a:pt x="721268" y="3053"/>
                </a:lnTo>
                <a:cubicBezTo>
                  <a:pt x="721268" y="2625"/>
                  <a:pt x="721362" y="2251"/>
                  <a:pt x="721549" y="1929"/>
                </a:cubicBezTo>
                <a:cubicBezTo>
                  <a:pt x="721736" y="1607"/>
                  <a:pt x="722084" y="1338"/>
                  <a:pt x="722593" y="1124"/>
                </a:cubicBezTo>
                <a:cubicBezTo>
                  <a:pt x="723101" y="910"/>
                  <a:pt x="723784" y="749"/>
                  <a:pt x="724640" y="642"/>
                </a:cubicBezTo>
                <a:cubicBezTo>
                  <a:pt x="725496" y="535"/>
                  <a:pt x="726567" y="482"/>
                  <a:pt x="727851" y="482"/>
                </a:cubicBezTo>
                <a:cubicBezTo>
                  <a:pt x="729190" y="482"/>
                  <a:pt x="730287" y="535"/>
                  <a:pt x="731143" y="642"/>
                </a:cubicBezTo>
                <a:cubicBezTo>
                  <a:pt x="732000" y="749"/>
                  <a:pt x="732669" y="910"/>
                  <a:pt x="733150" y="1124"/>
                </a:cubicBezTo>
                <a:cubicBezTo>
                  <a:pt x="733632" y="1338"/>
                  <a:pt x="733980" y="1607"/>
                  <a:pt x="734194" y="1929"/>
                </a:cubicBezTo>
                <a:cubicBezTo>
                  <a:pt x="734408" y="2251"/>
                  <a:pt x="734515" y="2625"/>
                  <a:pt x="734515" y="3053"/>
                </a:cubicBezTo>
                <a:lnTo>
                  <a:pt x="734515" y="110392"/>
                </a:lnTo>
                <a:close/>
                <a:moveTo>
                  <a:pt x="812205" y="110475"/>
                </a:moveTo>
                <a:cubicBezTo>
                  <a:pt x="812205" y="111117"/>
                  <a:pt x="811991" y="111599"/>
                  <a:pt x="811563" y="111920"/>
                </a:cubicBezTo>
                <a:cubicBezTo>
                  <a:pt x="811135" y="112241"/>
                  <a:pt x="810546" y="112482"/>
                  <a:pt x="809797" y="112643"/>
                </a:cubicBezTo>
                <a:cubicBezTo>
                  <a:pt x="809047" y="112803"/>
                  <a:pt x="807950" y="112883"/>
                  <a:pt x="806505" y="112883"/>
                </a:cubicBezTo>
                <a:cubicBezTo>
                  <a:pt x="805113" y="112883"/>
                  <a:pt x="804003" y="112803"/>
                  <a:pt x="803173" y="112643"/>
                </a:cubicBezTo>
                <a:cubicBezTo>
                  <a:pt x="802344" y="112482"/>
                  <a:pt x="801741" y="112241"/>
                  <a:pt x="801367" y="111920"/>
                </a:cubicBezTo>
                <a:cubicBezTo>
                  <a:pt x="800992" y="111599"/>
                  <a:pt x="800805" y="111117"/>
                  <a:pt x="800805" y="110475"/>
                </a:cubicBezTo>
                <a:lnTo>
                  <a:pt x="800805" y="103249"/>
                </a:lnTo>
                <a:cubicBezTo>
                  <a:pt x="797647" y="106621"/>
                  <a:pt x="794127" y="109257"/>
                  <a:pt x="790247" y="111157"/>
                </a:cubicBezTo>
                <a:cubicBezTo>
                  <a:pt x="786366" y="113057"/>
                  <a:pt x="782258" y="114007"/>
                  <a:pt x="777923" y="114007"/>
                </a:cubicBezTo>
                <a:cubicBezTo>
                  <a:pt x="774123" y="114007"/>
                  <a:pt x="770684" y="113511"/>
                  <a:pt x="767606" y="112517"/>
                </a:cubicBezTo>
                <a:cubicBezTo>
                  <a:pt x="764528" y="111524"/>
                  <a:pt x="761906" y="110087"/>
                  <a:pt x="759738" y="108207"/>
                </a:cubicBezTo>
                <a:cubicBezTo>
                  <a:pt x="757570" y="106327"/>
                  <a:pt x="755884" y="104018"/>
                  <a:pt x="754680" y="101279"/>
                </a:cubicBezTo>
                <a:cubicBezTo>
                  <a:pt x="753476" y="98540"/>
                  <a:pt x="752873" y="95424"/>
                  <a:pt x="752873" y="91931"/>
                </a:cubicBezTo>
                <a:cubicBezTo>
                  <a:pt x="752873" y="87850"/>
                  <a:pt x="753703" y="84305"/>
                  <a:pt x="755362" y="81298"/>
                </a:cubicBezTo>
                <a:cubicBezTo>
                  <a:pt x="757022" y="78289"/>
                  <a:pt x="759403" y="75791"/>
                  <a:pt x="762508" y="73804"/>
                </a:cubicBezTo>
                <a:cubicBezTo>
                  <a:pt x="765612" y="71817"/>
                  <a:pt x="769412" y="70326"/>
                  <a:pt x="773909" y="69333"/>
                </a:cubicBezTo>
                <a:cubicBezTo>
                  <a:pt x="778405" y="68339"/>
                  <a:pt x="783463" y="67842"/>
                  <a:pt x="789083" y="67842"/>
                </a:cubicBezTo>
                <a:lnTo>
                  <a:pt x="799038" y="67842"/>
                </a:lnTo>
                <a:lnTo>
                  <a:pt x="799038" y="62242"/>
                </a:lnTo>
                <a:cubicBezTo>
                  <a:pt x="799038" y="59469"/>
                  <a:pt x="798744" y="57016"/>
                  <a:pt x="798155" y="54884"/>
                </a:cubicBezTo>
                <a:cubicBezTo>
                  <a:pt x="797566" y="52749"/>
                  <a:pt x="796616" y="50976"/>
                  <a:pt x="795305" y="49562"/>
                </a:cubicBezTo>
                <a:cubicBezTo>
                  <a:pt x="793994" y="48149"/>
                  <a:pt x="792294" y="47082"/>
                  <a:pt x="790207" y="46363"/>
                </a:cubicBezTo>
                <a:cubicBezTo>
                  <a:pt x="788119" y="45642"/>
                  <a:pt x="785550" y="45282"/>
                  <a:pt x="782499" y="45282"/>
                </a:cubicBezTo>
                <a:cubicBezTo>
                  <a:pt x="779234" y="45282"/>
                  <a:pt x="776304" y="45666"/>
                  <a:pt x="773708" y="46433"/>
                </a:cubicBezTo>
                <a:cubicBezTo>
                  <a:pt x="771112" y="47201"/>
                  <a:pt x="768837" y="48048"/>
                  <a:pt x="766883" y="48975"/>
                </a:cubicBezTo>
                <a:cubicBezTo>
                  <a:pt x="764930" y="49902"/>
                  <a:pt x="763297" y="50749"/>
                  <a:pt x="761986" y="51517"/>
                </a:cubicBezTo>
                <a:cubicBezTo>
                  <a:pt x="760675" y="52284"/>
                  <a:pt x="759698" y="52668"/>
                  <a:pt x="759055" y="52668"/>
                </a:cubicBezTo>
                <a:cubicBezTo>
                  <a:pt x="758627" y="52668"/>
                  <a:pt x="758253" y="52561"/>
                  <a:pt x="757931" y="52347"/>
                </a:cubicBezTo>
                <a:cubicBezTo>
                  <a:pt x="757610" y="52133"/>
                  <a:pt x="757329" y="51812"/>
                  <a:pt x="757088" y="51384"/>
                </a:cubicBezTo>
                <a:cubicBezTo>
                  <a:pt x="756848" y="50955"/>
                  <a:pt x="756674" y="50407"/>
                  <a:pt x="756567" y="49738"/>
                </a:cubicBezTo>
                <a:cubicBezTo>
                  <a:pt x="756460" y="49069"/>
                  <a:pt x="756406" y="48333"/>
                  <a:pt x="756406" y="47530"/>
                </a:cubicBezTo>
                <a:cubicBezTo>
                  <a:pt x="756406" y="46192"/>
                  <a:pt x="756500" y="45135"/>
                  <a:pt x="756687" y="44359"/>
                </a:cubicBezTo>
                <a:cubicBezTo>
                  <a:pt x="756874" y="43582"/>
                  <a:pt x="757329" y="42846"/>
                  <a:pt x="758052" y="42151"/>
                </a:cubicBezTo>
                <a:cubicBezTo>
                  <a:pt x="758774" y="41455"/>
                  <a:pt x="760019" y="40644"/>
                  <a:pt x="761785" y="39719"/>
                </a:cubicBezTo>
                <a:cubicBezTo>
                  <a:pt x="763552" y="38793"/>
                  <a:pt x="765585" y="37946"/>
                  <a:pt x="767887" y="37180"/>
                </a:cubicBezTo>
                <a:cubicBezTo>
                  <a:pt x="770189" y="36414"/>
                  <a:pt x="772704" y="35780"/>
                  <a:pt x="775434" y="35279"/>
                </a:cubicBezTo>
                <a:cubicBezTo>
                  <a:pt x="778164" y="34775"/>
                  <a:pt x="780920" y="34523"/>
                  <a:pt x="783704" y="34523"/>
                </a:cubicBezTo>
                <a:cubicBezTo>
                  <a:pt x="788895" y="34523"/>
                  <a:pt x="793311" y="35112"/>
                  <a:pt x="796951" y="36290"/>
                </a:cubicBezTo>
                <a:cubicBezTo>
                  <a:pt x="800591" y="37467"/>
                  <a:pt x="803534" y="39193"/>
                  <a:pt x="805782" y="41468"/>
                </a:cubicBezTo>
                <a:cubicBezTo>
                  <a:pt x="808031" y="43743"/>
                  <a:pt x="809663" y="46566"/>
                  <a:pt x="810680" y="49938"/>
                </a:cubicBezTo>
                <a:cubicBezTo>
                  <a:pt x="811697" y="53311"/>
                  <a:pt x="812205" y="57245"/>
                  <a:pt x="812205" y="61741"/>
                </a:cubicBezTo>
                <a:lnTo>
                  <a:pt x="812205" y="110475"/>
                </a:lnTo>
                <a:moveTo>
                  <a:pt x="799038" y="77397"/>
                </a:moveTo>
                <a:lnTo>
                  <a:pt x="787718" y="77397"/>
                </a:lnTo>
                <a:cubicBezTo>
                  <a:pt x="784078" y="77397"/>
                  <a:pt x="780920" y="77707"/>
                  <a:pt x="778244" y="78327"/>
                </a:cubicBezTo>
                <a:cubicBezTo>
                  <a:pt x="775568" y="78946"/>
                  <a:pt x="773347" y="79861"/>
                  <a:pt x="771580" y="81072"/>
                </a:cubicBezTo>
                <a:cubicBezTo>
                  <a:pt x="769814" y="82283"/>
                  <a:pt x="768516" y="83738"/>
                  <a:pt x="767686" y="85435"/>
                </a:cubicBezTo>
                <a:cubicBezTo>
                  <a:pt x="766857" y="87131"/>
                  <a:pt x="766442" y="89083"/>
                  <a:pt x="766442" y="91291"/>
                </a:cubicBezTo>
                <a:cubicBezTo>
                  <a:pt x="766442" y="95061"/>
                  <a:pt x="767633" y="98064"/>
                  <a:pt x="770015" y="100298"/>
                </a:cubicBezTo>
                <a:cubicBezTo>
                  <a:pt x="772396" y="102533"/>
                  <a:pt x="775728" y="103650"/>
                  <a:pt x="780010" y="103650"/>
                </a:cubicBezTo>
                <a:cubicBezTo>
                  <a:pt x="783489" y="103650"/>
                  <a:pt x="786714" y="102762"/>
                  <a:pt x="789685" y="100986"/>
                </a:cubicBezTo>
                <a:cubicBezTo>
                  <a:pt x="792656" y="99208"/>
                  <a:pt x="795773" y="96488"/>
                  <a:pt x="799038" y="92827"/>
                </a:cubicBezTo>
                <a:lnTo>
                  <a:pt x="799038" y="77397"/>
                </a:lnTo>
                <a:close/>
                <a:moveTo>
                  <a:pt x="878763" y="42873"/>
                </a:moveTo>
                <a:cubicBezTo>
                  <a:pt x="878763" y="44051"/>
                  <a:pt x="878736" y="45041"/>
                  <a:pt x="878682" y="45844"/>
                </a:cubicBezTo>
                <a:cubicBezTo>
                  <a:pt x="878629" y="46647"/>
                  <a:pt x="878522" y="47276"/>
                  <a:pt x="878361" y="47731"/>
                </a:cubicBezTo>
                <a:cubicBezTo>
                  <a:pt x="878201" y="48186"/>
                  <a:pt x="878000" y="48533"/>
                  <a:pt x="877759" y="48774"/>
                </a:cubicBezTo>
                <a:cubicBezTo>
                  <a:pt x="877518" y="49015"/>
                  <a:pt x="877184" y="49136"/>
                  <a:pt x="876755" y="49136"/>
                </a:cubicBezTo>
                <a:cubicBezTo>
                  <a:pt x="876327" y="49136"/>
                  <a:pt x="875805" y="49015"/>
                  <a:pt x="875190" y="48774"/>
                </a:cubicBezTo>
                <a:cubicBezTo>
                  <a:pt x="874574" y="48533"/>
                  <a:pt x="873878" y="48293"/>
                  <a:pt x="873102" y="48052"/>
                </a:cubicBezTo>
                <a:cubicBezTo>
                  <a:pt x="872326" y="47811"/>
                  <a:pt x="871456" y="47583"/>
                  <a:pt x="870493" y="47369"/>
                </a:cubicBezTo>
                <a:cubicBezTo>
                  <a:pt x="869530" y="47155"/>
                  <a:pt x="868486" y="47048"/>
                  <a:pt x="867362" y="47048"/>
                </a:cubicBezTo>
                <a:cubicBezTo>
                  <a:pt x="866024" y="47048"/>
                  <a:pt x="864712" y="47316"/>
                  <a:pt x="863428" y="47851"/>
                </a:cubicBezTo>
                <a:cubicBezTo>
                  <a:pt x="862143" y="48386"/>
                  <a:pt x="860792" y="49269"/>
                  <a:pt x="859373" y="50500"/>
                </a:cubicBezTo>
                <a:cubicBezTo>
                  <a:pt x="857955" y="51732"/>
                  <a:pt x="856470" y="53364"/>
                  <a:pt x="854917" y="55398"/>
                </a:cubicBezTo>
                <a:cubicBezTo>
                  <a:pt x="853365" y="57432"/>
                  <a:pt x="851652" y="59921"/>
                  <a:pt x="849779" y="62865"/>
                </a:cubicBezTo>
                <a:lnTo>
                  <a:pt x="849779" y="110395"/>
                </a:lnTo>
                <a:cubicBezTo>
                  <a:pt x="849779" y="110823"/>
                  <a:pt x="849672" y="111184"/>
                  <a:pt x="849458" y="111478"/>
                </a:cubicBezTo>
                <a:cubicBezTo>
                  <a:pt x="849244" y="111773"/>
                  <a:pt x="848896" y="112027"/>
                  <a:pt x="848414" y="112241"/>
                </a:cubicBezTo>
                <a:cubicBezTo>
                  <a:pt x="847932" y="112455"/>
                  <a:pt x="847263" y="112616"/>
                  <a:pt x="846407" y="112723"/>
                </a:cubicBezTo>
                <a:cubicBezTo>
                  <a:pt x="845551" y="112830"/>
                  <a:pt x="844453" y="112883"/>
                  <a:pt x="843115" y="112883"/>
                </a:cubicBezTo>
                <a:cubicBezTo>
                  <a:pt x="841831" y="112883"/>
                  <a:pt x="840760" y="112830"/>
                  <a:pt x="839904" y="112723"/>
                </a:cubicBezTo>
                <a:cubicBezTo>
                  <a:pt x="839047" y="112616"/>
                  <a:pt x="838365" y="112455"/>
                  <a:pt x="837856" y="112241"/>
                </a:cubicBezTo>
                <a:cubicBezTo>
                  <a:pt x="837348" y="112027"/>
                  <a:pt x="837000" y="111773"/>
                  <a:pt x="836813" y="111478"/>
                </a:cubicBezTo>
                <a:cubicBezTo>
                  <a:pt x="836625" y="111184"/>
                  <a:pt x="836532" y="110823"/>
                  <a:pt x="836532" y="110395"/>
                </a:cubicBezTo>
                <a:lnTo>
                  <a:pt x="836532" y="38136"/>
                </a:lnTo>
                <a:cubicBezTo>
                  <a:pt x="836532" y="37708"/>
                  <a:pt x="836612" y="37347"/>
                  <a:pt x="836773" y="37052"/>
                </a:cubicBezTo>
                <a:cubicBezTo>
                  <a:pt x="836933" y="36758"/>
                  <a:pt x="837254" y="36490"/>
                  <a:pt x="837736" y="36250"/>
                </a:cubicBezTo>
                <a:cubicBezTo>
                  <a:pt x="838218" y="36009"/>
                  <a:pt x="838833" y="35848"/>
                  <a:pt x="839583" y="35768"/>
                </a:cubicBezTo>
                <a:cubicBezTo>
                  <a:pt x="840332" y="35688"/>
                  <a:pt x="841322" y="35647"/>
                  <a:pt x="842553" y="35647"/>
                </a:cubicBezTo>
                <a:cubicBezTo>
                  <a:pt x="843731" y="35647"/>
                  <a:pt x="844708" y="35688"/>
                  <a:pt x="845484" y="35768"/>
                </a:cubicBezTo>
                <a:cubicBezTo>
                  <a:pt x="846260" y="35848"/>
                  <a:pt x="846862" y="36009"/>
                  <a:pt x="847290" y="36250"/>
                </a:cubicBezTo>
                <a:cubicBezTo>
                  <a:pt x="847718" y="36490"/>
                  <a:pt x="848026" y="36758"/>
                  <a:pt x="848213" y="37052"/>
                </a:cubicBezTo>
                <a:cubicBezTo>
                  <a:pt x="848401" y="37347"/>
                  <a:pt x="848494" y="37708"/>
                  <a:pt x="848494" y="38136"/>
                </a:cubicBezTo>
                <a:lnTo>
                  <a:pt x="848494" y="48654"/>
                </a:lnTo>
                <a:cubicBezTo>
                  <a:pt x="850475" y="45764"/>
                  <a:pt x="852335" y="43408"/>
                  <a:pt x="854074" y="41589"/>
                </a:cubicBezTo>
                <a:cubicBezTo>
                  <a:pt x="855814" y="39769"/>
                  <a:pt x="857460" y="38337"/>
                  <a:pt x="859012" y="37293"/>
                </a:cubicBezTo>
                <a:cubicBezTo>
                  <a:pt x="860564" y="36250"/>
                  <a:pt x="862103" y="35527"/>
                  <a:pt x="863629" y="35126"/>
                </a:cubicBezTo>
                <a:cubicBezTo>
                  <a:pt x="865154" y="34724"/>
                  <a:pt x="866693" y="34523"/>
                  <a:pt x="868245" y="34523"/>
                </a:cubicBezTo>
                <a:cubicBezTo>
                  <a:pt x="868941" y="34523"/>
                  <a:pt x="869730" y="34564"/>
                  <a:pt x="870613" y="34644"/>
                </a:cubicBezTo>
                <a:cubicBezTo>
                  <a:pt x="871497" y="34724"/>
                  <a:pt x="872420" y="34871"/>
                  <a:pt x="873383" y="35085"/>
                </a:cubicBezTo>
                <a:cubicBezTo>
                  <a:pt x="874347" y="35299"/>
                  <a:pt x="875217" y="35540"/>
                  <a:pt x="875993" y="35808"/>
                </a:cubicBezTo>
                <a:cubicBezTo>
                  <a:pt x="876769" y="36076"/>
                  <a:pt x="877317" y="36343"/>
                  <a:pt x="877639" y="36611"/>
                </a:cubicBezTo>
                <a:cubicBezTo>
                  <a:pt x="877960" y="36878"/>
                  <a:pt x="878174" y="37133"/>
                  <a:pt x="878281" y="37374"/>
                </a:cubicBezTo>
                <a:cubicBezTo>
                  <a:pt x="878388" y="37614"/>
                  <a:pt x="878482" y="37922"/>
                  <a:pt x="878562" y="38297"/>
                </a:cubicBezTo>
                <a:cubicBezTo>
                  <a:pt x="878642" y="38672"/>
                  <a:pt x="878696" y="39220"/>
                  <a:pt x="878722" y="39943"/>
                </a:cubicBezTo>
                <a:cubicBezTo>
                  <a:pt x="878749" y="40665"/>
                  <a:pt x="878763" y="41642"/>
                  <a:pt x="878763" y="42873"/>
                </a:cubicBezTo>
                <a:close/>
                <a:moveTo>
                  <a:pt x="973480" y="90782"/>
                </a:moveTo>
                <a:cubicBezTo>
                  <a:pt x="973480" y="94478"/>
                  <a:pt x="972798" y="97774"/>
                  <a:pt x="971433" y="100667"/>
                </a:cubicBezTo>
                <a:cubicBezTo>
                  <a:pt x="970068" y="103559"/>
                  <a:pt x="968128" y="105997"/>
                  <a:pt x="965612" y="107981"/>
                </a:cubicBezTo>
                <a:cubicBezTo>
                  <a:pt x="963096" y="109963"/>
                  <a:pt x="960099" y="111463"/>
                  <a:pt x="956620" y="112479"/>
                </a:cubicBezTo>
                <a:cubicBezTo>
                  <a:pt x="953141" y="113498"/>
                  <a:pt x="949314" y="114007"/>
                  <a:pt x="945139" y="114007"/>
                </a:cubicBezTo>
                <a:cubicBezTo>
                  <a:pt x="942570" y="114007"/>
                  <a:pt x="940121" y="113807"/>
                  <a:pt x="937793" y="113405"/>
                </a:cubicBezTo>
                <a:cubicBezTo>
                  <a:pt x="935464" y="113004"/>
                  <a:pt x="933377" y="112495"/>
                  <a:pt x="931530" y="111880"/>
                </a:cubicBezTo>
                <a:cubicBezTo>
                  <a:pt x="929684" y="111264"/>
                  <a:pt x="928118" y="110622"/>
                  <a:pt x="926833" y="109953"/>
                </a:cubicBezTo>
                <a:cubicBezTo>
                  <a:pt x="925549" y="109284"/>
                  <a:pt x="924612" y="108682"/>
                  <a:pt x="924023" y="108146"/>
                </a:cubicBezTo>
                <a:cubicBezTo>
                  <a:pt x="923435" y="107611"/>
                  <a:pt x="923006" y="106862"/>
                  <a:pt x="922739" y="105898"/>
                </a:cubicBezTo>
                <a:cubicBezTo>
                  <a:pt x="922471" y="104935"/>
                  <a:pt x="922337" y="103624"/>
                  <a:pt x="922337" y="101964"/>
                </a:cubicBezTo>
                <a:cubicBezTo>
                  <a:pt x="922337" y="100947"/>
                  <a:pt x="922391" y="100091"/>
                  <a:pt x="922498" y="99395"/>
                </a:cubicBezTo>
                <a:cubicBezTo>
                  <a:pt x="922605" y="98699"/>
                  <a:pt x="922739" y="98137"/>
                  <a:pt x="922899" y="97709"/>
                </a:cubicBezTo>
                <a:cubicBezTo>
                  <a:pt x="923060" y="97281"/>
                  <a:pt x="923287" y="96973"/>
                  <a:pt x="923582" y="96786"/>
                </a:cubicBezTo>
                <a:cubicBezTo>
                  <a:pt x="923876" y="96599"/>
                  <a:pt x="924211" y="96505"/>
                  <a:pt x="924585" y="96505"/>
                </a:cubicBezTo>
                <a:cubicBezTo>
                  <a:pt x="925174" y="96505"/>
                  <a:pt x="926044" y="96866"/>
                  <a:pt x="927195" y="97589"/>
                </a:cubicBezTo>
                <a:cubicBezTo>
                  <a:pt x="928346" y="98311"/>
                  <a:pt x="929764" y="99101"/>
                  <a:pt x="931450" y="99957"/>
                </a:cubicBezTo>
                <a:cubicBezTo>
                  <a:pt x="933136" y="100814"/>
                  <a:pt x="935130" y="101603"/>
                  <a:pt x="937431" y="102326"/>
                </a:cubicBezTo>
                <a:cubicBezTo>
                  <a:pt x="939733" y="103048"/>
                  <a:pt x="942382" y="103410"/>
                  <a:pt x="945380" y="103410"/>
                </a:cubicBezTo>
                <a:cubicBezTo>
                  <a:pt x="947628" y="103410"/>
                  <a:pt x="949662" y="103169"/>
                  <a:pt x="951482" y="102687"/>
                </a:cubicBezTo>
                <a:cubicBezTo>
                  <a:pt x="953301" y="102204"/>
                  <a:pt x="954880" y="101493"/>
                  <a:pt x="956218" y="100554"/>
                </a:cubicBezTo>
                <a:cubicBezTo>
                  <a:pt x="957557" y="99616"/>
                  <a:pt x="958587" y="98423"/>
                  <a:pt x="959310" y="96974"/>
                </a:cubicBezTo>
                <a:cubicBezTo>
                  <a:pt x="960032" y="95526"/>
                  <a:pt x="960393" y="93809"/>
                  <a:pt x="960393" y="91826"/>
                </a:cubicBezTo>
                <a:cubicBezTo>
                  <a:pt x="960393" y="89790"/>
                  <a:pt x="959872" y="88076"/>
                  <a:pt x="958828" y="86682"/>
                </a:cubicBezTo>
                <a:cubicBezTo>
                  <a:pt x="957784" y="85289"/>
                  <a:pt x="956406" y="84057"/>
                  <a:pt x="954693" y="82987"/>
                </a:cubicBezTo>
                <a:cubicBezTo>
                  <a:pt x="952980" y="81914"/>
                  <a:pt x="951053" y="80964"/>
                  <a:pt x="948912" y="80134"/>
                </a:cubicBezTo>
                <a:cubicBezTo>
                  <a:pt x="946771" y="79303"/>
                  <a:pt x="944564" y="78432"/>
                  <a:pt x="942289" y="77522"/>
                </a:cubicBezTo>
                <a:cubicBezTo>
                  <a:pt x="940014" y="76610"/>
                  <a:pt x="937793" y="75578"/>
                  <a:pt x="935625" y="74426"/>
                </a:cubicBezTo>
                <a:cubicBezTo>
                  <a:pt x="933457" y="73274"/>
                  <a:pt x="931517" y="71867"/>
                  <a:pt x="929804" y="70206"/>
                </a:cubicBezTo>
                <a:cubicBezTo>
                  <a:pt x="928091" y="68545"/>
                  <a:pt x="926713" y="66563"/>
                  <a:pt x="925669" y="64260"/>
                </a:cubicBezTo>
                <a:cubicBezTo>
                  <a:pt x="924626" y="61956"/>
                  <a:pt x="924104" y="59197"/>
                  <a:pt x="924104" y="55983"/>
                </a:cubicBezTo>
                <a:cubicBezTo>
                  <a:pt x="924104" y="53142"/>
                  <a:pt x="924652" y="50424"/>
                  <a:pt x="925750" y="47826"/>
                </a:cubicBezTo>
                <a:cubicBezTo>
                  <a:pt x="926847" y="45227"/>
                  <a:pt x="928493" y="42949"/>
                  <a:pt x="930687" y="40994"/>
                </a:cubicBezTo>
                <a:cubicBezTo>
                  <a:pt x="932882" y="39037"/>
                  <a:pt x="935625" y="37470"/>
                  <a:pt x="938917" y="36292"/>
                </a:cubicBezTo>
                <a:cubicBezTo>
                  <a:pt x="942208" y="35113"/>
                  <a:pt x="946049" y="34523"/>
                  <a:pt x="950438" y="34523"/>
                </a:cubicBezTo>
                <a:cubicBezTo>
                  <a:pt x="952365" y="34523"/>
                  <a:pt x="954292" y="34686"/>
                  <a:pt x="956218" y="35013"/>
                </a:cubicBezTo>
                <a:cubicBezTo>
                  <a:pt x="958145" y="35339"/>
                  <a:pt x="959885" y="35746"/>
                  <a:pt x="961437" y="36234"/>
                </a:cubicBezTo>
                <a:cubicBezTo>
                  <a:pt x="962989" y="36723"/>
                  <a:pt x="964314" y="37252"/>
                  <a:pt x="965411" y="37823"/>
                </a:cubicBezTo>
                <a:cubicBezTo>
                  <a:pt x="966509" y="38393"/>
                  <a:pt x="967338" y="38896"/>
                  <a:pt x="967900" y="39331"/>
                </a:cubicBezTo>
                <a:cubicBezTo>
                  <a:pt x="968462" y="39765"/>
                  <a:pt x="968837" y="40143"/>
                  <a:pt x="969024" y="40465"/>
                </a:cubicBezTo>
                <a:cubicBezTo>
                  <a:pt x="969212" y="40786"/>
                  <a:pt x="969345" y="41147"/>
                  <a:pt x="969426" y="41548"/>
                </a:cubicBezTo>
                <a:cubicBezTo>
                  <a:pt x="969506" y="41950"/>
                  <a:pt x="969586" y="42445"/>
                  <a:pt x="969667" y="43034"/>
                </a:cubicBezTo>
                <a:cubicBezTo>
                  <a:pt x="969747" y="43623"/>
                  <a:pt x="969787" y="44345"/>
                  <a:pt x="969787" y="45202"/>
                </a:cubicBezTo>
                <a:cubicBezTo>
                  <a:pt x="969787" y="46111"/>
                  <a:pt x="969747" y="46901"/>
                  <a:pt x="969667" y="47570"/>
                </a:cubicBezTo>
                <a:cubicBezTo>
                  <a:pt x="969586" y="48239"/>
                  <a:pt x="969452" y="48788"/>
                  <a:pt x="969265" y="49216"/>
                </a:cubicBezTo>
                <a:cubicBezTo>
                  <a:pt x="969078" y="49644"/>
                  <a:pt x="968850" y="49952"/>
                  <a:pt x="968583" y="50139"/>
                </a:cubicBezTo>
                <a:cubicBezTo>
                  <a:pt x="968315" y="50327"/>
                  <a:pt x="968021" y="50420"/>
                  <a:pt x="967700" y="50420"/>
                </a:cubicBezTo>
                <a:cubicBezTo>
                  <a:pt x="967218" y="50420"/>
                  <a:pt x="966522" y="50122"/>
                  <a:pt x="965612" y="49524"/>
                </a:cubicBezTo>
                <a:cubicBezTo>
                  <a:pt x="964702" y="48927"/>
                  <a:pt x="963525" y="48289"/>
                  <a:pt x="962079" y="47610"/>
                </a:cubicBezTo>
                <a:cubicBezTo>
                  <a:pt x="960634" y="46931"/>
                  <a:pt x="958935" y="46293"/>
                  <a:pt x="956981" y="45696"/>
                </a:cubicBezTo>
                <a:cubicBezTo>
                  <a:pt x="955028" y="45099"/>
                  <a:pt x="952793" y="44800"/>
                  <a:pt x="950277" y="44800"/>
                </a:cubicBezTo>
                <a:cubicBezTo>
                  <a:pt x="948029" y="44800"/>
                  <a:pt x="946049" y="45055"/>
                  <a:pt x="944336" y="45565"/>
                </a:cubicBezTo>
                <a:cubicBezTo>
                  <a:pt x="942623" y="46074"/>
                  <a:pt x="941218" y="46797"/>
                  <a:pt x="940121" y="47736"/>
                </a:cubicBezTo>
                <a:cubicBezTo>
                  <a:pt x="939024" y="48674"/>
                  <a:pt x="938194" y="49787"/>
                  <a:pt x="937632" y="51075"/>
                </a:cubicBezTo>
                <a:cubicBezTo>
                  <a:pt x="937070" y="52361"/>
                  <a:pt x="936789" y="53755"/>
                  <a:pt x="936789" y="55257"/>
                </a:cubicBezTo>
                <a:cubicBezTo>
                  <a:pt x="936789" y="57347"/>
                  <a:pt x="937324" y="59101"/>
                  <a:pt x="938395" y="60521"/>
                </a:cubicBezTo>
                <a:cubicBezTo>
                  <a:pt x="939465" y="61941"/>
                  <a:pt x="940857" y="63187"/>
                  <a:pt x="942570" y="64260"/>
                </a:cubicBezTo>
                <a:cubicBezTo>
                  <a:pt x="944283" y="65330"/>
                  <a:pt x="946236" y="66294"/>
                  <a:pt x="948431" y="67152"/>
                </a:cubicBezTo>
                <a:cubicBezTo>
                  <a:pt x="950625" y="68009"/>
                  <a:pt x="952860" y="68893"/>
                  <a:pt x="955135" y="69804"/>
                </a:cubicBezTo>
                <a:cubicBezTo>
                  <a:pt x="957409" y="70714"/>
                  <a:pt x="959657" y="71732"/>
                  <a:pt x="961879" y="72858"/>
                </a:cubicBezTo>
                <a:cubicBezTo>
                  <a:pt x="964100" y="73984"/>
                  <a:pt x="966067" y="75350"/>
                  <a:pt x="967780" y="76958"/>
                </a:cubicBezTo>
                <a:cubicBezTo>
                  <a:pt x="969493" y="78565"/>
                  <a:pt x="970871" y="80494"/>
                  <a:pt x="971915" y="82746"/>
                </a:cubicBezTo>
                <a:cubicBezTo>
                  <a:pt x="972958" y="84995"/>
                  <a:pt x="973480" y="87674"/>
                  <a:pt x="973480" y="90782"/>
                </a:cubicBezTo>
                <a:close/>
                <a:moveTo>
                  <a:pt x="1062076" y="73503"/>
                </a:moveTo>
                <a:cubicBezTo>
                  <a:pt x="1062076" y="79395"/>
                  <a:pt x="1061300" y="84820"/>
                  <a:pt x="1059748" y="89776"/>
                </a:cubicBezTo>
                <a:cubicBezTo>
                  <a:pt x="1058195" y="94732"/>
                  <a:pt x="1055880" y="99005"/>
                  <a:pt x="1052803" y="102597"/>
                </a:cubicBezTo>
                <a:cubicBezTo>
                  <a:pt x="1049725" y="106186"/>
                  <a:pt x="1045871" y="108985"/>
                  <a:pt x="1041241" y="110994"/>
                </a:cubicBezTo>
                <a:cubicBezTo>
                  <a:pt x="1036611" y="113003"/>
                  <a:pt x="1031246" y="114007"/>
                  <a:pt x="1025144" y="114007"/>
                </a:cubicBezTo>
                <a:cubicBezTo>
                  <a:pt x="1019203" y="114007"/>
                  <a:pt x="1014024" y="113123"/>
                  <a:pt x="1009608" y="111355"/>
                </a:cubicBezTo>
                <a:cubicBezTo>
                  <a:pt x="1005193" y="109587"/>
                  <a:pt x="1001513" y="107016"/>
                  <a:pt x="998569" y="103640"/>
                </a:cubicBezTo>
                <a:cubicBezTo>
                  <a:pt x="995625" y="100265"/>
                  <a:pt x="993431" y="96166"/>
                  <a:pt x="991985" y="91344"/>
                </a:cubicBezTo>
                <a:cubicBezTo>
                  <a:pt x="990540" y="86522"/>
                  <a:pt x="989818" y="81056"/>
                  <a:pt x="989818" y="74948"/>
                </a:cubicBezTo>
                <a:cubicBezTo>
                  <a:pt x="989818" y="69055"/>
                  <a:pt x="990580" y="63631"/>
                  <a:pt x="992106" y="58675"/>
                </a:cubicBezTo>
                <a:cubicBezTo>
                  <a:pt x="993631" y="53719"/>
                  <a:pt x="995933" y="49446"/>
                  <a:pt x="999010" y="45856"/>
                </a:cubicBezTo>
                <a:cubicBezTo>
                  <a:pt x="1002088" y="42265"/>
                  <a:pt x="1005929" y="39479"/>
                  <a:pt x="1010532" y="37497"/>
                </a:cubicBezTo>
                <a:cubicBezTo>
                  <a:pt x="1015135" y="35514"/>
                  <a:pt x="1020514" y="34523"/>
                  <a:pt x="1026669" y="34523"/>
                </a:cubicBezTo>
                <a:cubicBezTo>
                  <a:pt x="1032611" y="34523"/>
                  <a:pt x="1037789" y="35407"/>
                  <a:pt x="1042205" y="37175"/>
                </a:cubicBezTo>
                <a:cubicBezTo>
                  <a:pt x="1046621" y="38943"/>
                  <a:pt x="1050300" y="41515"/>
                  <a:pt x="1053244" y="44890"/>
                </a:cubicBezTo>
                <a:cubicBezTo>
                  <a:pt x="1056188" y="48266"/>
                  <a:pt x="1058396" y="52365"/>
                  <a:pt x="1059868" y="57187"/>
                </a:cubicBezTo>
                <a:cubicBezTo>
                  <a:pt x="1061340" y="62009"/>
                  <a:pt x="1062076" y="67448"/>
                  <a:pt x="1062076" y="73503"/>
                </a:cubicBezTo>
                <a:moveTo>
                  <a:pt x="1048106" y="74386"/>
                </a:moveTo>
                <a:cubicBezTo>
                  <a:pt x="1048106" y="70474"/>
                  <a:pt x="1047745" y="66775"/>
                  <a:pt x="1047022" y="63291"/>
                </a:cubicBezTo>
                <a:cubicBezTo>
                  <a:pt x="1046299" y="59807"/>
                  <a:pt x="1045109" y="56752"/>
                  <a:pt x="1043449" y="54126"/>
                </a:cubicBezTo>
                <a:cubicBezTo>
                  <a:pt x="1041790" y="51500"/>
                  <a:pt x="1039542" y="49423"/>
                  <a:pt x="1036705" y="47896"/>
                </a:cubicBezTo>
                <a:cubicBezTo>
                  <a:pt x="1033868" y="46367"/>
                  <a:pt x="1030336" y="45603"/>
                  <a:pt x="1026107" y="45603"/>
                </a:cubicBezTo>
                <a:cubicBezTo>
                  <a:pt x="1022200" y="45603"/>
                  <a:pt x="1018841" y="46300"/>
                  <a:pt x="1016031" y="47693"/>
                </a:cubicBezTo>
                <a:cubicBezTo>
                  <a:pt x="1013221" y="49086"/>
                  <a:pt x="1010906" y="51057"/>
                  <a:pt x="1009086" y="53604"/>
                </a:cubicBezTo>
                <a:cubicBezTo>
                  <a:pt x="1007267" y="56150"/>
                  <a:pt x="1005915" y="59165"/>
                  <a:pt x="1005032" y="62649"/>
                </a:cubicBezTo>
                <a:cubicBezTo>
                  <a:pt x="1004149" y="66131"/>
                  <a:pt x="1003707" y="69937"/>
                  <a:pt x="1003707" y="74065"/>
                </a:cubicBezTo>
                <a:cubicBezTo>
                  <a:pt x="1003707" y="78031"/>
                  <a:pt x="1004069" y="81756"/>
                  <a:pt x="1004791" y="85240"/>
                </a:cubicBezTo>
                <a:cubicBezTo>
                  <a:pt x="1005514" y="88724"/>
                  <a:pt x="1006718" y="91765"/>
                  <a:pt x="1008404" y="94365"/>
                </a:cubicBezTo>
                <a:cubicBezTo>
                  <a:pt x="1010090" y="96964"/>
                  <a:pt x="1012351" y="99028"/>
                  <a:pt x="1015188" y="100557"/>
                </a:cubicBezTo>
                <a:cubicBezTo>
                  <a:pt x="1018025" y="102084"/>
                  <a:pt x="1021558" y="102848"/>
                  <a:pt x="1025786" y="102848"/>
                </a:cubicBezTo>
                <a:cubicBezTo>
                  <a:pt x="1029640" y="102848"/>
                  <a:pt x="1032985" y="102151"/>
                  <a:pt x="1035822" y="100758"/>
                </a:cubicBezTo>
                <a:cubicBezTo>
                  <a:pt x="1038659" y="99364"/>
                  <a:pt x="1040987" y="97408"/>
                  <a:pt x="1042807" y="94889"/>
                </a:cubicBezTo>
                <a:cubicBezTo>
                  <a:pt x="1044627" y="92368"/>
                  <a:pt x="1045965" y="89367"/>
                  <a:pt x="1046821" y="85884"/>
                </a:cubicBezTo>
                <a:cubicBezTo>
                  <a:pt x="1047678" y="82400"/>
                  <a:pt x="1048106" y="78567"/>
                  <a:pt x="1048106" y="74386"/>
                </a:cubicBezTo>
                <a:close/>
                <a:moveTo>
                  <a:pt x="1119631" y="8430"/>
                </a:moveTo>
                <a:cubicBezTo>
                  <a:pt x="1119631" y="9447"/>
                  <a:pt x="1119577" y="10263"/>
                  <a:pt x="1119470" y="10879"/>
                </a:cubicBezTo>
                <a:cubicBezTo>
                  <a:pt x="1119363" y="11494"/>
                  <a:pt x="1119243" y="11990"/>
                  <a:pt x="1119109" y="12364"/>
                </a:cubicBezTo>
                <a:cubicBezTo>
                  <a:pt x="1118975" y="12739"/>
                  <a:pt x="1118801" y="12993"/>
                  <a:pt x="1118587" y="13127"/>
                </a:cubicBezTo>
                <a:cubicBezTo>
                  <a:pt x="1118373" y="13261"/>
                  <a:pt x="1118105" y="13328"/>
                  <a:pt x="1117784" y="13328"/>
                </a:cubicBezTo>
                <a:cubicBezTo>
                  <a:pt x="1117409" y="13328"/>
                  <a:pt x="1116941" y="13207"/>
                  <a:pt x="1116379" y="12966"/>
                </a:cubicBezTo>
                <a:cubicBezTo>
                  <a:pt x="1115817" y="12725"/>
                  <a:pt x="1115135" y="12458"/>
                  <a:pt x="1114332" y="12163"/>
                </a:cubicBezTo>
                <a:cubicBezTo>
                  <a:pt x="1113529" y="11869"/>
                  <a:pt x="1112579" y="11601"/>
                  <a:pt x="1111481" y="11361"/>
                </a:cubicBezTo>
                <a:cubicBezTo>
                  <a:pt x="1110384" y="11120"/>
                  <a:pt x="1109113" y="10999"/>
                  <a:pt x="1107668" y="10999"/>
                </a:cubicBezTo>
                <a:cubicBezTo>
                  <a:pt x="1105687" y="10999"/>
                  <a:pt x="1104001" y="11320"/>
                  <a:pt x="1102610" y="11960"/>
                </a:cubicBezTo>
                <a:cubicBezTo>
                  <a:pt x="1101218" y="12601"/>
                  <a:pt x="1100094" y="13601"/>
                  <a:pt x="1099238" y="14961"/>
                </a:cubicBezTo>
                <a:cubicBezTo>
                  <a:pt x="1098381" y="16321"/>
                  <a:pt x="1097766" y="18081"/>
                  <a:pt x="1097391" y="20242"/>
                </a:cubicBezTo>
                <a:cubicBezTo>
                  <a:pt x="1097016" y="22403"/>
                  <a:pt x="1096829" y="25031"/>
                  <a:pt x="1096829" y="28126"/>
                </a:cubicBezTo>
                <a:lnTo>
                  <a:pt x="1096829" y="35969"/>
                </a:lnTo>
                <a:lnTo>
                  <a:pt x="1112967" y="35969"/>
                </a:lnTo>
                <a:cubicBezTo>
                  <a:pt x="1113395" y="35969"/>
                  <a:pt x="1113756" y="36062"/>
                  <a:pt x="1114051" y="36250"/>
                </a:cubicBezTo>
                <a:cubicBezTo>
                  <a:pt x="1114345" y="36437"/>
                  <a:pt x="1114613" y="36758"/>
                  <a:pt x="1114853" y="37213"/>
                </a:cubicBezTo>
                <a:cubicBezTo>
                  <a:pt x="1115094" y="37668"/>
                  <a:pt x="1115282" y="38243"/>
                  <a:pt x="1115416" y="38939"/>
                </a:cubicBezTo>
                <a:cubicBezTo>
                  <a:pt x="1115549" y="39635"/>
                  <a:pt x="1115616" y="40491"/>
                  <a:pt x="1115616" y="41508"/>
                </a:cubicBezTo>
                <a:cubicBezTo>
                  <a:pt x="1115616" y="43435"/>
                  <a:pt x="1115375" y="44827"/>
                  <a:pt x="1114894" y="45683"/>
                </a:cubicBezTo>
                <a:cubicBezTo>
                  <a:pt x="1114412" y="46540"/>
                  <a:pt x="1113770" y="46968"/>
                  <a:pt x="1112967" y="46968"/>
                </a:cubicBezTo>
                <a:lnTo>
                  <a:pt x="1096829" y="46968"/>
                </a:lnTo>
                <a:lnTo>
                  <a:pt x="1096829" y="110392"/>
                </a:lnTo>
                <a:cubicBezTo>
                  <a:pt x="1096829" y="110820"/>
                  <a:pt x="1096722" y="111182"/>
                  <a:pt x="1096508" y="111478"/>
                </a:cubicBezTo>
                <a:cubicBezTo>
                  <a:pt x="1096294" y="111773"/>
                  <a:pt x="1095933" y="112027"/>
                  <a:pt x="1095424" y="112241"/>
                </a:cubicBezTo>
                <a:cubicBezTo>
                  <a:pt x="1094916" y="112455"/>
                  <a:pt x="1094233" y="112616"/>
                  <a:pt x="1093377" y="112723"/>
                </a:cubicBezTo>
                <a:cubicBezTo>
                  <a:pt x="1092520" y="112830"/>
                  <a:pt x="1091450" y="112883"/>
                  <a:pt x="1090165" y="112883"/>
                </a:cubicBezTo>
                <a:cubicBezTo>
                  <a:pt x="1088881" y="112883"/>
                  <a:pt x="1087810" y="112830"/>
                  <a:pt x="1086954" y="112723"/>
                </a:cubicBezTo>
                <a:cubicBezTo>
                  <a:pt x="1086097" y="112616"/>
                  <a:pt x="1085415" y="112455"/>
                  <a:pt x="1084906" y="112241"/>
                </a:cubicBezTo>
                <a:cubicBezTo>
                  <a:pt x="1084398" y="112027"/>
                  <a:pt x="1084037" y="111773"/>
                  <a:pt x="1083823" y="111478"/>
                </a:cubicBezTo>
                <a:cubicBezTo>
                  <a:pt x="1083608" y="111182"/>
                  <a:pt x="1083501" y="110820"/>
                  <a:pt x="1083501" y="110392"/>
                </a:cubicBezTo>
                <a:lnTo>
                  <a:pt x="1083501" y="46968"/>
                </a:lnTo>
                <a:lnTo>
                  <a:pt x="1073305" y="46968"/>
                </a:lnTo>
                <a:cubicBezTo>
                  <a:pt x="1072449" y="46968"/>
                  <a:pt x="1071806" y="46540"/>
                  <a:pt x="1071378" y="45683"/>
                </a:cubicBezTo>
                <a:cubicBezTo>
                  <a:pt x="1070950" y="44827"/>
                  <a:pt x="1070736" y="43435"/>
                  <a:pt x="1070736" y="41508"/>
                </a:cubicBezTo>
                <a:cubicBezTo>
                  <a:pt x="1070736" y="40491"/>
                  <a:pt x="1070789" y="39635"/>
                  <a:pt x="1070896" y="38939"/>
                </a:cubicBezTo>
                <a:cubicBezTo>
                  <a:pt x="1071003" y="38243"/>
                  <a:pt x="1071164" y="37668"/>
                  <a:pt x="1071378" y="37213"/>
                </a:cubicBezTo>
                <a:cubicBezTo>
                  <a:pt x="1071592" y="36758"/>
                  <a:pt x="1071860" y="36437"/>
                  <a:pt x="1072181" y="36250"/>
                </a:cubicBezTo>
                <a:cubicBezTo>
                  <a:pt x="1072502" y="36062"/>
                  <a:pt x="1072877" y="35969"/>
                  <a:pt x="1073305" y="35969"/>
                </a:cubicBezTo>
                <a:lnTo>
                  <a:pt x="1083501" y="35969"/>
                </a:lnTo>
                <a:lnTo>
                  <a:pt x="1083501" y="28519"/>
                </a:lnTo>
                <a:cubicBezTo>
                  <a:pt x="1083501" y="23498"/>
                  <a:pt x="1083970" y="19185"/>
                  <a:pt x="1084906" y="15581"/>
                </a:cubicBezTo>
                <a:cubicBezTo>
                  <a:pt x="1085843" y="11976"/>
                  <a:pt x="1087275" y="9026"/>
                  <a:pt x="1089202" y="6729"/>
                </a:cubicBezTo>
                <a:cubicBezTo>
                  <a:pt x="1091129" y="4433"/>
                  <a:pt x="1093551" y="2737"/>
                  <a:pt x="1096468" y="1643"/>
                </a:cubicBezTo>
                <a:cubicBezTo>
                  <a:pt x="1099385" y="548"/>
                  <a:pt x="1102824" y="0"/>
                  <a:pt x="1106785" y="0"/>
                </a:cubicBezTo>
                <a:cubicBezTo>
                  <a:pt x="1108658" y="0"/>
                  <a:pt x="1110478" y="174"/>
                  <a:pt x="1112244" y="522"/>
                </a:cubicBezTo>
                <a:cubicBezTo>
                  <a:pt x="1114010" y="870"/>
                  <a:pt x="1115375" y="1244"/>
                  <a:pt x="1116339" y="1646"/>
                </a:cubicBezTo>
                <a:cubicBezTo>
                  <a:pt x="1117302" y="2047"/>
                  <a:pt x="1117945" y="2409"/>
                  <a:pt x="1118266" y="2730"/>
                </a:cubicBezTo>
                <a:cubicBezTo>
                  <a:pt x="1118587" y="3051"/>
                  <a:pt x="1118854" y="3466"/>
                  <a:pt x="1119069" y="3974"/>
                </a:cubicBezTo>
                <a:cubicBezTo>
                  <a:pt x="1119283" y="4483"/>
                  <a:pt x="1119430" y="5098"/>
                  <a:pt x="1119510" y="5821"/>
                </a:cubicBezTo>
                <a:cubicBezTo>
                  <a:pt x="1119590" y="6543"/>
                  <a:pt x="1119631" y="7413"/>
                  <a:pt x="1119631" y="8430"/>
                </a:cubicBezTo>
                <a:close/>
                <a:moveTo>
                  <a:pt x="1183154" y="110475"/>
                </a:moveTo>
                <a:cubicBezTo>
                  <a:pt x="1183154" y="111117"/>
                  <a:pt x="1182940" y="111599"/>
                  <a:pt x="1182512" y="111920"/>
                </a:cubicBezTo>
                <a:cubicBezTo>
                  <a:pt x="1182084" y="112241"/>
                  <a:pt x="1181495" y="112482"/>
                  <a:pt x="1180746" y="112643"/>
                </a:cubicBezTo>
                <a:cubicBezTo>
                  <a:pt x="1179996" y="112803"/>
                  <a:pt x="1178899" y="112883"/>
                  <a:pt x="1177454" y="112883"/>
                </a:cubicBezTo>
                <a:cubicBezTo>
                  <a:pt x="1176062" y="112883"/>
                  <a:pt x="1174952" y="112803"/>
                  <a:pt x="1174122" y="112643"/>
                </a:cubicBezTo>
                <a:cubicBezTo>
                  <a:pt x="1173292" y="112482"/>
                  <a:pt x="1172690" y="112241"/>
                  <a:pt x="1172315" y="111920"/>
                </a:cubicBezTo>
                <a:cubicBezTo>
                  <a:pt x="1171941" y="111599"/>
                  <a:pt x="1171753" y="111117"/>
                  <a:pt x="1171753" y="110475"/>
                </a:cubicBezTo>
                <a:lnTo>
                  <a:pt x="1171753" y="103249"/>
                </a:lnTo>
                <a:cubicBezTo>
                  <a:pt x="1168595" y="106621"/>
                  <a:pt x="1165076" y="109257"/>
                  <a:pt x="1161196" y="111157"/>
                </a:cubicBezTo>
                <a:cubicBezTo>
                  <a:pt x="1157315" y="113057"/>
                  <a:pt x="1153207" y="114007"/>
                  <a:pt x="1148872" y="114007"/>
                </a:cubicBezTo>
                <a:cubicBezTo>
                  <a:pt x="1145071" y="114007"/>
                  <a:pt x="1141632" y="113511"/>
                  <a:pt x="1138555" y="112517"/>
                </a:cubicBezTo>
                <a:cubicBezTo>
                  <a:pt x="1135477" y="111524"/>
                  <a:pt x="1132854" y="110087"/>
                  <a:pt x="1130687" y="108207"/>
                </a:cubicBezTo>
                <a:cubicBezTo>
                  <a:pt x="1128519" y="106327"/>
                  <a:pt x="1126833" y="104018"/>
                  <a:pt x="1125629" y="101279"/>
                </a:cubicBezTo>
                <a:cubicBezTo>
                  <a:pt x="1124424" y="98540"/>
                  <a:pt x="1123822" y="95424"/>
                  <a:pt x="1123822" y="91931"/>
                </a:cubicBezTo>
                <a:cubicBezTo>
                  <a:pt x="1123822" y="87850"/>
                  <a:pt x="1124652" y="84305"/>
                  <a:pt x="1126311" y="81298"/>
                </a:cubicBezTo>
                <a:cubicBezTo>
                  <a:pt x="1127970" y="78289"/>
                  <a:pt x="1130352" y="75791"/>
                  <a:pt x="1133457" y="73804"/>
                </a:cubicBezTo>
                <a:cubicBezTo>
                  <a:pt x="1136561" y="71817"/>
                  <a:pt x="1140361" y="70326"/>
                  <a:pt x="1144857" y="69333"/>
                </a:cubicBezTo>
                <a:cubicBezTo>
                  <a:pt x="1149353" y="68339"/>
                  <a:pt x="1154411" y="67842"/>
                  <a:pt x="1160032" y="67842"/>
                </a:cubicBezTo>
                <a:lnTo>
                  <a:pt x="1169987" y="67842"/>
                </a:lnTo>
                <a:lnTo>
                  <a:pt x="1169987" y="62242"/>
                </a:lnTo>
                <a:cubicBezTo>
                  <a:pt x="1169987" y="59469"/>
                  <a:pt x="1169693" y="57016"/>
                  <a:pt x="1169104" y="54884"/>
                </a:cubicBezTo>
                <a:cubicBezTo>
                  <a:pt x="1168515" y="52749"/>
                  <a:pt x="1167565" y="50976"/>
                  <a:pt x="1166254" y="49562"/>
                </a:cubicBezTo>
                <a:cubicBezTo>
                  <a:pt x="1164942" y="48149"/>
                  <a:pt x="1163243" y="47082"/>
                  <a:pt x="1161156" y="46363"/>
                </a:cubicBezTo>
                <a:cubicBezTo>
                  <a:pt x="1159068" y="45642"/>
                  <a:pt x="1156499" y="45282"/>
                  <a:pt x="1153448" y="45282"/>
                </a:cubicBezTo>
                <a:cubicBezTo>
                  <a:pt x="1150183" y="45282"/>
                  <a:pt x="1147253" y="45666"/>
                  <a:pt x="1144657" y="46433"/>
                </a:cubicBezTo>
                <a:cubicBezTo>
                  <a:pt x="1142061" y="47201"/>
                  <a:pt x="1139786" y="48048"/>
                  <a:pt x="1137832" y="48975"/>
                </a:cubicBezTo>
                <a:cubicBezTo>
                  <a:pt x="1135879" y="49902"/>
                  <a:pt x="1134246" y="50749"/>
                  <a:pt x="1132935" y="51517"/>
                </a:cubicBezTo>
                <a:cubicBezTo>
                  <a:pt x="1131623" y="52284"/>
                  <a:pt x="1130647" y="52668"/>
                  <a:pt x="1130004" y="52668"/>
                </a:cubicBezTo>
                <a:cubicBezTo>
                  <a:pt x="1129576" y="52668"/>
                  <a:pt x="1129201" y="52561"/>
                  <a:pt x="1128880" y="52347"/>
                </a:cubicBezTo>
                <a:cubicBezTo>
                  <a:pt x="1128559" y="52133"/>
                  <a:pt x="1128278" y="51812"/>
                  <a:pt x="1128037" y="51384"/>
                </a:cubicBezTo>
                <a:cubicBezTo>
                  <a:pt x="1127796" y="50955"/>
                  <a:pt x="1127622" y="50407"/>
                  <a:pt x="1127515" y="49738"/>
                </a:cubicBezTo>
                <a:cubicBezTo>
                  <a:pt x="1127408" y="49069"/>
                  <a:pt x="1127355" y="48333"/>
                  <a:pt x="1127355" y="47530"/>
                </a:cubicBezTo>
                <a:cubicBezTo>
                  <a:pt x="1127355" y="46192"/>
                  <a:pt x="1127448" y="45135"/>
                  <a:pt x="1127636" y="44359"/>
                </a:cubicBezTo>
                <a:cubicBezTo>
                  <a:pt x="1127823" y="43582"/>
                  <a:pt x="1128278" y="42846"/>
                  <a:pt x="1129001" y="42151"/>
                </a:cubicBezTo>
                <a:cubicBezTo>
                  <a:pt x="1129723" y="41455"/>
                  <a:pt x="1130968" y="40644"/>
                  <a:pt x="1132734" y="39719"/>
                </a:cubicBezTo>
                <a:cubicBezTo>
                  <a:pt x="1134500" y="38793"/>
                  <a:pt x="1136534" y="37946"/>
                  <a:pt x="1138836" y="37180"/>
                </a:cubicBezTo>
                <a:cubicBezTo>
                  <a:pt x="1141137" y="36414"/>
                  <a:pt x="1143653" y="35780"/>
                  <a:pt x="1146383" y="35279"/>
                </a:cubicBezTo>
                <a:cubicBezTo>
                  <a:pt x="1149113" y="34775"/>
                  <a:pt x="1151869" y="34523"/>
                  <a:pt x="1154652" y="34523"/>
                </a:cubicBezTo>
                <a:cubicBezTo>
                  <a:pt x="1159844" y="34523"/>
                  <a:pt x="1164260" y="35112"/>
                  <a:pt x="1167900" y="36290"/>
                </a:cubicBezTo>
                <a:cubicBezTo>
                  <a:pt x="1171539" y="37467"/>
                  <a:pt x="1174483" y="39193"/>
                  <a:pt x="1176731" y="41468"/>
                </a:cubicBezTo>
                <a:cubicBezTo>
                  <a:pt x="1178979" y="43743"/>
                  <a:pt x="1180612" y="46566"/>
                  <a:pt x="1181629" y="49938"/>
                </a:cubicBezTo>
                <a:cubicBezTo>
                  <a:pt x="1182646" y="53311"/>
                  <a:pt x="1183154" y="57245"/>
                  <a:pt x="1183154" y="61741"/>
                </a:cubicBezTo>
                <a:lnTo>
                  <a:pt x="1183154" y="110475"/>
                </a:lnTo>
                <a:moveTo>
                  <a:pt x="1169987" y="77397"/>
                </a:moveTo>
                <a:lnTo>
                  <a:pt x="1158667" y="77397"/>
                </a:lnTo>
                <a:cubicBezTo>
                  <a:pt x="1155027" y="77397"/>
                  <a:pt x="1151869" y="77707"/>
                  <a:pt x="1149193" y="78327"/>
                </a:cubicBezTo>
                <a:cubicBezTo>
                  <a:pt x="1146517" y="78946"/>
                  <a:pt x="1144295" y="79861"/>
                  <a:pt x="1142529" y="81072"/>
                </a:cubicBezTo>
                <a:cubicBezTo>
                  <a:pt x="1140763" y="82283"/>
                  <a:pt x="1139465" y="83738"/>
                  <a:pt x="1138635" y="85435"/>
                </a:cubicBezTo>
                <a:cubicBezTo>
                  <a:pt x="1137805" y="87131"/>
                  <a:pt x="1137391" y="89083"/>
                  <a:pt x="1137391" y="91291"/>
                </a:cubicBezTo>
                <a:cubicBezTo>
                  <a:pt x="1137391" y="95061"/>
                  <a:pt x="1138582" y="98064"/>
                  <a:pt x="1140963" y="100298"/>
                </a:cubicBezTo>
                <a:cubicBezTo>
                  <a:pt x="1143345" y="102533"/>
                  <a:pt x="1146677" y="103650"/>
                  <a:pt x="1150959" y="103650"/>
                </a:cubicBezTo>
                <a:cubicBezTo>
                  <a:pt x="1154438" y="103650"/>
                  <a:pt x="1157663" y="102762"/>
                  <a:pt x="1160634" y="100986"/>
                </a:cubicBezTo>
                <a:cubicBezTo>
                  <a:pt x="1163604" y="99208"/>
                  <a:pt x="1166722" y="96488"/>
                  <a:pt x="1169987" y="92827"/>
                </a:cubicBezTo>
                <a:lnTo>
                  <a:pt x="1169987" y="77397"/>
                </a:lnTo>
                <a:close/>
                <a:moveTo>
                  <a:pt x="1339310" y="37976"/>
                </a:moveTo>
                <a:cubicBezTo>
                  <a:pt x="1339310" y="38350"/>
                  <a:pt x="1339256" y="38805"/>
                  <a:pt x="1339149" y="39341"/>
                </a:cubicBezTo>
                <a:cubicBezTo>
                  <a:pt x="1339042" y="39876"/>
                  <a:pt x="1338855" y="40545"/>
                  <a:pt x="1338587" y="41348"/>
                </a:cubicBezTo>
                <a:lnTo>
                  <a:pt x="1317311" y="109993"/>
                </a:lnTo>
                <a:cubicBezTo>
                  <a:pt x="1317151" y="110582"/>
                  <a:pt x="1316896" y="111064"/>
                  <a:pt x="1316548" y="111438"/>
                </a:cubicBezTo>
                <a:cubicBezTo>
                  <a:pt x="1316200" y="111813"/>
                  <a:pt x="1315719" y="112107"/>
                  <a:pt x="1315103" y="112321"/>
                </a:cubicBezTo>
                <a:cubicBezTo>
                  <a:pt x="1314488" y="112536"/>
                  <a:pt x="1313645" y="112683"/>
                  <a:pt x="1312574" y="112763"/>
                </a:cubicBezTo>
                <a:cubicBezTo>
                  <a:pt x="1311504" y="112843"/>
                  <a:pt x="1310166" y="112883"/>
                  <a:pt x="1308560" y="112883"/>
                </a:cubicBezTo>
                <a:cubicBezTo>
                  <a:pt x="1306901" y="112883"/>
                  <a:pt x="1305509" y="112830"/>
                  <a:pt x="1304385" y="112723"/>
                </a:cubicBezTo>
                <a:cubicBezTo>
                  <a:pt x="1303261" y="112616"/>
                  <a:pt x="1302364" y="112455"/>
                  <a:pt x="1301695" y="112241"/>
                </a:cubicBezTo>
                <a:cubicBezTo>
                  <a:pt x="1301026" y="112027"/>
                  <a:pt x="1300531" y="111733"/>
                  <a:pt x="1300210" y="111358"/>
                </a:cubicBezTo>
                <a:cubicBezTo>
                  <a:pt x="1299889" y="110983"/>
                  <a:pt x="1299648" y="110528"/>
                  <a:pt x="1299487" y="109993"/>
                </a:cubicBezTo>
                <a:lnTo>
                  <a:pt x="1284313" y="57566"/>
                </a:lnTo>
                <a:lnTo>
                  <a:pt x="1284153" y="56843"/>
                </a:lnTo>
                <a:lnTo>
                  <a:pt x="1283992" y="57566"/>
                </a:lnTo>
                <a:lnTo>
                  <a:pt x="1269942" y="109993"/>
                </a:lnTo>
                <a:cubicBezTo>
                  <a:pt x="1269781" y="110582"/>
                  <a:pt x="1269527" y="111064"/>
                  <a:pt x="1269179" y="111438"/>
                </a:cubicBezTo>
                <a:cubicBezTo>
                  <a:pt x="1268831" y="111813"/>
                  <a:pt x="1268309" y="112107"/>
                  <a:pt x="1267613" y="112321"/>
                </a:cubicBezTo>
                <a:cubicBezTo>
                  <a:pt x="1266918" y="112536"/>
                  <a:pt x="1266021" y="112683"/>
                  <a:pt x="1264924" y="112763"/>
                </a:cubicBezTo>
                <a:cubicBezTo>
                  <a:pt x="1263827" y="112843"/>
                  <a:pt x="1262475" y="112883"/>
                  <a:pt x="1260869" y="112883"/>
                </a:cubicBezTo>
                <a:cubicBezTo>
                  <a:pt x="1259210" y="112883"/>
                  <a:pt x="1257859" y="112830"/>
                  <a:pt x="1256815" y="112723"/>
                </a:cubicBezTo>
                <a:cubicBezTo>
                  <a:pt x="1255771" y="112616"/>
                  <a:pt x="1254915" y="112455"/>
                  <a:pt x="1254246" y="112241"/>
                </a:cubicBezTo>
                <a:cubicBezTo>
                  <a:pt x="1253577" y="112027"/>
                  <a:pt x="1253082" y="111733"/>
                  <a:pt x="1252760" y="111358"/>
                </a:cubicBezTo>
                <a:cubicBezTo>
                  <a:pt x="1252439" y="110983"/>
                  <a:pt x="1252198" y="110528"/>
                  <a:pt x="1252038" y="109993"/>
                </a:cubicBezTo>
                <a:lnTo>
                  <a:pt x="1230922" y="41348"/>
                </a:lnTo>
                <a:cubicBezTo>
                  <a:pt x="1230655" y="40545"/>
                  <a:pt x="1230467" y="39876"/>
                  <a:pt x="1230360" y="39341"/>
                </a:cubicBezTo>
                <a:cubicBezTo>
                  <a:pt x="1230253" y="38805"/>
                  <a:pt x="1230200" y="38350"/>
                  <a:pt x="1230200" y="37976"/>
                </a:cubicBezTo>
                <a:cubicBezTo>
                  <a:pt x="1230200" y="37494"/>
                  <a:pt x="1230307" y="37106"/>
                  <a:pt x="1230521" y="36812"/>
                </a:cubicBezTo>
                <a:cubicBezTo>
                  <a:pt x="1230735" y="36517"/>
                  <a:pt x="1231096" y="36276"/>
                  <a:pt x="1231605" y="36089"/>
                </a:cubicBezTo>
                <a:cubicBezTo>
                  <a:pt x="1232113" y="35902"/>
                  <a:pt x="1232796" y="35781"/>
                  <a:pt x="1233652" y="35728"/>
                </a:cubicBezTo>
                <a:cubicBezTo>
                  <a:pt x="1234508" y="35674"/>
                  <a:pt x="1235552" y="35647"/>
                  <a:pt x="1236783" y="35647"/>
                </a:cubicBezTo>
                <a:cubicBezTo>
                  <a:pt x="1238282" y="35647"/>
                  <a:pt x="1239486" y="35688"/>
                  <a:pt x="1240396" y="35768"/>
                </a:cubicBezTo>
                <a:cubicBezTo>
                  <a:pt x="1241306" y="35848"/>
                  <a:pt x="1242002" y="35982"/>
                  <a:pt x="1242484" y="36169"/>
                </a:cubicBezTo>
                <a:cubicBezTo>
                  <a:pt x="1242965" y="36357"/>
                  <a:pt x="1243313" y="36624"/>
                  <a:pt x="1243527" y="36972"/>
                </a:cubicBezTo>
                <a:cubicBezTo>
                  <a:pt x="1243741" y="37318"/>
                  <a:pt x="1243929" y="37732"/>
                  <a:pt x="1244089" y="38214"/>
                </a:cubicBezTo>
                <a:lnTo>
                  <a:pt x="1261512" y="97709"/>
                </a:lnTo>
                <a:lnTo>
                  <a:pt x="1261672" y="98432"/>
                </a:lnTo>
                <a:lnTo>
                  <a:pt x="1261833" y="97709"/>
                </a:lnTo>
                <a:lnTo>
                  <a:pt x="1277810" y="38214"/>
                </a:lnTo>
                <a:cubicBezTo>
                  <a:pt x="1277917" y="37732"/>
                  <a:pt x="1278091" y="37318"/>
                  <a:pt x="1278332" y="36972"/>
                </a:cubicBezTo>
                <a:cubicBezTo>
                  <a:pt x="1278573" y="36624"/>
                  <a:pt x="1278934" y="36357"/>
                  <a:pt x="1279416" y="36169"/>
                </a:cubicBezTo>
                <a:cubicBezTo>
                  <a:pt x="1279897" y="35982"/>
                  <a:pt x="1280553" y="35848"/>
                  <a:pt x="1281383" y="35768"/>
                </a:cubicBezTo>
                <a:cubicBezTo>
                  <a:pt x="1282212" y="35688"/>
                  <a:pt x="1283296" y="35647"/>
                  <a:pt x="1284634" y="35647"/>
                </a:cubicBezTo>
                <a:cubicBezTo>
                  <a:pt x="1285919" y="35647"/>
                  <a:pt x="1286976" y="35688"/>
                  <a:pt x="1287806" y="35768"/>
                </a:cubicBezTo>
                <a:cubicBezTo>
                  <a:pt x="1288635" y="35848"/>
                  <a:pt x="1289291" y="35982"/>
                  <a:pt x="1289773" y="36169"/>
                </a:cubicBezTo>
                <a:cubicBezTo>
                  <a:pt x="1290254" y="36357"/>
                  <a:pt x="1290602" y="36611"/>
                  <a:pt x="1290816" y="36932"/>
                </a:cubicBezTo>
                <a:cubicBezTo>
                  <a:pt x="1291030" y="37251"/>
                  <a:pt x="1291191" y="37625"/>
                  <a:pt x="1291298" y="38053"/>
                </a:cubicBezTo>
                <a:lnTo>
                  <a:pt x="1308560" y="97709"/>
                </a:lnTo>
                <a:lnTo>
                  <a:pt x="1308720" y="98432"/>
                </a:lnTo>
                <a:lnTo>
                  <a:pt x="1308801" y="97709"/>
                </a:lnTo>
                <a:lnTo>
                  <a:pt x="1325982" y="38214"/>
                </a:lnTo>
                <a:cubicBezTo>
                  <a:pt x="1326089" y="37732"/>
                  <a:pt x="1326263" y="37318"/>
                  <a:pt x="1326504" y="36972"/>
                </a:cubicBezTo>
                <a:cubicBezTo>
                  <a:pt x="1326745" y="36624"/>
                  <a:pt x="1327119" y="36357"/>
                  <a:pt x="1327628" y="36169"/>
                </a:cubicBezTo>
                <a:cubicBezTo>
                  <a:pt x="1328136" y="35982"/>
                  <a:pt x="1328832" y="35848"/>
                  <a:pt x="1329715" y="35768"/>
                </a:cubicBezTo>
                <a:cubicBezTo>
                  <a:pt x="1330599" y="35688"/>
                  <a:pt x="1331736" y="35647"/>
                  <a:pt x="1333128" y="35647"/>
                </a:cubicBezTo>
                <a:cubicBezTo>
                  <a:pt x="1334412" y="35647"/>
                  <a:pt x="1335443" y="35674"/>
                  <a:pt x="1336219" y="35728"/>
                </a:cubicBezTo>
                <a:cubicBezTo>
                  <a:pt x="1336995" y="35781"/>
                  <a:pt x="1337610" y="35915"/>
                  <a:pt x="1338065" y="36129"/>
                </a:cubicBezTo>
                <a:cubicBezTo>
                  <a:pt x="1338520" y="36343"/>
                  <a:pt x="1338841" y="36584"/>
                  <a:pt x="1339029" y="36852"/>
                </a:cubicBezTo>
                <a:cubicBezTo>
                  <a:pt x="1339216" y="37119"/>
                  <a:pt x="1339310" y="37494"/>
                  <a:pt x="1339310" y="37976"/>
                </a:cubicBezTo>
                <a:close/>
                <a:moveTo>
                  <a:pt x="1367233" y="110395"/>
                </a:moveTo>
                <a:cubicBezTo>
                  <a:pt x="1367233" y="110823"/>
                  <a:pt x="1367126" y="111184"/>
                  <a:pt x="1366912" y="111478"/>
                </a:cubicBezTo>
                <a:cubicBezTo>
                  <a:pt x="1366698" y="111773"/>
                  <a:pt x="1366350" y="112027"/>
                  <a:pt x="1365868" y="112241"/>
                </a:cubicBezTo>
                <a:cubicBezTo>
                  <a:pt x="1365386" y="112455"/>
                  <a:pt x="1364717" y="112616"/>
                  <a:pt x="1363861" y="112723"/>
                </a:cubicBezTo>
                <a:cubicBezTo>
                  <a:pt x="1363004" y="112830"/>
                  <a:pt x="1361907" y="112883"/>
                  <a:pt x="1360569" y="112883"/>
                </a:cubicBezTo>
                <a:cubicBezTo>
                  <a:pt x="1359284" y="112883"/>
                  <a:pt x="1358214" y="112830"/>
                  <a:pt x="1357357" y="112723"/>
                </a:cubicBezTo>
                <a:cubicBezTo>
                  <a:pt x="1356501" y="112616"/>
                  <a:pt x="1355819" y="112455"/>
                  <a:pt x="1355310" y="112241"/>
                </a:cubicBezTo>
                <a:cubicBezTo>
                  <a:pt x="1354802" y="112027"/>
                  <a:pt x="1354454" y="111773"/>
                  <a:pt x="1354266" y="111478"/>
                </a:cubicBezTo>
                <a:cubicBezTo>
                  <a:pt x="1354079" y="111184"/>
                  <a:pt x="1353985" y="110823"/>
                  <a:pt x="1353985" y="110395"/>
                </a:cubicBezTo>
                <a:lnTo>
                  <a:pt x="1353985" y="38136"/>
                </a:lnTo>
                <a:cubicBezTo>
                  <a:pt x="1353985" y="37762"/>
                  <a:pt x="1354079" y="37414"/>
                  <a:pt x="1354266" y="37093"/>
                </a:cubicBezTo>
                <a:cubicBezTo>
                  <a:pt x="1354454" y="36771"/>
                  <a:pt x="1354802" y="36504"/>
                  <a:pt x="1355310" y="36290"/>
                </a:cubicBezTo>
                <a:cubicBezTo>
                  <a:pt x="1355819" y="36076"/>
                  <a:pt x="1356501" y="35915"/>
                  <a:pt x="1357357" y="35808"/>
                </a:cubicBezTo>
                <a:cubicBezTo>
                  <a:pt x="1358214" y="35701"/>
                  <a:pt x="1359284" y="35647"/>
                  <a:pt x="1360569" y="35647"/>
                </a:cubicBezTo>
                <a:cubicBezTo>
                  <a:pt x="1361907" y="35647"/>
                  <a:pt x="1363004" y="35701"/>
                  <a:pt x="1363861" y="35808"/>
                </a:cubicBezTo>
                <a:cubicBezTo>
                  <a:pt x="1364717" y="35915"/>
                  <a:pt x="1365386" y="36076"/>
                  <a:pt x="1365868" y="36290"/>
                </a:cubicBezTo>
                <a:cubicBezTo>
                  <a:pt x="1366350" y="36504"/>
                  <a:pt x="1366698" y="36771"/>
                  <a:pt x="1366912" y="37093"/>
                </a:cubicBezTo>
                <a:cubicBezTo>
                  <a:pt x="1367126" y="37414"/>
                  <a:pt x="1367233" y="37762"/>
                  <a:pt x="1367233" y="38136"/>
                </a:cubicBezTo>
                <a:lnTo>
                  <a:pt x="1367233" y="110395"/>
                </a:lnTo>
                <a:moveTo>
                  <a:pt x="1368758" y="13649"/>
                </a:moveTo>
                <a:cubicBezTo>
                  <a:pt x="1368758" y="16753"/>
                  <a:pt x="1368169" y="18867"/>
                  <a:pt x="1366992" y="19991"/>
                </a:cubicBezTo>
                <a:cubicBezTo>
                  <a:pt x="1365814" y="21115"/>
                  <a:pt x="1363647" y="21677"/>
                  <a:pt x="1360489" y="21677"/>
                </a:cubicBezTo>
                <a:cubicBezTo>
                  <a:pt x="1357384" y="21677"/>
                  <a:pt x="1355257" y="21129"/>
                  <a:pt x="1354106" y="20032"/>
                </a:cubicBezTo>
                <a:cubicBezTo>
                  <a:pt x="1352955" y="18934"/>
                  <a:pt x="1352380" y="16860"/>
                  <a:pt x="1352380" y="13809"/>
                </a:cubicBezTo>
                <a:cubicBezTo>
                  <a:pt x="1352380" y="10705"/>
                  <a:pt x="1352968" y="8591"/>
                  <a:pt x="1354146" y="7467"/>
                </a:cubicBezTo>
                <a:cubicBezTo>
                  <a:pt x="1355324" y="6343"/>
                  <a:pt x="1357491" y="5781"/>
                  <a:pt x="1360649" y="5781"/>
                </a:cubicBezTo>
                <a:cubicBezTo>
                  <a:pt x="1363754" y="5781"/>
                  <a:pt x="1365881" y="6329"/>
                  <a:pt x="1367032" y="7427"/>
                </a:cubicBezTo>
                <a:cubicBezTo>
                  <a:pt x="1368183" y="8524"/>
                  <a:pt x="1368758" y="10598"/>
                  <a:pt x="1368758" y="13649"/>
                </a:cubicBezTo>
                <a:close/>
                <a:moveTo>
                  <a:pt x="1433982" y="105176"/>
                </a:moveTo>
                <a:cubicBezTo>
                  <a:pt x="1433982" y="106728"/>
                  <a:pt x="1433875" y="107959"/>
                  <a:pt x="1433661" y="108869"/>
                </a:cubicBezTo>
                <a:cubicBezTo>
                  <a:pt x="1433447" y="109779"/>
                  <a:pt x="1433126" y="110448"/>
                  <a:pt x="1432697" y="110876"/>
                </a:cubicBezTo>
                <a:cubicBezTo>
                  <a:pt x="1432269" y="111304"/>
                  <a:pt x="1431627" y="111706"/>
                  <a:pt x="1430770" y="112081"/>
                </a:cubicBezTo>
                <a:cubicBezTo>
                  <a:pt x="1429914" y="112455"/>
                  <a:pt x="1428937" y="112763"/>
                  <a:pt x="1427840" y="113004"/>
                </a:cubicBezTo>
                <a:cubicBezTo>
                  <a:pt x="1426743" y="113245"/>
                  <a:pt x="1425579" y="113445"/>
                  <a:pt x="1424348" y="113606"/>
                </a:cubicBezTo>
                <a:cubicBezTo>
                  <a:pt x="1423116" y="113767"/>
                  <a:pt x="1421885" y="113847"/>
                  <a:pt x="1420654" y="113847"/>
                </a:cubicBezTo>
                <a:cubicBezTo>
                  <a:pt x="1416908" y="113847"/>
                  <a:pt x="1413696" y="113351"/>
                  <a:pt x="1411020" y="112359"/>
                </a:cubicBezTo>
                <a:cubicBezTo>
                  <a:pt x="1408344" y="111366"/>
                  <a:pt x="1406149" y="109863"/>
                  <a:pt x="1404436" y="107850"/>
                </a:cubicBezTo>
                <a:cubicBezTo>
                  <a:pt x="1402724" y="105838"/>
                  <a:pt x="1401479" y="103290"/>
                  <a:pt x="1400703" y="100206"/>
                </a:cubicBezTo>
                <a:cubicBezTo>
                  <a:pt x="1399927" y="97121"/>
                  <a:pt x="1399539" y="93487"/>
                  <a:pt x="1399539" y="89302"/>
                </a:cubicBezTo>
                <a:lnTo>
                  <a:pt x="1399539" y="46968"/>
                </a:lnTo>
                <a:lnTo>
                  <a:pt x="1389423" y="46968"/>
                </a:lnTo>
                <a:cubicBezTo>
                  <a:pt x="1388620" y="46968"/>
                  <a:pt x="1387978" y="46540"/>
                  <a:pt x="1387496" y="45683"/>
                </a:cubicBezTo>
                <a:cubicBezTo>
                  <a:pt x="1387014" y="44827"/>
                  <a:pt x="1386773" y="43435"/>
                  <a:pt x="1386773" y="41508"/>
                </a:cubicBezTo>
                <a:cubicBezTo>
                  <a:pt x="1386773" y="40491"/>
                  <a:pt x="1386840" y="39635"/>
                  <a:pt x="1386974" y="38939"/>
                </a:cubicBezTo>
                <a:cubicBezTo>
                  <a:pt x="1387108" y="38243"/>
                  <a:pt x="1387282" y="37668"/>
                  <a:pt x="1387496" y="37213"/>
                </a:cubicBezTo>
                <a:cubicBezTo>
                  <a:pt x="1387710" y="36758"/>
                  <a:pt x="1387991" y="36437"/>
                  <a:pt x="1388339" y="36250"/>
                </a:cubicBezTo>
                <a:cubicBezTo>
                  <a:pt x="1388687" y="36062"/>
                  <a:pt x="1389075" y="35969"/>
                  <a:pt x="1389503" y="35969"/>
                </a:cubicBezTo>
                <a:lnTo>
                  <a:pt x="1399539" y="35969"/>
                </a:lnTo>
                <a:lnTo>
                  <a:pt x="1399539" y="18787"/>
                </a:lnTo>
                <a:cubicBezTo>
                  <a:pt x="1399539" y="18412"/>
                  <a:pt x="1399633" y="18065"/>
                  <a:pt x="1399820" y="17743"/>
                </a:cubicBezTo>
                <a:cubicBezTo>
                  <a:pt x="1400007" y="17422"/>
                  <a:pt x="1400355" y="17141"/>
                  <a:pt x="1400864" y="16900"/>
                </a:cubicBezTo>
                <a:cubicBezTo>
                  <a:pt x="1401372" y="16660"/>
                  <a:pt x="1402054" y="16486"/>
                  <a:pt x="1402911" y="16379"/>
                </a:cubicBezTo>
                <a:cubicBezTo>
                  <a:pt x="1403767" y="16271"/>
                  <a:pt x="1404838" y="16218"/>
                  <a:pt x="1406122" y="16218"/>
                </a:cubicBezTo>
                <a:cubicBezTo>
                  <a:pt x="1407460" y="16218"/>
                  <a:pt x="1408558" y="16271"/>
                  <a:pt x="1409414" y="16379"/>
                </a:cubicBezTo>
                <a:cubicBezTo>
                  <a:pt x="1410271" y="16486"/>
                  <a:pt x="1410940" y="16660"/>
                  <a:pt x="1411421" y="16900"/>
                </a:cubicBezTo>
                <a:cubicBezTo>
                  <a:pt x="1411903" y="17141"/>
                  <a:pt x="1412251" y="17422"/>
                  <a:pt x="1412465" y="17743"/>
                </a:cubicBezTo>
                <a:cubicBezTo>
                  <a:pt x="1412679" y="18065"/>
                  <a:pt x="1412786" y="18412"/>
                  <a:pt x="1412786" y="18787"/>
                </a:cubicBezTo>
                <a:lnTo>
                  <a:pt x="1412786" y="35969"/>
                </a:lnTo>
                <a:lnTo>
                  <a:pt x="1431332" y="35969"/>
                </a:lnTo>
                <a:cubicBezTo>
                  <a:pt x="1431761" y="35969"/>
                  <a:pt x="1432135" y="36062"/>
                  <a:pt x="1432456" y="36250"/>
                </a:cubicBezTo>
                <a:cubicBezTo>
                  <a:pt x="1432778" y="36437"/>
                  <a:pt x="1433059" y="36758"/>
                  <a:pt x="1433299" y="37213"/>
                </a:cubicBezTo>
                <a:cubicBezTo>
                  <a:pt x="1433540" y="37668"/>
                  <a:pt x="1433714" y="38243"/>
                  <a:pt x="1433821" y="38939"/>
                </a:cubicBezTo>
                <a:cubicBezTo>
                  <a:pt x="1433928" y="39635"/>
                  <a:pt x="1433982" y="40491"/>
                  <a:pt x="1433982" y="41508"/>
                </a:cubicBezTo>
                <a:cubicBezTo>
                  <a:pt x="1433982" y="43435"/>
                  <a:pt x="1433741" y="44827"/>
                  <a:pt x="1433259" y="45683"/>
                </a:cubicBezTo>
                <a:cubicBezTo>
                  <a:pt x="1432778" y="46540"/>
                  <a:pt x="1432135" y="46968"/>
                  <a:pt x="1431332" y="46968"/>
                </a:cubicBezTo>
                <a:lnTo>
                  <a:pt x="1412786" y="46968"/>
                </a:lnTo>
                <a:lnTo>
                  <a:pt x="1412786" y="87390"/>
                </a:lnTo>
                <a:cubicBezTo>
                  <a:pt x="1412786" y="92381"/>
                  <a:pt x="1413522" y="96152"/>
                  <a:pt x="1414994" y="98703"/>
                </a:cubicBezTo>
                <a:cubicBezTo>
                  <a:pt x="1416466" y="101252"/>
                  <a:pt x="1419102" y="102526"/>
                  <a:pt x="1422902" y="102526"/>
                </a:cubicBezTo>
                <a:cubicBezTo>
                  <a:pt x="1424133" y="102526"/>
                  <a:pt x="1425231" y="102406"/>
                  <a:pt x="1426194" y="102165"/>
                </a:cubicBezTo>
                <a:cubicBezTo>
                  <a:pt x="1427158" y="101924"/>
                  <a:pt x="1428014" y="101670"/>
                  <a:pt x="1428763" y="101402"/>
                </a:cubicBezTo>
                <a:cubicBezTo>
                  <a:pt x="1429513" y="101135"/>
                  <a:pt x="1430155" y="100881"/>
                  <a:pt x="1430690" y="100640"/>
                </a:cubicBezTo>
                <a:cubicBezTo>
                  <a:pt x="1431225" y="100399"/>
                  <a:pt x="1431707" y="100278"/>
                  <a:pt x="1432135" y="100278"/>
                </a:cubicBezTo>
                <a:cubicBezTo>
                  <a:pt x="1432403" y="100278"/>
                  <a:pt x="1432657" y="100345"/>
                  <a:pt x="1432898" y="100479"/>
                </a:cubicBezTo>
                <a:cubicBezTo>
                  <a:pt x="1433139" y="100613"/>
                  <a:pt x="1433326" y="100867"/>
                  <a:pt x="1433460" y="101242"/>
                </a:cubicBezTo>
                <a:cubicBezTo>
                  <a:pt x="1433594" y="101616"/>
                  <a:pt x="1433714" y="102125"/>
                  <a:pt x="1433821" y="102767"/>
                </a:cubicBezTo>
                <a:cubicBezTo>
                  <a:pt x="1433928" y="103410"/>
                  <a:pt x="1433982" y="104212"/>
                  <a:pt x="1433982" y="105176"/>
                </a:cubicBezTo>
                <a:close/>
                <a:moveTo>
                  <a:pt x="1513713" y="110395"/>
                </a:moveTo>
                <a:cubicBezTo>
                  <a:pt x="1513713" y="110823"/>
                  <a:pt x="1513606" y="111184"/>
                  <a:pt x="1513392" y="111478"/>
                </a:cubicBezTo>
                <a:cubicBezTo>
                  <a:pt x="1513178" y="111773"/>
                  <a:pt x="1512830" y="112027"/>
                  <a:pt x="1512348" y="112241"/>
                </a:cubicBezTo>
                <a:cubicBezTo>
                  <a:pt x="1511867" y="112455"/>
                  <a:pt x="1511198" y="112616"/>
                  <a:pt x="1510341" y="112723"/>
                </a:cubicBezTo>
                <a:cubicBezTo>
                  <a:pt x="1509485" y="112830"/>
                  <a:pt x="1508414" y="112883"/>
                  <a:pt x="1507130" y="112883"/>
                </a:cubicBezTo>
                <a:cubicBezTo>
                  <a:pt x="1505792" y="112883"/>
                  <a:pt x="1504694" y="112830"/>
                  <a:pt x="1503838" y="112723"/>
                </a:cubicBezTo>
                <a:cubicBezTo>
                  <a:pt x="1502982" y="112616"/>
                  <a:pt x="1502312" y="112455"/>
                  <a:pt x="1501831" y="112241"/>
                </a:cubicBezTo>
                <a:cubicBezTo>
                  <a:pt x="1501349" y="112027"/>
                  <a:pt x="1501001" y="111773"/>
                  <a:pt x="1500787" y="111478"/>
                </a:cubicBezTo>
                <a:cubicBezTo>
                  <a:pt x="1500573" y="111184"/>
                  <a:pt x="1500466" y="110823"/>
                  <a:pt x="1500466" y="110395"/>
                </a:cubicBezTo>
                <a:lnTo>
                  <a:pt x="1500466" y="68083"/>
                </a:lnTo>
                <a:cubicBezTo>
                  <a:pt x="1500466" y="63962"/>
                  <a:pt x="1500145" y="60643"/>
                  <a:pt x="1499502" y="58128"/>
                </a:cubicBezTo>
                <a:cubicBezTo>
                  <a:pt x="1498860" y="55612"/>
                  <a:pt x="1497923" y="53444"/>
                  <a:pt x="1496692" y="51625"/>
                </a:cubicBezTo>
                <a:cubicBezTo>
                  <a:pt x="1495461" y="49805"/>
                  <a:pt x="1493869" y="48413"/>
                  <a:pt x="1491915" y="47450"/>
                </a:cubicBezTo>
                <a:cubicBezTo>
                  <a:pt x="1489962" y="46486"/>
                  <a:pt x="1487700" y="46004"/>
                  <a:pt x="1485131" y="46004"/>
                </a:cubicBezTo>
                <a:cubicBezTo>
                  <a:pt x="1481813" y="46004"/>
                  <a:pt x="1478494" y="47182"/>
                  <a:pt x="1475175" y="49537"/>
                </a:cubicBezTo>
                <a:cubicBezTo>
                  <a:pt x="1471857" y="51892"/>
                  <a:pt x="1468378" y="55344"/>
                  <a:pt x="1464738" y="59894"/>
                </a:cubicBezTo>
                <a:lnTo>
                  <a:pt x="1464738" y="110395"/>
                </a:lnTo>
                <a:cubicBezTo>
                  <a:pt x="1464738" y="110823"/>
                  <a:pt x="1464631" y="111184"/>
                  <a:pt x="1464417" y="111478"/>
                </a:cubicBezTo>
                <a:cubicBezTo>
                  <a:pt x="1464203" y="111773"/>
                  <a:pt x="1463855" y="112027"/>
                  <a:pt x="1463373" y="112241"/>
                </a:cubicBezTo>
                <a:cubicBezTo>
                  <a:pt x="1462892" y="112455"/>
                  <a:pt x="1462223" y="112616"/>
                  <a:pt x="1461366" y="112723"/>
                </a:cubicBezTo>
                <a:cubicBezTo>
                  <a:pt x="1460510" y="112830"/>
                  <a:pt x="1459412" y="112883"/>
                  <a:pt x="1458074" y="112883"/>
                </a:cubicBezTo>
                <a:cubicBezTo>
                  <a:pt x="1456790" y="112883"/>
                  <a:pt x="1455719" y="112830"/>
                  <a:pt x="1454863" y="112723"/>
                </a:cubicBezTo>
                <a:cubicBezTo>
                  <a:pt x="1454006" y="112616"/>
                  <a:pt x="1453324" y="112455"/>
                  <a:pt x="1452816" y="112241"/>
                </a:cubicBezTo>
                <a:cubicBezTo>
                  <a:pt x="1452307" y="112027"/>
                  <a:pt x="1451959" y="111773"/>
                  <a:pt x="1451772" y="111478"/>
                </a:cubicBezTo>
                <a:cubicBezTo>
                  <a:pt x="1451584" y="111182"/>
                  <a:pt x="1451491" y="110820"/>
                  <a:pt x="1451491" y="110392"/>
                </a:cubicBezTo>
                <a:lnTo>
                  <a:pt x="1451491" y="3053"/>
                </a:lnTo>
                <a:cubicBezTo>
                  <a:pt x="1451491" y="2625"/>
                  <a:pt x="1451584" y="2251"/>
                  <a:pt x="1451772" y="1929"/>
                </a:cubicBezTo>
                <a:cubicBezTo>
                  <a:pt x="1451959" y="1607"/>
                  <a:pt x="1452307" y="1338"/>
                  <a:pt x="1452816" y="1124"/>
                </a:cubicBezTo>
                <a:cubicBezTo>
                  <a:pt x="1453324" y="910"/>
                  <a:pt x="1454006" y="749"/>
                  <a:pt x="1454863" y="642"/>
                </a:cubicBezTo>
                <a:cubicBezTo>
                  <a:pt x="1455719" y="535"/>
                  <a:pt x="1456790" y="482"/>
                  <a:pt x="1458074" y="482"/>
                </a:cubicBezTo>
                <a:cubicBezTo>
                  <a:pt x="1459412" y="482"/>
                  <a:pt x="1460510" y="535"/>
                  <a:pt x="1461366" y="642"/>
                </a:cubicBezTo>
                <a:cubicBezTo>
                  <a:pt x="1462223" y="749"/>
                  <a:pt x="1462892" y="911"/>
                  <a:pt x="1463373" y="1127"/>
                </a:cubicBezTo>
                <a:cubicBezTo>
                  <a:pt x="1463855" y="1341"/>
                  <a:pt x="1464203" y="1608"/>
                  <a:pt x="1464417" y="1929"/>
                </a:cubicBezTo>
                <a:cubicBezTo>
                  <a:pt x="1464631" y="2251"/>
                  <a:pt x="1464738" y="2626"/>
                  <a:pt x="1464738" y="3056"/>
                </a:cubicBezTo>
                <a:lnTo>
                  <a:pt x="1464738" y="46406"/>
                </a:lnTo>
                <a:cubicBezTo>
                  <a:pt x="1468538" y="42392"/>
                  <a:pt x="1472365" y="39408"/>
                  <a:pt x="1476219" y="37454"/>
                </a:cubicBezTo>
                <a:cubicBezTo>
                  <a:pt x="1480073" y="35500"/>
                  <a:pt x="1483954" y="34523"/>
                  <a:pt x="1487861" y="34523"/>
                </a:cubicBezTo>
                <a:cubicBezTo>
                  <a:pt x="1492678" y="34523"/>
                  <a:pt x="1496733" y="35340"/>
                  <a:pt x="1500024" y="36972"/>
                </a:cubicBezTo>
                <a:cubicBezTo>
                  <a:pt x="1503316" y="38605"/>
                  <a:pt x="1505979" y="40786"/>
                  <a:pt x="1508013" y="43516"/>
                </a:cubicBezTo>
                <a:cubicBezTo>
                  <a:pt x="1510047" y="46245"/>
                  <a:pt x="1511505" y="49443"/>
                  <a:pt x="1512388" y="53110"/>
                </a:cubicBezTo>
                <a:cubicBezTo>
                  <a:pt x="1513272" y="56776"/>
                  <a:pt x="1513713" y="61205"/>
                  <a:pt x="1513713" y="66397"/>
                </a:cubicBezTo>
                <a:lnTo>
                  <a:pt x="1513713" y="110395"/>
                </a:lnTo>
                <a:close/>
                <a:moveTo>
                  <a:pt x="1627273" y="110475"/>
                </a:moveTo>
                <a:cubicBezTo>
                  <a:pt x="1627273" y="111117"/>
                  <a:pt x="1627059" y="111599"/>
                  <a:pt x="1626631" y="111920"/>
                </a:cubicBezTo>
                <a:cubicBezTo>
                  <a:pt x="1626203" y="112241"/>
                  <a:pt x="1625614" y="112482"/>
                  <a:pt x="1624865" y="112643"/>
                </a:cubicBezTo>
                <a:cubicBezTo>
                  <a:pt x="1624115" y="112803"/>
                  <a:pt x="1623018" y="112883"/>
                  <a:pt x="1621573" y="112883"/>
                </a:cubicBezTo>
                <a:cubicBezTo>
                  <a:pt x="1620181" y="112883"/>
                  <a:pt x="1619071" y="112803"/>
                  <a:pt x="1618241" y="112643"/>
                </a:cubicBezTo>
                <a:cubicBezTo>
                  <a:pt x="1617411" y="112482"/>
                  <a:pt x="1616809" y="112241"/>
                  <a:pt x="1616435" y="111920"/>
                </a:cubicBezTo>
                <a:cubicBezTo>
                  <a:pt x="1616060" y="111599"/>
                  <a:pt x="1615873" y="111117"/>
                  <a:pt x="1615873" y="110475"/>
                </a:cubicBezTo>
                <a:lnTo>
                  <a:pt x="1615873" y="103249"/>
                </a:lnTo>
                <a:cubicBezTo>
                  <a:pt x="1612715" y="106621"/>
                  <a:pt x="1609195" y="109257"/>
                  <a:pt x="1605315" y="111157"/>
                </a:cubicBezTo>
                <a:cubicBezTo>
                  <a:pt x="1601434" y="113057"/>
                  <a:pt x="1597326" y="114007"/>
                  <a:pt x="1592991" y="114007"/>
                </a:cubicBezTo>
                <a:cubicBezTo>
                  <a:pt x="1589191" y="114007"/>
                  <a:pt x="1585752" y="113511"/>
                  <a:pt x="1582674" y="112517"/>
                </a:cubicBezTo>
                <a:cubicBezTo>
                  <a:pt x="1579596" y="111524"/>
                  <a:pt x="1576974" y="110087"/>
                  <a:pt x="1574806" y="108207"/>
                </a:cubicBezTo>
                <a:cubicBezTo>
                  <a:pt x="1572638" y="106327"/>
                  <a:pt x="1570952" y="104018"/>
                  <a:pt x="1569748" y="101279"/>
                </a:cubicBezTo>
                <a:cubicBezTo>
                  <a:pt x="1568543" y="98540"/>
                  <a:pt x="1567941" y="95424"/>
                  <a:pt x="1567941" y="91931"/>
                </a:cubicBezTo>
                <a:cubicBezTo>
                  <a:pt x="1567941" y="87850"/>
                  <a:pt x="1568771" y="84305"/>
                  <a:pt x="1570430" y="81298"/>
                </a:cubicBezTo>
                <a:cubicBezTo>
                  <a:pt x="1572090" y="78289"/>
                  <a:pt x="1574471" y="75791"/>
                  <a:pt x="1577576" y="73804"/>
                </a:cubicBezTo>
                <a:cubicBezTo>
                  <a:pt x="1580680" y="71817"/>
                  <a:pt x="1584480" y="70326"/>
                  <a:pt x="1588977" y="69333"/>
                </a:cubicBezTo>
                <a:cubicBezTo>
                  <a:pt x="1593473" y="68339"/>
                  <a:pt x="1598531" y="67842"/>
                  <a:pt x="1604151" y="67842"/>
                </a:cubicBezTo>
                <a:lnTo>
                  <a:pt x="1614106" y="67842"/>
                </a:lnTo>
                <a:lnTo>
                  <a:pt x="1614106" y="62242"/>
                </a:lnTo>
                <a:cubicBezTo>
                  <a:pt x="1614106" y="59469"/>
                  <a:pt x="1613812" y="57016"/>
                  <a:pt x="1613223" y="54884"/>
                </a:cubicBezTo>
                <a:cubicBezTo>
                  <a:pt x="1612634" y="52749"/>
                  <a:pt x="1611684" y="50976"/>
                  <a:pt x="1610373" y="49562"/>
                </a:cubicBezTo>
                <a:cubicBezTo>
                  <a:pt x="1609062" y="48149"/>
                  <a:pt x="1607362" y="47082"/>
                  <a:pt x="1605275" y="46363"/>
                </a:cubicBezTo>
                <a:cubicBezTo>
                  <a:pt x="1603187" y="45642"/>
                  <a:pt x="1600618" y="45282"/>
                  <a:pt x="1597567" y="45282"/>
                </a:cubicBezTo>
                <a:cubicBezTo>
                  <a:pt x="1594302" y="45282"/>
                  <a:pt x="1591372" y="45666"/>
                  <a:pt x="1588776" y="46433"/>
                </a:cubicBezTo>
                <a:cubicBezTo>
                  <a:pt x="1586180" y="47201"/>
                  <a:pt x="1583905" y="48048"/>
                  <a:pt x="1581951" y="48975"/>
                </a:cubicBezTo>
                <a:cubicBezTo>
                  <a:pt x="1579998" y="49902"/>
                  <a:pt x="1578365" y="50749"/>
                  <a:pt x="1577054" y="51517"/>
                </a:cubicBezTo>
                <a:cubicBezTo>
                  <a:pt x="1575743" y="52284"/>
                  <a:pt x="1574766" y="52668"/>
                  <a:pt x="1574123" y="52668"/>
                </a:cubicBezTo>
                <a:cubicBezTo>
                  <a:pt x="1573695" y="52668"/>
                  <a:pt x="1573321" y="52561"/>
                  <a:pt x="1572999" y="52347"/>
                </a:cubicBezTo>
                <a:cubicBezTo>
                  <a:pt x="1572678" y="52133"/>
                  <a:pt x="1572397" y="51812"/>
                  <a:pt x="1572156" y="51384"/>
                </a:cubicBezTo>
                <a:cubicBezTo>
                  <a:pt x="1571916" y="50955"/>
                  <a:pt x="1571742" y="50407"/>
                  <a:pt x="1571635" y="49738"/>
                </a:cubicBezTo>
                <a:cubicBezTo>
                  <a:pt x="1571527" y="49069"/>
                  <a:pt x="1571474" y="48333"/>
                  <a:pt x="1571474" y="47530"/>
                </a:cubicBezTo>
                <a:cubicBezTo>
                  <a:pt x="1571474" y="46192"/>
                  <a:pt x="1571568" y="45135"/>
                  <a:pt x="1571755" y="44359"/>
                </a:cubicBezTo>
                <a:cubicBezTo>
                  <a:pt x="1571942" y="43582"/>
                  <a:pt x="1572397" y="42846"/>
                  <a:pt x="1573120" y="42151"/>
                </a:cubicBezTo>
                <a:cubicBezTo>
                  <a:pt x="1573842" y="41455"/>
                  <a:pt x="1575087" y="40644"/>
                  <a:pt x="1576853" y="39719"/>
                </a:cubicBezTo>
                <a:cubicBezTo>
                  <a:pt x="1578620" y="38793"/>
                  <a:pt x="1580653" y="37946"/>
                  <a:pt x="1582955" y="37180"/>
                </a:cubicBezTo>
                <a:cubicBezTo>
                  <a:pt x="1585257" y="36414"/>
                  <a:pt x="1587772" y="35780"/>
                  <a:pt x="1590502" y="35279"/>
                </a:cubicBezTo>
                <a:cubicBezTo>
                  <a:pt x="1593232" y="34775"/>
                  <a:pt x="1595988" y="34523"/>
                  <a:pt x="1598772" y="34523"/>
                </a:cubicBezTo>
                <a:cubicBezTo>
                  <a:pt x="1603963" y="34523"/>
                  <a:pt x="1608379" y="35112"/>
                  <a:pt x="1612019" y="36290"/>
                </a:cubicBezTo>
                <a:cubicBezTo>
                  <a:pt x="1615659" y="37467"/>
                  <a:pt x="1618602" y="39193"/>
                  <a:pt x="1620850" y="41468"/>
                </a:cubicBezTo>
                <a:cubicBezTo>
                  <a:pt x="1623098" y="43743"/>
                  <a:pt x="1624731" y="46566"/>
                  <a:pt x="1625748" y="49938"/>
                </a:cubicBezTo>
                <a:cubicBezTo>
                  <a:pt x="1626765" y="53311"/>
                  <a:pt x="1627273" y="57245"/>
                  <a:pt x="1627273" y="61741"/>
                </a:cubicBezTo>
                <a:lnTo>
                  <a:pt x="1627273" y="110475"/>
                </a:lnTo>
                <a:moveTo>
                  <a:pt x="1614106" y="77397"/>
                </a:moveTo>
                <a:lnTo>
                  <a:pt x="1602786" y="77397"/>
                </a:lnTo>
                <a:cubicBezTo>
                  <a:pt x="1599146" y="77397"/>
                  <a:pt x="1595988" y="77707"/>
                  <a:pt x="1593312" y="78327"/>
                </a:cubicBezTo>
                <a:cubicBezTo>
                  <a:pt x="1590636" y="78946"/>
                  <a:pt x="1588415" y="79861"/>
                  <a:pt x="1586648" y="81072"/>
                </a:cubicBezTo>
                <a:cubicBezTo>
                  <a:pt x="1584882" y="82283"/>
                  <a:pt x="1583584" y="83738"/>
                  <a:pt x="1582754" y="85435"/>
                </a:cubicBezTo>
                <a:cubicBezTo>
                  <a:pt x="1581925" y="87131"/>
                  <a:pt x="1581510" y="89083"/>
                  <a:pt x="1581510" y="91291"/>
                </a:cubicBezTo>
                <a:cubicBezTo>
                  <a:pt x="1581510" y="95061"/>
                  <a:pt x="1582701" y="98064"/>
                  <a:pt x="1585083" y="100298"/>
                </a:cubicBezTo>
                <a:cubicBezTo>
                  <a:pt x="1587464" y="102533"/>
                  <a:pt x="1590796" y="103650"/>
                  <a:pt x="1595078" y="103650"/>
                </a:cubicBezTo>
                <a:cubicBezTo>
                  <a:pt x="1598557" y="103650"/>
                  <a:pt x="1601782" y="102762"/>
                  <a:pt x="1604753" y="100986"/>
                </a:cubicBezTo>
                <a:cubicBezTo>
                  <a:pt x="1607724" y="99208"/>
                  <a:pt x="1610841" y="96488"/>
                  <a:pt x="1614106" y="92827"/>
                </a:cubicBezTo>
                <a:lnTo>
                  <a:pt x="1614106" y="77397"/>
                </a:lnTo>
                <a:close/>
                <a:moveTo>
                  <a:pt x="1744570" y="110395"/>
                </a:moveTo>
                <a:cubicBezTo>
                  <a:pt x="1744570" y="110823"/>
                  <a:pt x="1744463" y="111184"/>
                  <a:pt x="1744249" y="111478"/>
                </a:cubicBezTo>
                <a:cubicBezTo>
                  <a:pt x="1744035" y="111773"/>
                  <a:pt x="1743687" y="112027"/>
                  <a:pt x="1743205" y="112241"/>
                </a:cubicBezTo>
                <a:cubicBezTo>
                  <a:pt x="1742723" y="112455"/>
                  <a:pt x="1742054" y="112616"/>
                  <a:pt x="1741198" y="112723"/>
                </a:cubicBezTo>
                <a:cubicBezTo>
                  <a:pt x="1740342" y="112830"/>
                  <a:pt x="1739271" y="112883"/>
                  <a:pt x="1737987" y="112883"/>
                </a:cubicBezTo>
                <a:cubicBezTo>
                  <a:pt x="1736648" y="112883"/>
                  <a:pt x="1735551" y="112830"/>
                  <a:pt x="1734695" y="112723"/>
                </a:cubicBezTo>
                <a:cubicBezTo>
                  <a:pt x="1733838" y="112616"/>
                  <a:pt x="1733169" y="112455"/>
                  <a:pt x="1732688" y="112241"/>
                </a:cubicBezTo>
                <a:cubicBezTo>
                  <a:pt x="1732206" y="112027"/>
                  <a:pt x="1731858" y="111773"/>
                  <a:pt x="1731644" y="111478"/>
                </a:cubicBezTo>
                <a:cubicBezTo>
                  <a:pt x="1731430" y="111184"/>
                  <a:pt x="1731323" y="110823"/>
                  <a:pt x="1731323" y="110395"/>
                </a:cubicBezTo>
                <a:lnTo>
                  <a:pt x="1731323" y="68083"/>
                </a:lnTo>
                <a:cubicBezTo>
                  <a:pt x="1731323" y="63962"/>
                  <a:pt x="1731002" y="60643"/>
                  <a:pt x="1730359" y="58128"/>
                </a:cubicBezTo>
                <a:cubicBezTo>
                  <a:pt x="1729717" y="55612"/>
                  <a:pt x="1728780" y="53444"/>
                  <a:pt x="1727549" y="51625"/>
                </a:cubicBezTo>
                <a:cubicBezTo>
                  <a:pt x="1726318" y="49805"/>
                  <a:pt x="1724726" y="48413"/>
                  <a:pt x="1722772" y="47450"/>
                </a:cubicBezTo>
                <a:cubicBezTo>
                  <a:pt x="1720818" y="46486"/>
                  <a:pt x="1718557" y="46004"/>
                  <a:pt x="1715988" y="46004"/>
                </a:cubicBezTo>
                <a:cubicBezTo>
                  <a:pt x="1712669" y="46004"/>
                  <a:pt x="1709351" y="47182"/>
                  <a:pt x="1706032" y="49537"/>
                </a:cubicBezTo>
                <a:cubicBezTo>
                  <a:pt x="1702714" y="51892"/>
                  <a:pt x="1699235" y="55344"/>
                  <a:pt x="1695595" y="59894"/>
                </a:cubicBezTo>
                <a:lnTo>
                  <a:pt x="1695595" y="110395"/>
                </a:lnTo>
                <a:cubicBezTo>
                  <a:pt x="1695595" y="110823"/>
                  <a:pt x="1695488" y="111184"/>
                  <a:pt x="1695274" y="111478"/>
                </a:cubicBezTo>
                <a:cubicBezTo>
                  <a:pt x="1695060" y="111773"/>
                  <a:pt x="1694712" y="112027"/>
                  <a:pt x="1694230" y="112241"/>
                </a:cubicBezTo>
                <a:cubicBezTo>
                  <a:pt x="1693748" y="112455"/>
                  <a:pt x="1693079" y="112616"/>
                  <a:pt x="1692223" y="112723"/>
                </a:cubicBezTo>
                <a:cubicBezTo>
                  <a:pt x="1691367" y="112830"/>
                  <a:pt x="1690269" y="112883"/>
                  <a:pt x="1688931" y="112883"/>
                </a:cubicBezTo>
                <a:cubicBezTo>
                  <a:pt x="1687647" y="112883"/>
                  <a:pt x="1686576" y="112830"/>
                  <a:pt x="1685720" y="112723"/>
                </a:cubicBezTo>
                <a:cubicBezTo>
                  <a:pt x="1684863" y="112616"/>
                  <a:pt x="1684181" y="112455"/>
                  <a:pt x="1683672" y="112241"/>
                </a:cubicBezTo>
                <a:cubicBezTo>
                  <a:pt x="1683164" y="112027"/>
                  <a:pt x="1682816" y="111773"/>
                  <a:pt x="1682629" y="111478"/>
                </a:cubicBezTo>
                <a:cubicBezTo>
                  <a:pt x="1682441" y="111182"/>
                  <a:pt x="1682348" y="110820"/>
                  <a:pt x="1682348" y="110392"/>
                </a:cubicBezTo>
                <a:lnTo>
                  <a:pt x="1682348" y="3053"/>
                </a:lnTo>
                <a:cubicBezTo>
                  <a:pt x="1682348" y="2625"/>
                  <a:pt x="1682441" y="2251"/>
                  <a:pt x="1682629" y="1929"/>
                </a:cubicBezTo>
                <a:cubicBezTo>
                  <a:pt x="1682816" y="1607"/>
                  <a:pt x="1683164" y="1338"/>
                  <a:pt x="1683672" y="1124"/>
                </a:cubicBezTo>
                <a:cubicBezTo>
                  <a:pt x="1684181" y="910"/>
                  <a:pt x="1684863" y="749"/>
                  <a:pt x="1685720" y="642"/>
                </a:cubicBezTo>
                <a:cubicBezTo>
                  <a:pt x="1686576" y="535"/>
                  <a:pt x="1687647" y="482"/>
                  <a:pt x="1688931" y="482"/>
                </a:cubicBezTo>
                <a:cubicBezTo>
                  <a:pt x="1690269" y="482"/>
                  <a:pt x="1691367" y="535"/>
                  <a:pt x="1692223" y="642"/>
                </a:cubicBezTo>
                <a:cubicBezTo>
                  <a:pt x="1693079" y="749"/>
                  <a:pt x="1693748" y="911"/>
                  <a:pt x="1694230" y="1127"/>
                </a:cubicBezTo>
                <a:cubicBezTo>
                  <a:pt x="1694712" y="1341"/>
                  <a:pt x="1695060" y="1608"/>
                  <a:pt x="1695274" y="1929"/>
                </a:cubicBezTo>
                <a:cubicBezTo>
                  <a:pt x="1695488" y="2251"/>
                  <a:pt x="1695595" y="2626"/>
                  <a:pt x="1695595" y="3056"/>
                </a:cubicBezTo>
                <a:lnTo>
                  <a:pt x="1695595" y="46406"/>
                </a:lnTo>
                <a:cubicBezTo>
                  <a:pt x="1699395" y="42392"/>
                  <a:pt x="1703222" y="39408"/>
                  <a:pt x="1707076" y="37454"/>
                </a:cubicBezTo>
                <a:cubicBezTo>
                  <a:pt x="1710930" y="35500"/>
                  <a:pt x="1714810" y="34523"/>
                  <a:pt x="1718718" y="34523"/>
                </a:cubicBezTo>
                <a:cubicBezTo>
                  <a:pt x="1723535" y="34523"/>
                  <a:pt x="1727589" y="35340"/>
                  <a:pt x="1730881" y="36972"/>
                </a:cubicBezTo>
                <a:cubicBezTo>
                  <a:pt x="1734173" y="38605"/>
                  <a:pt x="1736836" y="40786"/>
                  <a:pt x="1738870" y="43516"/>
                </a:cubicBezTo>
                <a:cubicBezTo>
                  <a:pt x="1740904" y="46245"/>
                  <a:pt x="1742362" y="49443"/>
                  <a:pt x="1743245" y="53110"/>
                </a:cubicBezTo>
                <a:cubicBezTo>
                  <a:pt x="1744128" y="56776"/>
                  <a:pt x="1744570" y="61205"/>
                  <a:pt x="1744570" y="66397"/>
                </a:cubicBezTo>
                <a:lnTo>
                  <a:pt x="1744570" y="110395"/>
                </a:lnTo>
                <a:close/>
                <a:moveTo>
                  <a:pt x="1780769" y="110395"/>
                </a:moveTo>
                <a:cubicBezTo>
                  <a:pt x="1780769" y="110823"/>
                  <a:pt x="1780661" y="111184"/>
                  <a:pt x="1780447" y="111478"/>
                </a:cubicBezTo>
                <a:cubicBezTo>
                  <a:pt x="1780233" y="111773"/>
                  <a:pt x="1779885" y="112027"/>
                  <a:pt x="1779404" y="112241"/>
                </a:cubicBezTo>
                <a:cubicBezTo>
                  <a:pt x="1778922" y="112455"/>
                  <a:pt x="1778253" y="112616"/>
                  <a:pt x="1777396" y="112723"/>
                </a:cubicBezTo>
                <a:cubicBezTo>
                  <a:pt x="1776540" y="112830"/>
                  <a:pt x="1775443" y="112883"/>
                  <a:pt x="1774105" y="112883"/>
                </a:cubicBezTo>
                <a:cubicBezTo>
                  <a:pt x="1772820" y="112883"/>
                  <a:pt x="1771750" y="112830"/>
                  <a:pt x="1770893" y="112723"/>
                </a:cubicBezTo>
                <a:cubicBezTo>
                  <a:pt x="1770037" y="112616"/>
                  <a:pt x="1769354" y="112455"/>
                  <a:pt x="1768846" y="112241"/>
                </a:cubicBezTo>
                <a:cubicBezTo>
                  <a:pt x="1768337" y="112027"/>
                  <a:pt x="1767990" y="111773"/>
                  <a:pt x="1767802" y="111478"/>
                </a:cubicBezTo>
                <a:cubicBezTo>
                  <a:pt x="1767615" y="111184"/>
                  <a:pt x="1767521" y="110823"/>
                  <a:pt x="1767521" y="110395"/>
                </a:cubicBezTo>
                <a:lnTo>
                  <a:pt x="1767521" y="38136"/>
                </a:lnTo>
                <a:cubicBezTo>
                  <a:pt x="1767521" y="37762"/>
                  <a:pt x="1767615" y="37414"/>
                  <a:pt x="1767802" y="37093"/>
                </a:cubicBezTo>
                <a:cubicBezTo>
                  <a:pt x="1767990" y="36771"/>
                  <a:pt x="1768337" y="36504"/>
                  <a:pt x="1768846" y="36290"/>
                </a:cubicBezTo>
                <a:cubicBezTo>
                  <a:pt x="1769354" y="36076"/>
                  <a:pt x="1770037" y="35915"/>
                  <a:pt x="1770893" y="35808"/>
                </a:cubicBezTo>
                <a:cubicBezTo>
                  <a:pt x="1771750" y="35701"/>
                  <a:pt x="1772820" y="35647"/>
                  <a:pt x="1774105" y="35647"/>
                </a:cubicBezTo>
                <a:cubicBezTo>
                  <a:pt x="1775443" y="35647"/>
                  <a:pt x="1776540" y="35701"/>
                  <a:pt x="1777396" y="35808"/>
                </a:cubicBezTo>
                <a:cubicBezTo>
                  <a:pt x="1778253" y="35915"/>
                  <a:pt x="1778922" y="36076"/>
                  <a:pt x="1779404" y="36290"/>
                </a:cubicBezTo>
                <a:cubicBezTo>
                  <a:pt x="1779885" y="36504"/>
                  <a:pt x="1780233" y="36771"/>
                  <a:pt x="1780447" y="37093"/>
                </a:cubicBezTo>
                <a:cubicBezTo>
                  <a:pt x="1780661" y="37414"/>
                  <a:pt x="1780769" y="37762"/>
                  <a:pt x="1780769" y="38136"/>
                </a:cubicBezTo>
                <a:lnTo>
                  <a:pt x="1780769" y="110395"/>
                </a:lnTo>
                <a:moveTo>
                  <a:pt x="1782294" y="13649"/>
                </a:moveTo>
                <a:cubicBezTo>
                  <a:pt x="1782294" y="16753"/>
                  <a:pt x="1781705" y="18867"/>
                  <a:pt x="1780528" y="19991"/>
                </a:cubicBezTo>
                <a:cubicBezTo>
                  <a:pt x="1779350" y="21115"/>
                  <a:pt x="1777182" y="21677"/>
                  <a:pt x="1774024" y="21677"/>
                </a:cubicBezTo>
                <a:cubicBezTo>
                  <a:pt x="1770920" y="21677"/>
                  <a:pt x="1768792" y="21129"/>
                  <a:pt x="1767642" y="20032"/>
                </a:cubicBezTo>
                <a:cubicBezTo>
                  <a:pt x="1766491" y="18934"/>
                  <a:pt x="1765915" y="16860"/>
                  <a:pt x="1765915" y="13809"/>
                </a:cubicBezTo>
                <a:cubicBezTo>
                  <a:pt x="1765915" y="10705"/>
                  <a:pt x="1766504" y="8591"/>
                  <a:pt x="1767682" y="7467"/>
                </a:cubicBezTo>
                <a:cubicBezTo>
                  <a:pt x="1768859" y="6343"/>
                  <a:pt x="1771027" y="5781"/>
                  <a:pt x="1774185" y="5781"/>
                </a:cubicBezTo>
                <a:cubicBezTo>
                  <a:pt x="1777289" y="5781"/>
                  <a:pt x="1779417" y="6329"/>
                  <a:pt x="1780568" y="7427"/>
                </a:cubicBezTo>
                <a:cubicBezTo>
                  <a:pt x="1781719" y="8524"/>
                  <a:pt x="1782294" y="10598"/>
                  <a:pt x="1782294" y="13649"/>
                </a:cubicBezTo>
                <a:close/>
                <a:moveTo>
                  <a:pt x="1870319" y="41348"/>
                </a:moveTo>
                <a:cubicBezTo>
                  <a:pt x="1870319" y="43221"/>
                  <a:pt x="1870065" y="44573"/>
                  <a:pt x="1869557" y="45402"/>
                </a:cubicBezTo>
                <a:cubicBezTo>
                  <a:pt x="1869048" y="46232"/>
                  <a:pt x="1868393" y="46647"/>
                  <a:pt x="1867590" y="46647"/>
                </a:cubicBezTo>
                <a:lnTo>
                  <a:pt x="1857233" y="46647"/>
                </a:lnTo>
                <a:cubicBezTo>
                  <a:pt x="1859106" y="48579"/>
                  <a:pt x="1860417" y="50713"/>
                  <a:pt x="1861167" y="53050"/>
                </a:cubicBezTo>
                <a:cubicBezTo>
                  <a:pt x="1861916" y="55385"/>
                  <a:pt x="1862291" y="57813"/>
                  <a:pt x="1862291" y="60336"/>
                </a:cubicBezTo>
                <a:cubicBezTo>
                  <a:pt x="1862291" y="64504"/>
                  <a:pt x="1861622" y="68191"/>
                  <a:pt x="1860284" y="71398"/>
                </a:cubicBezTo>
                <a:cubicBezTo>
                  <a:pt x="1858945" y="74604"/>
                  <a:pt x="1857032" y="77316"/>
                  <a:pt x="1854543" y="79534"/>
                </a:cubicBezTo>
                <a:cubicBezTo>
                  <a:pt x="1852054" y="81752"/>
                  <a:pt x="1849097" y="83449"/>
                  <a:pt x="1845671" y="84625"/>
                </a:cubicBezTo>
                <a:cubicBezTo>
                  <a:pt x="1842246" y="85801"/>
                  <a:pt x="1838445" y="86389"/>
                  <a:pt x="1834271" y="86389"/>
                </a:cubicBezTo>
                <a:cubicBezTo>
                  <a:pt x="1831327" y="86389"/>
                  <a:pt x="1828530" y="86002"/>
                  <a:pt x="1825881" y="85227"/>
                </a:cubicBezTo>
                <a:cubicBezTo>
                  <a:pt x="1823231" y="84453"/>
                  <a:pt x="1821184" y="83478"/>
                  <a:pt x="1819739" y="82302"/>
                </a:cubicBezTo>
                <a:cubicBezTo>
                  <a:pt x="1818775" y="83265"/>
                  <a:pt x="1817986" y="84362"/>
                  <a:pt x="1817370" y="85593"/>
                </a:cubicBezTo>
                <a:cubicBezTo>
                  <a:pt x="1816755" y="86823"/>
                  <a:pt x="1816447" y="88240"/>
                  <a:pt x="1816447" y="89844"/>
                </a:cubicBezTo>
                <a:cubicBezTo>
                  <a:pt x="1816447" y="91717"/>
                  <a:pt x="1817317" y="93269"/>
                  <a:pt x="1819056" y="94500"/>
                </a:cubicBezTo>
                <a:cubicBezTo>
                  <a:pt x="1820796" y="95730"/>
                  <a:pt x="1823111" y="96398"/>
                  <a:pt x="1826001" y="96505"/>
                </a:cubicBezTo>
                <a:lnTo>
                  <a:pt x="1844868" y="97310"/>
                </a:lnTo>
                <a:cubicBezTo>
                  <a:pt x="1848455" y="97417"/>
                  <a:pt x="1851746" y="97914"/>
                  <a:pt x="1854744" y="98801"/>
                </a:cubicBezTo>
                <a:cubicBezTo>
                  <a:pt x="1857741" y="99687"/>
                  <a:pt x="1860337" y="100950"/>
                  <a:pt x="1862532" y="102589"/>
                </a:cubicBezTo>
                <a:cubicBezTo>
                  <a:pt x="1864726" y="104227"/>
                  <a:pt x="1866439" y="106241"/>
                  <a:pt x="1867670" y="108631"/>
                </a:cubicBezTo>
                <a:cubicBezTo>
                  <a:pt x="1868901" y="111021"/>
                  <a:pt x="1869517" y="113801"/>
                  <a:pt x="1869517" y="116971"/>
                </a:cubicBezTo>
                <a:cubicBezTo>
                  <a:pt x="1869517" y="120301"/>
                  <a:pt x="1868821" y="123470"/>
                  <a:pt x="1867429" y="126477"/>
                </a:cubicBezTo>
                <a:cubicBezTo>
                  <a:pt x="1866037" y="129486"/>
                  <a:pt x="1863910" y="132131"/>
                  <a:pt x="1861046" y="134413"/>
                </a:cubicBezTo>
                <a:cubicBezTo>
                  <a:pt x="1858183" y="136696"/>
                  <a:pt x="1854530" y="138496"/>
                  <a:pt x="1850087" y="139812"/>
                </a:cubicBezTo>
                <a:cubicBezTo>
                  <a:pt x="1845645" y="141129"/>
                  <a:pt x="1840399" y="141787"/>
                  <a:pt x="1834351" y="141787"/>
                </a:cubicBezTo>
                <a:cubicBezTo>
                  <a:pt x="1828517" y="141787"/>
                  <a:pt x="1823552" y="141291"/>
                  <a:pt x="1819458" y="140299"/>
                </a:cubicBezTo>
                <a:cubicBezTo>
                  <a:pt x="1815363" y="139309"/>
                  <a:pt x="1812004" y="137956"/>
                  <a:pt x="1809382" y="136242"/>
                </a:cubicBezTo>
                <a:cubicBezTo>
                  <a:pt x="1806759" y="134529"/>
                  <a:pt x="1804859" y="132481"/>
                  <a:pt x="1803681" y="130097"/>
                </a:cubicBezTo>
                <a:cubicBezTo>
                  <a:pt x="1802504" y="127714"/>
                  <a:pt x="1801915" y="125129"/>
                  <a:pt x="1801915" y="122342"/>
                </a:cubicBezTo>
                <a:cubicBezTo>
                  <a:pt x="1801915" y="120576"/>
                  <a:pt x="1802129" y="118862"/>
                  <a:pt x="1802557" y="117201"/>
                </a:cubicBezTo>
                <a:cubicBezTo>
                  <a:pt x="1802985" y="115540"/>
                  <a:pt x="1803641" y="113960"/>
                  <a:pt x="1804524" y="112459"/>
                </a:cubicBezTo>
                <a:cubicBezTo>
                  <a:pt x="1805407" y="110961"/>
                  <a:pt x="1806505" y="109529"/>
                  <a:pt x="1807816" y="108164"/>
                </a:cubicBezTo>
                <a:cubicBezTo>
                  <a:pt x="1809127" y="106798"/>
                  <a:pt x="1810639" y="105444"/>
                  <a:pt x="1812352" y="104105"/>
                </a:cubicBezTo>
                <a:cubicBezTo>
                  <a:pt x="1809730" y="102761"/>
                  <a:pt x="1807789" y="101069"/>
                  <a:pt x="1806531" y="99026"/>
                </a:cubicBezTo>
                <a:cubicBezTo>
                  <a:pt x="1805274" y="96982"/>
                  <a:pt x="1804645" y="94778"/>
                  <a:pt x="1804645" y="92413"/>
                </a:cubicBezTo>
                <a:cubicBezTo>
                  <a:pt x="1804645" y="89134"/>
                  <a:pt x="1805314" y="86205"/>
                  <a:pt x="1806652" y="83624"/>
                </a:cubicBezTo>
                <a:cubicBezTo>
                  <a:pt x="1807990" y="81043"/>
                  <a:pt x="1809649" y="78731"/>
                  <a:pt x="1811630" y="76689"/>
                </a:cubicBezTo>
                <a:cubicBezTo>
                  <a:pt x="1809970" y="74712"/>
                  <a:pt x="1808659" y="72481"/>
                  <a:pt x="1807696" y="69995"/>
                </a:cubicBezTo>
                <a:cubicBezTo>
                  <a:pt x="1806732" y="67510"/>
                  <a:pt x="1806250" y="64504"/>
                  <a:pt x="1806250" y="60978"/>
                </a:cubicBezTo>
                <a:cubicBezTo>
                  <a:pt x="1806250" y="56863"/>
                  <a:pt x="1806946" y="53176"/>
                  <a:pt x="1808338" y="49916"/>
                </a:cubicBezTo>
                <a:cubicBezTo>
                  <a:pt x="1809730" y="46656"/>
                  <a:pt x="1811656" y="43904"/>
                  <a:pt x="1814119" y="41659"/>
                </a:cubicBezTo>
                <a:cubicBezTo>
                  <a:pt x="1816581" y="39414"/>
                  <a:pt x="1819538" y="37691"/>
                  <a:pt x="1822990" y="36488"/>
                </a:cubicBezTo>
                <a:cubicBezTo>
                  <a:pt x="1826443" y="35285"/>
                  <a:pt x="1830203" y="34684"/>
                  <a:pt x="1834271" y="34684"/>
                </a:cubicBezTo>
                <a:cubicBezTo>
                  <a:pt x="1836465" y="34684"/>
                  <a:pt x="1838512" y="34798"/>
                  <a:pt x="1840413" y="35025"/>
                </a:cubicBezTo>
                <a:cubicBezTo>
                  <a:pt x="1842313" y="35251"/>
                  <a:pt x="1844092" y="35565"/>
                  <a:pt x="1845752" y="35969"/>
                </a:cubicBezTo>
                <a:lnTo>
                  <a:pt x="1867590" y="35969"/>
                </a:lnTo>
                <a:cubicBezTo>
                  <a:pt x="1868500" y="35969"/>
                  <a:pt x="1869182" y="36410"/>
                  <a:pt x="1869637" y="37293"/>
                </a:cubicBezTo>
                <a:cubicBezTo>
                  <a:pt x="1870092" y="38176"/>
                  <a:pt x="1870319" y="39528"/>
                  <a:pt x="1870319" y="41348"/>
                </a:cubicBezTo>
                <a:moveTo>
                  <a:pt x="1849605" y="60416"/>
                </a:moveTo>
                <a:cubicBezTo>
                  <a:pt x="1849605" y="55505"/>
                  <a:pt x="1848254" y="51675"/>
                  <a:pt x="1845551" y="48925"/>
                </a:cubicBezTo>
                <a:cubicBezTo>
                  <a:pt x="1842848" y="46175"/>
                  <a:pt x="1839007" y="44800"/>
                  <a:pt x="1834030" y="44800"/>
                </a:cubicBezTo>
                <a:cubicBezTo>
                  <a:pt x="1831461" y="44800"/>
                  <a:pt x="1829226" y="45227"/>
                  <a:pt x="1827326" y="46082"/>
                </a:cubicBezTo>
                <a:cubicBezTo>
                  <a:pt x="1825426" y="46935"/>
                  <a:pt x="1823847" y="48109"/>
                  <a:pt x="1822589" y="49605"/>
                </a:cubicBezTo>
                <a:cubicBezTo>
                  <a:pt x="1821331" y="51100"/>
                  <a:pt x="1820394" y="52822"/>
                  <a:pt x="1819779" y="54771"/>
                </a:cubicBezTo>
                <a:cubicBezTo>
                  <a:pt x="1819163" y="56719"/>
                  <a:pt x="1818855" y="58762"/>
                  <a:pt x="1818855" y="60898"/>
                </a:cubicBezTo>
                <a:cubicBezTo>
                  <a:pt x="1818855" y="65648"/>
                  <a:pt x="1820207" y="69385"/>
                  <a:pt x="1822910" y="72108"/>
                </a:cubicBezTo>
                <a:cubicBezTo>
                  <a:pt x="1825613" y="74831"/>
                  <a:pt x="1829400" y="76192"/>
                  <a:pt x="1834271" y="76192"/>
                </a:cubicBezTo>
                <a:cubicBezTo>
                  <a:pt x="1836893" y="76192"/>
                  <a:pt x="1839168" y="75779"/>
                  <a:pt x="1841095" y="74953"/>
                </a:cubicBezTo>
                <a:cubicBezTo>
                  <a:pt x="1843022" y="74125"/>
                  <a:pt x="1844614" y="72977"/>
                  <a:pt x="1845872" y="71508"/>
                </a:cubicBezTo>
                <a:cubicBezTo>
                  <a:pt x="1847130" y="70039"/>
                  <a:pt x="1848067" y="68344"/>
                  <a:pt x="1848682" y="66422"/>
                </a:cubicBezTo>
                <a:cubicBezTo>
                  <a:pt x="1849298" y="64501"/>
                  <a:pt x="1849605" y="62498"/>
                  <a:pt x="1849605" y="60416"/>
                </a:cubicBezTo>
                <a:moveTo>
                  <a:pt x="1856269" y="117691"/>
                </a:moveTo>
                <a:cubicBezTo>
                  <a:pt x="1856269" y="114564"/>
                  <a:pt x="1854998" y="112153"/>
                  <a:pt x="1852456" y="110457"/>
                </a:cubicBezTo>
                <a:cubicBezTo>
                  <a:pt x="1849913" y="108760"/>
                  <a:pt x="1846474" y="107857"/>
                  <a:pt x="1842139" y="107750"/>
                </a:cubicBezTo>
                <a:lnTo>
                  <a:pt x="1823432" y="107103"/>
                </a:lnTo>
                <a:cubicBezTo>
                  <a:pt x="1821719" y="108449"/>
                  <a:pt x="1820314" y="109729"/>
                  <a:pt x="1819217" y="110941"/>
                </a:cubicBezTo>
                <a:cubicBezTo>
                  <a:pt x="1818120" y="112154"/>
                  <a:pt x="1817250" y="113312"/>
                  <a:pt x="1816607" y="114416"/>
                </a:cubicBezTo>
                <a:cubicBezTo>
                  <a:pt x="1815965" y="115520"/>
                  <a:pt x="1815524" y="116611"/>
                  <a:pt x="1815283" y="117688"/>
                </a:cubicBezTo>
                <a:cubicBezTo>
                  <a:pt x="1815042" y="118767"/>
                  <a:pt x="1814921" y="119872"/>
                  <a:pt x="1814921" y="121002"/>
                </a:cubicBezTo>
                <a:cubicBezTo>
                  <a:pt x="1814921" y="124505"/>
                  <a:pt x="1816688" y="127159"/>
                  <a:pt x="1820220" y="128963"/>
                </a:cubicBezTo>
                <a:cubicBezTo>
                  <a:pt x="1823753" y="130768"/>
                  <a:pt x="1828677" y="131671"/>
                  <a:pt x="1834993" y="131671"/>
                </a:cubicBezTo>
                <a:cubicBezTo>
                  <a:pt x="1839007" y="131671"/>
                  <a:pt x="1842366" y="131280"/>
                  <a:pt x="1845069" y="130499"/>
                </a:cubicBezTo>
                <a:cubicBezTo>
                  <a:pt x="1847772" y="129718"/>
                  <a:pt x="1849953" y="128681"/>
                  <a:pt x="1851613" y="127388"/>
                </a:cubicBezTo>
                <a:cubicBezTo>
                  <a:pt x="1853272" y="126095"/>
                  <a:pt x="1854463" y="124613"/>
                  <a:pt x="1855185" y="122942"/>
                </a:cubicBezTo>
                <a:cubicBezTo>
                  <a:pt x="1855908" y="121273"/>
                  <a:pt x="1856269" y="119522"/>
                  <a:pt x="1856269" y="117691"/>
                </a:cubicBezTo>
                <a:close/>
                <a:moveTo>
                  <a:pt x="1945172" y="110395"/>
                </a:moveTo>
                <a:cubicBezTo>
                  <a:pt x="1945172" y="110823"/>
                  <a:pt x="1945065" y="111184"/>
                  <a:pt x="1944851" y="111478"/>
                </a:cubicBezTo>
                <a:cubicBezTo>
                  <a:pt x="1944636" y="111773"/>
                  <a:pt x="1944289" y="112027"/>
                  <a:pt x="1943807" y="112241"/>
                </a:cubicBezTo>
                <a:cubicBezTo>
                  <a:pt x="1943325" y="112455"/>
                  <a:pt x="1942656" y="112616"/>
                  <a:pt x="1941800" y="112723"/>
                </a:cubicBezTo>
                <a:cubicBezTo>
                  <a:pt x="1940943" y="112830"/>
                  <a:pt x="1939873" y="112883"/>
                  <a:pt x="1938588" y="112883"/>
                </a:cubicBezTo>
                <a:cubicBezTo>
                  <a:pt x="1937250" y="112883"/>
                  <a:pt x="1936153" y="112830"/>
                  <a:pt x="1935296" y="112723"/>
                </a:cubicBezTo>
                <a:cubicBezTo>
                  <a:pt x="1934440" y="112616"/>
                  <a:pt x="1933771" y="112455"/>
                  <a:pt x="1933289" y="112241"/>
                </a:cubicBezTo>
                <a:cubicBezTo>
                  <a:pt x="1932808" y="112027"/>
                  <a:pt x="1932460" y="111773"/>
                  <a:pt x="1932245" y="111478"/>
                </a:cubicBezTo>
                <a:cubicBezTo>
                  <a:pt x="1932031" y="111184"/>
                  <a:pt x="1931924" y="110823"/>
                  <a:pt x="1931924" y="110395"/>
                </a:cubicBezTo>
                <a:lnTo>
                  <a:pt x="1931924" y="68083"/>
                </a:lnTo>
                <a:cubicBezTo>
                  <a:pt x="1931924" y="63962"/>
                  <a:pt x="1931603" y="60643"/>
                  <a:pt x="1930961" y="58128"/>
                </a:cubicBezTo>
                <a:cubicBezTo>
                  <a:pt x="1930319" y="55612"/>
                  <a:pt x="1929382" y="53444"/>
                  <a:pt x="1928151" y="51625"/>
                </a:cubicBezTo>
                <a:cubicBezTo>
                  <a:pt x="1926920" y="49805"/>
                  <a:pt x="1925327" y="48413"/>
                  <a:pt x="1923374" y="47450"/>
                </a:cubicBezTo>
                <a:cubicBezTo>
                  <a:pt x="1921420" y="46486"/>
                  <a:pt x="1919159" y="46004"/>
                  <a:pt x="1916590" y="46004"/>
                </a:cubicBezTo>
                <a:cubicBezTo>
                  <a:pt x="1913271" y="46004"/>
                  <a:pt x="1909952" y="47182"/>
                  <a:pt x="1906634" y="49537"/>
                </a:cubicBezTo>
                <a:cubicBezTo>
                  <a:pt x="1903315" y="51892"/>
                  <a:pt x="1899836" y="55344"/>
                  <a:pt x="1896197" y="59894"/>
                </a:cubicBezTo>
                <a:lnTo>
                  <a:pt x="1896197" y="110395"/>
                </a:lnTo>
                <a:cubicBezTo>
                  <a:pt x="1896197" y="110823"/>
                  <a:pt x="1896090" y="111184"/>
                  <a:pt x="1895876" y="111478"/>
                </a:cubicBezTo>
                <a:cubicBezTo>
                  <a:pt x="1895661" y="111773"/>
                  <a:pt x="1895314" y="112027"/>
                  <a:pt x="1894832" y="112241"/>
                </a:cubicBezTo>
                <a:cubicBezTo>
                  <a:pt x="1894350" y="112455"/>
                  <a:pt x="1893681" y="112616"/>
                  <a:pt x="1892825" y="112723"/>
                </a:cubicBezTo>
                <a:cubicBezTo>
                  <a:pt x="1891968" y="112830"/>
                  <a:pt x="1890871" y="112883"/>
                  <a:pt x="1889533" y="112883"/>
                </a:cubicBezTo>
                <a:cubicBezTo>
                  <a:pt x="1888248" y="112883"/>
                  <a:pt x="1887178" y="112830"/>
                  <a:pt x="1886321" y="112723"/>
                </a:cubicBezTo>
                <a:cubicBezTo>
                  <a:pt x="1885465" y="112616"/>
                  <a:pt x="1884783" y="112455"/>
                  <a:pt x="1884274" y="112241"/>
                </a:cubicBezTo>
                <a:cubicBezTo>
                  <a:pt x="1883766" y="112027"/>
                  <a:pt x="1883418" y="111773"/>
                  <a:pt x="1883230" y="111478"/>
                </a:cubicBezTo>
                <a:cubicBezTo>
                  <a:pt x="1883043" y="111182"/>
                  <a:pt x="1882949" y="110820"/>
                  <a:pt x="1882949" y="110392"/>
                </a:cubicBezTo>
                <a:lnTo>
                  <a:pt x="1882949" y="3053"/>
                </a:lnTo>
                <a:cubicBezTo>
                  <a:pt x="1882949" y="2625"/>
                  <a:pt x="1883043" y="2251"/>
                  <a:pt x="1883230" y="1929"/>
                </a:cubicBezTo>
                <a:cubicBezTo>
                  <a:pt x="1883418" y="1607"/>
                  <a:pt x="1883766" y="1338"/>
                  <a:pt x="1884274" y="1124"/>
                </a:cubicBezTo>
                <a:cubicBezTo>
                  <a:pt x="1884783" y="910"/>
                  <a:pt x="1885465" y="749"/>
                  <a:pt x="1886321" y="642"/>
                </a:cubicBezTo>
                <a:cubicBezTo>
                  <a:pt x="1887178" y="535"/>
                  <a:pt x="1888248" y="482"/>
                  <a:pt x="1889533" y="482"/>
                </a:cubicBezTo>
                <a:cubicBezTo>
                  <a:pt x="1890871" y="482"/>
                  <a:pt x="1891968" y="535"/>
                  <a:pt x="1892825" y="642"/>
                </a:cubicBezTo>
                <a:cubicBezTo>
                  <a:pt x="1893681" y="749"/>
                  <a:pt x="1894350" y="911"/>
                  <a:pt x="1894832" y="1127"/>
                </a:cubicBezTo>
                <a:cubicBezTo>
                  <a:pt x="1895314" y="1341"/>
                  <a:pt x="1895661" y="1608"/>
                  <a:pt x="1895876" y="1929"/>
                </a:cubicBezTo>
                <a:cubicBezTo>
                  <a:pt x="1896090" y="2251"/>
                  <a:pt x="1896197" y="2626"/>
                  <a:pt x="1896197" y="3056"/>
                </a:cubicBezTo>
                <a:lnTo>
                  <a:pt x="1896197" y="46406"/>
                </a:lnTo>
                <a:cubicBezTo>
                  <a:pt x="1899997" y="42392"/>
                  <a:pt x="1903824" y="39408"/>
                  <a:pt x="1907678" y="37454"/>
                </a:cubicBezTo>
                <a:cubicBezTo>
                  <a:pt x="1911531" y="35500"/>
                  <a:pt x="1915412" y="34523"/>
                  <a:pt x="1919319" y="34523"/>
                </a:cubicBezTo>
                <a:cubicBezTo>
                  <a:pt x="1924137" y="34523"/>
                  <a:pt x="1928191" y="35340"/>
                  <a:pt x="1931483" y="36972"/>
                </a:cubicBezTo>
                <a:cubicBezTo>
                  <a:pt x="1934775" y="38605"/>
                  <a:pt x="1937437" y="40786"/>
                  <a:pt x="1939471" y="43516"/>
                </a:cubicBezTo>
                <a:cubicBezTo>
                  <a:pt x="1941505" y="46245"/>
                  <a:pt x="1942964" y="49443"/>
                  <a:pt x="1943847" y="53110"/>
                </a:cubicBezTo>
                <a:cubicBezTo>
                  <a:pt x="1944730" y="56776"/>
                  <a:pt x="1945172" y="61205"/>
                  <a:pt x="1945172" y="66397"/>
                </a:cubicBezTo>
                <a:lnTo>
                  <a:pt x="1945172" y="110395"/>
                </a:lnTo>
                <a:close/>
                <a:moveTo>
                  <a:pt x="2071104" y="73342"/>
                </a:moveTo>
                <a:cubicBezTo>
                  <a:pt x="2071104" y="79610"/>
                  <a:pt x="2070421" y="85248"/>
                  <a:pt x="2069056" y="90258"/>
                </a:cubicBezTo>
                <a:cubicBezTo>
                  <a:pt x="2067691" y="95267"/>
                  <a:pt x="2065684" y="99541"/>
                  <a:pt x="2063035" y="103078"/>
                </a:cubicBezTo>
                <a:cubicBezTo>
                  <a:pt x="2060385" y="106614"/>
                  <a:pt x="2057134" y="109320"/>
                  <a:pt x="2053280" y="111195"/>
                </a:cubicBezTo>
                <a:cubicBezTo>
                  <a:pt x="2049426" y="113070"/>
                  <a:pt x="2045010" y="114007"/>
                  <a:pt x="2040032" y="114007"/>
                </a:cubicBezTo>
                <a:cubicBezTo>
                  <a:pt x="2037731" y="114007"/>
                  <a:pt x="2035603" y="113779"/>
                  <a:pt x="2033650" y="113322"/>
                </a:cubicBezTo>
                <a:cubicBezTo>
                  <a:pt x="2031696" y="112868"/>
                  <a:pt x="2029783" y="112132"/>
                  <a:pt x="2027909" y="111115"/>
                </a:cubicBezTo>
                <a:cubicBezTo>
                  <a:pt x="2026036" y="110096"/>
                  <a:pt x="2024162" y="108810"/>
                  <a:pt x="2022289" y="107256"/>
                </a:cubicBezTo>
                <a:cubicBezTo>
                  <a:pt x="2020416" y="105702"/>
                  <a:pt x="2018435" y="103827"/>
                  <a:pt x="2016348" y="101631"/>
                </a:cubicBezTo>
                <a:lnTo>
                  <a:pt x="2016348" y="110410"/>
                </a:lnTo>
                <a:cubicBezTo>
                  <a:pt x="2016348" y="110834"/>
                  <a:pt x="2016241" y="111207"/>
                  <a:pt x="2016027" y="111526"/>
                </a:cubicBezTo>
                <a:cubicBezTo>
                  <a:pt x="2015813" y="111846"/>
                  <a:pt x="2015465" y="112099"/>
                  <a:pt x="2014983" y="112286"/>
                </a:cubicBezTo>
                <a:cubicBezTo>
                  <a:pt x="2014501" y="112472"/>
                  <a:pt x="2013899" y="112617"/>
                  <a:pt x="2013177" y="112723"/>
                </a:cubicBezTo>
                <a:cubicBezTo>
                  <a:pt x="2012454" y="112830"/>
                  <a:pt x="2011531" y="112883"/>
                  <a:pt x="2010407" y="112883"/>
                </a:cubicBezTo>
                <a:cubicBezTo>
                  <a:pt x="2009336" y="112883"/>
                  <a:pt x="2008426" y="112830"/>
                  <a:pt x="2007677" y="112723"/>
                </a:cubicBezTo>
                <a:cubicBezTo>
                  <a:pt x="2006928" y="112616"/>
                  <a:pt x="2006312" y="112469"/>
                  <a:pt x="2005830" y="112281"/>
                </a:cubicBezTo>
                <a:cubicBezTo>
                  <a:pt x="2005349" y="112094"/>
                  <a:pt x="2005027" y="111840"/>
                  <a:pt x="2004867" y="111519"/>
                </a:cubicBezTo>
                <a:cubicBezTo>
                  <a:pt x="2004706" y="111196"/>
                  <a:pt x="2004626" y="110820"/>
                  <a:pt x="2004626" y="110392"/>
                </a:cubicBezTo>
                <a:lnTo>
                  <a:pt x="2004626" y="3053"/>
                </a:lnTo>
                <a:cubicBezTo>
                  <a:pt x="2004626" y="2625"/>
                  <a:pt x="2004720" y="2251"/>
                  <a:pt x="2004907" y="1929"/>
                </a:cubicBezTo>
                <a:cubicBezTo>
                  <a:pt x="2005094" y="1607"/>
                  <a:pt x="2005442" y="1338"/>
                  <a:pt x="2005951" y="1124"/>
                </a:cubicBezTo>
                <a:cubicBezTo>
                  <a:pt x="2006459" y="910"/>
                  <a:pt x="2007142" y="749"/>
                  <a:pt x="2007998" y="642"/>
                </a:cubicBezTo>
                <a:cubicBezTo>
                  <a:pt x="2008854" y="535"/>
                  <a:pt x="2009925" y="482"/>
                  <a:pt x="2011209" y="482"/>
                </a:cubicBezTo>
                <a:cubicBezTo>
                  <a:pt x="2012548" y="482"/>
                  <a:pt x="2013645" y="535"/>
                  <a:pt x="2014501" y="642"/>
                </a:cubicBezTo>
                <a:cubicBezTo>
                  <a:pt x="2015358" y="749"/>
                  <a:pt x="2016027" y="911"/>
                  <a:pt x="2016508" y="1127"/>
                </a:cubicBezTo>
                <a:cubicBezTo>
                  <a:pt x="2016990" y="1341"/>
                  <a:pt x="2017338" y="1609"/>
                  <a:pt x="2017552" y="1932"/>
                </a:cubicBezTo>
                <a:cubicBezTo>
                  <a:pt x="2017766" y="2253"/>
                  <a:pt x="2017873" y="2628"/>
                  <a:pt x="2017873" y="3056"/>
                </a:cubicBezTo>
                <a:lnTo>
                  <a:pt x="2017873" y="46418"/>
                </a:lnTo>
                <a:cubicBezTo>
                  <a:pt x="2020014" y="44222"/>
                  <a:pt x="2022088" y="42374"/>
                  <a:pt x="2024096" y="40874"/>
                </a:cubicBezTo>
                <a:cubicBezTo>
                  <a:pt x="2026103" y="39373"/>
                  <a:pt x="2028070" y="38155"/>
                  <a:pt x="2029997" y="37218"/>
                </a:cubicBezTo>
                <a:cubicBezTo>
                  <a:pt x="2031924" y="36280"/>
                  <a:pt x="2033850" y="35596"/>
                  <a:pt x="2035777" y="35168"/>
                </a:cubicBezTo>
                <a:cubicBezTo>
                  <a:pt x="2037704" y="34738"/>
                  <a:pt x="2039738" y="34523"/>
                  <a:pt x="2041879" y="34523"/>
                </a:cubicBezTo>
                <a:cubicBezTo>
                  <a:pt x="2047125" y="34523"/>
                  <a:pt x="2051607" y="35569"/>
                  <a:pt x="2055327" y="37660"/>
                </a:cubicBezTo>
                <a:cubicBezTo>
                  <a:pt x="2059047" y="39749"/>
                  <a:pt x="2062071" y="42548"/>
                  <a:pt x="2064400" y="46057"/>
                </a:cubicBezTo>
                <a:cubicBezTo>
                  <a:pt x="2066728" y="49566"/>
                  <a:pt x="2068427" y="53679"/>
                  <a:pt x="2069498" y="58394"/>
                </a:cubicBezTo>
                <a:cubicBezTo>
                  <a:pt x="2070568" y="63107"/>
                  <a:pt x="2071104" y="68090"/>
                  <a:pt x="2071104" y="73342"/>
                </a:cubicBezTo>
                <a:moveTo>
                  <a:pt x="2057134" y="74868"/>
                </a:moveTo>
                <a:cubicBezTo>
                  <a:pt x="2057134" y="71169"/>
                  <a:pt x="2056853" y="67578"/>
                  <a:pt x="2056291" y="64094"/>
                </a:cubicBezTo>
                <a:cubicBezTo>
                  <a:pt x="2055729" y="60610"/>
                  <a:pt x="2054752" y="57528"/>
                  <a:pt x="2053360" y="54849"/>
                </a:cubicBezTo>
                <a:cubicBezTo>
                  <a:pt x="2051968" y="52169"/>
                  <a:pt x="2050122" y="50012"/>
                  <a:pt x="2047820" y="48378"/>
                </a:cubicBezTo>
                <a:cubicBezTo>
                  <a:pt x="2045519" y="46742"/>
                  <a:pt x="2042655" y="45924"/>
                  <a:pt x="2039230" y="45924"/>
                </a:cubicBezTo>
                <a:cubicBezTo>
                  <a:pt x="2037517" y="45924"/>
                  <a:pt x="2035831" y="46166"/>
                  <a:pt x="2034172" y="46649"/>
                </a:cubicBezTo>
                <a:cubicBezTo>
                  <a:pt x="2032512" y="47131"/>
                  <a:pt x="2030826" y="47935"/>
                  <a:pt x="2029113" y="49060"/>
                </a:cubicBezTo>
                <a:cubicBezTo>
                  <a:pt x="2027401" y="50186"/>
                  <a:pt x="2025621" y="51634"/>
                  <a:pt x="2023774" y="53403"/>
                </a:cubicBezTo>
                <a:cubicBezTo>
                  <a:pt x="2021928" y="55173"/>
                  <a:pt x="2019961" y="57398"/>
                  <a:pt x="2017873" y="60080"/>
                </a:cubicBezTo>
                <a:lnTo>
                  <a:pt x="2017873" y="88933"/>
                </a:lnTo>
                <a:cubicBezTo>
                  <a:pt x="2021513" y="93384"/>
                  <a:pt x="2024992" y="96776"/>
                  <a:pt x="2028311" y="99109"/>
                </a:cubicBezTo>
                <a:cubicBezTo>
                  <a:pt x="2031629" y="101441"/>
                  <a:pt x="2035081" y="102607"/>
                  <a:pt x="2038668" y="102607"/>
                </a:cubicBezTo>
                <a:cubicBezTo>
                  <a:pt x="2041986" y="102607"/>
                  <a:pt x="2044823" y="101803"/>
                  <a:pt x="2047178" y="100196"/>
                </a:cubicBezTo>
                <a:cubicBezTo>
                  <a:pt x="2049533" y="98586"/>
                  <a:pt x="2051447" y="96456"/>
                  <a:pt x="2052919" y="93803"/>
                </a:cubicBezTo>
                <a:cubicBezTo>
                  <a:pt x="2054390" y="91150"/>
                  <a:pt x="2055461" y="88175"/>
                  <a:pt x="2056130" y="84878"/>
                </a:cubicBezTo>
                <a:cubicBezTo>
                  <a:pt x="2056799" y="81582"/>
                  <a:pt x="2057134" y="78245"/>
                  <a:pt x="2057134" y="74868"/>
                </a:cubicBezTo>
                <a:close/>
                <a:moveTo>
                  <a:pt x="2144234" y="110475"/>
                </a:moveTo>
                <a:cubicBezTo>
                  <a:pt x="2144234" y="111117"/>
                  <a:pt x="2144020" y="111599"/>
                  <a:pt x="2143592" y="111920"/>
                </a:cubicBezTo>
                <a:cubicBezTo>
                  <a:pt x="2143164" y="112241"/>
                  <a:pt x="2142575" y="112482"/>
                  <a:pt x="2141825" y="112643"/>
                </a:cubicBezTo>
                <a:cubicBezTo>
                  <a:pt x="2141076" y="112803"/>
                  <a:pt x="2139979" y="112883"/>
                  <a:pt x="2138534" y="112883"/>
                </a:cubicBezTo>
                <a:cubicBezTo>
                  <a:pt x="2137142" y="112883"/>
                  <a:pt x="2136031" y="112803"/>
                  <a:pt x="2135202" y="112643"/>
                </a:cubicBezTo>
                <a:cubicBezTo>
                  <a:pt x="2134372" y="112482"/>
                  <a:pt x="2133770" y="112241"/>
                  <a:pt x="2133395" y="111920"/>
                </a:cubicBezTo>
                <a:cubicBezTo>
                  <a:pt x="2133021" y="111599"/>
                  <a:pt x="2132833" y="111117"/>
                  <a:pt x="2132833" y="110475"/>
                </a:cubicBezTo>
                <a:lnTo>
                  <a:pt x="2132833" y="103249"/>
                </a:lnTo>
                <a:cubicBezTo>
                  <a:pt x="2129675" y="106621"/>
                  <a:pt x="2126156" y="109257"/>
                  <a:pt x="2122276" y="111157"/>
                </a:cubicBezTo>
                <a:cubicBezTo>
                  <a:pt x="2118395" y="113057"/>
                  <a:pt x="2114287" y="114007"/>
                  <a:pt x="2109951" y="114007"/>
                </a:cubicBezTo>
                <a:cubicBezTo>
                  <a:pt x="2106151" y="114007"/>
                  <a:pt x="2102712" y="113511"/>
                  <a:pt x="2099635" y="112517"/>
                </a:cubicBezTo>
                <a:cubicBezTo>
                  <a:pt x="2096557" y="111524"/>
                  <a:pt x="2093934" y="110087"/>
                  <a:pt x="2091766" y="108207"/>
                </a:cubicBezTo>
                <a:cubicBezTo>
                  <a:pt x="2089599" y="106327"/>
                  <a:pt x="2087913" y="104018"/>
                  <a:pt x="2086708" y="101279"/>
                </a:cubicBezTo>
                <a:cubicBezTo>
                  <a:pt x="2085504" y="98540"/>
                  <a:pt x="2084902" y="95424"/>
                  <a:pt x="2084902" y="91931"/>
                </a:cubicBezTo>
                <a:cubicBezTo>
                  <a:pt x="2084902" y="87850"/>
                  <a:pt x="2085732" y="84305"/>
                  <a:pt x="2087391" y="81298"/>
                </a:cubicBezTo>
                <a:cubicBezTo>
                  <a:pt x="2089050" y="78289"/>
                  <a:pt x="2091432" y="75791"/>
                  <a:pt x="2094536" y="73804"/>
                </a:cubicBezTo>
                <a:cubicBezTo>
                  <a:pt x="2097641" y="71817"/>
                  <a:pt x="2101441" y="70326"/>
                  <a:pt x="2105937" y="69333"/>
                </a:cubicBezTo>
                <a:cubicBezTo>
                  <a:pt x="2110433" y="68339"/>
                  <a:pt x="2115491" y="67842"/>
                  <a:pt x="2121111" y="67842"/>
                </a:cubicBezTo>
                <a:lnTo>
                  <a:pt x="2131067" y="67842"/>
                </a:lnTo>
                <a:lnTo>
                  <a:pt x="2131067" y="62242"/>
                </a:lnTo>
                <a:cubicBezTo>
                  <a:pt x="2131067" y="59469"/>
                  <a:pt x="2130773" y="57016"/>
                  <a:pt x="2130184" y="54884"/>
                </a:cubicBezTo>
                <a:cubicBezTo>
                  <a:pt x="2129595" y="52749"/>
                  <a:pt x="2128645" y="50976"/>
                  <a:pt x="2127334" y="49562"/>
                </a:cubicBezTo>
                <a:cubicBezTo>
                  <a:pt x="2126022" y="48149"/>
                  <a:pt x="2124323" y="47082"/>
                  <a:pt x="2122235" y="46363"/>
                </a:cubicBezTo>
                <a:cubicBezTo>
                  <a:pt x="2120148" y="45642"/>
                  <a:pt x="2117579" y="45282"/>
                  <a:pt x="2114528" y="45282"/>
                </a:cubicBezTo>
                <a:cubicBezTo>
                  <a:pt x="2111263" y="45282"/>
                  <a:pt x="2108332" y="45666"/>
                  <a:pt x="2105736" y="46433"/>
                </a:cubicBezTo>
                <a:cubicBezTo>
                  <a:pt x="2103140" y="47201"/>
                  <a:pt x="2100866" y="48048"/>
                  <a:pt x="2098912" y="48975"/>
                </a:cubicBezTo>
                <a:cubicBezTo>
                  <a:pt x="2096958" y="49902"/>
                  <a:pt x="2095326" y="50749"/>
                  <a:pt x="2094015" y="51517"/>
                </a:cubicBezTo>
                <a:cubicBezTo>
                  <a:pt x="2092703" y="52284"/>
                  <a:pt x="2091726" y="52668"/>
                  <a:pt x="2091084" y="52668"/>
                </a:cubicBezTo>
                <a:cubicBezTo>
                  <a:pt x="2090656" y="52668"/>
                  <a:pt x="2090281" y="52561"/>
                  <a:pt x="2089960" y="52347"/>
                </a:cubicBezTo>
                <a:cubicBezTo>
                  <a:pt x="2089639" y="52133"/>
                  <a:pt x="2089358" y="51812"/>
                  <a:pt x="2089117" y="51384"/>
                </a:cubicBezTo>
                <a:cubicBezTo>
                  <a:pt x="2088876" y="50955"/>
                  <a:pt x="2088702" y="50407"/>
                  <a:pt x="2088595" y="49738"/>
                </a:cubicBezTo>
                <a:cubicBezTo>
                  <a:pt x="2088488" y="49069"/>
                  <a:pt x="2088435" y="48333"/>
                  <a:pt x="2088435" y="47530"/>
                </a:cubicBezTo>
                <a:cubicBezTo>
                  <a:pt x="2088435" y="46192"/>
                  <a:pt x="2088528" y="45135"/>
                  <a:pt x="2088716" y="44359"/>
                </a:cubicBezTo>
                <a:cubicBezTo>
                  <a:pt x="2088903" y="43582"/>
                  <a:pt x="2089358" y="42846"/>
                  <a:pt x="2090080" y="42151"/>
                </a:cubicBezTo>
                <a:cubicBezTo>
                  <a:pt x="2090803" y="41455"/>
                  <a:pt x="2092047" y="40644"/>
                  <a:pt x="2093814" y="39719"/>
                </a:cubicBezTo>
                <a:cubicBezTo>
                  <a:pt x="2095580" y="38793"/>
                  <a:pt x="2097614" y="37946"/>
                  <a:pt x="2099916" y="37180"/>
                </a:cubicBezTo>
                <a:cubicBezTo>
                  <a:pt x="2102217" y="36414"/>
                  <a:pt x="2104733" y="35780"/>
                  <a:pt x="2107463" y="35279"/>
                </a:cubicBezTo>
                <a:cubicBezTo>
                  <a:pt x="2110192" y="34775"/>
                  <a:pt x="2112949" y="34523"/>
                  <a:pt x="2115732" y="34523"/>
                </a:cubicBezTo>
                <a:cubicBezTo>
                  <a:pt x="2120924" y="34523"/>
                  <a:pt x="2125340" y="35112"/>
                  <a:pt x="2128979" y="36290"/>
                </a:cubicBezTo>
                <a:cubicBezTo>
                  <a:pt x="2132619" y="37467"/>
                  <a:pt x="2135563" y="39193"/>
                  <a:pt x="2137811" y="41468"/>
                </a:cubicBezTo>
                <a:cubicBezTo>
                  <a:pt x="2140059" y="43743"/>
                  <a:pt x="2141692" y="46566"/>
                  <a:pt x="2142709" y="49938"/>
                </a:cubicBezTo>
                <a:cubicBezTo>
                  <a:pt x="2143726" y="53311"/>
                  <a:pt x="2144234" y="57245"/>
                  <a:pt x="2144234" y="61741"/>
                </a:cubicBezTo>
                <a:lnTo>
                  <a:pt x="2144234" y="110475"/>
                </a:lnTo>
                <a:moveTo>
                  <a:pt x="2131067" y="77397"/>
                </a:moveTo>
                <a:lnTo>
                  <a:pt x="2119746" y="77397"/>
                </a:lnTo>
                <a:cubicBezTo>
                  <a:pt x="2116107" y="77397"/>
                  <a:pt x="2112949" y="77707"/>
                  <a:pt x="2110273" y="78327"/>
                </a:cubicBezTo>
                <a:cubicBezTo>
                  <a:pt x="2107596" y="78946"/>
                  <a:pt x="2105375" y="79861"/>
                  <a:pt x="2103609" y="81072"/>
                </a:cubicBezTo>
                <a:cubicBezTo>
                  <a:pt x="2101842" y="82283"/>
                  <a:pt x="2100545" y="83738"/>
                  <a:pt x="2099715" y="85435"/>
                </a:cubicBezTo>
                <a:cubicBezTo>
                  <a:pt x="2098885" y="87131"/>
                  <a:pt x="2098470" y="89083"/>
                  <a:pt x="2098470" y="91291"/>
                </a:cubicBezTo>
                <a:cubicBezTo>
                  <a:pt x="2098470" y="95061"/>
                  <a:pt x="2099661" y="98064"/>
                  <a:pt x="2102043" y="100298"/>
                </a:cubicBezTo>
                <a:cubicBezTo>
                  <a:pt x="2104425" y="102533"/>
                  <a:pt x="2107757" y="103650"/>
                  <a:pt x="2112039" y="103650"/>
                </a:cubicBezTo>
                <a:cubicBezTo>
                  <a:pt x="2115518" y="103650"/>
                  <a:pt x="2118743" y="102762"/>
                  <a:pt x="2121714" y="100986"/>
                </a:cubicBezTo>
                <a:cubicBezTo>
                  <a:pt x="2124684" y="99208"/>
                  <a:pt x="2127802" y="96488"/>
                  <a:pt x="2131067" y="92827"/>
                </a:cubicBezTo>
                <a:lnTo>
                  <a:pt x="2131067" y="77397"/>
                </a:lnTo>
                <a:close/>
                <a:moveTo>
                  <a:pt x="2220506" y="99476"/>
                </a:moveTo>
                <a:cubicBezTo>
                  <a:pt x="2220506" y="100385"/>
                  <a:pt x="2220479" y="101175"/>
                  <a:pt x="2220426" y="101844"/>
                </a:cubicBezTo>
                <a:cubicBezTo>
                  <a:pt x="2220372" y="102513"/>
                  <a:pt x="2220279" y="103075"/>
                  <a:pt x="2220145" y="103530"/>
                </a:cubicBezTo>
                <a:cubicBezTo>
                  <a:pt x="2220011" y="103985"/>
                  <a:pt x="2219850" y="104386"/>
                  <a:pt x="2219663" y="104734"/>
                </a:cubicBezTo>
                <a:cubicBezTo>
                  <a:pt x="2219476" y="105082"/>
                  <a:pt x="2219048" y="105591"/>
                  <a:pt x="2218378" y="106260"/>
                </a:cubicBezTo>
                <a:cubicBezTo>
                  <a:pt x="2217709" y="106929"/>
                  <a:pt x="2216572" y="107758"/>
                  <a:pt x="2214966" y="108749"/>
                </a:cubicBezTo>
                <a:cubicBezTo>
                  <a:pt x="2213361" y="109739"/>
                  <a:pt x="2211554" y="110622"/>
                  <a:pt x="2209547" y="111398"/>
                </a:cubicBezTo>
                <a:cubicBezTo>
                  <a:pt x="2207540" y="112174"/>
                  <a:pt x="2205359" y="112803"/>
                  <a:pt x="2203004" y="113285"/>
                </a:cubicBezTo>
                <a:cubicBezTo>
                  <a:pt x="2200648" y="113767"/>
                  <a:pt x="2198213" y="114007"/>
                  <a:pt x="2195697" y="114007"/>
                </a:cubicBezTo>
                <a:cubicBezTo>
                  <a:pt x="2190506" y="114007"/>
                  <a:pt x="2185902" y="113149"/>
                  <a:pt x="2181888" y="111433"/>
                </a:cubicBezTo>
                <a:cubicBezTo>
                  <a:pt x="2177874" y="109717"/>
                  <a:pt x="2174515" y="107210"/>
                  <a:pt x="2171812" y="103911"/>
                </a:cubicBezTo>
                <a:cubicBezTo>
                  <a:pt x="2169109" y="100613"/>
                  <a:pt x="2167048" y="96563"/>
                  <a:pt x="2165630" y="91763"/>
                </a:cubicBezTo>
                <a:cubicBezTo>
                  <a:pt x="2164212" y="86962"/>
                  <a:pt x="2163502" y="81425"/>
                  <a:pt x="2163502" y="75151"/>
                </a:cubicBezTo>
                <a:cubicBezTo>
                  <a:pt x="2163502" y="68017"/>
                  <a:pt x="2164372" y="61890"/>
                  <a:pt x="2166112" y="56768"/>
                </a:cubicBezTo>
                <a:cubicBezTo>
                  <a:pt x="2167851" y="51646"/>
                  <a:pt x="2170233" y="47450"/>
                  <a:pt x="2173257" y="44178"/>
                </a:cubicBezTo>
                <a:cubicBezTo>
                  <a:pt x="2176281" y="40906"/>
                  <a:pt x="2179841" y="38479"/>
                  <a:pt x="2183935" y="36897"/>
                </a:cubicBezTo>
                <a:cubicBezTo>
                  <a:pt x="2188030" y="35315"/>
                  <a:pt x="2192459" y="34523"/>
                  <a:pt x="2197223" y="34523"/>
                </a:cubicBezTo>
                <a:cubicBezTo>
                  <a:pt x="2199524" y="34523"/>
                  <a:pt x="2201759" y="34737"/>
                  <a:pt x="2203927" y="35166"/>
                </a:cubicBezTo>
                <a:cubicBezTo>
                  <a:pt x="2206095" y="35594"/>
                  <a:pt x="2208088" y="36156"/>
                  <a:pt x="2209908" y="36852"/>
                </a:cubicBezTo>
                <a:cubicBezTo>
                  <a:pt x="2211728" y="37548"/>
                  <a:pt x="2213347" y="38350"/>
                  <a:pt x="2214766" y="39260"/>
                </a:cubicBezTo>
                <a:cubicBezTo>
                  <a:pt x="2216184" y="40170"/>
                  <a:pt x="2217214" y="40946"/>
                  <a:pt x="2217857" y="41589"/>
                </a:cubicBezTo>
                <a:cubicBezTo>
                  <a:pt x="2218499" y="42231"/>
                  <a:pt x="2218940" y="42739"/>
                  <a:pt x="2219181" y="43114"/>
                </a:cubicBezTo>
                <a:cubicBezTo>
                  <a:pt x="2219422" y="43489"/>
                  <a:pt x="2219623" y="43930"/>
                  <a:pt x="2219783" y="44439"/>
                </a:cubicBezTo>
                <a:cubicBezTo>
                  <a:pt x="2219944" y="44947"/>
                  <a:pt x="2220051" y="45523"/>
                  <a:pt x="2220105" y="46165"/>
                </a:cubicBezTo>
                <a:cubicBezTo>
                  <a:pt x="2220158" y="46807"/>
                  <a:pt x="2220185" y="47610"/>
                  <a:pt x="2220185" y="48574"/>
                </a:cubicBezTo>
                <a:cubicBezTo>
                  <a:pt x="2220185" y="50661"/>
                  <a:pt x="2219944" y="52120"/>
                  <a:pt x="2219462" y="52949"/>
                </a:cubicBezTo>
                <a:cubicBezTo>
                  <a:pt x="2218981" y="53779"/>
                  <a:pt x="2218392" y="54194"/>
                  <a:pt x="2217696" y="54194"/>
                </a:cubicBezTo>
                <a:cubicBezTo>
                  <a:pt x="2216893" y="54194"/>
                  <a:pt x="2215970" y="53752"/>
                  <a:pt x="2214926" y="52869"/>
                </a:cubicBezTo>
                <a:cubicBezTo>
                  <a:pt x="2213882" y="51986"/>
                  <a:pt x="2212558" y="51009"/>
                  <a:pt x="2210952" y="49938"/>
                </a:cubicBezTo>
                <a:cubicBezTo>
                  <a:pt x="2209346" y="48868"/>
                  <a:pt x="2207406" y="47891"/>
                  <a:pt x="2205131" y="47008"/>
                </a:cubicBezTo>
                <a:cubicBezTo>
                  <a:pt x="2202856" y="46125"/>
                  <a:pt x="2200167" y="45683"/>
                  <a:pt x="2197062" y="45683"/>
                </a:cubicBezTo>
                <a:cubicBezTo>
                  <a:pt x="2190693" y="45683"/>
                  <a:pt x="2185809" y="48140"/>
                  <a:pt x="2182410" y="53052"/>
                </a:cubicBezTo>
                <a:cubicBezTo>
                  <a:pt x="2179011" y="57963"/>
                  <a:pt x="2177312" y="65088"/>
                  <a:pt x="2177312" y="74426"/>
                </a:cubicBezTo>
                <a:cubicBezTo>
                  <a:pt x="2177312" y="79096"/>
                  <a:pt x="2177753" y="83189"/>
                  <a:pt x="2178636" y="86705"/>
                </a:cubicBezTo>
                <a:cubicBezTo>
                  <a:pt x="2179520" y="90221"/>
                  <a:pt x="2180818" y="93160"/>
                  <a:pt x="2182530" y="95521"/>
                </a:cubicBezTo>
                <a:cubicBezTo>
                  <a:pt x="2184243" y="97883"/>
                  <a:pt x="2186344" y="99641"/>
                  <a:pt x="2188833" y="100795"/>
                </a:cubicBezTo>
                <a:cubicBezTo>
                  <a:pt x="2191322" y="101949"/>
                  <a:pt x="2194172" y="102526"/>
                  <a:pt x="2197383" y="102526"/>
                </a:cubicBezTo>
                <a:cubicBezTo>
                  <a:pt x="2200434" y="102526"/>
                  <a:pt x="2203111" y="102045"/>
                  <a:pt x="2205412" y="101081"/>
                </a:cubicBezTo>
                <a:cubicBezTo>
                  <a:pt x="2207714" y="100118"/>
                  <a:pt x="2209707" y="99061"/>
                  <a:pt x="2211393" y="97910"/>
                </a:cubicBezTo>
                <a:cubicBezTo>
                  <a:pt x="2213080" y="96759"/>
                  <a:pt x="2214498" y="95715"/>
                  <a:pt x="2215649" y="94779"/>
                </a:cubicBezTo>
                <a:cubicBezTo>
                  <a:pt x="2216799" y="93842"/>
                  <a:pt x="2217696" y="93374"/>
                  <a:pt x="2218338" y="93374"/>
                </a:cubicBezTo>
                <a:cubicBezTo>
                  <a:pt x="2218713" y="93374"/>
                  <a:pt x="2219034" y="93481"/>
                  <a:pt x="2219302" y="93695"/>
                </a:cubicBezTo>
                <a:cubicBezTo>
                  <a:pt x="2219569" y="93909"/>
                  <a:pt x="2219797" y="94270"/>
                  <a:pt x="2219984" y="94779"/>
                </a:cubicBezTo>
                <a:cubicBezTo>
                  <a:pt x="2220172" y="95287"/>
                  <a:pt x="2220305" y="95930"/>
                  <a:pt x="2220386" y="96706"/>
                </a:cubicBezTo>
                <a:cubicBezTo>
                  <a:pt x="2220466" y="97482"/>
                  <a:pt x="2220506" y="98405"/>
                  <a:pt x="2220506" y="99476"/>
                </a:cubicBezTo>
                <a:close/>
                <a:moveTo>
                  <a:pt x="2295143" y="110314"/>
                </a:moveTo>
                <a:cubicBezTo>
                  <a:pt x="2295143" y="110742"/>
                  <a:pt x="2295036" y="111117"/>
                  <a:pt x="2294822" y="111438"/>
                </a:cubicBezTo>
                <a:cubicBezTo>
                  <a:pt x="2294608" y="111759"/>
                  <a:pt x="2294247" y="112027"/>
                  <a:pt x="2293738" y="112241"/>
                </a:cubicBezTo>
                <a:cubicBezTo>
                  <a:pt x="2293230" y="112455"/>
                  <a:pt x="2292520" y="112616"/>
                  <a:pt x="2291611" y="112723"/>
                </a:cubicBezTo>
                <a:cubicBezTo>
                  <a:pt x="2290701" y="112830"/>
                  <a:pt x="2289550" y="112883"/>
                  <a:pt x="2288158" y="112883"/>
                </a:cubicBezTo>
                <a:cubicBezTo>
                  <a:pt x="2286713" y="112883"/>
                  <a:pt x="2285522" y="112843"/>
                  <a:pt x="2284585" y="112763"/>
                </a:cubicBezTo>
                <a:cubicBezTo>
                  <a:pt x="2283649" y="112683"/>
                  <a:pt x="2282859" y="112549"/>
                  <a:pt x="2282217" y="112362"/>
                </a:cubicBezTo>
                <a:cubicBezTo>
                  <a:pt x="2281575" y="112174"/>
                  <a:pt x="2281053" y="111907"/>
                  <a:pt x="2280651" y="111559"/>
                </a:cubicBezTo>
                <a:cubicBezTo>
                  <a:pt x="2280250" y="111211"/>
                  <a:pt x="2279889" y="110796"/>
                  <a:pt x="2279568" y="110314"/>
                </a:cubicBezTo>
                <a:lnTo>
                  <a:pt x="2249058" y="70331"/>
                </a:lnTo>
                <a:lnTo>
                  <a:pt x="2249058" y="110395"/>
                </a:lnTo>
                <a:cubicBezTo>
                  <a:pt x="2249058" y="110823"/>
                  <a:pt x="2248951" y="111184"/>
                  <a:pt x="2248737" y="111478"/>
                </a:cubicBezTo>
                <a:cubicBezTo>
                  <a:pt x="2248523" y="111773"/>
                  <a:pt x="2248175" y="112027"/>
                  <a:pt x="2247694" y="112241"/>
                </a:cubicBezTo>
                <a:cubicBezTo>
                  <a:pt x="2247212" y="112455"/>
                  <a:pt x="2246543" y="112616"/>
                  <a:pt x="2245686" y="112723"/>
                </a:cubicBezTo>
                <a:cubicBezTo>
                  <a:pt x="2244830" y="112830"/>
                  <a:pt x="2243733" y="112883"/>
                  <a:pt x="2242395" y="112883"/>
                </a:cubicBezTo>
                <a:cubicBezTo>
                  <a:pt x="2241110" y="112883"/>
                  <a:pt x="2240040" y="112830"/>
                  <a:pt x="2239183" y="112723"/>
                </a:cubicBezTo>
                <a:cubicBezTo>
                  <a:pt x="2238327" y="112616"/>
                  <a:pt x="2237644" y="112455"/>
                  <a:pt x="2237136" y="112241"/>
                </a:cubicBezTo>
                <a:cubicBezTo>
                  <a:pt x="2236627" y="112027"/>
                  <a:pt x="2236279" y="111773"/>
                  <a:pt x="2236092" y="111478"/>
                </a:cubicBezTo>
                <a:cubicBezTo>
                  <a:pt x="2235905" y="111182"/>
                  <a:pt x="2235811" y="110820"/>
                  <a:pt x="2235811" y="110392"/>
                </a:cubicBezTo>
                <a:lnTo>
                  <a:pt x="2235811" y="3053"/>
                </a:lnTo>
                <a:cubicBezTo>
                  <a:pt x="2235811" y="2625"/>
                  <a:pt x="2235905" y="2251"/>
                  <a:pt x="2236092" y="1929"/>
                </a:cubicBezTo>
                <a:cubicBezTo>
                  <a:pt x="2236279" y="1607"/>
                  <a:pt x="2236627" y="1338"/>
                  <a:pt x="2237136" y="1124"/>
                </a:cubicBezTo>
                <a:cubicBezTo>
                  <a:pt x="2237644" y="910"/>
                  <a:pt x="2238327" y="749"/>
                  <a:pt x="2239183" y="642"/>
                </a:cubicBezTo>
                <a:cubicBezTo>
                  <a:pt x="2240040" y="535"/>
                  <a:pt x="2241110" y="482"/>
                  <a:pt x="2242395" y="482"/>
                </a:cubicBezTo>
                <a:cubicBezTo>
                  <a:pt x="2243733" y="482"/>
                  <a:pt x="2244830" y="535"/>
                  <a:pt x="2245686" y="642"/>
                </a:cubicBezTo>
                <a:cubicBezTo>
                  <a:pt x="2246543" y="749"/>
                  <a:pt x="2247212" y="910"/>
                  <a:pt x="2247694" y="1124"/>
                </a:cubicBezTo>
                <a:cubicBezTo>
                  <a:pt x="2248175" y="1338"/>
                  <a:pt x="2248523" y="1607"/>
                  <a:pt x="2248737" y="1929"/>
                </a:cubicBezTo>
                <a:cubicBezTo>
                  <a:pt x="2248951" y="2251"/>
                  <a:pt x="2249058" y="2625"/>
                  <a:pt x="2249058" y="3053"/>
                </a:cubicBezTo>
                <a:lnTo>
                  <a:pt x="2249058" y="68485"/>
                </a:lnTo>
                <a:lnTo>
                  <a:pt x="2276356" y="38457"/>
                </a:lnTo>
                <a:cubicBezTo>
                  <a:pt x="2276784" y="37922"/>
                  <a:pt x="2277239" y="37481"/>
                  <a:pt x="2277721" y="37133"/>
                </a:cubicBezTo>
                <a:cubicBezTo>
                  <a:pt x="2278203" y="36785"/>
                  <a:pt x="2278778" y="36490"/>
                  <a:pt x="2279447" y="36250"/>
                </a:cubicBezTo>
                <a:cubicBezTo>
                  <a:pt x="2280116" y="36009"/>
                  <a:pt x="2280906" y="35848"/>
                  <a:pt x="2281816" y="35768"/>
                </a:cubicBezTo>
                <a:cubicBezTo>
                  <a:pt x="2282725" y="35688"/>
                  <a:pt x="2283823" y="35647"/>
                  <a:pt x="2285107" y="35647"/>
                </a:cubicBezTo>
                <a:cubicBezTo>
                  <a:pt x="2286445" y="35647"/>
                  <a:pt x="2287569" y="35688"/>
                  <a:pt x="2288479" y="35768"/>
                </a:cubicBezTo>
                <a:cubicBezTo>
                  <a:pt x="2289389" y="35848"/>
                  <a:pt x="2290125" y="35982"/>
                  <a:pt x="2290687" y="36169"/>
                </a:cubicBezTo>
                <a:cubicBezTo>
                  <a:pt x="2291249" y="36357"/>
                  <a:pt x="2291651" y="36597"/>
                  <a:pt x="2291892" y="36892"/>
                </a:cubicBezTo>
                <a:cubicBezTo>
                  <a:pt x="2292132" y="37186"/>
                  <a:pt x="2292253" y="37574"/>
                  <a:pt x="2292253" y="38056"/>
                </a:cubicBezTo>
                <a:cubicBezTo>
                  <a:pt x="2292253" y="38698"/>
                  <a:pt x="2292079" y="39341"/>
                  <a:pt x="2291731" y="39983"/>
                </a:cubicBezTo>
                <a:cubicBezTo>
                  <a:pt x="2291383" y="40625"/>
                  <a:pt x="2290808" y="41375"/>
                  <a:pt x="2290005" y="42231"/>
                </a:cubicBezTo>
                <a:lnTo>
                  <a:pt x="2263831" y="68404"/>
                </a:lnTo>
                <a:lnTo>
                  <a:pt x="2293216" y="106541"/>
                </a:lnTo>
                <a:cubicBezTo>
                  <a:pt x="2293912" y="107451"/>
                  <a:pt x="2294407" y="108187"/>
                  <a:pt x="2294702" y="108749"/>
                </a:cubicBezTo>
                <a:cubicBezTo>
                  <a:pt x="2294996" y="109311"/>
                  <a:pt x="2295143" y="109833"/>
                  <a:pt x="2295143" y="110314"/>
                </a:cubicBezTo>
                <a:close/>
                <a:moveTo>
                  <a:pt x="2351048" y="42873"/>
                </a:moveTo>
                <a:cubicBezTo>
                  <a:pt x="2351048" y="44051"/>
                  <a:pt x="2351021" y="45041"/>
                  <a:pt x="2350968" y="45844"/>
                </a:cubicBezTo>
                <a:cubicBezTo>
                  <a:pt x="2350914" y="46647"/>
                  <a:pt x="2350807" y="47276"/>
                  <a:pt x="2350647" y="47731"/>
                </a:cubicBezTo>
                <a:cubicBezTo>
                  <a:pt x="2350486" y="48186"/>
                  <a:pt x="2350286" y="48533"/>
                  <a:pt x="2350045" y="48774"/>
                </a:cubicBezTo>
                <a:cubicBezTo>
                  <a:pt x="2349804" y="49015"/>
                  <a:pt x="2349469" y="49136"/>
                  <a:pt x="2349041" y="49136"/>
                </a:cubicBezTo>
                <a:cubicBezTo>
                  <a:pt x="2348613" y="49136"/>
                  <a:pt x="2348091" y="49015"/>
                  <a:pt x="2347475" y="48774"/>
                </a:cubicBezTo>
                <a:cubicBezTo>
                  <a:pt x="2346860" y="48533"/>
                  <a:pt x="2346164" y="48293"/>
                  <a:pt x="2345388" y="48052"/>
                </a:cubicBezTo>
                <a:cubicBezTo>
                  <a:pt x="2344612" y="47811"/>
                  <a:pt x="2343742" y="47583"/>
                  <a:pt x="2342779" y="47369"/>
                </a:cubicBezTo>
                <a:cubicBezTo>
                  <a:pt x="2341815" y="47155"/>
                  <a:pt x="2340772" y="47048"/>
                  <a:pt x="2339648" y="47048"/>
                </a:cubicBezTo>
                <a:cubicBezTo>
                  <a:pt x="2338309" y="47048"/>
                  <a:pt x="2336998" y="47316"/>
                  <a:pt x="2335713" y="47851"/>
                </a:cubicBezTo>
                <a:cubicBezTo>
                  <a:pt x="2334429" y="48386"/>
                  <a:pt x="2333077" y="49269"/>
                  <a:pt x="2331659" y="50500"/>
                </a:cubicBezTo>
                <a:cubicBezTo>
                  <a:pt x="2330241" y="51732"/>
                  <a:pt x="2328755" y="53364"/>
                  <a:pt x="2327203" y="55398"/>
                </a:cubicBezTo>
                <a:cubicBezTo>
                  <a:pt x="2325651" y="57432"/>
                  <a:pt x="2323938" y="59921"/>
                  <a:pt x="2322065" y="62865"/>
                </a:cubicBezTo>
                <a:lnTo>
                  <a:pt x="2322065" y="110395"/>
                </a:lnTo>
                <a:cubicBezTo>
                  <a:pt x="2322065" y="110823"/>
                  <a:pt x="2321958" y="111184"/>
                  <a:pt x="2321744" y="111478"/>
                </a:cubicBezTo>
                <a:cubicBezTo>
                  <a:pt x="2321529" y="111773"/>
                  <a:pt x="2321182" y="112027"/>
                  <a:pt x="2320700" y="112241"/>
                </a:cubicBezTo>
                <a:cubicBezTo>
                  <a:pt x="2320218" y="112455"/>
                  <a:pt x="2319549" y="112616"/>
                  <a:pt x="2318693" y="112723"/>
                </a:cubicBezTo>
                <a:cubicBezTo>
                  <a:pt x="2317836" y="112830"/>
                  <a:pt x="2316739" y="112883"/>
                  <a:pt x="2315401" y="112883"/>
                </a:cubicBezTo>
                <a:cubicBezTo>
                  <a:pt x="2314116" y="112883"/>
                  <a:pt x="2313046" y="112830"/>
                  <a:pt x="2312189" y="112723"/>
                </a:cubicBezTo>
                <a:cubicBezTo>
                  <a:pt x="2311333" y="112616"/>
                  <a:pt x="2310651" y="112455"/>
                  <a:pt x="2310142" y="112241"/>
                </a:cubicBezTo>
                <a:cubicBezTo>
                  <a:pt x="2309634" y="112027"/>
                  <a:pt x="2309286" y="111773"/>
                  <a:pt x="2309098" y="111478"/>
                </a:cubicBezTo>
                <a:cubicBezTo>
                  <a:pt x="2308911" y="111184"/>
                  <a:pt x="2308817" y="110823"/>
                  <a:pt x="2308817" y="110395"/>
                </a:cubicBezTo>
                <a:lnTo>
                  <a:pt x="2308817" y="38136"/>
                </a:lnTo>
                <a:cubicBezTo>
                  <a:pt x="2308817" y="37708"/>
                  <a:pt x="2308898" y="37347"/>
                  <a:pt x="2309058" y="37052"/>
                </a:cubicBezTo>
                <a:cubicBezTo>
                  <a:pt x="2309219" y="36758"/>
                  <a:pt x="2309540" y="36490"/>
                  <a:pt x="2310022" y="36250"/>
                </a:cubicBezTo>
                <a:cubicBezTo>
                  <a:pt x="2310503" y="36009"/>
                  <a:pt x="2311119" y="35848"/>
                  <a:pt x="2311868" y="35768"/>
                </a:cubicBezTo>
                <a:cubicBezTo>
                  <a:pt x="2312618" y="35688"/>
                  <a:pt x="2313608" y="35647"/>
                  <a:pt x="2314839" y="35647"/>
                </a:cubicBezTo>
                <a:cubicBezTo>
                  <a:pt x="2316016" y="35647"/>
                  <a:pt x="2316993" y="35688"/>
                  <a:pt x="2317769" y="35768"/>
                </a:cubicBezTo>
                <a:cubicBezTo>
                  <a:pt x="2318545" y="35848"/>
                  <a:pt x="2319148" y="36009"/>
                  <a:pt x="2319576" y="36250"/>
                </a:cubicBezTo>
                <a:cubicBezTo>
                  <a:pt x="2320004" y="36490"/>
                  <a:pt x="2320312" y="36758"/>
                  <a:pt x="2320499" y="37052"/>
                </a:cubicBezTo>
                <a:cubicBezTo>
                  <a:pt x="2320686" y="37347"/>
                  <a:pt x="2320780" y="37708"/>
                  <a:pt x="2320780" y="38136"/>
                </a:cubicBezTo>
                <a:lnTo>
                  <a:pt x="2320780" y="48654"/>
                </a:lnTo>
                <a:cubicBezTo>
                  <a:pt x="2322760" y="45764"/>
                  <a:pt x="2324620" y="43408"/>
                  <a:pt x="2326360" y="41589"/>
                </a:cubicBezTo>
                <a:cubicBezTo>
                  <a:pt x="2328100" y="39769"/>
                  <a:pt x="2329745" y="38337"/>
                  <a:pt x="2331298" y="37293"/>
                </a:cubicBezTo>
                <a:cubicBezTo>
                  <a:pt x="2332850" y="36250"/>
                  <a:pt x="2334389" y="35527"/>
                  <a:pt x="2335914" y="35126"/>
                </a:cubicBezTo>
                <a:cubicBezTo>
                  <a:pt x="2337440" y="34724"/>
                  <a:pt x="2338978" y="34523"/>
                  <a:pt x="2340531" y="34523"/>
                </a:cubicBezTo>
                <a:cubicBezTo>
                  <a:pt x="2341226" y="34523"/>
                  <a:pt x="2342016" y="34564"/>
                  <a:pt x="2342899" y="34644"/>
                </a:cubicBezTo>
                <a:cubicBezTo>
                  <a:pt x="2343782" y="34724"/>
                  <a:pt x="2344706" y="34871"/>
                  <a:pt x="2345669" y="35085"/>
                </a:cubicBezTo>
                <a:cubicBezTo>
                  <a:pt x="2346632" y="35299"/>
                  <a:pt x="2347502" y="35540"/>
                  <a:pt x="2348278" y="35808"/>
                </a:cubicBezTo>
                <a:cubicBezTo>
                  <a:pt x="2349054" y="36076"/>
                  <a:pt x="2349603" y="36343"/>
                  <a:pt x="2349924" y="36611"/>
                </a:cubicBezTo>
                <a:cubicBezTo>
                  <a:pt x="2350245" y="36878"/>
                  <a:pt x="2350459" y="37133"/>
                  <a:pt x="2350567" y="37374"/>
                </a:cubicBezTo>
                <a:cubicBezTo>
                  <a:pt x="2350674" y="37614"/>
                  <a:pt x="2350767" y="37922"/>
                  <a:pt x="2350848" y="38297"/>
                </a:cubicBezTo>
                <a:cubicBezTo>
                  <a:pt x="2350928" y="38672"/>
                  <a:pt x="2350981" y="39220"/>
                  <a:pt x="2351008" y="39943"/>
                </a:cubicBezTo>
                <a:cubicBezTo>
                  <a:pt x="2351035" y="40665"/>
                  <a:pt x="2351048" y="41642"/>
                  <a:pt x="2351048" y="42873"/>
                </a:cubicBezTo>
                <a:close/>
                <a:moveTo>
                  <a:pt x="2425232" y="71134"/>
                </a:moveTo>
                <a:cubicBezTo>
                  <a:pt x="2425232" y="73222"/>
                  <a:pt x="2424710" y="74707"/>
                  <a:pt x="2423666" y="75590"/>
                </a:cubicBezTo>
                <a:cubicBezTo>
                  <a:pt x="2422623" y="76473"/>
                  <a:pt x="2421432" y="76915"/>
                  <a:pt x="2420094" y="76915"/>
                </a:cubicBezTo>
                <a:lnTo>
                  <a:pt x="2372724" y="76915"/>
                </a:lnTo>
                <a:cubicBezTo>
                  <a:pt x="2372724" y="80941"/>
                  <a:pt x="2373126" y="84565"/>
                  <a:pt x="2373929" y="87786"/>
                </a:cubicBezTo>
                <a:cubicBezTo>
                  <a:pt x="2374732" y="91008"/>
                  <a:pt x="2376070" y="93773"/>
                  <a:pt x="2377943" y="96081"/>
                </a:cubicBezTo>
                <a:cubicBezTo>
                  <a:pt x="2379816" y="98389"/>
                  <a:pt x="2382252" y="100161"/>
                  <a:pt x="2385249" y="101397"/>
                </a:cubicBezTo>
                <a:cubicBezTo>
                  <a:pt x="2388247" y="102632"/>
                  <a:pt x="2391913" y="103249"/>
                  <a:pt x="2396248" y="103249"/>
                </a:cubicBezTo>
                <a:cubicBezTo>
                  <a:pt x="2399674" y="103249"/>
                  <a:pt x="2402725" y="102968"/>
                  <a:pt x="2405401" y="102406"/>
                </a:cubicBezTo>
                <a:cubicBezTo>
                  <a:pt x="2408077" y="101844"/>
                  <a:pt x="2410392" y="101215"/>
                  <a:pt x="2412346" y="100519"/>
                </a:cubicBezTo>
                <a:cubicBezTo>
                  <a:pt x="2414300" y="99823"/>
                  <a:pt x="2415905" y="99195"/>
                  <a:pt x="2417163" y="98632"/>
                </a:cubicBezTo>
                <a:cubicBezTo>
                  <a:pt x="2418421" y="98070"/>
                  <a:pt x="2419371" y="97789"/>
                  <a:pt x="2420013" y="97789"/>
                </a:cubicBezTo>
                <a:cubicBezTo>
                  <a:pt x="2420388" y="97789"/>
                  <a:pt x="2420723" y="97883"/>
                  <a:pt x="2421017" y="98070"/>
                </a:cubicBezTo>
                <a:cubicBezTo>
                  <a:pt x="2421311" y="98258"/>
                  <a:pt x="2421539" y="98539"/>
                  <a:pt x="2421699" y="98914"/>
                </a:cubicBezTo>
                <a:cubicBezTo>
                  <a:pt x="2421860" y="99288"/>
                  <a:pt x="2421980" y="99810"/>
                  <a:pt x="2422061" y="100479"/>
                </a:cubicBezTo>
                <a:cubicBezTo>
                  <a:pt x="2422141" y="101148"/>
                  <a:pt x="2422181" y="101964"/>
                  <a:pt x="2422181" y="102928"/>
                </a:cubicBezTo>
                <a:cubicBezTo>
                  <a:pt x="2422181" y="103624"/>
                  <a:pt x="2422154" y="104226"/>
                  <a:pt x="2422101" y="104734"/>
                </a:cubicBezTo>
                <a:cubicBezTo>
                  <a:pt x="2422047" y="105243"/>
                  <a:pt x="2421980" y="105698"/>
                  <a:pt x="2421900" y="106099"/>
                </a:cubicBezTo>
                <a:cubicBezTo>
                  <a:pt x="2421820" y="106501"/>
                  <a:pt x="2421686" y="106862"/>
                  <a:pt x="2421499" y="107183"/>
                </a:cubicBezTo>
                <a:cubicBezTo>
                  <a:pt x="2421311" y="107504"/>
                  <a:pt x="2421071" y="107812"/>
                  <a:pt x="2420776" y="108106"/>
                </a:cubicBezTo>
                <a:cubicBezTo>
                  <a:pt x="2420482" y="108401"/>
                  <a:pt x="2419612" y="108882"/>
                  <a:pt x="2418167" y="109552"/>
                </a:cubicBezTo>
                <a:cubicBezTo>
                  <a:pt x="2416722" y="110221"/>
                  <a:pt x="2414848" y="110876"/>
                  <a:pt x="2412547" y="111519"/>
                </a:cubicBezTo>
                <a:cubicBezTo>
                  <a:pt x="2410245" y="112161"/>
                  <a:pt x="2407582" y="112736"/>
                  <a:pt x="2404558" y="113245"/>
                </a:cubicBezTo>
                <a:cubicBezTo>
                  <a:pt x="2401534" y="113753"/>
                  <a:pt x="2398309" y="114007"/>
                  <a:pt x="2394884" y="114007"/>
                </a:cubicBezTo>
                <a:cubicBezTo>
                  <a:pt x="2388942" y="114007"/>
                  <a:pt x="2383737" y="113177"/>
                  <a:pt x="2379268" y="111516"/>
                </a:cubicBezTo>
                <a:cubicBezTo>
                  <a:pt x="2374798" y="109855"/>
                  <a:pt x="2371038" y="107390"/>
                  <a:pt x="2367987" y="104122"/>
                </a:cubicBezTo>
                <a:cubicBezTo>
                  <a:pt x="2364937" y="100854"/>
                  <a:pt x="2362635" y="96755"/>
                  <a:pt x="2361083" y="91826"/>
                </a:cubicBezTo>
                <a:cubicBezTo>
                  <a:pt x="2359531" y="86896"/>
                  <a:pt x="2358754" y="81163"/>
                  <a:pt x="2358754" y="74627"/>
                </a:cubicBezTo>
                <a:cubicBezTo>
                  <a:pt x="2358754" y="68411"/>
                  <a:pt x="2359557" y="62825"/>
                  <a:pt x="2361163" y="57869"/>
                </a:cubicBezTo>
                <a:cubicBezTo>
                  <a:pt x="2362769" y="52913"/>
                  <a:pt x="2365084" y="48707"/>
                  <a:pt x="2368108" y="45252"/>
                </a:cubicBezTo>
                <a:cubicBezTo>
                  <a:pt x="2371132" y="41796"/>
                  <a:pt x="2374785" y="39144"/>
                  <a:pt x="2379067" y="37296"/>
                </a:cubicBezTo>
                <a:cubicBezTo>
                  <a:pt x="2383349" y="35448"/>
                  <a:pt x="2388139" y="34523"/>
                  <a:pt x="2393438" y="34523"/>
                </a:cubicBezTo>
                <a:cubicBezTo>
                  <a:pt x="2399112" y="34523"/>
                  <a:pt x="2403943" y="35433"/>
                  <a:pt x="2407930" y="37253"/>
                </a:cubicBezTo>
                <a:cubicBezTo>
                  <a:pt x="2411918" y="39073"/>
                  <a:pt x="2415196" y="41522"/>
                  <a:pt x="2417765" y="44599"/>
                </a:cubicBezTo>
                <a:cubicBezTo>
                  <a:pt x="2420335" y="47677"/>
                  <a:pt x="2422221" y="51290"/>
                  <a:pt x="2423426" y="55438"/>
                </a:cubicBezTo>
                <a:cubicBezTo>
                  <a:pt x="2424630" y="59586"/>
                  <a:pt x="2425232" y="64015"/>
                  <a:pt x="2425232" y="68726"/>
                </a:cubicBezTo>
                <a:lnTo>
                  <a:pt x="2425232" y="71134"/>
                </a:lnTo>
                <a:moveTo>
                  <a:pt x="2411904" y="67200"/>
                </a:moveTo>
                <a:cubicBezTo>
                  <a:pt x="2412065" y="60242"/>
                  <a:pt x="2410526" y="54782"/>
                  <a:pt x="2407288" y="50822"/>
                </a:cubicBezTo>
                <a:cubicBezTo>
                  <a:pt x="2404050" y="46861"/>
                  <a:pt x="2399246" y="44880"/>
                  <a:pt x="2392876" y="44880"/>
                </a:cubicBezTo>
                <a:cubicBezTo>
                  <a:pt x="2389611" y="44880"/>
                  <a:pt x="2386748" y="45496"/>
                  <a:pt x="2384286" y="46727"/>
                </a:cubicBezTo>
                <a:cubicBezTo>
                  <a:pt x="2381824" y="47958"/>
                  <a:pt x="2379763" y="49591"/>
                  <a:pt x="2378104" y="51625"/>
                </a:cubicBezTo>
                <a:cubicBezTo>
                  <a:pt x="2376444" y="53658"/>
                  <a:pt x="2375160" y="56027"/>
                  <a:pt x="2374250" y="58730"/>
                </a:cubicBezTo>
                <a:cubicBezTo>
                  <a:pt x="2373340" y="61433"/>
                  <a:pt x="2372831" y="64256"/>
                  <a:pt x="2372724" y="67200"/>
                </a:cubicBezTo>
                <a:lnTo>
                  <a:pt x="2411904" y="67200"/>
                </a:lnTo>
                <a:close/>
                <a:moveTo>
                  <a:pt x="2493943" y="90782"/>
                </a:moveTo>
                <a:cubicBezTo>
                  <a:pt x="2493943" y="94478"/>
                  <a:pt x="2493261" y="97774"/>
                  <a:pt x="2491896" y="100667"/>
                </a:cubicBezTo>
                <a:cubicBezTo>
                  <a:pt x="2490531" y="103559"/>
                  <a:pt x="2488591" y="105997"/>
                  <a:pt x="2486075" y="107981"/>
                </a:cubicBezTo>
                <a:cubicBezTo>
                  <a:pt x="2483559" y="109963"/>
                  <a:pt x="2480562" y="111463"/>
                  <a:pt x="2477083" y="112479"/>
                </a:cubicBezTo>
                <a:cubicBezTo>
                  <a:pt x="2473604" y="113498"/>
                  <a:pt x="2469777" y="114007"/>
                  <a:pt x="2465602" y="114007"/>
                </a:cubicBezTo>
                <a:cubicBezTo>
                  <a:pt x="2463033" y="114007"/>
                  <a:pt x="2460584" y="113807"/>
                  <a:pt x="2458255" y="113405"/>
                </a:cubicBezTo>
                <a:cubicBezTo>
                  <a:pt x="2455927" y="113004"/>
                  <a:pt x="2453840" y="112495"/>
                  <a:pt x="2451993" y="111880"/>
                </a:cubicBezTo>
                <a:cubicBezTo>
                  <a:pt x="2450146" y="111264"/>
                  <a:pt x="2448581" y="110622"/>
                  <a:pt x="2447296" y="109953"/>
                </a:cubicBezTo>
                <a:cubicBezTo>
                  <a:pt x="2446012" y="109284"/>
                  <a:pt x="2445075" y="108682"/>
                  <a:pt x="2444486" y="108146"/>
                </a:cubicBezTo>
                <a:cubicBezTo>
                  <a:pt x="2443897" y="107611"/>
                  <a:pt x="2443469" y="106862"/>
                  <a:pt x="2443202" y="105898"/>
                </a:cubicBezTo>
                <a:cubicBezTo>
                  <a:pt x="2442934" y="104935"/>
                  <a:pt x="2442800" y="103624"/>
                  <a:pt x="2442800" y="101964"/>
                </a:cubicBezTo>
                <a:cubicBezTo>
                  <a:pt x="2442800" y="100947"/>
                  <a:pt x="2442854" y="100091"/>
                  <a:pt x="2442961" y="99395"/>
                </a:cubicBezTo>
                <a:cubicBezTo>
                  <a:pt x="2443068" y="98699"/>
                  <a:pt x="2443202" y="98137"/>
                  <a:pt x="2443362" y="97709"/>
                </a:cubicBezTo>
                <a:cubicBezTo>
                  <a:pt x="2443523" y="97281"/>
                  <a:pt x="2443750" y="96973"/>
                  <a:pt x="2444045" y="96786"/>
                </a:cubicBezTo>
                <a:cubicBezTo>
                  <a:pt x="2444339" y="96599"/>
                  <a:pt x="2444674" y="96505"/>
                  <a:pt x="2445048" y="96505"/>
                </a:cubicBezTo>
                <a:cubicBezTo>
                  <a:pt x="2445637" y="96505"/>
                  <a:pt x="2446507" y="96866"/>
                  <a:pt x="2447658" y="97589"/>
                </a:cubicBezTo>
                <a:cubicBezTo>
                  <a:pt x="2448808" y="98311"/>
                  <a:pt x="2450227" y="99101"/>
                  <a:pt x="2451913" y="99957"/>
                </a:cubicBezTo>
                <a:cubicBezTo>
                  <a:pt x="2453599" y="100814"/>
                  <a:pt x="2455593" y="101603"/>
                  <a:pt x="2457894" y="102326"/>
                </a:cubicBezTo>
                <a:cubicBezTo>
                  <a:pt x="2460196" y="103048"/>
                  <a:pt x="2462845" y="103410"/>
                  <a:pt x="2465843" y="103410"/>
                </a:cubicBezTo>
                <a:cubicBezTo>
                  <a:pt x="2468091" y="103410"/>
                  <a:pt x="2470125" y="103169"/>
                  <a:pt x="2471944" y="102687"/>
                </a:cubicBezTo>
                <a:cubicBezTo>
                  <a:pt x="2473764" y="102204"/>
                  <a:pt x="2475343" y="101493"/>
                  <a:pt x="2476681" y="100554"/>
                </a:cubicBezTo>
                <a:cubicBezTo>
                  <a:pt x="2478019" y="99616"/>
                  <a:pt x="2479050" y="98423"/>
                  <a:pt x="2479772" y="96974"/>
                </a:cubicBezTo>
                <a:cubicBezTo>
                  <a:pt x="2480495" y="95526"/>
                  <a:pt x="2480856" y="93809"/>
                  <a:pt x="2480856" y="91826"/>
                </a:cubicBezTo>
                <a:cubicBezTo>
                  <a:pt x="2480856" y="89790"/>
                  <a:pt x="2480334" y="88076"/>
                  <a:pt x="2479291" y="86682"/>
                </a:cubicBezTo>
                <a:cubicBezTo>
                  <a:pt x="2478247" y="85289"/>
                  <a:pt x="2476869" y="84057"/>
                  <a:pt x="2475156" y="82987"/>
                </a:cubicBezTo>
                <a:cubicBezTo>
                  <a:pt x="2473443" y="81914"/>
                  <a:pt x="2471516" y="80964"/>
                  <a:pt x="2469375" y="80134"/>
                </a:cubicBezTo>
                <a:cubicBezTo>
                  <a:pt x="2467234" y="79303"/>
                  <a:pt x="2465026" y="78432"/>
                  <a:pt x="2462752" y="77522"/>
                </a:cubicBezTo>
                <a:cubicBezTo>
                  <a:pt x="2460477" y="76610"/>
                  <a:pt x="2458255" y="75578"/>
                  <a:pt x="2456088" y="74426"/>
                </a:cubicBezTo>
                <a:cubicBezTo>
                  <a:pt x="2453920" y="73274"/>
                  <a:pt x="2451980" y="71867"/>
                  <a:pt x="2450267" y="70206"/>
                </a:cubicBezTo>
                <a:cubicBezTo>
                  <a:pt x="2448554" y="68545"/>
                  <a:pt x="2447176" y="66563"/>
                  <a:pt x="2446132" y="64260"/>
                </a:cubicBezTo>
                <a:cubicBezTo>
                  <a:pt x="2445088" y="61956"/>
                  <a:pt x="2444567" y="59197"/>
                  <a:pt x="2444567" y="55983"/>
                </a:cubicBezTo>
                <a:cubicBezTo>
                  <a:pt x="2444567" y="53142"/>
                  <a:pt x="2445115" y="50424"/>
                  <a:pt x="2446212" y="47826"/>
                </a:cubicBezTo>
                <a:cubicBezTo>
                  <a:pt x="2447310" y="45227"/>
                  <a:pt x="2448956" y="42949"/>
                  <a:pt x="2451150" y="40994"/>
                </a:cubicBezTo>
                <a:cubicBezTo>
                  <a:pt x="2453345" y="39037"/>
                  <a:pt x="2456088" y="37470"/>
                  <a:pt x="2459379" y="36292"/>
                </a:cubicBezTo>
                <a:cubicBezTo>
                  <a:pt x="2462671" y="35113"/>
                  <a:pt x="2466512" y="34523"/>
                  <a:pt x="2470901" y="34523"/>
                </a:cubicBezTo>
                <a:cubicBezTo>
                  <a:pt x="2472828" y="34523"/>
                  <a:pt x="2474754" y="34686"/>
                  <a:pt x="2476681" y="35013"/>
                </a:cubicBezTo>
                <a:cubicBezTo>
                  <a:pt x="2478608" y="35339"/>
                  <a:pt x="2480348" y="35746"/>
                  <a:pt x="2481900" y="36234"/>
                </a:cubicBezTo>
                <a:cubicBezTo>
                  <a:pt x="2483452" y="36723"/>
                  <a:pt x="2484777" y="37252"/>
                  <a:pt x="2485874" y="37823"/>
                </a:cubicBezTo>
                <a:cubicBezTo>
                  <a:pt x="2486971" y="38393"/>
                  <a:pt x="2487801" y="38896"/>
                  <a:pt x="2488363" y="39331"/>
                </a:cubicBezTo>
                <a:cubicBezTo>
                  <a:pt x="2488925" y="39765"/>
                  <a:pt x="2489300" y="40143"/>
                  <a:pt x="2489487" y="40465"/>
                </a:cubicBezTo>
                <a:cubicBezTo>
                  <a:pt x="2489674" y="40786"/>
                  <a:pt x="2489808" y="41147"/>
                  <a:pt x="2489888" y="41548"/>
                </a:cubicBezTo>
                <a:cubicBezTo>
                  <a:pt x="2489969" y="41950"/>
                  <a:pt x="2490049" y="42445"/>
                  <a:pt x="2490129" y="43034"/>
                </a:cubicBezTo>
                <a:cubicBezTo>
                  <a:pt x="2490210" y="43623"/>
                  <a:pt x="2490250" y="44345"/>
                  <a:pt x="2490250" y="45202"/>
                </a:cubicBezTo>
                <a:cubicBezTo>
                  <a:pt x="2490250" y="46111"/>
                  <a:pt x="2490210" y="46901"/>
                  <a:pt x="2490129" y="47570"/>
                </a:cubicBezTo>
                <a:cubicBezTo>
                  <a:pt x="2490049" y="48239"/>
                  <a:pt x="2489915" y="48788"/>
                  <a:pt x="2489728" y="49216"/>
                </a:cubicBezTo>
                <a:cubicBezTo>
                  <a:pt x="2489541" y="49644"/>
                  <a:pt x="2489313" y="49952"/>
                  <a:pt x="2489045" y="50139"/>
                </a:cubicBezTo>
                <a:cubicBezTo>
                  <a:pt x="2488778" y="50327"/>
                  <a:pt x="2488483" y="50420"/>
                  <a:pt x="2488162" y="50420"/>
                </a:cubicBezTo>
                <a:cubicBezTo>
                  <a:pt x="2487681" y="50420"/>
                  <a:pt x="2486985" y="50122"/>
                  <a:pt x="2486075" y="49524"/>
                </a:cubicBezTo>
                <a:cubicBezTo>
                  <a:pt x="2485165" y="48927"/>
                  <a:pt x="2483987" y="48289"/>
                  <a:pt x="2482542" y="47610"/>
                </a:cubicBezTo>
                <a:cubicBezTo>
                  <a:pt x="2481097" y="46931"/>
                  <a:pt x="2479398" y="46293"/>
                  <a:pt x="2477444" y="45696"/>
                </a:cubicBezTo>
                <a:cubicBezTo>
                  <a:pt x="2475490" y="45099"/>
                  <a:pt x="2473256" y="44800"/>
                  <a:pt x="2470740" y="44800"/>
                </a:cubicBezTo>
                <a:cubicBezTo>
                  <a:pt x="2468492" y="44800"/>
                  <a:pt x="2466512" y="45055"/>
                  <a:pt x="2464799" y="45565"/>
                </a:cubicBezTo>
                <a:cubicBezTo>
                  <a:pt x="2463086" y="46074"/>
                  <a:pt x="2461681" y="46797"/>
                  <a:pt x="2460584" y="47736"/>
                </a:cubicBezTo>
                <a:cubicBezTo>
                  <a:pt x="2459487" y="48674"/>
                  <a:pt x="2458657" y="49787"/>
                  <a:pt x="2458095" y="51075"/>
                </a:cubicBezTo>
                <a:cubicBezTo>
                  <a:pt x="2457533" y="52361"/>
                  <a:pt x="2457252" y="53755"/>
                  <a:pt x="2457252" y="55257"/>
                </a:cubicBezTo>
                <a:cubicBezTo>
                  <a:pt x="2457252" y="57347"/>
                  <a:pt x="2457787" y="59101"/>
                  <a:pt x="2458858" y="60521"/>
                </a:cubicBezTo>
                <a:cubicBezTo>
                  <a:pt x="2459928" y="61941"/>
                  <a:pt x="2461320" y="63187"/>
                  <a:pt x="2463033" y="64260"/>
                </a:cubicBezTo>
                <a:cubicBezTo>
                  <a:pt x="2464745" y="65330"/>
                  <a:pt x="2466699" y="66294"/>
                  <a:pt x="2468893" y="67152"/>
                </a:cubicBezTo>
                <a:cubicBezTo>
                  <a:pt x="2471088" y="68009"/>
                  <a:pt x="2473323" y="68893"/>
                  <a:pt x="2475597" y="69804"/>
                </a:cubicBezTo>
                <a:cubicBezTo>
                  <a:pt x="2477872" y="70714"/>
                  <a:pt x="2480120" y="71732"/>
                  <a:pt x="2482342" y="72858"/>
                </a:cubicBezTo>
                <a:cubicBezTo>
                  <a:pt x="2484563" y="73984"/>
                  <a:pt x="2486530" y="75350"/>
                  <a:pt x="2488243" y="76958"/>
                </a:cubicBezTo>
                <a:cubicBezTo>
                  <a:pt x="2489955" y="78565"/>
                  <a:pt x="2491334" y="80494"/>
                  <a:pt x="2492377" y="82746"/>
                </a:cubicBezTo>
                <a:cubicBezTo>
                  <a:pt x="2493421" y="84995"/>
                  <a:pt x="2493943" y="87674"/>
                  <a:pt x="2493943" y="90782"/>
                </a:cubicBezTo>
                <a:close/>
                <a:moveTo>
                  <a:pt x="2546993" y="105176"/>
                </a:moveTo>
                <a:cubicBezTo>
                  <a:pt x="2546993" y="106728"/>
                  <a:pt x="2546886" y="107959"/>
                  <a:pt x="2546672" y="108869"/>
                </a:cubicBezTo>
                <a:cubicBezTo>
                  <a:pt x="2546458" y="109779"/>
                  <a:pt x="2546137" y="110448"/>
                  <a:pt x="2545708" y="110876"/>
                </a:cubicBezTo>
                <a:cubicBezTo>
                  <a:pt x="2545280" y="111304"/>
                  <a:pt x="2544638" y="111706"/>
                  <a:pt x="2543782" y="112081"/>
                </a:cubicBezTo>
                <a:cubicBezTo>
                  <a:pt x="2542925" y="112455"/>
                  <a:pt x="2541948" y="112763"/>
                  <a:pt x="2540851" y="113004"/>
                </a:cubicBezTo>
                <a:cubicBezTo>
                  <a:pt x="2539754" y="113245"/>
                  <a:pt x="2538590" y="113445"/>
                  <a:pt x="2537359" y="113606"/>
                </a:cubicBezTo>
                <a:cubicBezTo>
                  <a:pt x="2536128" y="113767"/>
                  <a:pt x="2534896" y="113847"/>
                  <a:pt x="2533665" y="113847"/>
                </a:cubicBezTo>
                <a:cubicBezTo>
                  <a:pt x="2529919" y="113847"/>
                  <a:pt x="2526707" y="113351"/>
                  <a:pt x="2524031" y="112359"/>
                </a:cubicBezTo>
                <a:cubicBezTo>
                  <a:pt x="2521355" y="111366"/>
                  <a:pt x="2519160" y="109863"/>
                  <a:pt x="2517447" y="107850"/>
                </a:cubicBezTo>
                <a:cubicBezTo>
                  <a:pt x="2515735" y="105838"/>
                  <a:pt x="2514490" y="103290"/>
                  <a:pt x="2513714" y="100206"/>
                </a:cubicBezTo>
                <a:cubicBezTo>
                  <a:pt x="2512938" y="97121"/>
                  <a:pt x="2512550" y="93487"/>
                  <a:pt x="2512550" y="89302"/>
                </a:cubicBezTo>
                <a:lnTo>
                  <a:pt x="2512550" y="46968"/>
                </a:lnTo>
                <a:lnTo>
                  <a:pt x="2502434" y="46968"/>
                </a:lnTo>
                <a:cubicBezTo>
                  <a:pt x="2501631" y="46968"/>
                  <a:pt x="2500989" y="46540"/>
                  <a:pt x="2500507" y="45683"/>
                </a:cubicBezTo>
                <a:cubicBezTo>
                  <a:pt x="2500025" y="44827"/>
                  <a:pt x="2499784" y="43435"/>
                  <a:pt x="2499784" y="41508"/>
                </a:cubicBezTo>
                <a:cubicBezTo>
                  <a:pt x="2499784" y="40491"/>
                  <a:pt x="2499851" y="39635"/>
                  <a:pt x="2499985" y="38939"/>
                </a:cubicBezTo>
                <a:cubicBezTo>
                  <a:pt x="2500119" y="38243"/>
                  <a:pt x="2500293" y="37668"/>
                  <a:pt x="2500507" y="37213"/>
                </a:cubicBezTo>
                <a:cubicBezTo>
                  <a:pt x="2500721" y="36758"/>
                  <a:pt x="2501002" y="36437"/>
                  <a:pt x="2501350" y="36250"/>
                </a:cubicBezTo>
                <a:cubicBezTo>
                  <a:pt x="2501698" y="36062"/>
                  <a:pt x="2502086" y="35969"/>
                  <a:pt x="2502514" y="35969"/>
                </a:cubicBezTo>
                <a:lnTo>
                  <a:pt x="2512550" y="35969"/>
                </a:lnTo>
                <a:lnTo>
                  <a:pt x="2512550" y="18787"/>
                </a:lnTo>
                <a:cubicBezTo>
                  <a:pt x="2512550" y="18412"/>
                  <a:pt x="2512644" y="18065"/>
                  <a:pt x="2512831" y="17743"/>
                </a:cubicBezTo>
                <a:cubicBezTo>
                  <a:pt x="2513018" y="17422"/>
                  <a:pt x="2513366" y="17141"/>
                  <a:pt x="2513875" y="16900"/>
                </a:cubicBezTo>
                <a:cubicBezTo>
                  <a:pt x="2514383" y="16660"/>
                  <a:pt x="2515066" y="16486"/>
                  <a:pt x="2515922" y="16379"/>
                </a:cubicBezTo>
                <a:cubicBezTo>
                  <a:pt x="2516778" y="16271"/>
                  <a:pt x="2517849" y="16218"/>
                  <a:pt x="2519133" y="16218"/>
                </a:cubicBezTo>
                <a:cubicBezTo>
                  <a:pt x="2520472" y="16218"/>
                  <a:pt x="2521569" y="16271"/>
                  <a:pt x="2522425" y="16379"/>
                </a:cubicBezTo>
                <a:cubicBezTo>
                  <a:pt x="2523282" y="16486"/>
                  <a:pt x="2523951" y="16660"/>
                  <a:pt x="2524432" y="16900"/>
                </a:cubicBezTo>
                <a:cubicBezTo>
                  <a:pt x="2524914" y="17141"/>
                  <a:pt x="2525262" y="17422"/>
                  <a:pt x="2525476" y="17743"/>
                </a:cubicBezTo>
                <a:cubicBezTo>
                  <a:pt x="2525690" y="18065"/>
                  <a:pt x="2525797" y="18412"/>
                  <a:pt x="2525797" y="18787"/>
                </a:cubicBezTo>
                <a:lnTo>
                  <a:pt x="2525797" y="35969"/>
                </a:lnTo>
                <a:lnTo>
                  <a:pt x="2544344" y="35969"/>
                </a:lnTo>
                <a:cubicBezTo>
                  <a:pt x="2544772" y="35969"/>
                  <a:pt x="2545146" y="36062"/>
                  <a:pt x="2545468" y="36250"/>
                </a:cubicBezTo>
                <a:cubicBezTo>
                  <a:pt x="2545789" y="36437"/>
                  <a:pt x="2546070" y="36758"/>
                  <a:pt x="2546311" y="37213"/>
                </a:cubicBezTo>
                <a:cubicBezTo>
                  <a:pt x="2546551" y="37668"/>
                  <a:pt x="2546725" y="38243"/>
                  <a:pt x="2546832" y="38939"/>
                </a:cubicBezTo>
                <a:cubicBezTo>
                  <a:pt x="2546940" y="39635"/>
                  <a:pt x="2546993" y="40491"/>
                  <a:pt x="2546993" y="41508"/>
                </a:cubicBezTo>
                <a:cubicBezTo>
                  <a:pt x="2546993" y="43435"/>
                  <a:pt x="2546752" y="44827"/>
                  <a:pt x="2546270" y="45683"/>
                </a:cubicBezTo>
                <a:cubicBezTo>
                  <a:pt x="2545789" y="46540"/>
                  <a:pt x="2545146" y="46968"/>
                  <a:pt x="2544344" y="46968"/>
                </a:cubicBezTo>
                <a:lnTo>
                  <a:pt x="2525797" y="46968"/>
                </a:lnTo>
                <a:lnTo>
                  <a:pt x="2525797" y="87390"/>
                </a:lnTo>
                <a:cubicBezTo>
                  <a:pt x="2525797" y="92381"/>
                  <a:pt x="2526533" y="96152"/>
                  <a:pt x="2528005" y="98703"/>
                </a:cubicBezTo>
                <a:cubicBezTo>
                  <a:pt x="2529477" y="101252"/>
                  <a:pt x="2532113" y="102526"/>
                  <a:pt x="2535913" y="102526"/>
                </a:cubicBezTo>
                <a:cubicBezTo>
                  <a:pt x="2537145" y="102526"/>
                  <a:pt x="2538242" y="102406"/>
                  <a:pt x="2539205" y="102165"/>
                </a:cubicBezTo>
                <a:cubicBezTo>
                  <a:pt x="2540169" y="101924"/>
                  <a:pt x="2541025" y="101670"/>
                  <a:pt x="2541774" y="101402"/>
                </a:cubicBezTo>
                <a:cubicBezTo>
                  <a:pt x="2542524" y="101135"/>
                  <a:pt x="2543166" y="100881"/>
                  <a:pt x="2543701" y="100640"/>
                </a:cubicBezTo>
                <a:cubicBezTo>
                  <a:pt x="2544237" y="100399"/>
                  <a:pt x="2544718" y="100278"/>
                  <a:pt x="2545146" y="100278"/>
                </a:cubicBezTo>
                <a:cubicBezTo>
                  <a:pt x="2545414" y="100278"/>
                  <a:pt x="2545668" y="100345"/>
                  <a:pt x="2545909" y="100479"/>
                </a:cubicBezTo>
                <a:cubicBezTo>
                  <a:pt x="2546150" y="100613"/>
                  <a:pt x="2546337" y="100867"/>
                  <a:pt x="2546471" y="101242"/>
                </a:cubicBezTo>
                <a:cubicBezTo>
                  <a:pt x="2546605" y="101616"/>
                  <a:pt x="2546725" y="102125"/>
                  <a:pt x="2546832" y="102767"/>
                </a:cubicBezTo>
                <a:cubicBezTo>
                  <a:pt x="2546940" y="103410"/>
                  <a:pt x="2546993" y="104212"/>
                  <a:pt x="2546993" y="105176"/>
                </a:cubicBezTo>
                <a:close/>
                <a:moveTo>
                  <a:pt x="2662337" y="71134"/>
                </a:moveTo>
                <a:cubicBezTo>
                  <a:pt x="2662337" y="73222"/>
                  <a:pt x="2661815" y="74707"/>
                  <a:pt x="2660771" y="75590"/>
                </a:cubicBezTo>
                <a:cubicBezTo>
                  <a:pt x="2659727" y="76473"/>
                  <a:pt x="2658537" y="76915"/>
                  <a:pt x="2657198" y="76915"/>
                </a:cubicBezTo>
                <a:lnTo>
                  <a:pt x="2609829" y="76915"/>
                </a:lnTo>
                <a:cubicBezTo>
                  <a:pt x="2609829" y="80941"/>
                  <a:pt x="2610231" y="84565"/>
                  <a:pt x="2611033" y="87786"/>
                </a:cubicBezTo>
                <a:cubicBezTo>
                  <a:pt x="2611836" y="91008"/>
                  <a:pt x="2613174" y="93773"/>
                  <a:pt x="2615048" y="96081"/>
                </a:cubicBezTo>
                <a:cubicBezTo>
                  <a:pt x="2616921" y="98389"/>
                  <a:pt x="2619356" y="100161"/>
                  <a:pt x="2622354" y="101397"/>
                </a:cubicBezTo>
                <a:cubicBezTo>
                  <a:pt x="2625351" y="102632"/>
                  <a:pt x="2629018" y="103249"/>
                  <a:pt x="2633353" y="103249"/>
                </a:cubicBezTo>
                <a:cubicBezTo>
                  <a:pt x="2636779" y="103249"/>
                  <a:pt x="2639830" y="102968"/>
                  <a:pt x="2642506" y="102406"/>
                </a:cubicBezTo>
                <a:cubicBezTo>
                  <a:pt x="2645182" y="101844"/>
                  <a:pt x="2647497" y="101215"/>
                  <a:pt x="2649451" y="100519"/>
                </a:cubicBezTo>
                <a:cubicBezTo>
                  <a:pt x="2651404" y="99823"/>
                  <a:pt x="2653010" y="99195"/>
                  <a:pt x="2654268" y="98632"/>
                </a:cubicBezTo>
                <a:cubicBezTo>
                  <a:pt x="2655526" y="98070"/>
                  <a:pt x="2656476" y="97789"/>
                  <a:pt x="2657118" y="97789"/>
                </a:cubicBezTo>
                <a:cubicBezTo>
                  <a:pt x="2657493" y="97789"/>
                  <a:pt x="2657827" y="97883"/>
                  <a:pt x="2658122" y="98070"/>
                </a:cubicBezTo>
                <a:cubicBezTo>
                  <a:pt x="2658416" y="98258"/>
                  <a:pt x="2658644" y="98539"/>
                  <a:pt x="2658804" y="98914"/>
                </a:cubicBezTo>
                <a:cubicBezTo>
                  <a:pt x="2658965" y="99288"/>
                  <a:pt x="2659085" y="99810"/>
                  <a:pt x="2659165" y="100479"/>
                </a:cubicBezTo>
                <a:cubicBezTo>
                  <a:pt x="2659246" y="101148"/>
                  <a:pt x="2659286" y="101964"/>
                  <a:pt x="2659286" y="102928"/>
                </a:cubicBezTo>
                <a:cubicBezTo>
                  <a:pt x="2659286" y="103624"/>
                  <a:pt x="2659259" y="104226"/>
                  <a:pt x="2659206" y="104734"/>
                </a:cubicBezTo>
                <a:cubicBezTo>
                  <a:pt x="2659152" y="105243"/>
                  <a:pt x="2659085" y="105698"/>
                  <a:pt x="2659005" y="106099"/>
                </a:cubicBezTo>
                <a:cubicBezTo>
                  <a:pt x="2658925" y="106501"/>
                  <a:pt x="2658791" y="106862"/>
                  <a:pt x="2658603" y="107183"/>
                </a:cubicBezTo>
                <a:cubicBezTo>
                  <a:pt x="2658416" y="107504"/>
                  <a:pt x="2658175" y="107812"/>
                  <a:pt x="2657881" y="108106"/>
                </a:cubicBezTo>
                <a:cubicBezTo>
                  <a:pt x="2657586" y="108401"/>
                  <a:pt x="2656717" y="108882"/>
                  <a:pt x="2655272" y="109552"/>
                </a:cubicBezTo>
                <a:cubicBezTo>
                  <a:pt x="2653826" y="110221"/>
                  <a:pt x="2651953" y="110876"/>
                  <a:pt x="2649651" y="111519"/>
                </a:cubicBezTo>
                <a:cubicBezTo>
                  <a:pt x="2647350" y="112161"/>
                  <a:pt x="2644687" y="112736"/>
                  <a:pt x="2641663" y="113245"/>
                </a:cubicBezTo>
                <a:cubicBezTo>
                  <a:pt x="2638639" y="113753"/>
                  <a:pt x="2635414" y="114007"/>
                  <a:pt x="2631988" y="114007"/>
                </a:cubicBezTo>
                <a:cubicBezTo>
                  <a:pt x="2626047" y="114007"/>
                  <a:pt x="2620842" y="113177"/>
                  <a:pt x="2616372" y="111516"/>
                </a:cubicBezTo>
                <a:cubicBezTo>
                  <a:pt x="2611903" y="109855"/>
                  <a:pt x="2608143" y="107390"/>
                  <a:pt x="2605092" y="104122"/>
                </a:cubicBezTo>
                <a:cubicBezTo>
                  <a:pt x="2602041" y="100854"/>
                  <a:pt x="2599740" y="96755"/>
                  <a:pt x="2598188" y="91826"/>
                </a:cubicBezTo>
                <a:cubicBezTo>
                  <a:pt x="2596635" y="86896"/>
                  <a:pt x="2595859" y="81163"/>
                  <a:pt x="2595859" y="74627"/>
                </a:cubicBezTo>
                <a:cubicBezTo>
                  <a:pt x="2595859" y="68411"/>
                  <a:pt x="2596662" y="62825"/>
                  <a:pt x="2598268" y="57869"/>
                </a:cubicBezTo>
                <a:cubicBezTo>
                  <a:pt x="2599874" y="52913"/>
                  <a:pt x="2602188" y="48707"/>
                  <a:pt x="2605213" y="45252"/>
                </a:cubicBezTo>
                <a:cubicBezTo>
                  <a:pt x="2608237" y="41796"/>
                  <a:pt x="2611890" y="39144"/>
                  <a:pt x="2616172" y="37296"/>
                </a:cubicBezTo>
                <a:cubicBezTo>
                  <a:pt x="2620454" y="35448"/>
                  <a:pt x="2625244" y="34523"/>
                  <a:pt x="2630543" y="34523"/>
                </a:cubicBezTo>
                <a:cubicBezTo>
                  <a:pt x="2636217" y="34523"/>
                  <a:pt x="2641047" y="35433"/>
                  <a:pt x="2645035" y="37253"/>
                </a:cubicBezTo>
                <a:cubicBezTo>
                  <a:pt x="2649023" y="39073"/>
                  <a:pt x="2652301" y="41522"/>
                  <a:pt x="2654870" y="44599"/>
                </a:cubicBezTo>
                <a:cubicBezTo>
                  <a:pt x="2657439" y="47677"/>
                  <a:pt x="2659326" y="51290"/>
                  <a:pt x="2660530" y="55438"/>
                </a:cubicBezTo>
                <a:cubicBezTo>
                  <a:pt x="2661735" y="59586"/>
                  <a:pt x="2662337" y="64015"/>
                  <a:pt x="2662337" y="68726"/>
                </a:cubicBezTo>
                <a:lnTo>
                  <a:pt x="2662337" y="71134"/>
                </a:lnTo>
                <a:moveTo>
                  <a:pt x="2649009" y="67200"/>
                </a:moveTo>
                <a:cubicBezTo>
                  <a:pt x="2649170" y="60242"/>
                  <a:pt x="2647631" y="54782"/>
                  <a:pt x="2644393" y="50822"/>
                </a:cubicBezTo>
                <a:cubicBezTo>
                  <a:pt x="2641154" y="46861"/>
                  <a:pt x="2636351" y="44880"/>
                  <a:pt x="2629981" y="44880"/>
                </a:cubicBezTo>
                <a:cubicBezTo>
                  <a:pt x="2626716" y="44880"/>
                  <a:pt x="2623853" y="45496"/>
                  <a:pt x="2621390" y="46727"/>
                </a:cubicBezTo>
                <a:cubicBezTo>
                  <a:pt x="2618928" y="47958"/>
                  <a:pt x="2616868" y="49591"/>
                  <a:pt x="2615208" y="51625"/>
                </a:cubicBezTo>
                <a:cubicBezTo>
                  <a:pt x="2613549" y="53658"/>
                  <a:pt x="2612264" y="56027"/>
                  <a:pt x="2611355" y="58730"/>
                </a:cubicBezTo>
                <a:cubicBezTo>
                  <a:pt x="2610445" y="61433"/>
                  <a:pt x="2609936" y="64256"/>
                  <a:pt x="2609829" y="67200"/>
                </a:cubicBezTo>
                <a:lnTo>
                  <a:pt x="2649009" y="67200"/>
                </a:lnTo>
                <a:close/>
                <a:moveTo>
                  <a:pt x="2734522" y="108869"/>
                </a:moveTo>
                <a:cubicBezTo>
                  <a:pt x="2734950" y="109618"/>
                  <a:pt x="2735164" y="110247"/>
                  <a:pt x="2735164" y="110756"/>
                </a:cubicBezTo>
                <a:cubicBezTo>
                  <a:pt x="2735164" y="111264"/>
                  <a:pt x="2734910" y="111679"/>
                  <a:pt x="2734401" y="112000"/>
                </a:cubicBezTo>
                <a:cubicBezTo>
                  <a:pt x="2733893" y="112321"/>
                  <a:pt x="2733117" y="112549"/>
                  <a:pt x="2732073" y="112683"/>
                </a:cubicBezTo>
                <a:cubicBezTo>
                  <a:pt x="2731029" y="112817"/>
                  <a:pt x="2729678" y="112883"/>
                  <a:pt x="2728018" y="112883"/>
                </a:cubicBezTo>
                <a:cubicBezTo>
                  <a:pt x="2726413" y="112883"/>
                  <a:pt x="2725142" y="112843"/>
                  <a:pt x="2724205" y="112763"/>
                </a:cubicBezTo>
                <a:cubicBezTo>
                  <a:pt x="2723268" y="112683"/>
                  <a:pt x="2722519" y="112549"/>
                  <a:pt x="2721957" y="112362"/>
                </a:cubicBezTo>
                <a:cubicBezTo>
                  <a:pt x="2721395" y="112174"/>
                  <a:pt x="2720967" y="111933"/>
                  <a:pt x="2720672" y="111639"/>
                </a:cubicBezTo>
                <a:cubicBezTo>
                  <a:pt x="2720378" y="111345"/>
                  <a:pt x="2720124" y="111010"/>
                  <a:pt x="2719910" y="110635"/>
                </a:cubicBezTo>
                <a:lnTo>
                  <a:pt x="2702568" y="81973"/>
                </a:lnTo>
                <a:lnTo>
                  <a:pt x="2685306" y="110635"/>
                </a:lnTo>
                <a:cubicBezTo>
                  <a:pt x="2685092" y="111010"/>
                  <a:pt x="2684838" y="111345"/>
                  <a:pt x="2684543" y="111639"/>
                </a:cubicBezTo>
                <a:cubicBezTo>
                  <a:pt x="2684249" y="111933"/>
                  <a:pt x="2683821" y="112174"/>
                  <a:pt x="2683259" y="112362"/>
                </a:cubicBezTo>
                <a:cubicBezTo>
                  <a:pt x="2682697" y="112549"/>
                  <a:pt x="2681961" y="112683"/>
                  <a:pt x="2681051" y="112763"/>
                </a:cubicBezTo>
                <a:cubicBezTo>
                  <a:pt x="2680141" y="112843"/>
                  <a:pt x="2678936" y="112883"/>
                  <a:pt x="2677438" y="112883"/>
                </a:cubicBezTo>
                <a:cubicBezTo>
                  <a:pt x="2675886" y="112883"/>
                  <a:pt x="2674614" y="112817"/>
                  <a:pt x="2673624" y="112683"/>
                </a:cubicBezTo>
                <a:cubicBezTo>
                  <a:pt x="2672634" y="112549"/>
                  <a:pt x="2671911" y="112321"/>
                  <a:pt x="2671456" y="112000"/>
                </a:cubicBezTo>
                <a:cubicBezTo>
                  <a:pt x="2671001" y="111679"/>
                  <a:pt x="2670787" y="111264"/>
                  <a:pt x="2670814" y="110756"/>
                </a:cubicBezTo>
                <a:cubicBezTo>
                  <a:pt x="2670841" y="110247"/>
                  <a:pt x="2671095" y="109618"/>
                  <a:pt x="2671577" y="108869"/>
                </a:cubicBezTo>
                <a:lnTo>
                  <a:pt x="2694057" y="73623"/>
                </a:lnTo>
                <a:lnTo>
                  <a:pt x="2672781" y="39662"/>
                </a:lnTo>
                <a:cubicBezTo>
                  <a:pt x="2672353" y="38912"/>
                  <a:pt x="2672125" y="38283"/>
                  <a:pt x="2672099" y="37775"/>
                </a:cubicBezTo>
                <a:cubicBezTo>
                  <a:pt x="2672072" y="37267"/>
                  <a:pt x="2672313" y="36838"/>
                  <a:pt x="2672821" y="36490"/>
                </a:cubicBezTo>
                <a:cubicBezTo>
                  <a:pt x="2673330" y="36143"/>
                  <a:pt x="2674106" y="35915"/>
                  <a:pt x="2675150" y="35808"/>
                </a:cubicBezTo>
                <a:cubicBezTo>
                  <a:pt x="2676193" y="35701"/>
                  <a:pt x="2677572" y="35647"/>
                  <a:pt x="2679284" y="35647"/>
                </a:cubicBezTo>
                <a:cubicBezTo>
                  <a:pt x="2680837" y="35647"/>
                  <a:pt x="2682081" y="35688"/>
                  <a:pt x="2683018" y="35768"/>
                </a:cubicBezTo>
                <a:cubicBezTo>
                  <a:pt x="2683954" y="35848"/>
                  <a:pt x="2684690" y="35969"/>
                  <a:pt x="2685226" y="36129"/>
                </a:cubicBezTo>
                <a:cubicBezTo>
                  <a:pt x="2685761" y="36290"/>
                  <a:pt x="2686162" y="36504"/>
                  <a:pt x="2686430" y="36771"/>
                </a:cubicBezTo>
                <a:cubicBezTo>
                  <a:pt x="2686697" y="37039"/>
                  <a:pt x="2686938" y="37360"/>
                  <a:pt x="2687152" y="37735"/>
                </a:cubicBezTo>
                <a:lnTo>
                  <a:pt x="2703611" y="64631"/>
                </a:lnTo>
                <a:lnTo>
                  <a:pt x="2720311" y="37735"/>
                </a:lnTo>
                <a:cubicBezTo>
                  <a:pt x="2720525" y="37414"/>
                  <a:pt x="2720766" y="37119"/>
                  <a:pt x="2721034" y="36852"/>
                </a:cubicBezTo>
                <a:cubicBezTo>
                  <a:pt x="2721301" y="36584"/>
                  <a:pt x="2721662" y="36357"/>
                  <a:pt x="2722117" y="36169"/>
                </a:cubicBezTo>
                <a:cubicBezTo>
                  <a:pt x="2722572" y="35982"/>
                  <a:pt x="2723215" y="35848"/>
                  <a:pt x="2724044" y="35768"/>
                </a:cubicBezTo>
                <a:cubicBezTo>
                  <a:pt x="2724874" y="35688"/>
                  <a:pt x="2726011" y="35647"/>
                  <a:pt x="2727456" y="35647"/>
                </a:cubicBezTo>
                <a:cubicBezTo>
                  <a:pt x="2729009" y="35647"/>
                  <a:pt x="2730280" y="35701"/>
                  <a:pt x="2731270" y="35808"/>
                </a:cubicBezTo>
                <a:cubicBezTo>
                  <a:pt x="2732260" y="35915"/>
                  <a:pt x="2732996" y="36116"/>
                  <a:pt x="2733478" y="36410"/>
                </a:cubicBezTo>
                <a:cubicBezTo>
                  <a:pt x="2733960" y="36705"/>
                  <a:pt x="2734174" y="37119"/>
                  <a:pt x="2734120" y="37655"/>
                </a:cubicBezTo>
                <a:cubicBezTo>
                  <a:pt x="2734067" y="38190"/>
                  <a:pt x="2733799" y="38859"/>
                  <a:pt x="2733317" y="39662"/>
                </a:cubicBezTo>
                <a:lnTo>
                  <a:pt x="2712202" y="73222"/>
                </a:lnTo>
                <a:lnTo>
                  <a:pt x="2734522" y="108869"/>
                </a:lnTo>
                <a:close/>
                <a:moveTo>
                  <a:pt x="2784262" y="105176"/>
                </a:moveTo>
                <a:cubicBezTo>
                  <a:pt x="2784262" y="106728"/>
                  <a:pt x="2784155" y="107959"/>
                  <a:pt x="2783941" y="108869"/>
                </a:cubicBezTo>
                <a:cubicBezTo>
                  <a:pt x="2783727" y="109779"/>
                  <a:pt x="2783406" y="110448"/>
                  <a:pt x="2782978" y="110876"/>
                </a:cubicBezTo>
                <a:cubicBezTo>
                  <a:pt x="2782550" y="111304"/>
                  <a:pt x="2781907" y="111706"/>
                  <a:pt x="2781051" y="112081"/>
                </a:cubicBezTo>
                <a:cubicBezTo>
                  <a:pt x="2780195" y="112455"/>
                  <a:pt x="2779218" y="112763"/>
                  <a:pt x="2778120" y="113004"/>
                </a:cubicBezTo>
                <a:cubicBezTo>
                  <a:pt x="2777023" y="113245"/>
                  <a:pt x="2775859" y="113445"/>
                  <a:pt x="2774628" y="113606"/>
                </a:cubicBezTo>
                <a:cubicBezTo>
                  <a:pt x="2773397" y="113767"/>
                  <a:pt x="2772166" y="113847"/>
                  <a:pt x="2770935" y="113847"/>
                </a:cubicBezTo>
                <a:cubicBezTo>
                  <a:pt x="2767188" y="113847"/>
                  <a:pt x="2763977" y="113351"/>
                  <a:pt x="2761300" y="112359"/>
                </a:cubicBezTo>
                <a:cubicBezTo>
                  <a:pt x="2758624" y="111366"/>
                  <a:pt x="2756430" y="109863"/>
                  <a:pt x="2754717" y="107850"/>
                </a:cubicBezTo>
                <a:cubicBezTo>
                  <a:pt x="2753004" y="105838"/>
                  <a:pt x="2751760" y="103290"/>
                  <a:pt x="2750983" y="100206"/>
                </a:cubicBezTo>
                <a:cubicBezTo>
                  <a:pt x="2750207" y="97121"/>
                  <a:pt x="2749819" y="93487"/>
                  <a:pt x="2749819" y="89302"/>
                </a:cubicBezTo>
                <a:lnTo>
                  <a:pt x="2749819" y="46968"/>
                </a:lnTo>
                <a:lnTo>
                  <a:pt x="2739703" y="46968"/>
                </a:lnTo>
                <a:cubicBezTo>
                  <a:pt x="2738900" y="46968"/>
                  <a:pt x="2738258" y="46540"/>
                  <a:pt x="2737776" y="45683"/>
                </a:cubicBezTo>
                <a:cubicBezTo>
                  <a:pt x="2737295" y="44827"/>
                  <a:pt x="2737054" y="43435"/>
                  <a:pt x="2737054" y="41508"/>
                </a:cubicBezTo>
                <a:cubicBezTo>
                  <a:pt x="2737054" y="40491"/>
                  <a:pt x="2737121" y="39635"/>
                  <a:pt x="2737254" y="38939"/>
                </a:cubicBezTo>
                <a:cubicBezTo>
                  <a:pt x="2737388" y="38243"/>
                  <a:pt x="2737562" y="37668"/>
                  <a:pt x="2737776" y="37213"/>
                </a:cubicBezTo>
                <a:cubicBezTo>
                  <a:pt x="2737990" y="36758"/>
                  <a:pt x="2738271" y="36437"/>
                  <a:pt x="2738619" y="36250"/>
                </a:cubicBezTo>
                <a:cubicBezTo>
                  <a:pt x="2738967" y="36062"/>
                  <a:pt x="2739355" y="35969"/>
                  <a:pt x="2739783" y="35969"/>
                </a:cubicBezTo>
                <a:lnTo>
                  <a:pt x="2749819" y="35969"/>
                </a:lnTo>
                <a:lnTo>
                  <a:pt x="2749819" y="18787"/>
                </a:lnTo>
                <a:cubicBezTo>
                  <a:pt x="2749819" y="18412"/>
                  <a:pt x="2749913" y="18065"/>
                  <a:pt x="2750100" y="17743"/>
                </a:cubicBezTo>
                <a:cubicBezTo>
                  <a:pt x="2750288" y="17422"/>
                  <a:pt x="2750636" y="17141"/>
                  <a:pt x="2751144" y="16900"/>
                </a:cubicBezTo>
                <a:cubicBezTo>
                  <a:pt x="2751653" y="16660"/>
                  <a:pt x="2752335" y="16486"/>
                  <a:pt x="2753191" y="16379"/>
                </a:cubicBezTo>
                <a:cubicBezTo>
                  <a:pt x="2754048" y="16271"/>
                  <a:pt x="2755118" y="16218"/>
                  <a:pt x="2756403" y="16218"/>
                </a:cubicBezTo>
                <a:cubicBezTo>
                  <a:pt x="2757741" y="16218"/>
                  <a:pt x="2758838" y="16271"/>
                  <a:pt x="2759695" y="16379"/>
                </a:cubicBezTo>
                <a:cubicBezTo>
                  <a:pt x="2760551" y="16486"/>
                  <a:pt x="2761220" y="16660"/>
                  <a:pt x="2761702" y="16900"/>
                </a:cubicBezTo>
                <a:cubicBezTo>
                  <a:pt x="2762184" y="17141"/>
                  <a:pt x="2762531" y="17422"/>
                  <a:pt x="2762746" y="17743"/>
                </a:cubicBezTo>
                <a:cubicBezTo>
                  <a:pt x="2762960" y="18065"/>
                  <a:pt x="2763067" y="18412"/>
                  <a:pt x="2763067" y="18787"/>
                </a:cubicBezTo>
                <a:lnTo>
                  <a:pt x="2763067" y="35969"/>
                </a:lnTo>
                <a:lnTo>
                  <a:pt x="2781613" y="35969"/>
                </a:lnTo>
                <a:cubicBezTo>
                  <a:pt x="2782041" y="35969"/>
                  <a:pt x="2782416" y="36062"/>
                  <a:pt x="2782737" y="36250"/>
                </a:cubicBezTo>
                <a:cubicBezTo>
                  <a:pt x="2783058" y="36437"/>
                  <a:pt x="2783339" y="36758"/>
                  <a:pt x="2783580" y="37213"/>
                </a:cubicBezTo>
                <a:cubicBezTo>
                  <a:pt x="2783821" y="37668"/>
                  <a:pt x="2783995" y="38243"/>
                  <a:pt x="2784102" y="38939"/>
                </a:cubicBezTo>
                <a:cubicBezTo>
                  <a:pt x="2784209" y="39635"/>
                  <a:pt x="2784262" y="40491"/>
                  <a:pt x="2784262" y="41508"/>
                </a:cubicBezTo>
                <a:cubicBezTo>
                  <a:pt x="2784262" y="43435"/>
                  <a:pt x="2784022" y="44827"/>
                  <a:pt x="2783540" y="45683"/>
                </a:cubicBezTo>
                <a:cubicBezTo>
                  <a:pt x="2783058" y="46540"/>
                  <a:pt x="2782416" y="46968"/>
                  <a:pt x="2781613" y="46968"/>
                </a:cubicBezTo>
                <a:lnTo>
                  <a:pt x="2763067" y="46968"/>
                </a:lnTo>
                <a:lnTo>
                  <a:pt x="2763067" y="87390"/>
                </a:lnTo>
                <a:cubicBezTo>
                  <a:pt x="2763067" y="92381"/>
                  <a:pt x="2763803" y="96152"/>
                  <a:pt x="2765275" y="98703"/>
                </a:cubicBezTo>
                <a:cubicBezTo>
                  <a:pt x="2766746" y="101252"/>
                  <a:pt x="2769383" y="102526"/>
                  <a:pt x="2773183" y="102526"/>
                </a:cubicBezTo>
                <a:cubicBezTo>
                  <a:pt x="2774414" y="102526"/>
                  <a:pt x="2775511" y="102406"/>
                  <a:pt x="2776475" y="102165"/>
                </a:cubicBezTo>
                <a:cubicBezTo>
                  <a:pt x="2777438" y="101924"/>
                  <a:pt x="2778294" y="101670"/>
                  <a:pt x="2779044" y="101402"/>
                </a:cubicBezTo>
                <a:cubicBezTo>
                  <a:pt x="2779793" y="101135"/>
                  <a:pt x="2780435" y="100881"/>
                  <a:pt x="2780971" y="100640"/>
                </a:cubicBezTo>
                <a:cubicBezTo>
                  <a:pt x="2781506" y="100399"/>
                  <a:pt x="2781988" y="100278"/>
                  <a:pt x="2782416" y="100278"/>
                </a:cubicBezTo>
                <a:cubicBezTo>
                  <a:pt x="2782683" y="100278"/>
                  <a:pt x="2782938" y="100345"/>
                  <a:pt x="2783179" y="100479"/>
                </a:cubicBezTo>
                <a:cubicBezTo>
                  <a:pt x="2783419" y="100613"/>
                  <a:pt x="2783607" y="100867"/>
                  <a:pt x="2783741" y="101242"/>
                </a:cubicBezTo>
                <a:cubicBezTo>
                  <a:pt x="2783874" y="101616"/>
                  <a:pt x="2783995" y="102125"/>
                  <a:pt x="2784102" y="102767"/>
                </a:cubicBezTo>
                <a:cubicBezTo>
                  <a:pt x="2784209" y="103410"/>
                  <a:pt x="2784262" y="104212"/>
                  <a:pt x="2784262" y="105176"/>
                </a:cubicBezTo>
                <a:close/>
                <a:moveTo>
                  <a:pt x="2863432" y="71134"/>
                </a:moveTo>
                <a:cubicBezTo>
                  <a:pt x="2863432" y="73222"/>
                  <a:pt x="2862910" y="74707"/>
                  <a:pt x="2861866" y="75590"/>
                </a:cubicBezTo>
                <a:cubicBezTo>
                  <a:pt x="2860822" y="76473"/>
                  <a:pt x="2859631" y="76915"/>
                  <a:pt x="2858293" y="76915"/>
                </a:cubicBezTo>
                <a:lnTo>
                  <a:pt x="2810924" y="76915"/>
                </a:lnTo>
                <a:cubicBezTo>
                  <a:pt x="2810924" y="80941"/>
                  <a:pt x="2811325" y="84565"/>
                  <a:pt x="2812128" y="87786"/>
                </a:cubicBezTo>
                <a:cubicBezTo>
                  <a:pt x="2812931" y="91008"/>
                  <a:pt x="2814269" y="93773"/>
                  <a:pt x="2816143" y="96081"/>
                </a:cubicBezTo>
                <a:cubicBezTo>
                  <a:pt x="2818016" y="98389"/>
                  <a:pt x="2820451" y="100161"/>
                  <a:pt x="2823449" y="101397"/>
                </a:cubicBezTo>
                <a:cubicBezTo>
                  <a:pt x="2826446" y="102632"/>
                  <a:pt x="2830113" y="103249"/>
                  <a:pt x="2834448" y="103249"/>
                </a:cubicBezTo>
                <a:cubicBezTo>
                  <a:pt x="2837874" y="103249"/>
                  <a:pt x="2840925" y="102968"/>
                  <a:pt x="2843601" y="102406"/>
                </a:cubicBezTo>
                <a:cubicBezTo>
                  <a:pt x="2846277" y="101844"/>
                  <a:pt x="2848592" y="101215"/>
                  <a:pt x="2850546" y="100519"/>
                </a:cubicBezTo>
                <a:cubicBezTo>
                  <a:pt x="2852499" y="99823"/>
                  <a:pt x="2854105" y="99195"/>
                  <a:pt x="2855363" y="98632"/>
                </a:cubicBezTo>
                <a:cubicBezTo>
                  <a:pt x="2856621" y="98070"/>
                  <a:pt x="2857571" y="97789"/>
                  <a:pt x="2858213" y="97789"/>
                </a:cubicBezTo>
                <a:cubicBezTo>
                  <a:pt x="2858588" y="97789"/>
                  <a:pt x="2858922" y="97883"/>
                  <a:pt x="2859217" y="98070"/>
                </a:cubicBezTo>
                <a:cubicBezTo>
                  <a:pt x="2859511" y="98258"/>
                  <a:pt x="2859738" y="98539"/>
                  <a:pt x="2859899" y="98914"/>
                </a:cubicBezTo>
                <a:cubicBezTo>
                  <a:pt x="2860060" y="99288"/>
                  <a:pt x="2860180" y="99810"/>
                  <a:pt x="2860260" y="100479"/>
                </a:cubicBezTo>
                <a:cubicBezTo>
                  <a:pt x="2860341" y="101148"/>
                  <a:pt x="2860381" y="101964"/>
                  <a:pt x="2860381" y="102928"/>
                </a:cubicBezTo>
                <a:cubicBezTo>
                  <a:pt x="2860381" y="103624"/>
                  <a:pt x="2860354" y="104226"/>
                  <a:pt x="2860300" y="104734"/>
                </a:cubicBezTo>
                <a:cubicBezTo>
                  <a:pt x="2860247" y="105243"/>
                  <a:pt x="2860180" y="105698"/>
                  <a:pt x="2860100" y="106099"/>
                </a:cubicBezTo>
                <a:cubicBezTo>
                  <a:pt x="2860019" y="106501"/>
                  <a:pt x="2859886" y="106862"/>
                  <a:pt x="2859698" y="107183"/>
                </a:cubicBezTo>
                <a:cubicBezTo>
                  <a:pt x="2859511" y="107504"/>
                  <a:pt x="2859270" y="107812"/>
                  <a:pt x="2858976" y="108106"/>
                </a:cubicBezTo>
                <a:cubicBezTo>
                  <a:pt x="2858681" y="108401"/>
                  <a:pt x="2857812" y="108882"/>
                  <a:pt x="2856366" y="109552"/>
                </a:cubicBezTo>
                <a:cubicBezTo>
                  <a:pt x="2854921" y="110221"/>
                  <a:pt x="2853048" y="110876"/>
                  <a:pt x="2850746" y="111519"/>
                </a:cubicBezTo>
                <a:cubicBezTo>
                  <a:pt x="2848445" y="112161"/>
                  <a:pt x="2845782" y="112736"/>
                  <a:pt x="2842758" y="113245"/>
                </a:cubicBezTo>
                <a:cubicBezTo>
                  <a:pt x="2839734" y="113753"/>
                  <a:pt x="2836509" y="114007"/>
                  <a:pt x="2833083" y="114007"/>
                </a:cubicBezTo>
                <a:cubicBezTo>
                  <a:pt x="2827142" y="114007"/>
                  <a:pt x="2821937" y="113177"/>
                  <a:pt x="2817467" y="111516"/>
                </a:cubicBezTo>
                <a:cubicBezTo>
                  <a:pt x="2812998" y="109855"/>
                  <a:pt x="2809238" y="107390"/>
                  <a:pt x="2806187" y="104122"/>
                </a:cubicBezTo>
                <a:cubicBezTo>
                  <a:pt x="2803136" y="100854"/>
                  <a:pt x="2800835" y="96755"/>
                  <a:pt x="2799282" y="91826"/>
                </a:cubicBezTo>
                <a:cubicBezTo>
                  <a:pt x="2797730" y="86896"/>
                  <a:pt x="2796954" y="81163"/>
                  <a:pt x="2796954" y="74627"/>
                </a:cubicBezTo>
                <a:cubicBezTo>
                  <a:pt x="2796954" y="68411"/>
                  <a:pt x="2797757" y="62825"/>
                  <a:pt x="2799363" y="57869"/>
                </a:cubicBezTo>
                <a:cubicBezTo>
                  <a:pt x="2800968" y="52913"/>
                  <a:pt x="2803283" y="48707"/>
                  <a:pt x="2806308" y="45252"/>
                </a:cubicBezTo>
                <a:cubicBezTo>
                  <a:pt x="2809332" y="41796"/>
                  <a:pt x="2812985" y="39144"/>
                  <a:pt x="2817267" y="37296"/>
                </a:cubicBezTo>
                <a:cubicBezTo>
                  <a:pt x="2821549" y="35448"/>
                  <a:pt x="2826339" y="34523"/>
                  <a:pt x="2831638" y="34523"/>
                </a:cubicBezTo>
                <a:cubicBezTo>
                  <a:pt x="2837312" y="34523"/>
                  <a:pt x="2842142" y="35433"/>
                  <a:pt x="2846130" y="37253"/>
                </a:cubicBezTo>
                <a:cubicBezTo>
                  <a:pt x="2850117" y="39073"/>
                  <a:pt x="2853396" y="41522"/>
                  <a:pt x="2855965" y="44599"/>
                </a:cubicBezTo>
                <a:cubicBezTo>
                  <a:pt x="2858534" y="47677"/>
                  <a:pt x="2860421" y="51290"/>
                  <a:pt x="2861625" y="55438"/>
                </a:cubicBezTo>
                <a:cubicBezTo>
                  <a:pt x="2862830" y="59586"/>
                  <a:pt x="2863432" y="64015"/>
                  <a:pt x="2863432" y="68726"/>
                </a:cubicBezTo>
                <a:lnTo>
                  <a:pt x="2863432" y="71134"/>
                </a:lnTo>
                <a:moveTo>
                  <a:pt x="2850104" y="67200"/>
                </a:moveTo>
                <a:cubicBezTo>
                  <a:pt x="2850265" y="60242"/>
                  <a:pt x="2848726" y="54782"/>
                  <a:pt x="2845488" y="50822"/>
                </a:cubicBezTo>
                <a:cubicBezTo>
                  <a:pt x="2842249" y="46861"/>
                  <a:pt x="2837445" y="44880"/>
                  <a:pt x="2831076" y="44880"/>
                </a:cubicBezTo>
                <a:cubicBezTo>
                  <a:pt x="2827811" y="44880"/>
                  <a:pt x="2824947" y="45496"/>
                  <a:pt x="2822485" y="46727"/>
                </a:cubicBezTo>
                <a:cubicBezTo>
                  <a:pt x="2820023" y="47958"/>
                  <a:pt x="2817962" y="49591"/>
                  <a:pt x="2816303" y="51625"/>
                </a:cubicBezTo>
                <a:cubicBezTo>
                  <a:pt x="2814644" y="53658"/>
                  <a:pt x="2813359" y="56027"/>
                  <a:pt x="2812449" y="58730"/>
                </a:cubicBezTo>
                <a:cubicBezTo>
                  <a:pt x="2811540" y="61433"/>
                  <a:pt x="2811031" y="64256"/>
                  <a:pt x="2810924" y="67200"/>
                </a:cubicBezTo>
                <a:lnTo>
                  <a:pt x="2850104" y="67200"/>
                </a:lnTo>
                <a:close/>
                <a:moveTo>
                  <a:pt x="2948674" y="110395"/>
                </a:moveTo>
                <a:cubicBezTo>
                  <a:pt x="2948674" y="110823"/>
                  <a:pt x="2948567" y="111184"/>
                  <a:pt x="2948353" y="111478"/>
                </a:cubicBezTo>
                <a:cubicBezTo>
                  <a:pt x="2948139" y="111773"/>
                  <a:pt x="2947791" y="112027"/>
                  <a:pt x="2947309" y="112241"/>
                </a:cubicBezTo>
                <a:cubicBezTo>
                  <a:pt x="2946827" y="112455"/>
                  <a:pt x="2946158" y="112616"/>
                  <a:pt x="2945302" y="112723"/>
                </a:cubicBezTo>
                <a:cubicBezTo>
                  <a:pt x="2944446" y="112830"/>
                  <a:pt x="2943375" y="112883"/>
                  <a:pt x="2942090" y="112883"/>
                </a:cubicBezTo>
                <a:cubicBezTo>
                  <a:pt x="2940752" y="112883"/>
                  <a:pt x="2939655" y="112830"/>
                  <a:pt x="2938799" y="112723"/>
                </a:cubicBezTo>
                <a:cubicBezTo>
                  <a:pt x="2937942" y="112616"/>
                  <a:pt x="2937273" y="112455"/>
                  <a:pt x="2936792" y="112241"/>
                </a:cubicBezTo>
                <a:cubicBezTo>
                  <a:pt x="2936310" y="112027"/>
                  <a:pt x="2935962" y="111773"/>
                  <a:pt x="2935748" y="111478"/>
                </a:cubicBezTo>
                <a:cubicBezTo>
                  <a:pt x="2935534" y="111184"/>
                  <a:pt x="2935427" y="110823"/>
                  <a:pt x="2935427" y="110395"/>
                </a:cubicBezTo>
                <a:lnTo>
                  <a:pt x="2935427" y="68083"/>
                </a:lnTo>
                <a:cubicBezTo>
                  <a:pt x="2935427" y="63962"/>
                  <a:pt x="2935105" y="60643"/>
                  <a:pt x="2934463" y="58128"/>
                </a:cubicBezTo>
                <a:cubicBezTo>
                  <a:pt x="2933821" y="55612"/>
                  <a:pt x="2932884" y="53444"/>
                  <a:pt x="2931653" y="51625"/>
                </a:cubicBezTo>
                <a:cubicBezTo>
                  <a:pt x="2930422" y="49805"/>
                  <a:pt x="2928830" y="48413"/>
                  <a:pt x="2926876" y="47450"/>
                </a:cubicBezTo>
                <a:cubicBezTo>
                  <a:pt x="2924922" y="46486"/>
                  <a:pt x="2922661" y="46004"/>
                  <a:pt x="2920092" y="46004"/>
                </a:cubicBezTo>
                <a:cubicBezTo>
                  <a:pt x="2916773" y="46004"/>
                  <a:pt x="2913455" y="47182"/>
                  <a:pt x="2910136" y="49537"/>
                </a:cubicBezTo>
                <a:cubicBezTo>
                  <a:pt x="2906818" y="51892"/>
                  <a:pt x="2903339" y="55344"/>
                  <a:pt x="2899699" y="59894"/>
                </a:cubicBezTo>
                <a:lnTo>
                  <a:pt x="2899699" y="110395"/>
                </a:lnTo>
                <a:cubicBezTo>
                  <a:pt x="2899699" y="110823"/>
                  <a:pt x="2899592" y="111184"/>
                  <a:pt x="2899378" y="111478"/>
                </a:cubicBezTo>
                <a:cubicBezTo>
                  <a:pt x="2899164" y="111773"/>
                  <a:pt x="2898816" y="112027"/>
                  <a:pt x="2898334" y="112241"/>
                </a:cubicBezTo>
                <a:cubicBezTo>
                  <a:pt x="2897852" y="112455"/>
                  <a:pt x="2897183" y="112616"/>
                  <a:pt x="2896327" y="112723"/>
                </a:cubicBezTo>
                <a:cubicBezTo>
                  <a:pt x="2895470" y="112830"/>
                  <a:pt x="2894373" y="112883"/>
                  <a:pt x="2893035" y="112883"/>
                </a:cubicBezTo>
                <a:cubicBezTo>
                  <a:pt x="2891751" y="112883"/>
                  <a:pt x="2890680" y="112830"/>
                  <a:pt x="2889824" y="112723"/>
                </a:cubicBezTo>
                <a:cubicBezTo>
                  <a:pt x="2888967" y="112616"/>
                  <a:pt x="2888285" y="112455"/>
                  <a:pt x="2887776" y="112241"/>
                </a:cubicBezTo>
                <a:cubicBezTo>
                  <a:pt x="2887268" y="112027"/>
                  <a:pt x="2886920" y="111773"/>
                  <a:pt x="2886733" y="111478"/>
                </a:cubicBezTo>
                <a:cubicBezTo>
                  <a:pt x="2886545" y="111184"/>
                  <a:pt x="2886452" y="110823"/>
                  <a:pt x="2886452" y="110395"/>
                </a:cubicBezTo>
                <a:lnTo>
                  <a:pt x="2886452" y="38136"/>
                </a:lnTo>
                <a:cubicBezTo>
                  <a:pt x="2886452" y="37708"/>
                  <a:pt x="2886532" y="37347"/>
                  <a:pt x="2886692" y="37052"/>
                </a:cubicBezTo>
                <a:cubicBezTo>
                  <a:pt x="2886853" y="36758"/>
                  <a:pt x="2887174" y="36490"/>
                  <a:pt x="2887656" y="36250"/>
                </a:cubicBezTo>
                <a:cubicBezTo>
                  <a:pt x="2888138" y="36009"/>
                  <a:pt x="2888753" y="35848"/>
                  <a:pt x="2889503" y="35768"/>
                </a:cubicBezTo>
                <a:cubicBezTo>
                  <a:pt x="2890252" y="35688"/>
                  <a:pt x="2891242" y="35647"/>
                  <a:pt x="2892473" y="35647"/>
                </a:cubicBezTo>
                <a:cubicBezTo>
                  <a:pt x="2893651" y="35647"/>
                  <a:pt x="2894627" y="35688"/>
                  <a:pt x="2895404" y="35768"/>
                </a:cubicBezTo>
                <a:cubicBezTo>
                  <a:pt x="2896180" y="35848"/>
                  <a:pt x="2896782" y="36009"/>
                  <a:pt x="2897210" y="36250"/>
                </a:cubicBezTo>
                <a:cubicBezTo>
                  <a:pt x="2897638" y="36490"/>
                  <a:pt x="2897946" y="36758"/>
                  <a:pt x="2898133" y="37052"/>
                </a:cubicBezTo>
                <a:cubicBezTo>
                  <a:pt x="2898321" y="37347"/>
                  <a:pt x="2898414" y="37708"/>
                  <a:pt x="2898414" y="38136"/>
                </a:cubicBezTo>
                <a:lnTo>
                  <a:pt x="2898414" y="47690"/>
                </a:lnTo>
                <a:cubicBezTo>
                  <a:pt x="2902482" y="43141"/>
                  <a:pt x="2906537" y="39809"/>
                  <a:pt x="2910578" y="37695"/>
                </a:cubicBezTo>
                <a:cubicBezTo>
                  <a:pt x="2914619" y="35580"/>
                  <a:pt x="2918700" y="34523"/>
                  <a:pt x="2922822" y="34523"/>
                </a:cubicBezTo>
                <a:cubicBezTo>
                  <a:pt x="2927639" y="34523"/>
                  <a:pt x="2931693" y="35340"/>
                  <a:pt x="2934985" y="36972"/>
                </a:cubicBezTo>
                <a:cubicBezTo>
                  <a:pt x="2938277" y="38605"/>
                  <a:pt x="2940940" y="40786"/>
                  <a:pt x="2942974" y="43516"/>
                </a:cubicBezTo>
                <a:cubicBezTo>
                  <a:pt x="2945008" y="46245"/>
                  <a:pt x="2946466" y="49443"/>
                  <a:pt x="2947349" y="53110"/>
                </a:cubicBezTo>
                <a:cubicBezTo>
                  <a:pt x="2948232" y="56776"/>
                  <a:pt x="2948674" y="61179"/>
                  <a:pt x="2948674" y="66317"/>
                </a:cubicBezTo>
                <a:lnTo>
                  <a:pt x="2948674" y="110395"/>
                </a:lnTo>
                <a:close/>
                <a:moveTo>
                  <a:pt x="3033526" y="110392"/>
                </a:moveTo>
                <a:cubicBezTo>
                  <a:pt x="3033526" y="110820"/>
                  <a:pt x="3033433" y="111196"/>
                  <a:pt x="3033245" y="111519"/>
                </a:cubicBezTo>
                <a:cubicBezTo>
                  <a:pt x="3033058" y="111840"/>
                  <a:pt x="3032737" y="112094"/>
                  <a:pt x="3032282" y="112281"/>
                </a:cubicBezTo>
                <a:cubicBezTo>
                  <a:pt x="3031827" y="112469"/>
                  <a:pt x="3031225" y="112616"/>
                  <a:pt x="3030475" y="112723"/>
                </a:cubicBezTo>
                <a:cubicBezTo>
                  <a:pt x="3029726" y="112830"/>
                  <a:pt x="3028816" y="112883"/>
                  <a:pt x="3027746" y="112883"/>
                </a:cubicBezTo>
                <a:cubicBezTo>
                  <a:pt x="3026622" y="112883"/>
                  <a:pt x="3025685" y="112830"/>
                  <a:pt x="3024936" y="112723"/>
                </a:cubicBezTo>
                <a:cubicBezTo>
                  <a:pt x="3024186" y="112617"/>
                  <a:pt x="3023571" y="112472"/>
                  <a:pt x="3023089" y="112286"/>
                </a:cubicBezTo>
                <a:cubicBezTo>
                  <a:pt x="3022607" y="112099"/>
                  <a:pt x="3022259" y="111846"/>
                  <a:pt x="3022045" y="111526"/>
                </a:cubicBezTo>
                <a:cubicBezTo>
                  <a:pt x="3021831" y="111207"/>
                  <a:pt x="3021724" y="110834"/>
                  <a:pt x="3021724" y="110410"/>
                </a:cubicBezTo>
                <a:lnTo>
                  <a:pt x="3021724" y="100908"/>
                </a:lnTo>
                <a:cubicBezTo>
                  <a:pt x="3017924" y="105033"/>
                  <a:pt x="3013976" y="108248"/>
                  <a:pt x="3009882" y="110553"/>
                </a:cubicBezTo>
                <a:cubicBezTo>
                  <a:pt x="3005787" y="112856"/>
                  <a:pt x="3001305" y="114007"/>
                  <a:pt x="2996434" y="114007"/>
                </a:cubicBezTo>
                <a:cubicBezTo>
                  <a:pt x="2991135" y="114007"/>
                  <a:pt x="2986612" y="112976"/>
                  <a:pt x="2982865" y="110914"/>
                </a:cubicBezTo>
                <a:cubicBezTo>
                  <a:pt x="2979119" y="108852"/>
                  <a:pt x="2976081" y="106066"/>
                  <a:pt x="2973753" y="102557"/>
                </a:cubicBezTo>
                <a:cubicBezTo>
                  <a:pt x="2971424" y="99046"/>
                  <a:pt x="2969725" y="94920"/>
                  <a:pt x="2968654" y="90180"/>
                </a:cubicBezTo>
                <a:cubicBezTo>
                  <a:pt x="2967584" y="85438"/>
                  <a:pt x="2967049" y="80441"/>
                  <a:pt x="2967049" y="75189"/>
                </a:cubicBezTo>
                <a:cubicBezTo>
                  <a:pt x="2967049" y="68975"/>
                  <a:pt x="2967718" y="63363"/>
                  <a:pt x="2969056" y="58354"/>
                </a:cubicBezTo>
                <a:cubicBezTo>
                  <a:pt x="2970394" y="53344"/>
                  <a:pt x="2972374" y="49071"/>
                  <a:pt x="2974997" y="45535"/>
                </a:cubicBezTo>
                <a:cubicBezTo>
                  <a:pt x="2977620" y="41998"/>
                  <a:pt x="2980871" y="39278"/>
                  <a:pt x="2984752" y="37376"/>
                </a:cubicBezTo>
                <a:cubicBezTo>
                  <a:pt x="2988633" y="35474"/>
                  <a:pt x="2993115" y="34523"/>
                  <a:pt x="2998200" y="34523"/>
                </a:cubicBezTo>
                <a:cubicBezTo>
                  <a:pt x="3002429" y="34523"/>
                  <a:pt x="3006296" y="35448"/>
                  <a:pt x="3009802" y="37296"/>
                </a:cubicBezTo>
                <a:cubicBezTo>
                  <a:pt x="3013307" y="39144"/>
                  <a:pt x="3016773" y="41863"/>
                  <a:pt x="3020199" y="45452"/>
                </a:cubicBezTo>
                <a:lnTo>
                  <a:pt x="3020199" y="3377"/>
                </a:lnTo>
                <a:cubicBezTo>
                  <a:pt x="3020199" y="3002"/>
                  <a:pt x="3020292" y="2641"/>
                  <a:pt x="3020480" y="2293"/>
                </a:cubicBezTo>
                <a:cubicBezTo>
                  <a:pt x="3020667" y="1944"/>
                  <a:pt x="3021028" y="1675"/>
                  <a:pt x="3021564" y="1488"/>
                </a:cubicBezTo>
                <a:cubicBezTo>
                  <a:pt x="3022099" y="1299"/>
                  <a:pt x="3022781" y="1137"/>
                  <a:pt x="3023611" y="1004"/>
                </a:cubicBezTo>
                <a:cubicBezTo>
                  <a:pt x="3024441" y="870"/>
                  <a:pt x="3025498" y="803"/>
                  <a:pt x="3026782" y="803"/>
                </a:cubicBezTo>
                <a:cubicBezTo>
                  <a:pt x="3028120" y="803"/>
                  <a:pt x="3029218" y="870"/>
                  <a:pt x="3030074" y="1004"/>
                </a:cubicBezTo>
                <a:cubicBezTo>
                  <a:pt x="3030930" y="1137"/>
                  <a:pt x="3031599" y="1298"/>
                  <a:pt x="3032081" y="1485"/>
                </a:cubicBezTo>
                <a:cubicBezTo>
                  <a:pt x="3032563" y="1673"/>
                  <a:pt x="3032924" y="1941"/>
                  <a:pt x="3033165" y="2291"/>
                </a:cubicBezTo>
                <a:cubicBezTo>
                  <a:pt x="3033406" y="2639"/>
                  <a:pt x="3033526" y="3000"/>
                  <a:pt x="3033526" y="3375"/>
                </a:cubicBezTo>
                <a:lnTo>
                  <a:pt x="3033526" y="110392"/>
                </a:lnTo>
                <a:moveTo>
                  <a:pt x="3020199" y="59598"/>
                </a:moveTo>
                <a:cubicBezTo>
                  <a:pt x="3016613" y="55147"/>
                  <a:pt x="3013147" y="51756"/>
                  <a:pt x="3009802" y="49424"/>
                </a:cubicBezTo>
                <a:cubicBezTo>
                  <a:pt x="3006456" y="47091"/>
                  <a:pt x="3002964" y="45924"/>
                  <a:pt x="2999324" y="45924"/>
                </a:cubicBezTo>
                <a:cubicBezTo>
                  <a:pt x="2995952" y="45924"/>
                  <a:pt x="2993088" y="46729"/>
                  <a:pt x="2990733" y="48338"/>
                </a:cubicBezTo>
                <a:cubicBezTo>
                  <a:pt x="2988378" y="49945"/>
                  <a:pt x="2986465" y="52062"/>
                  <a:pt x="2984993" y="54688"/>
                </a:cubicBezTo>
                <a:cubicBezTo>
                  <a:pt x="2983521" y="57314"/>
                  <a:pt x="2982450" y="60289"/>
                  <a:pt x="2981781" y="63612"/>
                </a:cubicBezTo>
                <a:cubicBezTo>
                  <a:pt x="2981112" y="66936"/>
                  <a:pt x="2980778" y="70313"/>
                  <a:pt x="2980778" y="73744"/>
                </a:cubicBezTo>
                <a:cubicBezTo>
                  <a:pt x="2980778" y="77388"/>
                  <a:pt x="2981059" y="80953"/>
                  <a:pt x="2981621" y="84437"/>
                </a:cubicBezTo>
                <a:cubicBezTo>
                  <a:pt x="2982183" y="87921"/>
                  <a:pt x="2983160" y="91016"/>
                  <a:pt x="2984551" y="93722"/>
                </a:cubicBezTo>
                <a:cubicBezTo>
                  <a:pt x="2985943" y="96429"/>
                  <a:pt x="2987790" y="98600"/>
                  <a:pt x="2990091" y="100236"/>
                </a:cubicBezTo>
                <a:cubicBezTo>
                  <a:pt x="2992393" y="101870"/>
                  <a:pt x="2995283" y="102687"/>
                  <a:pt x="2998762" y="102687"/>
                </a:cubicBezTo>
                <a:cubicBezTo>
                  <a:pt x="3000528" y="102687"/>
                  <a:pt x="3002228" y="102446"/>
                  <a:pt x="3003860" y="101964"/>
                </a:cubicBezTo>
                <a:cubicBezTo>
                  <a:pt x="3005493" y="101481"/>
                  <a:pt x="3007165" y="100676"/>
                  <a:pt x="3008878" y="99551"/>
                </a:cubicBezTo>
                <a:cubicBezTo>
                  <a:pt x="3010591" y="98425"/>
                  <a:pt x="3012384" y="96964"/>
                  <a:pt x="3014257" y="95168"/>
                </a:cubicBezTo>
                <a:cubicBezTo>
                  <a:pt x="3016131" y="93371"/>
                  <a:pt x="3018111" y="91159"/>
                  <a:pt x="3020199" y="88531"/>
                </a:cubicBezTo>
                <a:lnTo>
                  <a:pt x="3020199" y="59598"/>
                </a:lnTo>
                <a:close/>
                <a:moveTo>
                  <a:pt x="3070046" y="110395"/>
                </a:moveTo>
                <a:cubicBezTo>
                  <a:pt x="3070046" y="110823"/>
                  <a:pt x="3069939" y="111184"/>
                  <a:pt x="3069725" y="111478"/>
                </a:cubicBezTo>
                <a:cubicBezTo>
                  <a:pt x="3069511" y="111773"/>
                  <a:pt x="3069163" y="112027"/>
                  <a:pt x="3068681" y="112241"/>
                </a:cubicBezTo>
                <a:cubicBezTo>
                  <a:pt x="3068199" y="112455"/>
                  <a:pt x="3067530" y="112616"/>
                  <a:pt x="3066674" y="112723"/>
                </a:cubicBezTo>
                <a:cubicBezTo>
                  <a:pt x="3065818" y="112830"/>
                  <a:pt x="3064720" y="112883"/>
                  <a:pt x="3063382" y="112883"/>
                </a:cubicBezTo>
                <a:cubicBezTo>
                  <a:pt x="3062098" y="112883"/>
                  <a:pt x="3061027" y="112830"/>
                  <a:pt x="3060171" y="112723"/>
                </a:cubicBezTo>
                <a:cubicBezTo>
                  <a:pt x="3059314" y="112616"/>
                  <a:pt x="3058632" y="112455"/>
                  <a:pt x="3058123" y="112241"/>
                </a:cubicBezTo>
                <a:cubicBezTo>
                  <a:pt x="3057615" y="112027"/>
                  <a:pt x="3057267" y="111773"/>
                  <a:pt x="3057080" y="111478"/>
                </a:cubicBezTo>
                <a:cubicBezTo>
                  <a:pt x="3056892" y="111184"/>
                  <a:pt x="3056799" y="110823"/>
                  <a:pt x="3056799" y="110395"/>
                </a:cubicBezTo>
                <a:lnTo>
                  <a:pt x="3056799" y="38136"/>
                </a:lnTo>
                <a:cubicBezTo>
                  <a:pt x="3056799" y="37762"/>
                  <a:pt x="3056892" y="37414"/>
                  <a:pt x="3057080" y="37093"/>
                </a:cubicBezTo>
                <a:cubicBezTo>
                  <a:pt x="3057267" y="36771"/>
                  <a:pt x="3057615" y="36504"/>
                  <a:pt x="3058123" y="36290"/>
                </a:cubicBezTo>
                <a:cubicBezTo>
                  <a:pt x="3058632" y="36076"/>
                  <a:pt x="3059314" y="35915"/>
                  <a:pt x="3060171" y="35808"/>
                </a:cubicBezTo>
                <a:cubicBezTo>
                  <a:pt x="3061027" y="35701"/>
                  <a:pt x="3062098" y="35647"/>
                  <a:pt x="3063382" y="35647"/>
                </a:cubicBezTo>
                <a:cubicBezTo>
                  <a:pt x="3064720" y="35647"/>
                  <a:pt x="3065818" y="35701"/>
                  <a:pt x="3066674" y="35808"/>
                </a:cubicBezTo>
                <a:cubicBezTo>
                  <a:pt x="3067530" y="35915"/>
                  <a:pt x="3068199" y="36076"/>
                  <a:pt x="3068681" y="36290"/>
                </a:cubicBezTo>
                <a:cubicBezTo>
                  <a:pt x="3069163" y="36504"/>
                  <a:pt x="3069511" y="36771"/>
                  <a:pt x="3069725" y="37093"/>
                </a:cubicBezTo>
                <a:cubicBezTo>
                  <a:pt x="3069939" y="37414"/>
                  <a:pt x="3070046" y="37762"/>
                  <a:pt x="3070046" y="38136"/>
                </a:cubicBezTo>
                <a:lnTo>
                  <a:pt x="3070046" y="110395"/>
                </a:lnTo>
                <a:moveTo>
                  <a:pt x="3071571" y="13649"/>
                </a:moveTo>
                <a:cubicBezTo>
                  <a:pt x="3071571" y="16753"/>
                  <a:pt x="3070983" y="18867"/>
                  <a:pt x="3069805" y="19991"/>
                </a:cubicBezTo>
                <a:cubicBezTo>
                  <a:pt x="3068628" y="21115"/>
                  <a:pt x="3066460" y="21677"/>
                  <a:pt x="3063302" y="21677"/>
                </a:cubicBezTo>
                <a:cubicBezTo>
                  <a:pt x="3060197" y="21677"/>
                  <a:pt x="3058070" y="21129"/>
                  <a:pt x="3056919" y="20032"/>
                </a:cubicBezTo>
                <a:cubicBezTo>
                  <a:pt x="3055768" y="18934"/>
                  <a:pt x="3055193" y="16860"/>
                  <a:pt x="3055193" y="13809"/>
                </a:cubicBezTo>
                <a:cubicBezTo>
                  <a:pt x="3055193" y="10705"/>
                  <a:pt x="3055782" y="8591"/>
                  <a:pt x="3056959" y="7467"/>
                </a:cubicBezTo>
                <a:cubicBezTo>
                  <a:pt x="3058137" y="6343"/>
                  <a:pt x="3060304" y="5781"/>
                  <a:pt x="3063462" y="5781"/>
                </a:cubicBezTo>
                <a:cubicBezTo>
                  <a:pt x="3066567" y="5781"/>
                  <a:pt x="3068694" y="6329"/>
                  <a:pt x="3069845" y="7427"/>
                </a:cubicBezTo>
                <a:cubicBezTo>
                  <a:pt x="3070996" y="8524"/>
                  <a:pt x="3071571" y="10598"/>
                  <a:pt x="3071571" y="13649"/>
                </a:cubicBezTo>
                <a:close/>
                <a:moveTo>
                  <a:pt x="3155524" y="110395"/>
                </a:moveTo>
                <a:cubicBezTo>
                  <a:pt x="3155524" y="110823"/>
                  <a:pt x="3155416" y="111184"/>
                  <a:pt x="3155202" y="111478"/>
                </a:cubicBezTo>
                <a:cubicBezTo>
                  <a:pt x="3154988" y="111773"/>
                  <a:pt x="3154640" y="112027"/>
                  <a:pt x="3154159" y="112241"/>
                </a:cubicBezTo>
                <a:cubicBezTo>
                  <a:pt x="3153677" y="112455"/>
                  <a:pt x="3153008" y="112616"/>
                  <a:pt x="3152151" y="112723"/>
                </a:cubicBezTo>
                <a:cubicBezTo>
                  <a:pt x="3151295" y="112830"/>
                  <a:pt x="3150225" y="112883"/>
                  <a:pt x="3148940" y="112883"/>
                </a:cubicBezTo>
                <a:cubicBezTo>
                  <a:pt x="3147602" y="112883"/>
                  <a:pt x="3146505" y="112830"/>
                  <a:pt x="3145648" y="112723"/>
                </a:cubicBezTo>
                <a:cubicBezTo>
                  <a:pt x="3144792" y="112616"/>
                  <a:pt x="3144123" y="112455"/>
                  <a:pt x="3143641" y="112241"/>
                </a:cubicBezTo>
                <a:cubicBezTo>
                  <a:pt x="3143159" y="112027"/>
                  <a:pt x="3142811" y="111773"/>
                  <a:pt x="3142597" y="111478"/>
                </a:cubicBezTo>
                <a:cubicBezTo>
                  <a:pt x="3142383" y="111184"/>
                  <a:pt x="3142276" y="110823"/>
                  <a:pt x="3142276" y="110395"/>
                </a:cubicBezTo>
                <a:lnTo>
                  <a:pt x="3142276" y="68083"/>
                </a:lnTo>
                <a:cubicBezTo>
                  <a:pt x="3142276" y="63962"/>
                  <a:pt x="3141955" y="60643"/>
                  <a:pt x="3141313" y="58128"/>
                </a:cubicBezTo>
                <a:cubicBezTo>
                  <a:pt x="3140670" y="55612"/>
                  <a:pt x="3139734" y="53444"/>
                  <a:pt x="3138503" y="51625"/>
                </a:cubicBezTo>
                <a:cubicBezTo>
                  <a:pt x="3137272" y="49805"/>
                  <a:pt x="3135679" y="48413"/>
                  <a:pt x="3133726" y="47450"/>
                </a:cubicBezTo>
                <a:cubicBezTo>
                  <a:pt x="3131772" y="46486"/>
                  <a:pt x="3129511" y="46004"/>
                  <a:pt x="3126941" y="46004"/>
                </a:cubicBezTo>
                <a:cubicBezTo>
                  <a:pt x="3123623" y="46004"/>
                  <a:pt x="3120304" y="47182"/>
                  <a:pt x="3116986" y="49537"/>
                </a:cubicBezTo>
                <a:cubicBezTo>
                  <a:pt x="3113667" y="51892"/>
                  <a:pt x="3110188" y="55344"/>
                  <a:pt x="3106549" y="59894"/>
                </a:cubicBezTo>
                <a:lnTo>
                  <a:pt x="3106549" y="110395"/>
                </a:lnTo>
                <a:cubicBezTo>
                  <a:pt x="3106549" y="110823"/>
                  <a:pt x="3106441" y="111184"/>
                  <a:pt x="3106227" y="111478"/>
                </a:cubicBezTo>
                <a:cubicBezTo>
                  <a:pt x="3106013" y="111773"/>
                  <a:pt x="3105665" y="112027"/>
                  <a:pt x="3105184" y="112241"/>
                </a:cubicBezTo>
                <a:cubicBezTo>
                  <a:pt x="3104702" y="112455"/>
                  <a:pt x="3104033" y="112616"/>
                  <a:pt x="3103176" y="112723"/>
                </a:cubicBezTo>
                <a:cubicBezTo>
                  <a:pt x="3102320" y="112830"/>
                  <a:pt x="3101223" y="112883"/>
                  <a:pt x="3099885" y="112883"/>
                </a:cubicBezTo>
                <a:cubicBezTo>
                  <a:pt x="3098600" y="112883"/>
                  <a:pt x="3097530" y="112830"/>
                  <a:pt x="3096673" y="112723"/>
                </a:cubicBezTo>
                <a:cubicBezTo>
                  <a:pt x="3095817" y="112616"/>
                  <a:pt x="3095134" y="112455"/>
                  <a:pt x="3094626" y="112241"/>
                </a:cubicBezTo>
                <a:cubicBezTo>
                  <a:pt x="3094117" y="112027"/>
                  <a:pt x="3093770" y="111773"/>
                  <a:pt x="3093582" y="111478"/>
                </a:cubicBezTo>
                <a:cubicBezTo>
                  <a:pt x="3093395" y="111184"/>
                  <a:pt x="3093301" y="110823"/>
                  <a:pt x="3093301" y="110395"/>
                </a:cubicBezTo>
                <a:lnTo>
                  <a:pt x="3093301" y="38136"/>
                </a:lnTo>
                <a:cubicBezTo>
                  <a:pt x="3093301" y="37708"/>
                  <a:pt x="3093381" y="37347"/>
                  <a:pt x="3093542" y="37052"/>
                </a:cubicBezTo>
                <a:cubicBezTo>
                  <a:pt x="3093703" y="36758"/>
                  <a:pt x="3094024" y="36490"/>
                  <a:pt x="3094505" y="36250"/>
                </a:cubicBezTo>
                <a:cubicBezTo>
                  <a:pt x="3094987" y="36009"/>
                  <a:pt x="3095603" y="35848"/>
                  <a:pt x="3096352" y="35768"/>
                </a:cubicBezTo>
                <a:cubicBezTo>
                  <a:pt x="3097101" y="35688"/>
                  <a:pt x="3098092" y="35647"/>
                  <a:pt x="3099323" y="35647"/>
                </a:cubicBezTo>
                <a:cubicBezTo>
                  <a:pt x="3100500" y="35647"/>
                  <a:pt x="3101477" y="35688"/>
                  <a:pt x="3102253" y="35768"/>
                </a:cubicBezTo>
                <a:cubicBezTo>
                  <a:pt x="3103029" y="35848"/>
                  <a:pt x="3103631" y="36009"/>
                  <a:pt x="3104060" y="36250"/>
                </a:cubicBezTo>
                <a:cubicBezTo>
                  <a:pt x="3104488" y="36490"/>
                  <a:pt x="3104796" y="36758"/>
                  <a:pt x="3104983" y="37052"/>
                </a:cubicBezTo>
                <a:cubicBezTo>
                  <a:pt x="3105170" y="37347"/>
                  <a:pt x="3105264" y="37708"/>
                  <a:pt x="3105264" y="38136"/>
                </a:cubicBezTo>
                <a:lnTo>
                  <a:pt x="3105264" y="47690"/>
                </a:lnTo>
                <a:cubicBezTo>
                  <a:pt x="3109332" y="43141"/>
                  <a:pt x="3113386" y="39809"/>
                  <a:pt x="3117427" y="37695"/>
                </a:cubicBezTo>
                <a:cubicBezTo>
                  <a:pt x="3121468" y="35580"/>
                  <a:pt x="3125550" y="34523"/>
                  <a:pt x="3129671" y="34523"/>
                </a:cubicBezTo>
                <a:cubicBezTo>
                  <a:pt x="3134488" y="34523"/>
                  <a:pt x="3138543" y="35340"/>
                  <a:pt x="3141835" y="36972"/>
                </a:cubicBezTo>
                <a:cubicBezTo>
                  <a:pt x="3145126" y="38605"/>
                  <a:pt x="3147789" y="40786"/>
                  <a:pt x="3149823" y="43516"/>
                </a:cubicBezTo>
                <a:cubicBezTo>
                  <a:pt x="3151857" y="46245"/>
                  <a:pt x="3153316" y="49443"/>
                  <a:pt x="3154199" y="53110"/>
                </a:cubicBezTo>
                <a:cubicBezTo>
                  <a:pt x="3155082" y="56776"/>
                  <a:pt x="3155524" y="61179"/>
                  <a:pt x="3155524" y="66317"/>
                </a:cubicBezTo>
                <a:lnTo>
                  <a:pt x="3155524" y="110395"/>
                </a:lnTo>
                <a:close/>
                <a:moveTo>
                  <a:pt x="3238850" y="41348"/>
                </a:moveTo>
                <a:cubicBezTo>
                  <a:pt x="3238850" y="43221"/>
                  <a:pt x="3238596" y="44573"/>
                  <a:pt x="3238088" y="45402"/>
                </a:cubicBezTo>
                <a:cubicBezTo>
                  <a:pt x="3237579" y="46232"/>
                  <a:pt x="3236924" y="46647"/>
                  <a:pt x="3236121" y="46647"/>
                </a:cubicBezTo>
                <a:lnTo>
                  <a:pt x="3225764" y="46647"/>
                </a:lnTo>
                <a:cubicBezTo>
                  <a:pt x="3227637" y="48579"/>
                  <a:pt x="3228948" y="50713"/>
                  <a:pt x="3229698" y="53050"/>
                </a:cubicBezTo>
                <a:cubicBezTo>
                  <a:pt x="3230447" y="55385"/>
                  <a:pt x="3230822" y="57813"/>
                  <a:pt x="3230822" y="60336"/>
                </a:cubicBezTo>
                <a:cubicBezTo>
                  <a:pt x="3230822" y="64504"/>
                  <a:pt x="3230153" y="68191"/>
                  <a:pt x="3228815" y="71398"/>
                </a:cubicBezTo>
                <a:cubicBezTo>
                  <a:pt x="3227476" y="74604"/>
                  <a:pt x="3225563" y="77316"/>
                  <a:pt x="3223074" y="79534"/>
                </a:cubicBezTo>
                <a:cubicBezTo>
                  <a:pt x="3220585" y="81752"/>
                  <a:pt x="3217628" y="83449"/>
                  <a:pt x="3214202" y="84625"/>
                </a:cubicBezTo>
                <a:cubicBezTo>
                  <a:pt x="3210777" y="85801"/>
                  <a:pt x="3206977" y="86389"/>
                  <a:pt x="3202802" y="86389"/>
                </a:cubicBezTo>
                <a:cubicBezTo>
                  <a:pt x="3199858" y="86389"/>
                  <a:pt x="3197061" y="86002"/>
                  <a:pt x="3194412" y="85227"/>
                </a:cubicBezTo>
                <a:cubicBezTo>
                  <a:pt x="3191762" y="84453"/>
                  <a:pt x="3189715" y="83478"/>
                  <a:pt x="3188270" y="82302"/>
                </a:cubicBezTo>
                <a:cubicBezTo>
                  <a:pt x="3187306" y="83265"/>
                  <a:pt x="3186517" y="84362"/>
                  <a:pt x="3185901" y="85593"/>
                </a:cubicBezTo>
                <a:cubicBezTo>
                  <a:pt x="3185286" y="86823"/>
                  <a:pt x="3184978" y="88240"/>
                  <a:pt x="3184978" y="89844"/>
                </a:cubicBezTo>
                <a:cubicBezTo>
                  <a:pt x="3184978" y="91717"/>
                  <a:pt x="3185848" y="93269"/>
                  <a:pt x="3187587" y="94500"/>
                </a:cubicBezTo>
                <a:cubicBezTo>
                  <a:pt x="3189327" y="95730"/>
                  <a:pt x="3191642" y="96398"/>
                  <a:pt x="3194532" y="96505"/>
                </a:cubicBezTo>
                <a:lnTo>
                  <a:pt x="3213399" y="97310"/>
                </a:lnTo>
                <a:cubicBezTo>
                  <a:pt x="3216986" y="97417"/>
                  <a:pt x="3220277" y="97914"/>
                  <a:pt x="3223275" y="98801"/>
                </a:cubicBezTo>
                <a:cubicBezTo>
                  <a:pt x="3226272" y="99687"/>
                  <a:pt x="3228868" y="100950"/>
                  <a:pt x="3231063" y="102589"/>
                </a:cubicBezTo>
                <a:cubicBezTo>
                  <a:pt x="3233257" y="104227"/>
                  <a:pt x="3234970" y="106241"/>
                  <a:pt x="3236201" y="108631"/>
                </a:cubicBezTo>
                <a:cubicBezTo>
                  <a:pt x="3237432" y="111021"/>
                  <a:pt x="3238048" y="113801"/>
                  <a:pt x="3238048" y="116971"/>
                </a:cubicBezTo>
                <a:cubicBezTo>
                  <a:pt x="3238048" y="120301"/>
                  <a:pt x="3237352" y="123470"/>
                  <a:pt x="3235960" y="126477"/>
                </a:cubicBezTo>
                <a:cubicBezTo>
                  <a:pt x="3234568" y="129486"/>
                  <a:pt x="3232441" y="132131"/>
                  <a:pt x="3229577" y="134413"/>
                </a:cubicBezTo>
                <a:cubicBezTo>
                  <a:pt x="3226714" y="136696"/>
                  <a:pt x="3223061" y="138496"/>
                  <a:pt x="3218618" y="139812"/>
                </a:cubicBezTo>
                <a:cubicBezTo>
                  <a:pt x="3214176" y="141129"/>
                  <a:pt x="3208930" y="141787"/>
                  <a:pt x="3202882" y="141787"/>
                </a:cubicBezTo>
                <a:cubicBezTo>
                  <a:pt x="3197048" y="141787"/>
                  <a:pt x="3192083" y="141291"/>
                  <a:pt x="3187989" y="140299"/>
                </a:cubicBezTo>
                <a:cubicBezTo>
                  <a:pt x="3183894" y="139309"/>
                  <a:pt x="3180535" y="137956"/>
                  <a:pt x="3177913" y="136242"/>
                </a:cubicBezTo>
                <a:cubicBezTo>
                  <a:pt x="3175290" y="134529"/>
                  <a:pt x="3173390" y="132481"/>
                  <a:pt x="3172212" y="130097"/>
                </a:cubicBezTo>
                <a:cubicBezTo>
                  <a:pt x="3171035" y="127714"/>
                  <a:pt x="3170446" y="125129"/>
                  <a:pt x="3170446" y="122342"/>
                </a:cubicBezTo>
                <a:cubicBezTo>
                  <a:pt x="3170446" y="120576"/>
                  <a:pt x="3170660" y="118862"/>
                  <a:pt x="3171088" y="117201"/>
                </a:cubicBezTo>
                <a:cubicBezTo>
                  <a:pt x="3171516" y="115540"/>
                  <a:pt x="3172172" y="113960"/>
                  <a:pt x="3173055" y="112459"/>
                </a:cubicBezTo>
                <a:cubicBezTo>
                  <a:pt x="3173938" y="110961"/>
                  <a:pt x="3175036" y="109529"/>
                  <a:pt x="3176347" y="108164"/>
                </a:cubicBezTo>
                <a:cubicBezTo>
                  <a:pt x="3177658" y="106798"/>
                  <a:pt x="3179170" y="105444"/>
                  <a:pt x="3180883" y="104105"/>
                </a:cubicBezTo>
                <a:cubicBezTo>
                  <a:pt x="3178261" y="102761"/>
                  <a:pt x="3176320" y="101069"/>
                  <a:pt x="3175062" y="99026"/>
                </a:cubicBezTo>
                <a:cubicBezTo>
                  <a:pt x="3173805" y="96982"/>
                  <a:pt x="3173176" y="94778"/>
                  <a:pt x="3173176" y="92413"/>
                </a:cubicBezTo>
                <a:cubicBezTo>
                  <a:pt x="3173176" y="89134"/>
                  <a:pt x="3173845" y="86205"/>
                  <a:pt x="3175183" y="83624"/>
                </a:cubicBezTo>
                <a:cubicBezTo>
                  <a:pt x="3176521" y="81043"/>
                  <a:pt x="3178180" y="78731"/>
                  <a:pt x="3180161" y="76689"/>
                </a:cubicBezTo>
                <a:cubicBezTo>
                  <a:pt x="3178501" y="74712"/>
                  <a:pt x="3177190" y="72481"/>
                  <a:pt x="3176227" y="69995"/>
                </a:cubicBezTo>
                <a:cubicBezTo>
                  <a:pt x="3175263" y="67510"/>
                  <a:pt x="3174781" y="64504"/>
                  <a:pt x="3174781" y="60978"/>
                </a:cubicBezTo>
                <a:cubicBezTo>
                  <a:pt x="3174781" y="56863"/>
                  <a:pt x="3175477" y="53176"/>
                  <a:pt x="3176869" y="49916"/>
                </a:cubicBezTo>
                <a:cubicBezTo>
                  <a:pt x="3178261" y="46656"/>
                  <a:pt x="3180187" y="43904"/>
                  <a:pt x="3182650" y="41659"/>
                </a:cubicBezTo>
                <a:cubicBezTo>
                  <a:pt x="3185112" y="39414"/>
                  <a:pt x="3188069" y="37691"/>
                  <a:pt x="3191521" y="36488"/>
                </a:cubicBezTo>
                <a:cubicBezTo>
                  <a:pt x="3194974" y="35285"/>
                  <a:pt x="3198734" y="34684"/>
                  <a:pt x="3202802" y="34684"/>
                </a:cubicBezTo>
                <a:cubicBezTo>
                  <a:pt x="3204996" y="34684"/>
                  <a:pt x="3207043" y="34798"/>
                  <a:pt x="3208944" y="35025"/>
                </a:cubicBezTo>
                <a:cubicBezTo>
                  <a:pt x="3210844" y="35251"/>
                  <a:pt x="3212623" y="35565"/>
                  <a:pt x="3214283" y="35969"/>
                </a:cubicBezTo>
                <a:lnTo>
                  <a:pt x="3236121" y="35969"/>
                </a:lnTo>
                <a:cubicBezTo>
                  <a:pt x="3237031" y="35969"/>
                  <a:pt x="3237713" y="36410"/>
                  <a:pt x="3238168" y="37293"/>
                </a:cubicBezTo>
                <a:cubicBezTo>
                  <a:pt x="3238623" y="38176"/>
                  <a:pt x="3238850" y="39528"/>
                  <a:pt x="3238850" y="41348"/>
                </a:cubicBezTo>
                <a:moveTo>
                  <a:pt x="3218136" y="60416"/>
                </a:moveTo>
                <a:cubicBezTo>
                  <a:pt x="3218136" y="55505"/>
                  <a:pt x="3216785" y="51675"/>
                  <a:pt x="3214082" y="48925"/>
                </a:cubicBezTo>
                <a:cubicBezTo>
                  <a:pt x="3211379" y="46175"/>
                  <a:pt x="3207539" y="44800"/>
                  <a:pt x="3202561" y="44800"/>
                </a:cubicBezTo>
                <a:cubicBezTo>
                  <a:pt x="3199992" y="44800"/>
                  <a:pt x="3197757" y="45227"/>
                  <a:pt x="3195857" y="46082"/>
                </a:cubicBezTo>
                <a:cubicBezTo>
                  <a:pt x="3193957" y="46935"/>
                  <a:pt x="3192378" y="48109"/>
                  <a:pt x="3191120" y="49605"/>
                </a:cubicBezTo>
                <a:cubicBezTo>
                  <a:pt x="3189862" y="51100"/>
                  <a:pt x="3188925" y="52822"/>
                  <a:pt x="3188310" y="54771"/>
                </a:cubicBezTo>
                <a:cubicBezTo>
                  <a:pt x="3187694" y="56719"/>
                  <a:pt x="3187387" y="58762"/>
                  <a:pt x="3187387" y="60898"/>
                </a:cubicBezTo>
                <a:cubicBezTo>
                  <a:pt x="3187387" y="65648"/>
                  <a:pt x="3188738" y="69385"/>
                  <a:pt x="3191441" y="72108"/>
                </a:cubicBezTo>
                <a:cubicBezTo>
                  <a:pt x="3194144" y="74831"/>
                  <a:pt x="3197931" y="76192"/>
                  <a:pt x="3202802" y="76192"/>
                </a:cubicBezTo>
                <a:cubicBezTo>
                  <a:pt x="3205424" y="76192"/>
                  <a:pt x="3207699" y="75779"/>
                  <a:pt x="3209626" y="74953"/>
                </a:cubicBezTo>
                <a:cubicBezTo>
                  <a:pt x="3211553" y="74125"/>
                  <a:pt x="3213145" y="72977"/>
                  <a:pt x="3214403" y="71508"/>
                </a:cubicBezTo>
                <a:cubicBezTo>
                  <a:pt x="3215661" y="70039"/>
                  <a:pt x="3216598" y="68344"/>
                  <a:pt x="3217213" y="66422"/>
                </a:cubicBezTo>
                <a:cubicBezTo>
                  <a:pt x="3217829" y="64501"/>
                  <a:pt x="3218136" y="62498"/>
                  <a:pt x="3218136" y="60416"/>
                </a:cubicBezTo>
                <a:moveTo>
                  <a:pt x="3224800" y="117691"/>
                </a:moveTo>
                <a:cubicBezTo>
                  <a:pt x="3224800" y="114564"/>
                  <a:pt x="3223529" y="112153"/>
                  <a:pt x="3220987" y="110457"/>
                </a:cubicBezTo>
                <a:cubicBezTo>
                  <a:pt x="3218444" y="108760"/>
                  <a:pt x="3215005" y="107857"/>
                  <a:pt x="3210670" y="107750"/>
                </a:cubicBezTo>
                <a:lnTo>
                  <a:pt x="3191963" y="107103"/>
                </a:lnTo>
                <a:cubicBezTo>
                  <a:pt x="3190250" y="108449"/>
                  <a:pt x="3188845" y="109729"/>
                  <a:pt x="3187748" y="110941"/>
                </a:cubicBezTo>
                <a:cubicBezTo>
                  <a:pt x="3186651" y="112154"/>
                  <a:pt x="3185781" y="113312"/>
                  <a:pt x="3185138" y="114416"/>
                </a:cubicBezTo>
                <a:cubicBezTo>
                  <a:pt x="3184496" y="115520"/>
                  <a:pt x="3184055" y="116611"/>
                  <a:pt x="3183814" y="117688"/>
                </a:cubicBezTo>
                <a:cubicBezTo>
                  <a:pt x="3183573" y="118767"/>
                  <a:pt x="3183452" y="119872"/>
                  <a:pt x="3183452" y="121002"/>
                </a:cubicBezTo>
                <a:cubicBezTo>
                  <a:pt x="3183452" y="124505"/>
                  <a:pt x="3185219" y="127159"/>
                  <a:pt x="3188751" y="128963"/>
                </a:cubicBezTo>
                <a:cubicBezTo>
                  <a:pt x="3192284" y="130768"/>
                  <a:pt x="3197208" y="131671"/>
                  <a:pt x="3203524" y="131671"/>
                </a:cubicBezTo>
                <a:cubicBezTo>
                  <a:pt x="3207539" y="131671"/>
                  <a:pt x="3210897" y="131280"/>
                  <a:pt x="3213600" y="130499"/>
                </a:cubicBezTo>
                <a:cubicBezTo>
                  <a:pt x="3216303" y="129718"/>
                  <a:pt x="3218484" y="128681"/>
                  <a:pt x="3220144" y="127388"/>
                </a:cubicBezTo>
                <a:cubicBezTo>
                  <a:pt x="3221803" y="126095"/>
                  <a:pt x="3222994" y="124613"/>
                  <a:pt x="3223716" y="122942"/>
                </a:cubicBezTo>
                <a:cubicBezTo>
                  <a:pt x="3224439" y="121273"/>
                  <a:pt x="3224800" y="119522"/>
                  <a:pt x="3224800" y="117691"/>
                </a:cubicBezTo>
                <a:close/>
                <a:moveTo>
                  <a:pt x="3325558" y="105176"/>
                </a:moveTo>
                <a:cubicBezTo>
                  <a:pt x="3325558" y="106728"/>
                  <a:pt x="3325451" y="107959"/>
                  <a:pt x="3325237" y="108869"/>
                </a:cubicBezTo>
                <a:cubicBezTo>
                  <a:pt x="3325023" y="109779"/>
                  <a:pt x="3324701" y="110448"/>
                  <a:pt x="3324273" y="110876"/>
                </a:cubicBezTo>
                <a:cubicBezTo>
                  <a:pt x="3323845" y="111304"/>
                  <a:pt x="3323203" y="111706"/>
                  <a:pt x="3322346" y="112081"/>
                </a:cubicBezTo>
                <a:cubicBezTo>
                  <a:pt x="3321490" y="112455"/>
                  <a:pt x="3320513" y="112763"/>
                  <a:pt x="3319416" y="113004"/>
                </a:cubicBezTo>
                <a:cubicBezTo>
                  <a:pt x="3318319" y="113245"/>
                  <a:pt x="3317154" y="113445"/>
                  <a:pt x="3315923" y="113606"/>
                </a:cubicBezTo>
                <a:cubicBezTo>
                  <a:pt x="3314692" y="113767"/>
                  <a:pt x="3313461" y="113847"/>
                  <a:pt x="3312230" y="113847"/>
                </a:cubicBezTo>
                <a:cubicBezTo>
                  <a:pt x="3308483" y="113847"/>
                  <a:pt x="3305272" y="113351"/>
                  <a:pt x="3302596" y="112359"/>
                </a:cubicBezTo>
                <a:cubicBezTo>
                  <a:pt x="3299919" y="111366"/>
                  <a:pt x="3297725" y="109863"/>
                  <a:pt x="3296012" y="107850"/>
                </a:cubicBezTo>
                <a:cubicBezTo>
                  <a:pt x="3294299" y="105838"/>
                  <a:pt x="3293055" y="103290"/>
                  <a:pt x="3292279" y="100206"/>
                </a:cubicBezTo>
                <a:cubicBezTo>
                  <a:pt x="3291503" y="97121"/>
                  <a:pt x="3291115" y="93487"/>
                  <a:pt x="3291115" y="89302"/>
                </a:cubicBezTo>
                <a:lnTo>
                  <a:pt x="3291115" y="46968"/>
                </a:lnTo>
                <a:lnTo>
                  <a:pt x="3280999" y="46968"/>
                </a:lnTo>
                <a:cubicBezTo>
                  <a:pt x="3280196" y="46968"/>
                  <a:pt x="3279553" y="46540"/>
                  <a:pt x="3279072" y="45683"/>
                </a:cubicBezTo>
                <a:cubicBezTo>
                  <a:pt x="3278590" y="44827"/>
                  <a:pt x="3278349" y="43435"/>
                  <a:pt x="3278349" y="41508"/>
                </a:cubicBezTo>
                <a:cubicBezTo>
                  <a:pt x="3278349" y="40491"/>
                  <a:pt x="3278416" y="39635"/>
                  <a:pt x="3278550" y="38939"/>
                </a:cubicBezTo>
                <a:cubicBezTo>
                  <a:pt x="3278684" y="38243"/>
                  <a:pt x="3278858" y="37668"/>
                  <a:pt x="3279072" y="37213"/>
                </a:cubicBezTo>
                <a:cubicBezTo>
                  <a:pt x="3279286" y="36758"/>
                  <a:pt x="3279567" y="36437"/>
                  <a:pt x="3279915" y="36250"/>
                </a:cubicBezTo>
                <a:cubicBezTo>
                  <a:pt x="3280263" y="36062"/>
                  <a:pt x="3280651" y="35969"/>
                  <a:pt x="3281079" y="35969"/>
                </a:cubicBezTo>
                <a:lnTo>
                  <a:pt x="3291115" y="35969"/>
                </a:lnTo>
                <a:lnTo>
                  <a:pt x="3291115" y="18787"/>
                </a:lnTo>
                <a:cubicBezTo>
                  <a:pt x="3291115" y="18412"/>
                  <a:pt x="3291208" y="18065"/>
                  <a:pt x="3291396" y="17743"/>
                </a:cubicBezTo>
                <a:cubicBezTo>
                  <a:pt x="3291583" y="17422"/>
                  <a:pt x="3291931" y="17141"/>
                  <a:pt x="3292439" y="16900"/>
                </a:cubicBezTo>
                <a:cubicBezTo>
                  <a:pt x="3292948" y="16660"/>
                  <a:pt x="3293630" y="16486"/>
                  <a:pt x="3294487" y="16379"/>
                </a:cubicBezTo>
                <a:cubicBezTo>
                  <a:pt x="3295343" y="16271"/>
                  <a:pt x="3296414" y="16218"/>
                  <a:pt x="3297698" y="16218"/>
                </a:cubicBezTo>
                <a:cubicBezTo>
                  <a:pt x="3299036" y="16218"/>
                  <a:pt x="3300134" y="16271"/>
                  <a:pt x="3300990" y="16379"/>
                </a:cubicBezTo>
                <a:cubicBezTo>
                  <a:pt x="3301846" y="16486"/>
                  <a:pt x="3302515" y="16660"/>
                  <a:pt x="3302997" y="16900"/>
                </a:cubicBezTo>
                <a:cubicBezTo>
                  <a:pt x="3303479" y="17141"/>
                  <a:pt x="3303827" y="17422"/>
                  <a:pt x="3304041" y="17743"/>
                </a:cubicBezTo>
                <a:cubicBezTo>
                  <a:pt x="3304255" y="18065"/>
                  <a:pt x="3304362" y="18412"/>
                  <a:pt x="3304362" y="18787"/>
                </a:cubicBezTo>
                <a:lnTo>
                  <a:pt x="3304362" y="35969"/>
                </a:lnTo>
                <a:lnTo>
                  <a:pt x="3322908" y="35969"/>
                </a:lnTo>
                <a:cubicBezTo>
                  <a:pt x="3323337" y="35969"/>
                  <a:pt x="3323711" y="36062"/>
                  <a:pt x="3324032" y="36250"/>
                </a:cubicBezTo>
                <a:cubicBezTo>
                  <a:pt x="3324353" y="36437"/>
                  <a:pt x="3324634" y="36758"/>
                  <a:pt x="3324875" y="37213"/>
                </a:cubicBezTo>
                <a:cubicBezTo>
                  <a:pt x="3325116" y="37668"/>
                  <a:pt x="3325290" y="38243"/>
                  <a:pt x="3325397" y="38939"/>
                </a:cubicBezTo>
                <a:cubicBezTo>
                  <a:pt x="3325504" y="39635"/>
                  <a:pt x="3325558" y="40491"/>
                  <a:pt x="3325558" y="41508"/>
                </a:cubicBezTo>
                <a:cubicBezTo>
                  <a:pt x="3325558" y="43435"/>
                  <a:pt x="3325317" y="44827"/>
                  <a:pt x="3324835" y="45683"/>
                </a:cubicBezTo>
                <a:cubicBezTo>
                  <a:pt x="3324353" y="46540"/>
                  <a:pt x="3323711" y="46968"/>
                  <a:pt x="3322908" y="46968"/>
                </a:cubicBezTo>
                <a:lnTo>
                  <a:pt x="3304362" y="46968"/>
                </a:lnTo>
                <a:lnTo>
                  <a:pt x="3304362" y="87390"/>
                </a:lnTo>
                <a:cubicBezTo>
                  <a:pt x="3304362" y="92381"/>
                  <a:pt x="3305098" y="96152"/>
                  <a:pt x="3306570" y="98703"/>
                </a:cubicBezTo>
                <a:cubicBezTo>
                  <a:pt x="3308042" y="101252"/>
                  <a:pt x="3310678" y="102526"/>
                  <a:pt x="3314478" y="102526"/>
                </a:cubicBezTo>
                <a:cubicBezTo>
                  <a:pt x="3315709" y="102526"/>
                  <a:pt x="3316807" y="102406"/>
                  <a:pt x="3317770" y="102165"/>
                </a:cubicBezTo>
                <a:cubicBezTo>
                  <a:pt x="3318733" y="101924"/>
                  <a:pt x="3319590" y="101670"/>
                  <a:pt x="3320339" y="101402"/>
                </a:cubicBezTo>
                <a:cubicBezTo>
                  <a:pt x="3321088" y="101135"/>
                  <a:pt x="3321731" y="100881"/>
                  <a:pt x="3322266" y="100640"/>
                </a:cubicBezTo>
                <a:cubicBezTo>
                  <a:pt x="3322801" y="100399"/>
                  <a:pt x="3323283" y="100278"/>
                  <a:pt x="3323711" y="100278"/>
                </a:cubicBezTo>
                <a:cubicBezTo>
                  <a:pt x="3323979" y="100278"/>
                  <a:pt x="3324233" y="100345"/>
                  <a:pt x="3324474" y="100479"/>
                </a:cubicBezTo>
                <a:cubicBezTo>
                  <a:pt x="3324715" y="100613"/>
                  <a:pt x="3324902" y="100867"/>
                  <a:pt x="3325036" y="101242"/>
                </a:cubicBezTo>
                <a:cubicBezTo>
                  <a:pt x="3325170" y="101616"/>
                  <a:pt x="3325290" y="102125"/>
                  <a:pt x="3325397" y="102767"/>
                </a:cubicBezTo>
                <a:cubicBezTo>
                  <a:pt x="3325504" y="103410"/>
                  <a:pt x="3325558" y="104212"/>
                  <a:pt x="3325558" y="105176"/>
                </a:cubicBezTo>
                <a:close/>
                <a:moveTo>
                  <a:pt x="3410267" y="73503"/>
                </a:moveTo>
                <a:cubicBezTo>
                  <a:pt x="3410267" y="79395"/>
                  <a:pt x="3409491" y="84820"/>
                  <a:pt x="3407939" y="89776"/>
                </a:cubicBezTo>
                <a:cubicBezTo>
                  <a:pt x="3406387" y="94732"/>
                  <a:pt x="3404072" y="99005"/>
                  <a:pt x="3400994" y="102597"/>
                </a:cubicBezTo>
                <a:cubicBezTo>
                  <a:pt x="3397916" y="106186"/>
                  <a:pt x="3394063" y="108985"/>
                  <a:pt x="3389433" y="110994"/>
                </a:cubicBezTo>
                <a:cubicBezTo>
                  <a:pt x="3384803" y="113003"/>
                  <a:pt x="3379437" y="114007"/>
                  <a:pt x="3373335" y="114007"/>
                </a:cubicBezTo>
                <a:cubicBezTo>
                  <a:pt x="3367394" y="114007"/>
                  <a:pt x="3362215" y="113123"/>
                  <a:pt x="3357800" y="111355"/>
                </a:cubicBezTo>
                <a:cubicBezTo>
                  <a:pt x="3353384" y="109587"/>
                  <a:pt x="3349704" y="107016"/>
                  <a:pt x="3346760" y="103640"/>
                </a:cubicBezTo>
                <a:cubicBezTo>
                  <a:pt x="3343816" y="100265"/>
                  <a:pt x="3341622" y="96166"/>
                  <a:pt x="3340177" y="91344"/>
                </a:cubicBezTo>
                <a:cubicBezTo>
                  <a:pt x="3338731" y="86522"/>
                  <a:pt x="3338009" y="81056"/>
                  <a:pt x="3338009" y="74948"/>
                </a:cubicBezTo>
                <a:cubicBezTo>
                  <a:pt x="3338009" y="69055"/>
                  <a:pt x="3338772" y="63631"/>
                  <a:pt x="3340297" y="58675"/>
                </a:cubicBezTo>
                <a:cubicBezTo>
                  <a:pt x="3341823" y="53719"/>
                  <a:pt x="3344124" y="49446"/>
                  <a:pt x="3347202" y="45856"/>
                </a:cubicBezTo>
                <a:cubicBezTo>
                  <a:pt x="3350279" y="42265"/>
                  <a:pt x="3354120" y="39479"/>
                  <a:pt x="3358723" y="37497"/>
                </a:cubicBezTo>
                <a:cubicBezTo>
                  <a:pt x="3363326" y="35514"/>
                  <a:pt x="3368705" y="34523"/>
                  <a:pt x="3374861" y="34523"/>
                </a:cubicBezTo>
                <a:cubicBezTo>
                  <a:pt x="3380802" y="34523"/>
                  <a:pt x="3385980" y="35407"/>
                  <a:pt x="3390396" y="37175"/>
                </a:cubicBezTo>
                <a:cubicBezTo>
                  <a:pt x="3394812" y="38943"/>
                  <a:pt x="3398492" y="41515"/>
                  <a:pt x="3401436" y="44890"/>
                </a:cubicBezTo>
                <a:cubicBezTo>
                  <a:pt x="3404379" y="48266"/>
                  <a:pt x="3406587" y="52365"/>
                  <a:pt x="3408059" y="57187"/>
                </a:cubicBezTo>
                <a:cubicBezTo>
                  <a:pt x="3409531" y="62009"/>
                  <a:pt x="3410267" y="67448"/>
                  <a:pt x="3410267" y="73503"/>
                </a:cubicBezTo>
                <a:moveTo>
                  <a:pt x="3396297" y="74386"/>
                </a:moveTo>
                <a:cubicBezTo>
                  <a:pt x="3396297" y="70474"/>
                  <a:pt x="3395936" y="66775"/>
                  <a:pt x="3395213" y="63291"/>
                </a:cubicBezTo>
                <a:cubicBezTo>
                  <a:pt x="3394491" y="59807"/>
                  <a:pt x="3393300" y="56752"/>
                  <a:pt x="3391641" y="54126"/>
                </a:cubicBezTo>
                <a:cubicBezTo>
                  <a:pt x="3389981" y="51500"/>
                  <a:pt x="3387733" y="49423"/>
                  <a:pt x="3384896" y="47896"/>
                </a:cubicBezTo>
                <a:cubicBezTo>
                  <a:pt x="3382060" y="46367"/>
                  <a:pt x="3378527" y="45603"/>
                  <a:pt x="3374299" y="45603"/>
                </a:cubicBezTo>
                <a:cubicBezTo>
                  <a:pt x="3370391" y="45603"/>
                  <a:pt x="3367033" y="46300"/>
                  <a:pt x="3364223" y="47693"/>
                </a:cubicBezTo>
                <a:cubicBezTo>
                  <a:pt x="3361413" y="49086"/>
                  <a:pt x="3359098" y="51057"/>
                  <a:pt x="3357278" y="53604"/>
                </a:cubicBezTo>
                <a:cubicBezTo>
                  <a:pt x="3355458" y="56150"/>
                  <a:pt x="3354106" y="59165"/>
                  <a:pt x="3353223" y="62649"/>
                </a:cubicBezTo>
                <a:cubicBezTo>
                  <a:pt x="3352340" y="66131"/>
                  <a:pt x="3351899" y="69937"/>
                  <a:pt x="3351899" y="74065"/>
                </a:cubicBezTo>
                <a:cubicBezTo>
                  <a:pt x="3351899" y="78031"/>
                  <a:pt x="3352260" y="81756"/>
                  <a:pt x="3352982" y="85240"/>
                </a:cubicBezTo>
                <a:cubicBezTo>
                  <a:pt x="3353705" y="88724"/>
                  <a:pt x="3354909" y="91765"/>
                  <a:pt x="3356595" y="94365"/>
                </a:cubicBezTo>
                <a:cubicBezTo>
                  <a:pt x="3358281" y="96964"/>
                  <a:pt x="3360543" y="99028"/>
                  <a:pt x="3363380" y="100557"/>
                </a:cubicBezTo>
                <a:cubicBezTo>
                  <a:pt x="3366216" y="102084"/>
                  <a:pt x="3369749" y="102848"/>
                  <a:pt x="3373977" y="102848"/>
                </a:cubicBezTo>
                <a:cubicBezTo>
                  <a:pt x="3377831" y="102848"/>
                  <a:pt x="3381176" y="102151"/>
                  <a:pt x="3384013" y="100758"/>
                </a:cubicBezTo>
                <a:cubicBezTo>
                  <a:pt x="3386850" y="99364"/>
                  <a:pt x="3389178" y="97408"/>
                  <a:pt x="3390998" y="94889"/>
                </a:cubicBezTo>
                <a:cubicBezTo>
                  <a:pt x="3392818" y="92368"/>
                  <a:pt x="3394156" y="89367"/>
                  <a:pt x="3395013" y="85884"/>
                </a:cubicBezTo>
                <a:cubicBezTo>
                  <a:pt x="3395869" y="82400"/>
                  <a:pt x="3396297" y="78567"/>
                  <a:pt x="3396297" y="74386"/>
                </a:cubicBezTo>
                <a:close/>
                <a:moveTo>
                  <a:pt x="3503996" y="8430"/>
                </a:moveTo>
                <a:cubicBezTo>
                  <a:pt x="3503996" y="9447"/>
                  <a:pt x="3503943" y="10263"/>
                  <a:pt x="3503836" y="10879"/>
                </a:cubicBezTo>
                <a:cubicBezTo>
                  <a:pt x="3503729" y="11494"/>
                  <a:pt x="3503608" y="11990"/>
                  <a:pt x="3503474" y="12364"/>
                </a:cubicBezTo>
                <a:cubicBezTo>
                  <a:pt x="3503340" y="12739"/>
                  <a:pt x="3503167" y="12993"/>
                  <a:pt x="3502952" y="13127"/>
                </a:cubicBezTo>
                <a:cubicBezTo>
                  <a:pt x="3502738" y="13261"/>
                  <a:pt x="3502471" y="13328"/>
                  <a:pt x="3502150" y="13328"/>
                </a:cubicBezTo>
                <a:cubicBezTo>
                  <a:pt x="3501775" y="13328"/>
                  <a:pt x="3501307" y="13207"/>
                  <a:pt x="3500745" y="12966"/>
                </a:cubicBezTo>
                <a:cubicBezTo>
                  <a:pt x="3500183" y="12725"/>
                  <a:pt x="3499500" y="12458"/>
                  <a:pt x="3498697" y="12163"/>
                </a:cubicBezTo>
                <a:cubicBezTo>
                  <a:pt x="3497894" y="11869"/>
                  <a:pt x="3496944" y="11601"/>
                  <a:pt x="3495847" y="11361"/>
                </a:cubicBezTo>
                <a:cubicBezTo>
                  <a:pt x="3494750" y="11120"/>
                  <a:pt x="3493479" y="10999"/>
                  <a:pt x="3492033" y="10999"/>
                </a:cubicBezTo>
                <a:cubicBezTo>
                  <a:pt x="3490053" y="10999"/>
                  <a:pt x="3488367" y="11320"/>
                  <a:pt x="3486975" y="11960"/>
                </a:cubicBezTo>
                <a:cubicBezTo>
                  <a:pt x="3485584" y="12601"/>
                  <a:pt x="3484460" y="13601"/>
                  <a:pt x="3483603" y="14961"/>
                </a:cubicBezTo>
                <a:cubicBezTo>
                  <a:pt x="3482747" y="16321"/>
                  <a:pt x="3482131" y="18081"/>
                  <a:pt x="3481757" y="20242"/>
                </a:cubicBezTo>
                <a:cubicBezTo>
                  <a:pt x="3481382" y="22403"/>
                  <a:pt x="3481195" y="25031"/>
                  <a:pt x="3481195" y="28126"/>
                </a:cubicBezTo>
                <a:lnTo>
                  <a:pt x="3481195" y="35969"/>
                </a:lnTo>
                <a:lnTo>
                  <a:pt x="3497332" y="35969"/>
                </a:lnTo>
                <a:cubicBezTo>
                  <a:pt x="3497761" y="35969"/>
                  <a:pt x="3498122" y="36062"/>
                  <a:pt x="3498416" y="36250"/>
                </a:cubicBezTo>
                <a:cubicBezTo>
                  <a:pt x="3498711" y="36437"/>
                  <a:pt x="3498978" y="36758"/>
                  <a:pt x="3499219" y="37213"/>
                </a:cubicBezTo>
                <a:cubicBezTo>
                  <a:pt x="3499460" y="37668"/>
                  <a:pt x="3499647" y="38243"/>
                  <a:pt x="3499781" y="38939"/>
                </a:cubicBezTo>
                <a:cubicBezTo>
                  <a:pt x="3499915" y="39635"/>
                  <a:pt x="3499982" y="40491"/>
                  <a:pt x="3499982" y="41508"/>
                </a:cubicBezTo>
                <a:cubicBezTo>
                  <a:pt x="3499982" y="43435"/>
                  <a:pt x="3499741" y="44827"/>
                  <a:pt x="3499259" y="45683"/>
                </a:cubicBezTo>
                <a:cubicBezTo>
                  <a:pt x="3498777" y="46540"/>
                  <a:pt x="3498135" y="46968"/>
                  <a:pt x="3497332" y="46968"/>
                </a:cubicBezTo>
                <a:lnTo>
                  <a:pt x="3481195" y="46968"/>
                </a:lnTo>
                <a:lnTo>
                  <a:pt x="3481195" y="110392"/>
                </a:lnTo>
                <a:cubicBezTo>
                  <a:pt x="3481195" y="110820"/>
                  <a:pt x="3481088" y="111182"/>
                  <a:pt x="3480874" y="111478"/>
                </a:cubicBezTo>
                <a:cubicBezTo>
                  <a:pt x="3480659" y="111773"/>
                  <a:pt x="3480298" y="112027"/>
                  <a:pt x="3479790" y="112241"/>
                </a:cubicBezTo>
                <a:cubicBezTo>
                  <a:pt x="3479281" y="112455"/>
                  <a:pt x="3478599" y="112616"/>
                  <a:pt x="3477742" y="112723"/>
                </a:cubicBezTo>
                <a:cubicBezTo>
                  <a:pt x="3476886" y="112830"/>
                  <a:pt x="3475815" y="112883"/>
                  <a:pt x="3474531" y="112883"/>
                </a:cubicBezTo>
                <a:cubicBezTo>
                  <a:pt x="3473246" y="112883"/>
                  <a:pt x="3472176" y="112830"/>
                  <a:pt x="3471319" y="112723"/>
                </a:cubicBezTo>
                <a:cubicBezTo>
                  <a:pt x="3470463" y="112616"/>
                  <a:pt x="3469781" y="112455"/>
                  <a:pt x="3469272" y="112241"/>
                </a:cubicBezTo>
                <a:cubicBezTo>
                  <a:pt x="3468764" y="112027"/>
                  <a:pt x="3468402" y="111773"/>
                  <a:pt x="3468188" y="111478"/>
                </a:cubicBezTo>
                <a:cubicBezTo>
                  <a:pt x="3467974" y="111182"/>
                  <a:pt x="3467867" y="110820"/>
                  <a:pt x="3467867" y="110392"/>
                </a:cubicBezTo>
                <a:lnTo>
                  <a:pt x="3467867" y="46968"/>
                </a:lnTo>
                <a:lnTo>
                  <a:pt x="3457671" y="46968"/>
                </a:lnTo>
                <a:cubicBezTo>
                  <a:pt x="3456814" y="46968"/>
                  <a:pt x="3456172" y="46540"/>
                  <a:pt x="3455744" y="45683"/>
                </a:cubicBezTo>
                <a:cubicBezTo>
                  <a:pt x="3455316" y="44827"/>
                  <a:pt x="3455101" y="43435"/>
                  <a:pt x="3455101" y="41508"/>
                </a:cubicBezTo>
                <a:cubicBezTo>
                  <a:pt x="3455101" y="40491"/>
                  <a:pt x="3455155" y="39635"/>
                  <a:pt x="3455262" y="38939"/>
                </a:cubicBezTo>
                <a:cubicBezTo>
                  <a:pt x="3455369" y="38243"/>
                  <a:pt x="3455530" y="37668"/>
                  <a:pt x="3455744" y="37213"/>
                </a:cubicBezTo>
                <a:cubicBezTo>
                  <a:pt x="3455958" y="36758"/>
                  <a:pt x="3456225" y="36437"/>
                  <a:pt x="3456547" y="36250"/>
                </a:cubicBezTo>
                <a:cubicBezTo>
                  <a:pt x="3456868" y="36062"/>
                  <a:pt x="3457242" y="35969"/>
                  <a:pt x="3457671" y="35969"/>
                </a:cubicBezTo>
                <a:lnTo>
                  <a:pt x="3467867" y="35969"/>
                </a:lnTo>
                <a:lnTo>
                  <a:pt x="3467867" y="28519"/>
                </a:lnTo>
                <a:cubicBezTo>
                  <a:pt x="3467867" y="23498"/>
                  <a:pt x="3468335" y="19185"/>
                  <a:pt x="3469272" y="15581"/>
                </a:cubicBezTo>
                <a:cubicBezTo>
                  <a:pt x="3470209" y="11976"/>
                  <a:pt x="3471641" y="9026"/>
                  <a:pt x="3473567" y="6729"/>
                </a:cubicBezTo>
                <a:cubicBezTo>
                  <a:pt x="3475494" y="4433"/>
                  <a:pt x="3477916" y="2737"/>
                  <a:pt x="3480833" y="1643"/>
                </a:cubicBezTo>
                <a:cubicBezTo>
                  <a:pt x="3483750" y="548"/>
                  <a:pt x="3487189" y="0"/>
                  <a:pt x="3491150" y="0"/>
                </a:cubicBezTo>
                <a:cubicBezTo>
                  <a:pt x="3493024" y="0"/>
                  <a:pt x="3494843" y="174"/>
                  <a:pt x="3496610" y="522"/>
                </a:cubicBezTo>
                <a:cubicBezTo>
                  <a:pt x="3498376" y="870"/>
                  <a:pt x="3499741" y="1244"/>
                  <a:pt x="3500704" y="1646"/>
                </a:cubicBezTo>
                <a:cubicBezTo>
                  <a:pt x="3501668" y="2047"/>
                  <a:pt x="3502310" y="2409"/>
                  <a:pt x="3502631" y="2730"/>
                </a:cubicBezTo>
                <a:cubicBezTo>
                  <a:pt x="3502952" y="3051"/>
                  <a:pt x="3503220" y="3466"/>
                  <a:pt x="3503434" y="3974"/>
                </a:cubicBezTo>
                <a:cubicBezTo>
                  <a:pt x="3503648" y="4483"/>
                  <a:pt x="3503795" y="5098"/>
                  <a:pt x="3503876" y="5821"/>
                </a:cubicBezTo>
                <a:cubicBezTo>
                  <a:pt x="3503956" y="6543"/>
                  <a:pt x="3503996" y="7413"/>
                  <a:pt x="3503996" y="8430"/>
                </a:cubicBezTo>
                <a:close/>
                <a:moveTo>
                  <a:pt x="3580285" y="73503"/>
                </a:moveTo>
                <a:cubicBezTo>
                  <a:pt x="3580285" y="79395"/>
                  <a:pt x="3579509" y="84820"/>
                  <a:pt x="3577957" y="89776"/>
                </a:cubicBezTo>
                <a:cubicBezTo>
                  <a:pt x="3576405" y="94732"/>
                  <a:pt x="3574090" y="99005"/>
                  <a:pt x="3571012" y="102597"/>
                </a:cubicBezTo>
                <a:cubicBezTo>
                  <a:pt x="3567934" y="106186"/>
                  <a:pt x="3564081" y="108985"/>
                  <a:pt x="3559451" y="110994"/>
                </a:cubicBezTo>
                <a:cubicBezTo>
                  <a:pt x="3554821" y="113003"/>
                  <a:pt x="3549455" y="114007"/>
                  <a:pt x="3543353" y="114007"/>
                </a:cubicBezTo>
                <a:cubicBezTo>
                  <a:pt x="3537412" y="114007"/>
                  <a:pt x="3532233" y="113123"/>
                  <a:pt x="3527818" y="111355"/>
                </a:cubicBezTo>
                <a:cubicBezTo>
                  <a:pt x="3523402" y="109587"/>
                  <a:pt x="3519722" y="107016"/>
                  <a:pt x="3516778" y="103640"/>
                </a:cubicBezTo>
                <a:cubicBezTo>
                  <a:pt x="3513834" y="100265"/>
                  <a:pt x="3511640" y="96166"/>
                  <a:pt x="3510195" y="91344"/>
                </a:cubicBezTo>
                <a:cubicBezTo>
                  <a:pt x="3508750" y="86522"/>
                  <a:pt x="3508027" y="81056"/>
                  <a:pt x="3508027" y="74948"/>
                </a:cubicBezTo>
                <a:cubicBezTo>
                  <a:pt x="3508027" y="69055"/>
                  <a:pt x="3508790" y="63631"/>
                  <a:pt x="3510315" y="58675"/>
                </a:cubicBezTo>
                <a:cubicBezTo>
                  <a:pt x="3511841" y="53719"/>
                  <a:pt x="3514142" y="49446"/>
                  <a:pt x="3517220" y="45856"/>
                </a:cubicBezTo>
                <a:cubicBezTo>
                  <a:pt x="3520298" y="42265"/>
                  <a:pt x="3524138" y="39479"/>
                  <a:pt x="3528741" y="37497"/>
                </a:cubicBezTo>
                <a:cubicBezTo>
                  <a:pt x="3533344" y="35514"/>
                  <a:pt x="3538723" y="34523"/>
                  <a:pt x="3544879" y="34523"/>
                </a:cubicBezTo>
                <a:cubicBezTo>
                  <a:pt x="3550820" y="34523"/>
                  <a:pt x="3555998" y="35407"/>
                  <a:pt x="3560414" y="37175"/>
                </a:cubicBezTo>
                <a:cubicBezTo>
                  <a:pt x="3564830" y="38943"/>
                  <a:pt x="3568510" y="41515"/>
                  <a:pt x="3571454" y="44890"/>
                </a:cubicBezTo>
                <a:cubicBezTo>
                  <a:pt x="3574398" y="48266"/>
                  <a:pt x="3576605" y="52365"/>
                  <a:pt x="3578077" y="57187"/>
                </a:cubicBezTo>
                <a:cubicBezTo>
                  <a:pt x="3579549" y="62009"/>
                  <a:pt x="3580285" y="67448"/>
                  <a:pt x="3580285" y="73503"/>
                </a:cubicBezTo>
                <a:moveTo>
                  <a:pt x="3566315" y="74386"/>
                </a:moveTo>
                <a:cubicBezTo>
                  <a:pt x="3566315" y="70474"/>
                  <a:pt x="3565954" y="66775"/>
                  <a:pt x="3565231" y="63291"/>
                </a:cubicBezTo>
                <a:cubicBezTo>
                  <a:pt x="3564509" y="59807"/>
                  <a:pt x="3563318" y="56752"/>
                  <a:pt x="3561659" y="54126"/>
                </a:cubicBezTo>
                <a:cubicBezTo>
                  <a:pt x="3559999" y="51500"/>
                  <a:pt x="3557751" y="49423"/>
                  <a:pt x="3554915" y="47896"/>
                </a:cubicBezTo>
                <a:cubicBezTo>
                  <a:pt x="3552078" y="46367"/>
                  <a:pt x="3548545" y="45603"/>
                  <a:pt x="3544317" y="45603"/>
                </a:cubicBezTo>
                <a:cubicBezTo>
                  <a:pt x="3540409" y="45603"/>
                  <a:pt x="3537051" y="46300"/>
                  <a:pt x="3534241" y="47693"/>
                </a:cubicBezTo>
                <a:cubicBezTo>
                  <a:pt x="3531431" y="49086"/>
                  <a:pt x="3529116" y="51057"/>
                  <a:pt x="3527296" y="53604"/>
                </a:cubicBezTo>
                <a:cubicBezTo>
                  <a:pt x="3525476" y="56150"/>
                  <a:pt x="3524125" y="59165"/>
                  <a:pt x="3523241" y="62649"/>
                </a:cubicBezTo>
                <a:cubicBezTo>
                  <a:pt x="3522358" y="66131"/>
                  <a:pt x="3521917" y="69937"/>
                  <a:pt x="3521917" y="74065"/>
                </a:cubicBezTo>
                <a:cubicBezTo>
                  <a:pt x="3521917" y="78031"/>
                  <a:pt x="3522278" y="81756"/>
                  <a:pt x="3523000" y="85240"/>
                </a:cubicBezTo>
                <a:cubicBezTo>
                  <a:pt x="3523723" y="88724"/>
                  <a:pt x="3524927" y="91765"/>
                  <a:pt x="3526613" y="94365"/>
                </a:cubicBezTo>
                <a:cubicBezTo>
                  <a:pt x="3528299" y="96964"/>
                  <a:pt x="3530561" y="99028"/>
                  <a:pt x="3533398" y="100557"/>
                </a:cubicBezTo>
                <a:cubicBezTo>
                  <a:pt x="3536234" y="102084"/>
                  <a:pt x="3539767" y="102848"/>
                  <a:pt x="3543996" y="102848"/>
                </a:cubicBezTo>
                <a:cubicBezTo>
                  <a:pt x="3547849" y="102848"/>
                  <a:pt x="3551195" y="102151"/>
                  <a:pt x="3554031" y="100758"/>
                </a:cubicBezTo>
                <a:cubicBezTo>
                  <a:pt x="3556868" y="99364"/>
                  <a:pt x="3559197" y="97408"/>
                  <a:pt x="3561016" y="94889"/>
                </a:cubicBezTo>
                <a:cubicBezTo>
                  <a:pt x="3562836" y="92368"/>
                  <a:pt x="3564174" y="89367"/>
                  <a:pt x="3565031" y="85884"/>
                </a:cubicBezTo>
                <a:cubicBezTo>
                  <a:pt x="3565887" y="82400"/>
                  <a:pt x="3566315" y="78567"/>
                  <a:pt x="3566315" y="74386"/>
                </a:cubicBezTo>
                <a:close/>
                <a:moveTo>
                  <a:pt x="3640489" y="42873"/>
                </a:moveTo>
                <a:cubicBezTo>
                  <a:pt x="3640489" y="44051"/>
                  <a:pt x="3640463" y="45041"/>
                  <a:pt x="3640409" y="45844"/>
                </a:cubicBezTo>
                <a:cubicBezTo>
                  <a:pt x="3640356" y="46647"/>
                  <a:pt x="3640249" y="47276"/>
                  <a:pt x="3640088" y="47731"/>
                </a:cubicBezTo>
                <a:cubicBezTo>
                  <a:pt x="3639927" y="48186"/>
                  <a:pt x="3639727" y="48533"/>
                  <a:pt x="3639486" y="48774"/>
                </a:cubicBezTo>
                <a:cubicBezTo>
                  <a:pt x="3639245" y="49015"/>
                  <a:pt x="3638911" y="49136"/>
                  <a:pt x="3638482" y="49136"/>
                </a:cubicBezTo>
                <a:cubicBezTo>
                  <a:pt x="3638054" y="49136"/>
                  <a:pt x="3637532" y="49015"/>
                  <a:pt x="3636917" y="48774"/>
                </a:cubicBezTo>
                <a:cubicBezTo>
                  <a:pt x="3636301" y="48533"/>
                  <a:pt x="3635605" y="48293"/>
                  <a:pt x="3634829" y="48052"/>
                </a:cubicBezTo>
                <a:cubicBezTo>
                  <a:pt x="3634053" y="47811"/>
                  <a:pt x="3633183" y="47583"/>
                  <a:pt x="3632220" y="47369"/>
                </a:cubicBezTo>
                <a:cubicBezTo>
                  <a:pt x="3631256" y="47155"/>
                  <a:pt x="3630213" y="47048"/>
                  <a:pt x="3629089" y="47048"/>
                </a:cubicBezTo>
                <a:cubicBezTo>
                  <a:pt x="3627751" y="47048"/>
                  <a:pt x="3626439" y="47316"/>
                  <a:pt x="3625155" y="47851"/>
                </a:cubicBezTo>
                <a:cubicBezTo>
                  <a:pt x="3623870" y="48386"/>
                  <a:pt x="3622519" y="49269"/>
                  <a:pt x="3621100" y="50500"/>
                </a:cubicBezTo>
                <a:cubicBezTo>
                  <a:pt x="3619682" y="51732"/>
                  <a:pt x="3618196" y="53364"/>
                  <a:pt x="3616644" y="55398"/>
                </a:cubicBezTo>
                <a:cubicBezTo>
                  <a:pt x="3615092" y="57432"/>
                  <a:pt x="3613379" y="59921"/>
                  <a:pt x="3611506" y="62865"/>
                </a:cubicBezTo>
                <a:lnTo>
                  <a:pt x="3611506" y="110395"/>
                </a:lnTo>
                <a:cubicBezTo>
                  <a:pt x="3611506" y="110823"/>
                  <a:pt x="3611399" y="111184"/>
                  <a:pt x="3611185" y="111478"/>
                </a:cubicBezTo>
                <a:cubicBezTo>
                  <a:pt x="3610971" y="111773"/>
                  <a:pt x="3610623" y="112027"/>
                  <a:pt x="3610141" y="112241"/>
                </a:cubicBezTo>
                <a:cubicBezTo>
                  <a:pt x="3609659" y="112455"/>
                  <a:pt x="3608990" y="112616"/>
                  <a:pt x="3608134" y="112723"/>
                </a:cubicBezTo>
                <a:cubicBezTo>
                  <a:pt x="3607277" y="112830"/>
                  <a:pt x="3606180" y="112883"/>
                  <a:pt x="3604842" y="112883"/>
                </a:cubicBezTo>
                <a:cubicBezTo>
                  <a:pt x="3603558" y="112883"/>
                  <a:pt x="3602487" y="112830"/>
                  <a:pt x="3601631" y="112723"/>
                </a:cubicBezTo>
                <a:cubicBezTo>
                  <a:pt x="3600774" y="112616"/>
                  <a:pt x="3600092" y="112455"/>
                  <a:pt x="3599583" y="112241"/>
                </a:cubicBezTo>
                <a:cubicBezTo>
                  <a:pt x="3599075" y="112027"/>
                  <a:pt x="3598727" y="111773"/>
                  <a:pt x="3598540" y="111478"/>
                </a:cubicBezTo>
                <a:cubicBezTo>
                  <a:pt x="3598352" y="111184"/>
                  <a:pt x="3598259" y="110823"/>
                  <a:pt x="3598259" y="110395"/>
                </a:cubicBezTo>
                <a:lnTo>
                  <a:pt x="3598259" y="38136"/>
                </a:lnTo>
                <a:cubicBezTo>
                  <a:pt x="3598259" y="37708"/>
                  <a:pt x="3598339" y="37347"/>
                  <a:pt x="3598499" y="37052"/>
                </a:cubicBezTo>
                <a:cubicBezTo>
                  <a:pt x="3598660" y="36758"/>
                  <a:pt x="3598981" y="36490"/>
                  <a:pt x="3599463" y="36250"/>
                </a:cubicBezTo>
                <a:cubicBezTo>
                  <a:pt x="3599945" y="36009"/>
                  <a:pt x="3600560" y="35848"/>
                  <a:pt x="3601309" y="35768"/>
                </a:cubicBezTo>
                <a:cubicBezTo>
                  <a:pt x="3602059" y="35688"/>
                  <a:pt x="3603049" y="35647"/>
                  <a:pt x="3604280" y="35647"/>
                </a:cubicBezTo>
                <a:cubicBezTo>
                  <a:pt x="3605458" y="35647"/>
                  <a:pt x="3606434" y="35688"/>
                  <a:pt x="3607211" y="35768"/>
                </a:cubicBezTo>
                <a:cubicBezTo>
                  <a:pt x="3607987" y="35848"/>
                  <a:pt x="3608589" y="36009"/>
                  <a:pt x="3609017" y="36250"/>
                </a:cubicBezTo>
                <a:cubicBezTo>
                  <a:pt x="3609445" y="36490"/>
                  <a:pt x="3609753" y="36758"/>
                  <a:pt x="3609940" y="37052"/>
                </a:cubicBezTo>
                <a:cubicBezTo>
                  <a:pt x="3610128" y="37347"/>
                  <a:pt x="3610221" y="37708"/>
                  <a:pt x="3610221" y="38136"/>
                </a:cubicBezTo>
                <a:lnTo>
                  <a:pt x="3610221" y="48654"/>
                </a:lnTo>
                <a:cubicBezTo>
                  <a:pt x="3612202" y="45764"/>
                  <a:pt x="3614062" y="43408"/>
                  <a:pt x="3615801" y="41589"/>
                </a:cubicBezTo>
                <a:cubicBezTo>
                  <a:pt x="3617541" y="39769"/>
                  <a:pt x="3619187" y="38337"/>
                  <a:pt x="3620739" y="37293"/>
                </a:cubicBezTo>
                <a:cubicBezTo>
                  <a:pt x="3622291" y="36250"/>
                  <a:pt x="3623830" y="35527"/>
                  <a:pt x="3625355" y="35126"/>
                </a:cubicBezTo>
                <a:cubicBezTo>
                  <a:pt x="3626881" y="34724"/>
                  <a:pt x="3628420" y="34523"/>
                  <a:pt x="3629972" y="34523"/>
                </a:cubicBezTo>
                <a:cubicBezTo>
                  <a:pt x="3630668" y="34523"/>
                  <a:pt x="3631457" y="34564"/>
                  <a:pt x="3632340" y="34644"/>
                </a:cubicBezTo>
                <a:cubicBezTo>
                  <a:pt x="3633224" y="34724"/>
                  <a:pt x="3634147" y="34871"/>
                  <a:pt x="3635110" y="35085"/>
                </a:cubicBezTo>
                <a:cubicBezTo>
                  <a:pt x="3636074" y="35299"/>
                  <a:pt x="3636943" y="35540"/>
                  <a:pt x="3637720" y="35808"/>
                </a:cubicBezTo>
                <a:cubicBezTo>
                  <a:pt x="3638496" y="36076"/>
                  <a:pt x="3639044" y="36343"/>
                  <a:pt x="3639365" y="36611"/>
                </a:cubicBezTo>
                <a:cubicBezTo>
                  <a:pt x="3639687" y="36878"/>
                  <a:pt x="3639901" y="37133"/>
                  <a:pt x="3640008" y="37374"/>
                </a:cubicBezTo>
                <a:cubicBezTo>
                  <a:pt x="3640115" y="37614"/>
                  <a:pt x="3640208" y="37922"/>
                  <a:pt x="3640289" y="38297"/>
                </a:cubicBezTo>
                <a:cubicBezTo>
                  <a:pt x="3640369" y="38672"/>
                  <a:pt x="3640423" y="39220"/>
                  <a:pt x="3640449" y="39943"/>
                </a:cubicBezTo>
                <a:cubicBezTo>
                  <a:pt x="3640476" y="40665"/>
                  <a:pt x="3640489" y="41642"/>
                  <a:pt x="3640489" y="42873"/>
                </a:cubicBezTo>
                <a:close/>
                <a:moveTo>
                  <a:pt x="3760196" y="110395"/>
                </a:moveTo>
                <a:cubicBezTo>
                  <a:pt x="3760196" y="110823"/>
                  <a:pt x="3760089" y="111184"/>
                  <a:pt x="3759875" y="111478"/>
                </a:cubicBezTo>
                <a:cubicBezTo>
                  <a:pt x="3759661" y="111773"/>
                  <a:pt x="3759313" y="112027"/>
                  <a:pt x="3758831" y="112241"/>
                </a:cubicBezTo>
                <a:cubicBezTo>
                  <a:pt x="3758350" y="112455"/>
                  <a:pt x="3757681" y="112616"/>
                  <a:pt x="3756824" y="112723"/>
                </a:cubicBezTo>
                <a:cubicBezTo>
                  <a:pt x="3755968" y="112830"/>
                  <a:pt x="3754897" y="112883"/>
                  <a:pt x="3753613" y="112883"/>
                </a:cubicBezTo>
                <a:cubicBezTo>
                  <a:pt x="3752275" y="112883"/>
                  <a:pt x="3751177" y="112830"/>
                  <a:pt x="3750321" y="112723"/>
                </a:cubicBezTo>
                <a:cubicBezTo>
                  <a:pt x="3749464" y="112616"/>
                  <a:pt x="3748782" y="112455"/>
                  <a:pt x="3748274" y="112241"/>
                </a:cubicBezTo>
                <a:cubicBezTo>
                  <a:pt x="3747765" y="112027"/>
                  <a:pt x="3747404" y="111773"/>
                  <a:pt x="3747190" y="111478"/>
                </a:cubicBezTo>
                <a:cubicBezTo>
                  <a:pt x="3746976" y="111184"/>
                  <a:pt x="3746869" y="110823"/>
                  <a:pt x="3746869" y="110395"/>
                </a:cubicBezTo>
                <a:lnTo>
                  <a:pt x="3746869" y="66478"/>
                </a:lnTo>
                <a:cubicBezTo>
                  <a:pt x="3746869" y="63427"/>
                  <a:pt x="3746601" y="60643"/>
                  <a:pt x="3746066" y="58128"/>
                </a:cubicBezTo>
                <a:cubicBezTo>
                  <a:pt x="3745530" y="55612"/>
                  <a:pt x="3744674" y="53444"/>
                  <a:pt x="3743496" y="51625"/>
                </a:cubicBezTo>
                <a:cubicBezTo>
                  <a:pt x="3742319" y="49805"/>
                  <a:pt x="3740820" y="48413"/>
                  <a:pt x="3739000" y="47450"/>
                </a:cubicBezTo>
                <a:cubicBezTo>
                  <a:pt x="3737181" y="46486"/>
                  <a:pt x="3735040" y="46004"/>
                  <a:pt x="3732577" y="46004"/>
                </a:cubicBezTo>
                <a:cubicBezTo>
                  <a:pt x="3729527" y="46004"/>
                  <a:pt x="3726462" y="47182"/>
                  <a:pt x="3723385" y="49537"/>
                </a:cubicBezTo>
                <a:cubicBezTo>
                  <a:pt x="3720307" y="51892"/>
                  <a:pt x="3716922" y="55344"/>
                  <a:pt x="3713228" y="59894"/>
                </a:cubicBezTo>
                <a:lnTo>
                  <a:pt x="3713228" y="110395"/>
                </a:lnTo>
                <a:cubicBezTo>
                  <a:pt x="3713228" y="110823"/>
                  <a:pt x="3713121" y="111184"/>
                  <a:pt x="3712907" y="111478"/>
                </a:cubicBezTo>
                <a:cubicBezTo>
                  <a:pt x="3712693" y="111773"/>
                  <a:pt x="3712332" y="112027"/>
                  <a:pt x="3711823" y="112241"/>
                </a:cubicBezTo>
                <a:cubicBezTo>
                  <a:pt x="3711315" y="112455"/>
                  <a:pt x="3710632" y="112616"/>
                  <a:pt x="3709776" y="112723"/>
                </a:cubicBezTo>
                <a:cubicBezTo>
                  <a:pt x="3708920" y="112830"/>
                  <a:pt x="3707849" y="112883"/>
                  <a:pt x="3706565" y="112883"/>
                </a:cubicBezTo>
                <a:cubicBezTo>
                  <a:pt x="3705333" y="112883"/>
                  <a:pt x="3704276" y="112830"/>
                  <a:pt x="3703393" y="112723"/>
                </a:cubicBezTo>
                <a:cubicBezTo>
                  <a:pt x="3702510" y="112616"/>
                  <a:pt x="3701814" y="112455"/>
                  <a:pt x="3701306" y="112241"/>
                </a:cubicBezTo>
                <a:cubicBezTo>
                  <a:pt x="3700797" y="112027"/>
                  <a:pt x="3700449" y="111773"/>
                  <a:pt x="3700262" y="111478"/>
                </a:cubicBezTo>
                <a:cubicBezTo>
                  <a:pt x="3700075" y="111184"/>
                  <a:pt x="3699981" y="110823"/>
                  <a:pt x="3699981" y="110395"/>
                </a:cubicBezTo>
                <a:lnTo>
                  <a:pt x="3699981" y="66478"/>
                </a:lnTo>
                <a:cubicBezTo>
                  <a:pt x="3699981" y="63427"/>
                  <a:pt x="3699687" y="60643"/>
                  <a:pt x="3699098" y="58128"/>
                </a:cubicBezTo>
                <a:cubicBezTo>
                  <a:pt x="3698509" y="55612"/>
                  <a:pt x="3697626" y="53444"/>
                  <a:pt x="3696448" y="51625"/>
                </a:cubicBezTo>
                <a:cubicBezTo>
                  <a:pt x="3695271" y="49805"/>
                  <a:pt x="3693786" y="48413"/>
                  <a:pt x="3691992" y="47450"/>
                </a:cubicBezTo>
                <a:cubicBezTo>
                  <a:pt x="3690199" y="46486"/>
                  <a:pt x="3688072" y="46004"/>
                  <a:pt x="3685610" y="46004"/>
                </a:cubicBezTo>
                <a:cubicBezTo>
                  <a:pt x="3682559" y="46004"/>
                  <a:pt x="3679481" y="47182"/>
                  <a:pt x="3676377" y="49537"/>
                </a:cubicBezTo>
                <a:cubicBezTo>
                  <a:pt x="3673272" y="51892"/>
                  <a:pt x="3669900" y="55344"/>
                  <a:pt x="3666260" y="59894"/>
                </a:cubicBezTo>
                <a:lnTo>
                  <a:pt x="3666260" y="110395"/>
                </a:lnTo>
                <a:cubicBezTo>
                  <a:pt x="3666260" y="110823"/>
                  <a:pt x="3666153" y="111184"/>
                  <a:pt x="3665939" y="111478"/>
                </a:cubicBezTo>
                <a:cubicBezTo>
                  <a:pt x="3665725" y="111773"/>
                  <a:pt x="3665377" y="112027"/>
                  <a:pt x="3664896" y="112241"/>
                </a:cubicBezTo>
                <a:cubicBezTo>
                  <a:pt x="3664414" y="112455"/>
                  <a:pt x="3663745" y="112616"/>
                  <a:pt x="3662888" y="112723"/>
                </a:cubicBezTo>
                <a:cubicBezTo>
                  <a:pt x="3662032" y="112830"/>
                  <a:pt x="3660935" y="112883"/>
                  <a:pt x="3659597" y="112883"/>
                </a:cubicBezTo>
                <a:cubicBezTo>
                  <a:pt x="3658312" y="112883"/>
                  <a:pt x="3657242" y="112830"/>
                  <a:pt x="3656385" y="112723"/>
                </a:cubicBezTo>
                <a:cubicBezTo>
                  <a:pt x="3655529" y="112616"/>
                  <a:pt x="3654846" y="112455"/>
                  <a:pt x="3654338" y="112241"/>
                </a:cubicBezTo>
                <a:cubicBezTo>
                  <a:pt x="3653829" y="112027"/>
                  <a:pt x="3653481" y="111773"/>
                  <a:pt x="3653294" y="111478"/>
                </a:cubicBezTo>
                <a:cubicBezTo>
                  <a:pt x="3653107" y="111184"/>
                  <a:pt x="3653013" y="110823"/>
                  <a:pt x="3653013" y="110395"/>
                </a:cubicBezTo>
                <a:lnTo>
                  <a:pt x="3653013" y="38136"/>
                </a:lnTo>
                <a:cubicBezTo>
                  <a:pt x="3653013" y="37708"/>
                  <a:pt x="3653093" y="37347"/>
                  <a:pt x="3653254" y="37052"/>
                </a:cubicBezTo>
                <a:cubicBezTo>
                  <a:pt x="3653415" y="36758"/>
                  <a:pt x="3653736" y="36490"/>
                  <a:pt x="3654217" y="36250"/>
                </a:cubicBezTo>
                <a:cubicBezTo>
                  <a:pt x="3654699" y="36009"/>
                  <a:pt x="3655315" y="35848"/>
                  <a:pt x="3656064" y="35768"/>
                </a:cubicBezTo>
                <a:cubicBezTo>
                  <a:pt x="3656813" y="35688"/>
                  <a:pt x="3657804" y="35647"/>
                  <a:pt x="3659035" y="35647"/>
                </a:cubicBezTo>
                <a:cubicBezTo>
                  <a:pt x="3660212" y="35647"/>
                  <a:pt x="3661189" y="35688"/>
                  <a:pt x="3661965" y="35768"/>
                </a:cubicBezTo>
                <a:cubicBezTo>
                  <a:pt x="3662741" y="35848"/>
                  <a:pt x="3663343" y="36009"/>
                  <a:pt x="3663772" y="36250"/>
                </a:cubicBezTo>
                <a:cubicBezTo>
                  <a:pt x="3664200" y="36490"/>
                  <a:pt x="3664508" y="36758"/>
                  <a:pt x="3664695" y="37052"/>
                </a:cubicBezTo>
                <a:cubicBezTo>
                  <a:pt x="3664882" y="37347"/>
                  <a:pt x="3664976" y="37708"/>
                  <a:pt x="3664976" y="38136"/>
                </a:cubicBezTo>
                <a:lnTo>
                  <a:pt x="3664976" y="47690"/>
                </a:lnTo>
                <a:cubicBezTo>
                  <a:pt x="3669044" y="43141"/>
                  <a:pt x="3672991" y="39809"/>
                  <a:pt x="3676818" y="37695"/>
                </a:cubicBezTo>
                <a:cubicBezTo>
                  <a:pt x="3680645" y="35580"/>
                  <a:pt x="3684512" y="34523"/>
                  <a:pt x="3688420" y="34523"/>
                </a:cubicBezTo>
                <a:cubicBezTo>
                  <a:pt x="3691417" y="34523"/>
                  <a:pt x="3694107" y="34871"/>
                  <a:pt x="3696488" y="35567"/>
                </a:cubicBezTo>
                <a:cubicBezTo>
                  <a:pt x="3698870" y="36263"/>
                  <a:pt x="3700971" y="37240"/>
                  <a:pt x="3702791" y="38498"/>
                </a:cubicBezTo>
                <a:cubicBezTo>
                  <a:pt x="3704611" y="39755"/>
                  <a:pt x="3706163" y="41254"/>
                  <a:pt x="3707448" y="42994"/>
                </a:cubicBezTo>
                <a:cubicBezTo>
                  <a:pt x="3708732" y="44733"/>
                  <a:pt x="3709803" y="46673"/>
                  <a:pt x="3710659" y="48814"/>
                </a:cubicBezTo>
                <a:cubicBezTo>
                  <a:pt x="3713068" y="46192"/>
                  <a:pt x="3715356" y="43970"/>
                  <a:pt x="3717524" y="42151"/>
                </a:cubicBezTo>
                <a:cubicBezTo>
                  <a:pt x="3719691" y="40331"/>
                  <a:pt x="3721779" y="38859"/>
                  <a:pt x="3723786" y="37735"/>
                </a:cubicBezTo>
                <a:cubicBezTo>
                  <a:pt x="3725793" y="36611"/>
                  <a:pt x="3727747" y="35795"/>
                  <a:pt x="3729647" y="35286"/>
                </a:cubicBezTo>
                <a:cubicBezTo>
                  <a:pt x="3731547" y="34778"/>
                  <a:pt x="3733461" y="34523"/>
                  <a:pt x="3735388" y="34523"/>
                </a:cubicBezTo>
                <a:cubicBezTo>
                  <a:pt x="3740044" y="34523"/>
                  <a:pt x="3743951" y="35340"/>
                  <a:pt x="3747109" y="36972"/>
                </a:cubicBezTo>
                <a:cubicBezTo>
                  <a:pt x="3750267" y="38605"/>
                  <a:pt x="3752823" y="40786"/>
                  <a:pt x="3754777" y="43516"/>
                </a:cubicBezTo>
                <a:cubicBezTo>
                  <a:pt x="3756730" y="46245"/>
                  <a:pt x="3758122" y="49443"/>
                  <a:pt x="3758952" y="53110"/>
                </a:cubicBezTo>
                <a:cubicBezTo>
                  <a:pt x="3759781" y="56776"/>
                  <a:pt x="3760196" y="60643"/>
                  <a:pt x="3760196" y="64711"/>
                </a:cubicBezTo>
                <a:lnTo>
                  <a:pt x="3760196" y="110395"/>
                </a:lnTo>
                <a:close/>
                <a:moveTo>
                  <a:pt x="3862803" y="90782"/>
                </a:moveTo>
                <a:cubicBezTo>
                  <a:pt x="3862803" y="94478"/>
                  <a:pt x="3862120" y="97774"/>
                  <a:pt x="3860755" y="100667"/>
                </a:cubicBezTo>
                <a:cubicBezTo>
                  <a:pt x="3859390" y="103559"/>
                  <a:pt x="3857450" y="105997"/>
                  <a:pt x="3854935" y="107981"/>
                </a:cubicBezTo>
                <a:cubicBezTo>
                  <a:pt x="3852419" y="109963"/>
                  <a:pt x="3849421" y="111463"/>
                  <a:pt x="3845942" y="112479"/>
                </a:cubicBezTo>
                <a:cubicBezTo>
                  <a:pt x="3842463" y="113498"/>
                  <a:pt x="3838636" y="114007"/>
                  <a:pt x="3834461" y="114007"/>
                </a:cubicBezTo>
                <a:cubicBezTo>
                  <a:pt x="3831892" y="114007"/>
                  <a:pt x="3829443" y="113807"/>
                  <a:pt x="3827115" y="113405"/>
                </a:cubicBezTo>
                <a:cubicBezTo>
                  <a:pt x="3824787" y="113004"/>
                  <a:pt x="3822699" y="112495"/>
                  <a:pt x="3820853" y="111880"/>
                </a:cubicBezTo>
                <a:cubicBezTo>
                  <a:pt x="3819006" y="111264"/>
                  <a:pt x="3817441" y="110622"/>
                  <a:pt x="3816156" y="109953"/>
                </a:cubicBezTo>
                <a:cubicBezTo>
                  <a:pt x="3814871" y="109284"/>
                  <a:pt x="3813935" y="108682"/>
                  <a:pt x="3813346" y="108146"/>
                </a:cubicBezTo>
                <a:cubicBezTo>
                  <a:pt x="3812757" y="107611"/>
                  <a:pt x="3812329" y="106862"/>
                  <a:pt x="3812061" y="105898"/>
                </a:cubicBezTo>
                <a:cubicBezTo>
                  <a:pt x="3811794" y="104935"/>
                  <a:pt x="3811660" y="103624"/>
                  <a:pt x="3811660" y="101964"/>
                </a:cubicBezTo>
                <a:cubicBezTo>
                  <a:pt x="3811660" y="100947"/>
                  <a:pt x="3811713" y="100091"/>
                  <a:pt x="3811820" y="99395"/>
                </a:cubicBezTo>
                <a:cubicBezTo>
                  <a:pt x="3811927" y="98699"/>
                  <a:pt x="3812061" y="98137"/>
                  <a:pt x="3812222" y="97709"/>
                </a:cubicBezTo>
                <a:cubicBezTo>
                  <a:pt x="3812382" y="97281"/>
                  <a:pt x="3812610" y="96973"/>
                  <a:pt x="3812904" y="96786"/>
                </a:cubicBezTo>
                <a:cubicBezTo>
                  <a:pt x="3813199" y="96599"/>
                  <a:pt x="3813533" y="96505"/>
                  <a:pt x="3813908" y="96505"/>
                </a:cubicBezTo>
                <a:cubicBezTo>
                  <a:pt x="3814497" y="96505"/>
                  <a:pt x="3815366" y="96866"/>
                  <a:pt x="3816517" y="97589"/>
                </a:cubicBezTo>
                <a:cubicBezTo>
                  <a:pt x="3817668" y="98311"/>
                  <a:pt x="3819086" y="99101"/>
                  <a:pt x="3820772" y="99957"/>
                </a:cubicBezTo>
                <a:cubicBezTo>
                  <a:pt x="3822458" y="100814"/>
                  <a:pt x="3824452" y="101603"/>
                  <a:pt x="3826754" y="102326"/>
                </a:cubicBezTo>
                <a:cubicBezTo>
                  <a:pt x="3829055" y="103048"/>
                  <a:pt x="3831705" y="103410"/>
                  <a:pt x="3834702" y="103410"/>
                </a:cubicBezTo>
                <a:cubicBezTo>
                  <a:pt x="3836950" y="103410"/>
                  <a:pt x="3838984" y="103169"/>
                  <a:pt x="3840804" y="102687"/>
                </a:cubicBezTo>
                <a:cubicBezTo>
                  <a:pt x="3842624" y="102204"/>
                  <a:pt x="3844203" y="101493"/>
                  <a:pt x="3845541" y="100554"/>
                </a:cubicBezTo>
                <a:cubicBezTo>
                  <a:pt x="3846879" y="99616"/>
                  <a:pt x="3847909" y="98423"/>
                  <a:pt x="3848632" y="96974"/>
                </a:cubicBezTo>
                <a:cubicBezTo>
                  <a:pt x="3849355" y="95526"/>
                  <a:pt x="3849716" y="93809"/>
                  <a:pt x="3849716" y="91826"/>
                </a:cubicBezTo>
                <a:cubicBezTo>
                  <a:pt x="3849716" y="89790"/>
                  <a:pt x="3849194" y="88076"/>
                  <a:pt x="3848150" y="86682"/>
                </a:cubicBezTo>
                <a:cubicBezTo>
                  <a:pt x="3847107" y="85289"/>
                  <a:pt x="3845728" y="84057"/>
                  <a:pt x="3844016" y="82987"/>
                </a:cubicBezTo>
                <a:cubicBezTo>
                  <a:pt x="3842303" y="81914"/>
                  <a:pt x="3840376" y="80964"/>
                  <a:pt x="3838235" y="80134"/>
                </a:cubicBezTo>
                <a:cubicBezTo>
                  <a:pt x="3836094" y="79303"/>
                  <a:pt x="3833886" y="78432"/>
                  <a:pt x="3831611" y="77522"/>
                </a:cubicBezTo>
                <a:cubicBezTo>
                  <a:pt x="3829336" y="76610"/>
                  <a:pt x="3827115" y="75578"/>
                  <a:pt x="3824947" y="74426"/>
                </a:cubicBezTo>
                <a:cubicBezTo>
                  <a:pt x="3822780" y="73274"/>
                  <a:pt x="3820839" y="71867"/>
                  <a:pt x="3819127" y="70206"/>
                </a:cubicBezTo>
                <a:cubicBezTo>
                  <a:pt x="3817414" y="68545"/>
                  <a:pt x="3816036" y="66563"/>
                  <a:pt x="3814992" y="64260"/>
                </a:cubicBezTo>
                <a:cubicBezTo>
                  <a:pt x="3813948" y="61956"/>
                  <a:pt x="3813426" y="59197"/>
                  <a:pt x="3813426" y="55983"/>
                </a:cubicBezTo>
                <a:cubicBezTo>
                  <a:pt x="3813426" y="53142"/>
                  <a:pt x="3813975" y="50424"/>
                  <a:pt x="3815072" y="47826"/>
                </a:cubicBezTo>
                <a:cubicBezTo>
                  <a:pt x="3816169" y="45227"/>
                  <a:pt x="3817815" y="42949"/>
                  <a:pt x="3820010" y="40994"/>
                </a:cubicBezTo>
                <a:cubicBezTo>
                  <a:pt x="3822204" y="39037"/>
                  <a:pt x="3824947" y="37470"/>
                  <a:pt x="3828239" y="36292"/>
                </a:cubicBezTo>
                <a:cubicBezTo>
                  <a:pt x="3831531" y="35113"/>
                  <a:pt x="3835371" y="34523"/>
                  <a:pt x="3839760" y="34523"/>
                </a:cubicBezTo>
                <a:cubicBezTo>
                  <a:pt x="3841687" y="34523"/>
                  <a:pt x="3843614" y="34686"/>
                  <a:pt x="3845541" y="35013"/>
                </a:cubicBezTo>
                <a:cubicBezTo>
                  <a:pt x="3847468" y="35339"/>
                  <a:pt x="3849207" y="35746"/>
                  <a:pt x="3850760" y="36234"/>
                </a:cubicBezTo>
                <a:cubicBezTo>
                  <a:pt x="3852312" y="36723"/>
                  <a:pt x="3853637" y="37252"/>
                  <a:pt x="3854734" y="37823"/>
                </a:cubicBezTo>
                <a:cubicBezTo>
                  <a:pt x="3855831" y="38393"/>
                  <a:pt x="3856661" y="38896"/>
                  <a:pt x="3857223" y="39331"/>
                </a:cubicBezTo>
                <a:cubicBezTo>
                  <a:pt x="3857785" y="39765"/>
                  <a:pt x="3858159" y="40143"/>
                  <a:pt x="3858347" y="40465"/>
                </a:cubicBezTo>
                <a:cubicBezTo>
                  <a:pt x="3858534" y="40786"/>
                  <a:pt x="3858668" y="41147"/>
                  <a:pt x="3858748" y="41548"/>
                </a:cubicBezTo>
                <a:cubicBezTo>
                  <a:pt x="3858828" y="41950"/>
                  <a:pt x="3858909" y="42445"/>
                  <a:pt x="3858989" y="43034"/>
                </a:cubicBezTo>
                <a:cubicBezTo>
                  <a:pt x="3859069" y="43623"/>
                  <a:pt x="3859109" y="44345"/>
                  <a:pt x="3859109" y="45202"/>
                </a:cubicBezTo>
                <a:cubicBezTo>
                  <a:pt x="3859109" y="46111"/>
                  <a:pt x="3859069" y="46901"/>
                  <a:pt x="3858989" y="47570"/>
                </a:cubicBezTo>
                <a:cubicBezTo>
                  <a:pt x="3858909" y="48239"/>
                  <a:pt x="3858775" y="48788"/>
                  <a:pt x="3858588" y="49216"/>
                </a:cubicBezTo>
                <a:cubicBezTo>
                  <a:pt x="3858400" y="49644"/>
                  <a:pt x="3858173" y="49952"/>
                  <a:pt x="3857905" y="50139"/>
                </a:cubicBezTo>
                <a:cubicBezTo>
                  <a:pt x="3857638" y="50327"/>
                  <a:pt x="3857343" y="50420"/>
                  <a:pt x="3857022" y="50420"/>
                </a:cubicBezTo>
                <a:cubicBezTo>
                  <a:pt x="3856540" y="50420"/>
                  <a:pt x="3855844" y="50122"/>
                  <a:pt x="3854935" y="49524"/>
                </a:cubicBezTo>
                <a:cubicBezTo>
                  <a:pt x="3854025" y="48927"/>
                  <a:pt x="3852847" y="48289"/>
                  <a:pt x="3851402" y="47610"/>
                </a:cubicBezTo>
                <a:cubicBezTo>
                  <a:pt x="3849957" y="46931"/>
                  <a:pt x="3848257" y="46293"/>
                  <a:pt x="3846304" y="45696"/>
                </a:cubicBezTo>
                <a:cubicBezTo>
                  <a:pt x="3844350" y="45099"/>
                  <a:pt x="3842115" y="44800"/>
                  <a:pt x="3839600" y="44800"/>
                </a:cubicBezTo>
                <a:cubicBezTo>
                  <a:pt x="3837352" y="44800"/>
                  <a:pt x="3835371" y="45055"/>
                  <a:pt x="3833658" y="45565"/>
                </a:cubicBezTo>
                <a:cubicBezTo>
                  <a:pt x="3831946" y="46074"/>
                  <a:pt x="3830541" y="46797"/>
                  <a:pt x="3829443" y="47736"/>
                </a:cubicBezTo>
                <a:cubicBezTo>
                  <a:pt x="3828346" y="48674"/>
                  <a:pt x="3827517" y="49787"/>
                  <a:pt x="3826955" y="51075"/>
                </a:cubicBezTo>
                <a:cubicBezTo>
                  <a:pt x="3826393" y="52361"/>
                  <a:pt x="3826112" y="53755"/>
                  <a:pt x="3826112" y="55257"/>
                </a:cubicBezTo>
                <a:cubicBezTo>
                  <a:pt x="3826112" y="57347"/>
                  <a:pt x="3826647" y="59101"/>
                  <a:pt x="3827717" y="60521"/>
                </a:cubicBezTo>
                <a:cubicBezTo>
                  <a:pt x="3828788" y="61941"/>
                  <a:pt x="3830179" y="63187"/>
                  <a:pt x="3831892" y="64260"/>
                </a:cubicBezTo>
                <a:cubicBezTo>
                  <a:pt x="3833605" y="65330"/>
                  <a:pt x="3835559" y="66294"/>
                  <a:pt x="3837753" y="67152"/>
                </a:cubicBezTo>
                <a:cubicBezTo>
                  <a:pt x="3839948" y="68009"/>
                  <a:pt x="3842182" y="68893"/>
                  <a:pt x="3844457" y="69804"/>
                </a:cubicBezTo>
                <a:cubicBezTo>
                  <a:pt x="3846732" y="70714"/>
                  <a:pt x="3848980" y="71732"/>
                  <a:pt x="3851201" y="72858"/>
                </a:cubicBezTo>
                <a:cubicBezTo>
                  <a:pt x="3853422" y="73984"/>
                  <a:pt x="3855389" y="75350"/>
                  <a:pt x="3857102" y="76958"/>
                </a:cubicBezTo>
                <a:cubicBezTo>
                  <a:pt x="3858815" y="78565"/>
                  <a:pt x="3860193" y="80494"/>
                  <a:pt x="3861237" y="82746"/>
                </a:cubicBezTo>
                <a:cubicBezTo>
                  <a:pt x="3862281" y="84995"/>
                  <a:pt x="3862803" y="87674"/>
                  <a:pt x="3862803" y="90782"/>
                </a:cubicBezTo>
                <a:close/>
                <a:moveTo>
                  <a:pt x="3897446" y="110395"/>
                </a:moveTo>
                <a:cubicBezTo>
                  <a:pt x="3897446" y="110823"/>
                  <a:pt x="3897339" y="111184"/>
                  <a:pt x="3897125" y="111478"/>
                </a:cubicBezTo>
                <a:cubicBezTo>
                  <a:pt x="3896911" y="111773"/>
                  <a:pt x="3896563" y="112027"/>
                  <a:pt x="3896081" y="112241"/>
                </a:cubicBezTo>
                <a:cubicBezTo>
                  <a:pt x="3895599" y="112455"/>
                  <a:pt x="3894930" y="112616"/>
                  <a:pt x="3894074" y="112723"/>
                </a:cubicBezTo>
                <a:cubicBezTo>
                  <a:pt x="3893217" y="112830"/>
                  <a:pt x="3892120" y="112883"/>
                  <a:pt x="3890782" y="112883"/>
                </a:cubicBezTo>
                <a:cubicBezTo>
                  <a:pt x="3889498" y="112883"/>
                  <a:pt x="3888427" y="112830"/>
                  <a:pt x="3887571" y="112723"/>
                </a:cubicBezTo>
                <a:cubicBezTo>
                  <a:pt x="3886714" y="112616"/>
                  <a:pt x="3886032" y="112455"/>
                  <a:pt x="3885523" y="112241"/>
                </a:cubicBezTo>
                <a:cubicBezTo>
                  <a:pt x="3885015" y="112027"/>
                  <a:pt x="3884667" y="111773"/>
                  <a:pt x="3884480" y="111478"/>
                </a:cubicBezTo>
                <a:cubicBezTo>
                  <a:pt x="3884292" y="111184"/>
                  <a:pt x="3884199" y="110823"/>
                  <a:pt x="3884199" y="110395"/>
                </a:cubicBezTo>
                <a:lnTo>
                  <a:pt x="3884199" y="38136"/>
                </a:lnTo>
                <a:cubicBezTo>
                  <a:pt x="3884199" y="37762"/>
                  <a:pt x="3884292" y="37414"/>
                  <a:pt x="3884480" y="37093"/>
                </a:cubicBezTo>
                <a:cubicBezTo>
                  <a:pt x="3884667" y="36771"/>
                  <a:pt x="3885015" y="36504"/>
                  <a:pt x="3885523" y="36290"/>
                </a:cubicBezTo>
                <a:cubicBezTo>
                  <a:pt x="3886032" y="36076"/>
                  <a:pt x="3886714" y="35915"/>
                  <a:pt x="3887571" y="35808"/>
                </a:cubicBezTo>
                <a:cubicBezTo>
                  <a:pt x="3888427" y="35701"/>
                  <a:pt x="3889498" y="35647"/>
                  <a:pt x="3890782" y="35647"/>
                </a:cubicBezTo>
                <a:cubicBezTo>
                  <a:pt x="3892120" y="35647"/>
                  <a:pt x="3893217" y="35701"/>
                  <a:pt x="3894074" y="35808"/>
                </a:cubicBezTo>
                <a:cubicBezTo>
                  <a:pt x="3894930" y="35915"/>
                  <a:pt x="3895599" y="36076"/>
                  <a:pt x="3896081" y="36290"/>
                </a:cubicBezTo>
                <a:cubicBezTo>
                  <a:pt x="3896563" y="36504"/>
                  <a:pt x="3896911" y="36771"/>
                  <a:pt x="3897125" y="37093"/>
                </a:cubicBezTo>
                <a:cubicBezTo>
                  <a:pt x="3897339" y="37414"/>
                  <a:pt x="3897446" y="37762"/>
                  <a:pt x="3897446" y="38136"/>
                </a:cubicBezTo>
                <a:lnTo>
                  <a:pt x="3897446" y="110395"/>
                </a:lnTo>
                <a:moveTo>
                  <a:pt x="3898971" y="13649"/>
                </a:moveTo>
                <a:cubicBezTo>
                  <a:pt x="3898971" y="16753"/>
                  <a:pt x="3898383" y="18867"/>
                  <a:pt x="3897205" y="19991"/>
                </a:cubicBezTo>
                <a:cubicBezTo>
                  <a:pt x="3896028" y="21115"/>
                  <a:pt x="3893860" y="21677"/>
                  <a:pt x="3890702" y="21677"/>
                </a:cubicBezTo>
                <a:cubicBezTo>
                  <a:pt x="3887597" y="21677"/>
                  <a:pt x="3885470" y="21129"/>
                  <a:pt x="3884319" y="20032"/>
                </a:cubicBezTo>
                <a:cubicBezTo>
                  <a:pt x="3883168" y="18934"/>
                  <a:pt x="3882593" y="16860"/>
                  <a:pt x="3882593" y="13809"/>
                </a:cubicBezTo>
                <a:cubicBezTo>
                  <a:pt x="3882593" y="10705"/>
                  <a:pt x="3883182" y="8591"/>
                  <a:pt x="3884359" y="7467"/>
                </a:cubicBezTo>
                <a:cubicBezTo>
                  <a:pt x="3885537" y="6343"/>
                  <a:pt x="3887704" y="5781"/>
                  <a:pt x="3890862" y="5781"/>
                </a:cubicBezTo>
                <a:cubicBezTo>
                  <a:pt x="3893967" y="5781"/>
                  <a:pt x="3896094" y="6329"/>
                  <a:pt x="3897245" y="7427"/>
                </a:cubicBezTo>
                <a:cubicBezTo>
                  <a:pt x="3898396" y="8524"/>
                  <a:pt x="3898971" y="10598"/>
                  <a:pt x="3898971" y="13649"/>
                </a:cubicBezTo>
                <a:close/>
                <a:moveTo>
                  <a:pt x="3982603" y="110392"/>
                </a:moveTo>
                <a:cubicBezTo>
                  <a:pt x="3982603" y="110820"/>
                  <a:pt x="3982509" y="111196"/>
                  <a:pt x="3982322" y="111519"/>
                </a:cubicBezTo>
                <a:cubicBezTo>
                  <a:pt x="3982135" y="111840"/>
                  <a:pt x="3981813" y="112094"/>
                  <a:pt x="3981358" y="112281"/>
                </a:cubicBezTo>
                <a:cubicBezTo>
                  <a:pt x="3980904" y="112469"/>
                  <a:pt x="3980301" y="112616"/>
                  <a:pt x="3979552" y="112723"/>
                </a:cubicBezTo>
                <a:cubicBezTo>
                  <a:pt x="3978803" y="112830"/>
                  <a:pt x="3977893" y="112883"/>
                  <a:pt x="3976822" y="112883"/>
                </a:cubicBezTo>
                <a:cubicBezTo>
                  <a:pt x="3975698" y="112883"/>
                  <a:pt x="3974762" y="112830"/>
                  <a:pt x="3974012" y="112723"/>
                </a:cubicBezTo>
                <a:cubicBezTo>
                  <a:pt x="3973263" y="112617"/>
                  <a:pt x="3972647" y="112472"/>
                  <a:pt x="3972166" y="112286"/>
                </a:cubicBezTo>
                <a:cubicBezTo>
                  <a:pt x="3971684" y="112099"/>
                  <a:pt x="3971336" y="111846"/>
                  <a:pt x="3971122" y="111526"/>
                </a:cubicBezTo>
                <a:cubicBezTo>
                  <a:pt x="3970908" y="111207"/>
                  <a:pt x="3970801" y="110834"/>
                  <a:pt x="3970801" y="110410"/>
                </a:cubicBezTo>
                <a:lnTo>
                  <a:pt x="3970801" y="100908"/>
                </a:lnTo>
                <a:cubicBezTo>
                  <a:pt x="3967001" y="105033"/>
                  <a:pt x="3963053" y="108248"/>
                  <a:pt x="3958958" y="110553"/>
                </a:cubicBezTo>
                <a:cubicBezTo>
                  <a:pt x="3954864" y="112856"/>
                  <a:pt x="3950381" y="114007"/>
                  <a:pt x="3945510" y="114007"/>
                </a:cubicBezTo>
                <a:cubicBezTo>
                  <a:pt x="3940211" y="114007"/>
                  <a:pt x="3935689" y="112976"/>
                  <a:pt x="3931942" y="110914"/>
                </a:cubicBezTo>
                <a:cubicBezTo>
                  <a:pt x="3928195" y="108852"/>
                  <a:pt x="3925158" y="106066"/>
                  <a:pt x="3922829" y="102557"/>
                </a:cubicBezTo>
                <a:cubicBezTo>
                  <a:pt x="3920501" y="99046"/>
                  <a:pt x="3918802" y="94920"/>
                  <a:pt x="3917731" y="90180"/>
                </a:cubicBezTo>
                <a:cubicBezTo>
                  <a:pt x="3916661" y="85438"/>
                  <a:pt x="3916125" y="80441"/>
                  <a:pt x="3916125" y="75189"/>
                </a:cubicBezTo>
                <a:cubicBezTo>
                  <a:pt x="3916125" y="68975"/>
                  <a:pt x="3916794" y="63363"/>
                  <a:pt x="3918133" y="58354"/>
                </a:cubicBezTo>
                <a:cubicBezTo>
                  <a:pt x="3919471" y="53344"/>
                  <a:pt x="3921451" y="49071"/>
                  <a:pt x="3924074" y="45535"/>
                </a:cubicBezTo>
                <a:cubicBezTo>
                  <a:pt x="3926696" y="41998"/>
                  <a:pt x="3929948" y="39278"/>
                  <a:pt x="3933829" y="37376"/>
                </a:cubicBezTo>
                <a:cubicBezTo>
                  <a:pt x="3937709" y="35474"/>
                  <a:pt x="3942192" y="34523"/>
                  <a:pt x="3947277" y="34523"/>
                </a:cubicBezTo>
                <a:cubicBezTo>
                  <a:pt x="3951505" y="34523"/>
                  <a:pt x="3955372" y="35448"/>
                  <a:pt x="3958878" y="37296"/>
                </a:cubicBezTo>
                <a:cubicBezTo>
                  <a:pt x="3962384" y="39144"/>
                  <a:pt x="3965850" y="41863"/>
                  <a:pt x="3969275" y="45452"/>
                </a:cubicBezTo>
                <a:lnTo>
                  <a:pt x="3969275" y="3377"/>
                </a:lnTo>
                <a:cubicBezTo>
                  <a:pt x="3969275" y="3002"/>
                  <a:pt x="3969369" y="2641"/>
                  <a:pt x="3969556" y="2293"/>
                </a:cubicBezTo>
                <a:cubicBezTo>
                  <a:pt x="3969744" y="1944"/>
                  <a:pt x="3970105" y="1675"/>
                  <a:pt x="3970640" y="1488"/>
                </a:cubicBezTo>
                <a:cubicBezTo>
                  <a:pt x="3971175" y="1299"/>
                  <a:pt x="3971858" y="1137"/>
                  <a:pt x="3972688" y="1004"/>
                </a:cubicBezTo>
                <a:cubicBezTo>
                  <a:pt x="3973517" y="870"/>
                  <a:pt x="3974574" y="803"/>
                  <a:pt x="3975859" y="803"/>
                </a:cubicBezTo>
                <a:cubicBezTo>
                  <a:pt x="3977197" y="803"/>
                  <a:pt x="3978294" y="870"/>
                  <a:pt x="3979151" y="1004"/>
                </a:cubicBezTo>
                <a:cubicBezTo>
                  <a:pt x="3980007" y="1137"/>
                  <a:pt x="3980676" y="1298"/>
                  <a:pt x="3981158" y="1485"/>
                </a:cubicBezTo>
                <a:cubicBezTo>
                  <a:pt x="3981640" y="1673"/>
                  <a:pt x="3982001" y="1941"/>
                  <a:pt x="3982242" y="2291"/>
                </a:cubicBezTo>
                <a:cubicBezTo>
                  <a:pt x="3982483" y="2639"/>
                  <a:pt x="3982603" y="3000"/>
                  <a:pt x="3982603" y="3375"/>
                </a:cubicBezTo>
                <a:lnTo>
                  <a:pt x="3982603" y="110392"/>
                </a:lnTo>
                <a:moveTo>
                  <a:pt x="3969275" y="59598"/>
                </a:moveTo>
                <a:cubicBezTo>
                  <a:pt x="3965689" y="55147"/>
                  <a:pt x="3962223" y="51756"/>
                  <a:pt x="3958878" y="49424"/>
                </a:cubicBezTo>
                <a:cubicBezTo>
                  <a:pt x="3955533" y="47091"/>
                  <a:pt x="3952040" y="45924"/>
                  <a:pt x="3948401" y="45924"/>
                </a:cubicBezTo>
                <a:cubicBezTo>
                  <a:pt x="3945029" y="45924"/>
                  <a:pt x="3942165" y="46729"/>
                  <a:pt x="3939810" y="48338"/>
                </a:cubicBezTo>
                <a:cubicBezTo>
                  <a:pt x="3937455" y="49945"/>
                  <a:pt x="3935541" y="52062"/>
                  <a:pt x="3934069" y="54688"/>
                </a:cubicBezTo>
                <a:cubicBezTo>
                  <a:pt x="3932598" y="57314"/>
                  <a:pt x="3931527" y="60289"/>
                  <a:pt x="3930858" y="63612"/>
                </a:cubicBezTo>
                <a:cubicBezTo>
                  <a:pt x="3930189" y="66936"/>
                  <a:pt x="3929854" y="70313"/>
                  <a:pt x="3929854" y="73744"/>
                </a:cubicBezTo>
                <a:cubicBezTo>
                  <a:pt x="3929854" y="77388"/>
                  <a:pt x="3930135" y="80953"/>
                  <a:pt x="3930697" y="84437"/>
                </a:cubicBezTo>
                <a:cubicBezTo>
                  <a:pt x="3931259" y="87921"/>
                  <a:pt x="3932236" y="91016"/>
                  <a:pt x="3933628" y="93722"/>
                </a:cubicBezTo>
                <a:cubicBezTo>
                  <a:pt x="3935020" y="96429"/>
                  <a:pt x="3936866" y="98600"/>
                  <a:pt x="3939168" y="100236"/>
                </a:cubicBezTo>
                <a:cubicBezTo>
                  <a:pt x="3941469" y="101870"/>
                  <a:pt x="3944360" y="102687"/>
                  <a:pt x="3947839" y="102687"/>
                </a:cubicBezTo>
                <a:cubicBezTo>
                  <a:pt x="3949605" y="102687"/>
                  <a:pt x="3951304" y="102446"/>
                  <a:pt x="3952937" y="101964"/>
                </a:cubicBezTo>
                <a:cubicBezTo>
                  <a:pt x="3954569" y="101481"/>
                  <a:pt x="3956242" y="100676"/>
                  <a:pt x="3957955" y="99551"/>
                </a:cubicBezTo>
                <a:cubicBezTo>
                  <a:pt x="3959668" y="98425"/>
                  <a:pt x="3961461" y="96964"/>
                  <a:pt x="3963334" y="95168"/>
                </a:cubicBezTo>
                <a:cubicBezTo>
                  <a:pt x="3965207" y="93371"/>
                  <a:pt x="3967188" y="91159"/>
                  <a:pt x="3969275" y="88531"/>
                </a:cubicBezTo>
                <a:lnTo>
                  <a:pt x="3969275" y="59598"/>
                </a:lnTo>
                <a:close/>
                <a:moveTo>
                  <a:pt x="4067536" y="71134"/>
                </a:moveTo>
                <a:cubicBezTo>
                  <a:pt x="4067536" y="73222"/>
                  <a:pt x="4067014" y="74707"/>
                  <a:pt x="4065970" y="75590"/>
                </a:cubicBezTo>
                <a:cubicBezTo>
                  <a:pt x="4064926" y="76473"/>
                  <a:pt x="4063735" y="76915"/>
                  <a:pt x="4062397" y="76915"/>
                </a:cubicBezTo>
                <a:lnTo>
                  <a:pt x="4015028" y="76915"/>
                </a:lnTo>
                <a:cubicBezTo>
                  <a:pt x="4015028" y="80941"/>
                  <a:pt x="4015429" y="84565"/>
                  <a:pt x="4016232" y="87786"/>
                </a:cubicBezTo>
                <a:cubicBezTo>
                  <a:pt x="4017035" y="91008"/>
                  <a:pt x="4018373" y="93773"/>
                  <a:pt x="4020247" y="96081"/>
                </a:cubicBezTo>
                <a:cubicBezTo>
                  <a:pt x="4022120" y="98389"/>
                  <a:pt x="4024555" y="100161"/>
                  <a:pt x="4027553" y="101397"/>
                </a:cubicBezTo>
                <a:cubicBezTo>
                  <a:pt x="4030550" y="102632"/>
                  <a:pt x="4034217" y="103249"/>
                  <a:pt x="4038552" y="103249"/>
                </a:cubicBezTo>
                <a:cubicBezTo>
                  <a:pt x="4041978" y="103249"/>
                  <a:pt x="4045028" y="102968"/>
                  <a:pt x="4047705" y="102406"/>
                </a:cubicBezTo>
                <a:cubicBezTo>
                  <a:pt x="4050381" y="101844"/>
                  <a:pt x="4052696" y="101215"/>
                  <a:pt x="4054650" y="100519"/>
                </a:cubicBezTo>
                <a:cubicBezTo>
                  <a:pt x="4056603" y="99823"/>
                  <a:pt x="4058209" y="99195"/>
                  <a:pt x="4059467" y="98632"/>
                </a:cubicBezTo>
                <a:cubicBezTo>
                  <a:pt x="4060725" y="98070"/>
                  <a:pt x="4061675" y="97789"/>
                  <a:pt x="4062317" y="97789"/>
                </a:cubicBezTo>
                <a:cubicBezTo>
                  <a:pt x="4062692" y="97789"/>
                  <a:pt x="4063026" y="97883"/>
                  <a:pt x="4063321" y="98070"/>
                </a:cubicBezTo>
                <a:cubicBezTo>
                  <a:pt x="4063615" y="98258"/>
                  <a:pt x="4063842" y="98539"/>
                  <a:pt x="4064003" y="98914"/>
                </a:cubicBezTo>
                <a:cubicBezTo>
                  <a:pt x="4064164" y="99288"/>
                  <a:pt x="4064284" y="99810"/>
                  <a:pt x="4064364" y="100479"/>
                </a:cubicBezTo>
                <a:cubicBezTo>
                  <a:pt x="4064445" y="101148"/>
                  <a:pt x="4064485" y="101964"/>
                  <a:pt x="4064485" y="102928"/>
                </a:cubicBezTo>
                <a:cubicBezTo>
                  <a:pt x="4064485" y="103624"/>
                  <a:pt x="4064458" y="104226"/>
                  <a:pt x="4064404" y="104734"/>
                </a:cubicBezTo>
                <a:cubicBezTo>
                  <a:pt x="4064351" y="105243"/>
                  <a:pt x="4064284" y="105698"/>
                  <a:pt x="4064204" y="106099"/>
                </a:cubicBezTo>
                <a:cubicBezTo>
                  <a:pt x="4064123" y="106501"/>
                  <a:pt x="4063990" y="106862"/>
                  <a:pt x="4063802" y="107183"/>
                </a:cubicBezTo>
                <a:cubicBezTo>
                  <a:pt x="4063615" y="107504"/>
                  <a:pt x="4063374" y="107812"/>
                  <a:pt x="4063080" y="108106"/>
                </a:cubicBezTo>
                <a:cubicBezTo>
                  <a:pt x="4062785" y="108401"/>
                  <a:pt x="4061916" y="108882"/>
                  <a:pt x="4060470" y="109552"/>
                </a:cubicBezTo>
                <a:cubicBezTo>
                  <a:pt x="4059025" y="110221"/>
                  <a:pt x="4057152" y="110876"/>
                  <a:pt x="4054850" y="111519"/>
                </a:cubicBezTo>
                <a:cubicBezTo>
                  <a:pt x="4052549" y="112161"/>
                  <a:pt x="4049886" y="112736"/>
                  <a:pt x="4046862" y="113245"/>
                </a:cubicBezTo>
                <a:cubicBezTo>
                  <a:pt x="4043838" y="113753"/>
                  <a:pt x="4040613" y="114007"/>
                  <a:pt x="4037187" y="114007"/>
                </a:cubicBezTo>
                <a:cubicBezTo>
                  <a:pt x="4031246" y="114007"/>
                  <a:pt x="4026041" y="113177"/>
                  <a:pt x="4021571" y="111516"/>
                </a:cubicBezTo>
                <a:cubicBezTo>
                  <a:pt x="4017102" y="109855"/>
                  <a:pt x="4013342" y="107390"/>
                  <a:pt x="4010291" y="104122"/>
                </a:cubicBezTo>
                <a:cubicBezTo>
                  <a:pt x="4007240" y="100854"/>
                  <a:pt x="4004939" y="96755"/>
                  <a:pt x="4003386" y="91826"/>
                </a:cubicBezTo>
                <a:cubicBezTo>
                  <a:pt x="4001834" y="86896"/>
                  <a:pt x="4001058" y="81163"/>
                  <a:pt x="4001058" y="74627"/>
                </a:cubicBezTo>
                <a:cubicBezTo>
                  <a:pt x="4001058" y="68411"/>
                  <a:pt x="4001861" y="62825"/>
                  <a:pt x="4003467" y="57869"/>
                </a:cubicBezTo>
                <a:cubicBezTo>
                  <a:pt x="4005072" y="52913"/>
                  <a:pt x="4007387" y="48707"/>
                  <a:pt x="4010411" y="45252"/>
                </a:cubicBezTo>
                <a:cubicBezTo>
                  <a:pt x="4013436" y="41796"/>
                  <a:pt x="4017089" y="39144"/>
                  <a:pt x="4021371" y="37296"/>
                </a:cubicBezTo>
                <a:cubicBezTo>
                  <a:pt x="4025653" y="35448"/>
                  <a:pt x="4030443" y="34523"/>
                  <a:pt x="4035742" y="34523"/>
                </a:cubicBezTo>
                <a:cubicBezTo>
                  <a:pt x="4041416" y="34523"/>
                  <a:pt x="4046246" y="35433"/>
                  <a:pt x="4050234" y="37253"/>
                </a:cubicBezTo>
                <a:cubicBezTo>
                  <a:pt x="4054221" y="39073"/>
                  <a:pt x="4057500" y="41522"/>
                  <a:pt x="4060069" y="44599"/>
                </a:cubicBezTo>
                <a:cubicBezTo>
                  <a:pt x="4062638" y="47677"/>
                  <a:pt x="4064525" y="51290"/>
                  <a:pt x="4065729" y="55438"/>
                </a:cubicBezTo>
                <a:cubicBezTo>
                  <a:pt x="4066933" y="59586"/>
                  <a:pt x="4067536" y="64015"/>
                  <a:pt x="4067536" y="68726"/>
                </a:cubicBezTo>
                <a:lnTo>
                  <a:pt x="4067536" y="71134"/>
                </a:lnTo>
                <a:moveTo>
                  <a:pt x="4054208" y="67200"/>
                </a:moveTo>
                <a:cubicBezTo>
                  <a:pt x="4054369" y="60242"/>
                  <a:pt x="4052830" y="54782"/>
                  <a:pt x="4049591" y="50822"/>
                </a:cubicBezTo>
                <a:cubicBezTo>
                  <a:pt x="4046353" y="46861"/>
                  <a:pt x="4041549" y="44880"/>
                  <a:pt x="4035180" y="44880"/>
                </a:cubicBezTo>
                <a:cubicBezTo>
                  <a:pt x="4031915" y="44880"/>
                  <a:pt x="4029051" y="45496"/>
                  <a:pt x="4026589" y="46727"/>
                </a:cubicBezTo>
                <a:cubicBezTo>
                  <a:pt x="4024127" y="47958"/>
                  <a:pt x="4022066" y="49591"/>
                  <a:pt x="4020407" y="51625"/>
                </a:cubicBezTo>
                <a:cubicBezTo>
                  <a:pt x="4018748" y="53658"/>
                  <a:pt x="4017463" y="56027"/>
                  <a:pt x="4016553" y="58730"/>
                </a:cubicBezTo>
                <a:cubicBezTo>
                  <a:pt x="4015643" y="61433"/>
                  <a:pt x="4015135" y="64256"/>
                  <a:pt x="4015028" y="67200"/>
                </a:cubicBezTo>
                <a:lnTo>
                  <a:pt x="4054208" y="67200"/>
                </a:lnTo>
                <a:close/>
                <a:moveTo>
                  <a:pt x="4175902" y="110475"/>
                </a:moveTo>
                <a:cubicBezTo>
                  <a:pt x="4175902" y="111117"/>
                  <a:pt x="4175688" y="111599"/>
                  <a:pt x="4175260" y="111920"/>
                </a:cubicBezTo>
                <a:cubicBezTo>
                  <a:pt x="4174832" y="112241"/>
                  <a:pt x="4174243" y="112482"/>
                  <a:pt x="4173494" y="112643"/>
                </a:cubicBezTo>
                <a:cubicBezTo>
                  <a:pt x="4172744" y="112803"/>
                  <a:pt x="4171647" y="112883"/>
                  <a:pt x="4170202" y="112883"/>
                </a:cubicBezTo>
                <a:cubicBezTo>
                  <a:pt x="4168810" y="112883"/>
                  <a:pt x="4167700" y="112803"/>
                  <a:pt x="4166870" y="112643"/>
                </a:cubicBezTo>
                <a:cubicBezTo>
                  <a:pt x="4166040" y="112482"/>
                  <a:pt x="4165438" y="112241"/>
                  <a:pt x="4165063" y="111920"/>
                </a:cubicBezTo>
                <a:cubicBezTo>
                  <a:pt x="4164689" y="111599"/>
                  <a:pt x="4164501" y="111117"/>
                  <a:pt x="4164501" y="110475"/>
                </a:cubicBezTo>
                <a:lnTo>
                  <a:pt x="4164501" y="103249"/>
                </a:lnTo>
                <a:cubicBezTo>
                  <a:pt x="4161344" y="106621"/>
                  <a:pt x="4157824" y="109257"/>
                  <a:pt x="4153944" y="111157"/>
                </a:cubicBezTo>
                <a:cubicBezTo>
                  <a:pt x="4150063" y="113057"/>
                  <a:pt x="4145955" y="114007"/>
                  <a:pt x="4141620" y="114007"/>
                </a:cubicBezTo>
                <a:cubicBezTo>
                  <a:pt x="4137819" y="114007"/>
                  <a:pt x="4134380" y="113511"/>
                  <a:pt x="4131303" y="112517"/>
                </a:cubicBezTo>
                <a:cubicBezTo>
                  <a:pt x="4128225" y="111524"/>
                  <a:pt x="4125602" y="110087"/>
                  <a:pt x="4123435" y="108207"/>
                </a:cubicBezTo>
                <a:cubicBezTo>
                  <a:pt x="4121267" y="106327"/>
                  <a:pt x="4119581" y="104018"/>
                  <a:pt x="4118377" y="101279"/>
                </a:cubicBezTo>
                <a:cubicBezTo>
                  <a:pt x="4117172" y="98540"/>
                  <a:pt x="4116570" y="95424"/>
                  <a:pt x="4116570" y="91931"/>
                </a:cubicBezTo>
                <a:cubicBezTo>
                  <a:pt x="4116570" y="87850"/>
                  <a:pt x="4117400" y="84305"/>
                  <a:pt x="4119059" y="81298"/>
                </a:cubicBezTo>
                <a:cubicBezTo>
                  <a:pt x="4120718" y="78289"/>
                  <a:pt x="4123100" y="75791"/>
                  <a:pt x="4126205" y="73804"/>
                </a:cubicBezTo>
                <a:cubicBezTo>
                  <a:pt x="4129309" y="71817"/>
                  <a:pt x="4133109" y="70326"/>
                  <a:pt x="4137605" y="69333"/>
                </a:cubicBezTo>
                <a:cubicBezTo>
                  <a:pt x="4142101" y="68339"/>
                  <a:pt x="4147159" y="67842"/>
                  <a:pt x="4152780" y="67842"/>
                </a:cubicBezTo>
                <a:lnTo>
                  <a:pt x="4162735" y="67842"/>
                </a:lnTo>
                <a:lnTo>
                  <a:pt x="4162735" y="62242"/>
                </a:lnTo>
                <a:cubicBezTo>
                  <a:pt x="4162735" y="59469"/>
                  <a:pt x="4162441" y="57016"/>
                  <a:pt x="4161852" y="54884"/>
                </a:cubicBezTo>
                <a:cubicBezTo>
                  <a:pt x="4161263" y="52749"/>
                  <a:pt x="4160313" y="50976"/>
                  <a:pt x="4159002" y="49562"/>
                </a:cubicBezTo>
                <a:cubicBezTo>
                  <a:pt x="4157690" y="48149"/>
                  <a:pt x="4155991" y="47082"/>
                  <a:pt x="4153904" y="46363"/>
                </a:cubicBezTo>
                <a:cubicBezTo>
                  <a:pt x="4151816" y="45642"/>
                  <a:pt x="4149247" y="45282"/>
                  <a:pt x="4146196" y="45282"/>
                </a:cubicBezTo>
                <a:cubicBezTo>
                  <a:pt x="4142931" y="45282"/>
                  <a:pt x="4140001" y="45666"/>
                  <a:pt x="4137405" y="46433"/>
                </a:cubicBezTo>
                <a:cubicBezTo>
                  <a:pt x="4134809" y="47201"/>
                  <a:pt x="4132534" y="48048"/>
                  <a:pt x="4130580" y="48975"/>
                </a:cubicBezTo>
                <a:cubicBezTo>
                  <a:pt x="4128627" y="49902"/>
                  <a:pt x="4126994" y="50749"/>
                  <a:pt x="4125683" y="51517"/>
                </a:cubicBezTo>
                <a:cubicBezTo>
                  <a:pt x="4124371" y="52284"/>
                  <a:pt x="4123395" y="52668"/>
                  <a:pt x="4122752" y="52668"/>
                </a:cubicBezTo>
                <a:cubicBezTo>
                  <a:pt x="4122324" y="52668"/>
                  <a:pt x="4121949" y="52561"/>
                  <a:pt x="4121628" y="52347"/>
                </a:cubicBezTo>
                <a:cubicBezTo>
                  <a:pt x="4121307" y="52133"/>
                  <a:pt x="4121026" y="51812"/>
                  <a:pt x="4120785" y="51384"/>
                </a:cubicBezTo>
                <a:cubicBezTo>
                  <a:pt x="4120544" y="50955"/>
                  <a:pt x="4120370" y="50407"/>
                  <a:pt x="4120263" y="49738"/>
                </a:cubicBezTo>
                <a:cubicBezTo>
                  <a:pt x="4120156" y="49069"/>
                  <a:pt x="4120103" y="48333"/>
                  <a:pt x="4120103" y="47530"/>
                </a:cubicBezTo>
                <a:cubicBezTo>
                  <a:pt x="4120103" y="46192"/>
                  <a:pt x="4120196" y="45135"/>
                  <a:pt x="4120384" y="44359"/>
                </a:cubicBezTo>
                <a:cubicBezTo>
                  <a:pt x="4120571" y="43582"/>
                  <a:pt x="4121026" y="42846"/>
                  <a:pt x="4121749" y="42151"/>
                </a:cubicBezTo>
                <a:cubicBezTo>
                  <a:pt x="4122471" y="41455"/>
                  <a:pt x="4123716" y="40644"/>
                  <a:pt x="4125482" y="39719"/>
                </a:cubicBezTo>
                <a:cubicBezTo>
                  <a:pt x="4127248" y="38793"/>
                  <a:pt x="4129282" y="37946"/>
                  <a:pt x="4131584" y="37180"/>
                </a:cubicBezTo>
                <a:cubicBezTo>
                  <a:pt x="4133885" y="36414"/>
                  <a:pt x="4136401" y="35780"/>
                  <a:pt x="4139131" y="35279"/>
                </a:cubicBezTo>
                <a:cubicBezTo>
                  <a:pt x="4141861" y="34775"/>
                  <a:pt x="4144617" y="34523"/>
                  <a:pt x="4147400" y="34523"/>
                </a:cubicBezTo>
                <a:cubicBezTo>
                  <a:pt x="4152592" y="34523"/>
                  <a:pt x="4157008" y="35112"/>
                  <a:pt x="4160648" y="36290"/>
                </a:cubicBezTo>
                <a:cubicBezTo>
                  <a:pt x="4164287" y="37467"/>
                  <a:pt x="4167231" y="39193"/>
                  <a:pt x="4169479" y="41468"/>
                </a:cubicBezTo>
                <a:cubicBezTo>
                  <a:pt x="4171727" y="43743"/>
                  <a:pt x="4173360" y="46566"/>
                  <a:pt x="4174377" y="49938"/>
                </a:cubicBezTo>
                <a:cubicBezTo>
                  <a:pt x="4175394" y="53311"/>
                  <a:pt x="4175902" y="57245"/>
                  <a:pt x="4175902" y="61741"/>
                </a:cubicBezTo>
                <a:lnTo>
                  <a:pt x="4175902" y="110475"/>
                </a:lnTo>
                <a:moveTo>
                  <a:pt x="4162735" y="77397"/>
                </a:moveTo>
                <a:lnTo>
                  <a:pt x="4151415" y="77397"/>
                </a:lnTo>
                <a:cubicBezTo>
                  <a:pt x="4147775" y="77397"/>
                  <a:pt x="4144617" y="77707"/>
                  <a:pt x="4141941" y="78327"/>
                </a:cubicBezTo>
                <a:cubicBezTo>
                  <a:pt x="4139265" y="78946"/>
                  <a:pt x="4137043" y="79861"/>
                  <a:pt x="4135277" y="81072"/>
                </a:cubicBezTo>
                <a:cubicBezTo>
                  <a:pt x="4133511" y="82283"/>
                  <a:pt x="4132213" y="83738"/>
                  <a:pt x="4131383" y="85435"/>
                </a:cubicBezTo>
                <a:cubicBezTo>
                  <a:pt x="4130553" y="87131"/>
                  <a:pt x="4130139" y="89083"/>
                  <a:pt x="4130139" y="91291"/>
                </a:cubicBezTo>
                <a:cubicBezTo>
                  <a:pt x="4130139" y="95061"/>
                  <a:pt x="4131330" y="98064"/>
                  <a:pt x="4133711" y="100298"/>
                </a:cubicBezTo>
                <a:cubicBezTo>
                  <a:pt x="4136093" y="102533"/>
                  <a:pt x="4139425" y="103650"/>
                  <a:pt x="4143707" y="103650"/>
                </a:cubicBezTo>
                <a:cubicBezTo>
                  <a:pt x="4147186" y="103650"/>
                  <a:pt x="4150411" y="102762"/>
                  <a:pt x="4153382" y="100986"/>
                </a:cubicBezTo>
                <a:cubicBezTo>
                  <a:pt x="4156352" y="99208"/>
                  <a:pt x="4159470" y="96488"/>
                  <a:pt x="4162735" y="92827"/>
                </a:cubicBezTo>
                <a:lnTo>
                  <a:pt x="4162735" y="77397"/>
                </a:lnTo>
                <a:close/>
                <a:moveTo>
                  <a:pt x="4242459" y="42873"/>
                </a:moveTo>
                <a:cubicBezTo>
                  <a:pt x="4242459" y="44051"/>
                  <a:pt x="4242433" y="45041"/>
                  <a:pt x="4242379" y="45844"/>
                </a:cubicBezTo>
                <a:cubicBezTo>
                  <a:pt x="4242325" y="46647"/>
                  <a:pt x="4242218" y="47276"/>
                  <a:pt x="4242058" y="47731"/>
                </a:cubicBezTo>
                <a:cubicBezTo>
                  <a:pt x="4241897" y="48186"/>
                  <a:pt x="4241697" y="48533"/>
                  <a:pt x="4241456" y="48774"/>
                </a:cubicBezTo>
                <a:cubicBezTo>
                  <a:pt x="4241215" y="49015"/>
                  <a:pt x="4240880" y="49136"/>
                  <a:pt x="4240452" y="49136"/>
                </a:cubicBezTo>
                <a:cubicBezTo>
                  <a:pt x="4240024" y="49136"/>
                  <a:pt x="4239502" y="49015"/>
                  <a:pt x="4238887" y="48774"/>
                </a:cubicBezTo>
                <a:cubicBezTo>
                  <a:pt x="4238271" y="48533"/>
                  <a:pt x="4237575" y="48293"/>
                  <a:pt x="4236799" y="48052"/>
                </a:cubicBezTo>
                <a:cubicBezTo>
                  <a:pt x="4236023" y="47811"/>
                  <a:pt x="4235153" y="47583"/>
                  <a:pt x="4234190" y="47369"/>
                </a:cubicBezTo>
                <a:cubicBezTo>
                  <a:pt x="4233226" y="47155"/>
                  <a:pt x="4232183" y="47048"/>
                  <a:pt x="4231059" y="47048"/>
                </a:cubicBezTo>
                <a:cubicBezTo>
                  <a:pt x="4229720" y="47048"/>
                  <a:pt x="4228409" y="47316"/>
                  <a:pt x="4227124" y="47851"/>
                </a:cubicBezTo>
                <a:cubicBezTo>
                  <a:pt x="4225840" y="48386"/>
                  <a:pt x="4224488" y="49269"/>
                  <a:pt x="4223070" y="50500"/>
                </a:cubicBezTo>
                <a:cubicBezTo>
                  <a:pt x="4221652" y="51732"/>
                  <a:pt x="4220166" y="53364"/>
                  <a:pt x="4218614" y="55398"/>
                </a:cubicBezTo>
                <a:cubicBezTo>
                  <a:pt x="4217062" y="57432"/>
                  <a:pt x="4215349" y="59921"/>
                  <a:pt x="4213476" y="62865"/>
                </a:cubicBezTo>
                <a:lnTo>
                  <a:pt x="4213476" y="110395"/>
                </a:lnTo>
                <a:cubicBezTo>
                  <a:pt x="4213476" y="110823"/>
                  <a:pt x="4213369" y="111184"/>
                  <a:pt x="4213155" y="111478"/>
                </a:cubicBezTo>
                <a:cubicBezTo>
                  <a:pt x="4212940" y="111773"/>
                  <a:pt x="4212593" y="112027"/>
                  <a:pt x="4212111" y="112241"/>
                </a:cubicBezTo>
                <a:cubicBezTo>
                  <a:pt x="4211629" y="112455"/>
                  <a:pt x="4210960" y="112616"/>
                  <a:pt x="4210104" y="112723"/>
                </a:cubicBezTo>
                <a:cubicBezTo>
                  <a:pt x="4209247" y="112830"/>
                  <a:pt x="4208150" y="112883"/>
                  <a:pt x="4206812" y="112883"/>
                </a:cubicBezTo>
                <a:cubicBezTo>
                  <a:pt x="4205527" y="112883"/>
                  <a:pt x="4204457" y="112830"/>
                  <a:pt x="4203600" y="112723"/>
                </a:cubicBezTo>
                <a:cubicBezTo>
                  <a:pt x="4202744" y="112616"/>
                  <a:pt x="4202062" y="112455"/>
                  <a:pt x="4201553" y="112241"/>
                </a:cubicBezTo>
                <a:cubicBezTo>
                  <a:pt x="4201045" y="112027"/>
                  <a:pt x="4200697" y="111773"/>
                  <a:pt x="4200509" y="111478"/>
                </a:cubicBezTo>
                <a:cubicBezTo>
                  <a:pt x="4200322" y="111184"/>
                  <a:pt x="4200228" y="110823"/>
                  <a:pt x="4200228" y="110395"/>
                </a:cubicBezTo>
                <a:lnTo>
                  <a:pt x="4200228" y="38136"/>
                </a:lnTo>
                <a:cubicBezTo>
                  <a:pt x="4200228" y="37708"/>
                  <a:pt x="4200309" y="37347"/>
                  <a:pt x="4200469" y="37052"/>
                </a:cubicBezTo>
                <a:cubicBezTo>
                  <a:pt x="4200630" y="36758"/>
                  <a:pt x="4200951" y="36490"/>
                  <a:pt x="4201433" y="36250"/>
                </a:cubicBezTo>
                <a:cubicBezTo>
                  <a:pt x="4201914" y="36009"/>
                  <a:pt x="4202530" y="35848"/>
                  <a:pt x="4203279" y="35768"/>
                </a:cubicBezTo>
                <a:cubicBezTo>
                  <a:pt x="4204029" y="35688"/>
                  <a:pt x="4205019" y="35647"/>
                  <a:pt x="4206250" y="35647"/>
                </a:cubicBezTo>
                <a:cubicBezTo>
                  <a:pt x="4207427" y="35647"/>
                  <a:pt x="4208404" y="35688"/>
                  <a:pt x="4209180" y="35768"/>
                </a:cubicBezTo>
                <a:cubicBezTo>
                  <a:pt x="4209956" y="35848"/>
                  <a:pt x="4210559" y="36009"/>
                  <a:pt x="4210987" y="36250"/>
                </a:cubicBezTo>
                <a:cubicBezTo>
                  <a:pt x="4211415" y="36490"/>
                  <a:pt x="4211723" y="36758"/>
                  <a:pt x="4211910" y="37052"/>
                </a:cubicBezTo>
                <a:cubicBezTo>
                  <a:pt x="4212097" y="37347"/>
                  <a:pt x="4212191" y="37708"/>
                  <a:pt x="4212191" y="38136"/>
                </a:cubicBezTo>
                <a:lnTo>
                  <a:pt x="4212191" y="48654"/>
                </a:lnTo>
                <a:cubicBezTo>
                  <a:pt x="4214172" y="45764"/>
                  <a:pt x="4216032" y="43408"/>
                  <a:pt x="4217771" y="41589"/>
                </a:cubicBezTo>
                <a:cubicBezTo>
                  <a:pt x="4219511" y="39769"/>
                  <a:pt x="4221156" y="38337"/>
                  <a:pt x="4222709" y="37293"/>
                </a:cubicBezTo>
                <a:cubicBezTo>
                  <a:pt x="4224261" y="36250"/>
                  <a:pt x="4225800" y="35527"/>
                  <a:pt x="4227325" y="35126"/>
                </a:cubicBezTo>
                <a:cubicBezTo>
                  <a:pt x="4228851" y="34724"/>
                  <a:pt x="4230389" y="34523"/>
                  <a:pt x="4231942" y="34523"/>
                </a:cubicBezTo>
                <a:cubicBezTo>
                  <a:pt x="4232638" y="34523"/>
                  <a:pt x="4233427" y="34564"/>
                  <a:pt x="4234310" y="34644"/>
                </a:cubicBezTo>
                <a:cubicBezTo>
                  <a:pt x="4235193" y="34724"/>
                  <a:pt x="4236117" y="34871"/>
                  <a:pt x="4237080" y="35085"/>
                </a:cubicBezTo>
                <a:cubicBezTo>
                  <a:pt x="4238044" y="35299"/>
                  <a:pt x="4238913" y="35540"/>
                  <a:pt x="4239689" y="35808"/>
                </a:cubicBezTo>
                <a:cubicBezTo>
                  <a:pt x="4240466" y="36076"/>
                  <a:pt x="4241014" y="36343"/>
                  <a:pt x="4241335" y="36611"/>
                </a:cubicBezTo>
                <a:cubicBezTo>
                  <a:pt x="4241656" y="36878"/>
                  <a:pt x="4241871" y="37133"/>
                  <a:pt x="4241978" y="37374"/>
                </a:cubicBezTo>
                <a:cubicBezTo>
                  <a:pt x="4242085" y="37614"/>
                  <a:pt x="4242178" y="37922"/>
                  <a:pt x="4242259" y="38297"/>
                </a:cubicBezTo>
                <a:cubicBezTo>
                  <a:pt x="4242339" y="38672"/>
                  <a:pt x="4242392" y="39220"/>
                  <a:pt x="4242419" y="39943"/>
                </a:cubicBezTo>
                <a:cubicBezTo>
                  <a:pt x="4242446" y="40665"/>
                  <a:pt x="4242459" y="41642"/>
                  <a:pt x="4242459" y="42873"/>
                </a:cubicBezTo>
                <a:close/>
                <a:moveTo>
                  <a:pt x="4362495" y="110395"/>
                </a:moveTo>
                <a:cubicBezTo>
                  <a:pt x="4362495" y="110823"/>
                  <a:pt x="4362388" y="111184"/>
                  <a:pt x="4362174" y="111478"/>
                </a:cubicBezTo>
                <a:cubicBezTo>
                  <a:pt x="4361960" y="111773"/>
                  <a:pt x="4361612" y="112027"/>
                  <a:pt x="4361130" y="112241"/>
                </a:cubicBezTo>
                <a:cubicBezTo>
                  <a:pt x="4360648" y="112455"/>
                  <a:pt x="4359979" y="112616"/>
                  <a:pt x="4359123" y="112723"/>
                </a:cubicBezTo>
                <a:cubicBezTo>
                  <a:pt x="4358266" y="112830"/>
                  <a:pt x="4357196" y="112883"/>
                  <a:pt x="4355911" y="112883"/>
                </a:cubicBezTo>
                <a:cubicBezTo>
                  <a:pt x="4354573" y="112883"/>
                  <a:pt x="4353476" y="112830"/>
                  <a:pt x="4352620" y="112723"/>
                </a:cubicBezTo>
                <a:cubicBezTo>
                  <a:pt x="4351763" y="112616"/>
                  <a:pt x="4351081" y="112455"/>
                  <a:pt x="4350572" y="112241"/>
                </a:cubicBezTo>
                <a:cubicBezTo>
                  <a:pt x="4350064" y="112027"/>
                  <a:pt x="4349702" y="111773"/>
                  <a:pt x="4349488" y="111478"/>
                </a:cubicBezTo>
                <a:cubicBezTo>
                  <a:pt x="4349274" y="111184"/>
                  <a:pt x="4349167" y="110823"/>
                  <a:pt x="4349167" y="110395"/>
                </a:cubicBezTo>
                <a:lnTo>
                  <a:pt x="4349167" y="66478"/>
                </a:lnTo>
                <a:cubicBezTo>
                  <a:pt x="4349167" y="63427"/>
                  <a:pt x="4348900" y="60643"/>
                  <a:pt x="4348364" y="58128"/>
                </a:cubicBezTo>
                <a:cubicBezTo>
                  <a:pt x="4347829" y="55612"/>
                  <a:pt x="4346973" y="53444"/>
                  <a:pt x="4345795" y="51625"/>
                </a:cubicBezTo>
                <a:cubicBezTo>
                  <a:pt x="4344618" y="49805"/>
                  <a:pt x="4343119" y="48413"/>
                  <a:pt x="4341299" y="47450"/>
                </a:cubicBezTo>
                <a:cubicBezTo>
                  <a:pt x="4339479" y="46486"/>
                  <a:pt x="4337338" y="46004"/>
                  <a:pt x="4334876" y="46004"/>
                </a:cubicBezTo>
                <a:cubicBezTo>
                  <a:pt x="4331825" y="46004"/>
                  <a:pt x="4328761" y="47182"/>
                  <a:pt x="4325683" y="49537"/>
                </a:cubicBezTo>
                <a:cubicBezTo>
                  <a:pt x="4322606" y="51892"/>
                  <a:pt x="4319220" y="55344"/>
                  <a:pt x="4315527" y="59894"/>
                </a:cubicBezTo>
                <a:lnTo>
                  <a:pt x="4315527" y="110395"/>
                </a:lnTo>
                <a:cubicBezTo>
                  <a:pt x="4315527" y="110823"/>
                  <a:pt x="4315420" y="111184"/>
                  <a:pt x="4315206" y="111478"/>
                </a:cubicBezTo>
                <a:cubicBezTo>
                  <a:pt x="4314992" y="111773"/>
                  <a:pt x="4314630" y="112027"/>
                  <a:pt x="4314122" y="112241"/>
                </a:cubicBezTo>
                <a:cubicBezTo>
                  <a:pt x="4313614" y="112455"/>
                  <a:pt x="4312931" y="112616"/>
                  <a:pt x="4312075" y="112723"/>
                </a:cubicBezTo>
                <a:cubicBezTo>
                  <a:pt x="4311218" y="112830"/>
                  <a:pt x="4310148" y="112883"/>
                  <a:pt x="4308863" y="112883"/>
                </a:cubicBezTo>
                <a:cubicBezTo>
                  <a:pt x="4307632" y="112883"/>
                  <a:pt x="4306575" y="112830"/>
                  <a:pt x="4305692" y="112723"/>
                </a:cubicBezTo>
                <a:cubicBezTo>
                  <a:pt x="4304809" y="112616"/>
                  <a:pt x="4304113" y="112455"/>
                  <a:pt x="4303604" y="112241"/>
                </a:cubicBezTo>
                <a:cubicBezTo>
                  <a:pt x="4303096" y="112027"/>
                  <a:pt x="4302748" y="111773"/>
                  <a:pt x="4302561" y="111478"/>
                </a:cubicBezTo>
                <a:cubicBezTo>
                  <a:pt x="4302373" y="111184"/>
                  <a:pt x="4302280" y="110823"/>
                  <a:pt x="4302280" y="110395"/>
                </a:cubicBezTo>
                <a:lnTo>
                  <a:pt x="4302280" y="66478"/>
                </a:lnTo>
                <a:cubicBezTo>
                  <a:pt x="4302280" y="63427"/>
                  <a:pt x="4301985" y="60643"/>
                  <a:pt x="4301397" y="58128"/>
                </a:cubicBezTo>
                <a:cubicBezTo>
                  <a:pt x="4300808" y="55612"/>
                  <a:pt x="4299925" y="53444"/>
                  <a:pt x="4298747" y="51625"/>
                </a:cubicBezTo>
                <a:cubicBezTo>
                  <a:pt x="4297570" y="49805"/>
                  <a:pt x="4296084" y="48413"/>
                  <a:pt x="4294291" y="47450"/>
                </a:cubicBezTo>
                <a:cubicBezTo>
                  <a:pt x="4292498" y="46486"/>
                  <a:pt x="4290370" y="46004"/>
                  <a:pt x="4287908" y="46004"/>
                </a:cubicBezTo>
                <a:cubicBezTo>
                  <a:pt x="4284857" y="46004"/>
                  <a:pt x="4281780" y="47182"/>
                  <a:pt x="4278675" y="49537"/>
                </a:cubicBezTo>
                <a:cubicBezTo>
                  <a:pt x="4275571" y="51892"/>
                  <a:pt x="4272199" y="55344"/>
                  <a:pt x="4268559" y="59894"/>
                </a:cubicBezTo>
                <a:lnTo>
                  <a:pt x="4268559" y="110395"/>
                </a:lnTo>
                <a:cubicBezTo>
                  <a:pt x="4268559" y="110823"/>
                  <a:pt x="4268452" y="111184"/>
                  <a:pt x="4268238" y="111478"/>
                </a:cubicBezTo>
                <a:cubicBezTo>
                  <a:pt x="4268024" y="111773"/>
                  <a:pt x="4267676" y="112027"/>
                  <a:pt x="4267194" y="112241"/>
                </a:cubicBezTo>
                <a:cubicBezTo>
                  <a:pt x="4266713" y="112455"/>
                  <a:pt x="4266044" y="112616"/>
                  <a:pt x="4265187" y="112723"/>
                </a:cubicBezTo>
                <a:cubicBezTo>
                  <a:pt x="4264331" y="112830"/>
                  <a:pt x="4263233" y="112883"/>
                  <a:pt x="4261895" y="112883"/>
                </a:cubicBezTo>
                <a:cubicBezTo>
                  <a:pt x="4260611" y="112883"/>
                  <a:pt x="4259540" y="112830"/>
                  <a:pt x="4258684" y="112723"/>
                </a:cubicBezTo>
                <a:cubicBezTo>
                  <a:pt x="4257827" y="112616"/>
                  <a:pt x="4257145" y="112455"/>
                  <a:pt x="4256637" y="112241"/>
                </a:cubicBezTo>
                <a:cubicBezTo>
                  <a:pt x="4256128" y="112027"/>
                  <a:pt x="4255780" y="111773"/>
                  <a:pt x="4255593" y="111478"/>
                </a:cubicBezTo>
                <a:cubicBezTo>
                  <a:pt x="4255405" y="111184"/>
                  <a:pt x="4255312" y="110823"/>
                  <a:pt x="4255312" y="110395"/>
                </a:cubicBezTo>
                <a:lnTo>
                  <a:pt x="4255312" y="38136"/>
                </a:lnTo>
                <a:cubicBezTo>
                  <a:pt x="4255312" y="37708"/>
                  <a:pt x="4255392" y="37347"/>
                  <a:pt x="4255553" y="37052"/>
                </a:cubicBezTo>
                <a:cubicBezTo>
                  <a:pt x="4255713" y="36758"/>
                  <a:pt x="4256034" y="36490"/>
                  <a:pt x="4256516" y="36250"/>
                </a:cubicBezTo>
                <a:cubicBezTo>
                  <a:pt x="4256998" y="36009"/>
                  <a:pt x="4257613" y="35848"/>
                  <a:pt x="4258363" y="35768"/>
                </a:cubicBezTo>
                <a:cubicBezTo>
                  <a:pt x="4259112" y="35688"/>
                  <a:pt x="4260102" y="35647"/>
                  <a:pt x="4261333" y="35647"/>
                </a:cubicBezTo>
                <a:cubicBezTo>
                  <a:pt x="4262511" y="35647"/>
                  <a:pt x="4263488" y="35688"/>
                  <a:pt x="4264264" y="35768"/>
                </a:cubicBezTo>
                <a:cubicBezTo>
                  <a:pt x="4265040" y="35848"/>
                  <a:pt x="4265642" y="36009"/>
                  <a:pt x="4266070" y="36250"/>
                </a:cubicBezTo>
                <a:cubicBezTo>
                  <a:pt x="4266498" y="36490"/>
                  <a:pt x="4266806" y="36758"/>
                  <a:pt x="4266994" y="37052"/>
                </a:cubicBezTo>
                <a:cubicBezTo>
                  <a:pt x="4267181" y="37347"/>
                  <a:pt x="4267275" y="37708"/>
                  <a:pt x="4267275" y="38136"/>
                </a:cubicBezTo>
                <a:lnTo>
                  <a:pt x="4267275" y="47690"/>
                </a:lnTo>
                <a:cubicBezTo>
                  <a:pt x="4271342" y="43141"/>
                  <a:pt x="4275290" y="39809"/>
                  <a:pt x="4279117" y="37695"/>
                </a:cubicBezTo>
                <a:cubicBezTo>
                  <a:pt x="4282944" y="35580"/>
                  <a:pt x="4286811" y="34523"/>
                  <a:pt x="4290718" y="34523"/>
                </a:cubicBezTo>
                <a:cubicBezTo>
                  <a:pt x="4293716" y="34523"/>
                  <a:pt x="4296405" y="34871"/>
                  <a:pt x="4298787" y="35567"/>
                </a:cubicBezTo>
                <a:cubicBezTo>
                  <a:pt x="4301169" y="36263"/>
                  <a:pt x="4303270" y="37240"/>
                  <a:pt x="4305090" y="38498"/>
                </a:cubicBezTo>
                <a:cubicBezTo>
                  <a:pt x="4306910" y="39755"/>
                  <a:pt x="4308462" y="41254"/>
                  <a:pt x="4309746" y="42994"/>
                </a:cubicBezTo>
                <a:cubicBezTo>
                  <a:pt x="4311031" y="44733"/>
                  <a:pt x="4312101" y="46673"/>
                  <a:pt x="4312958" y="48814"/>
                </a:cubicBezTo>
                <a:cubicBezTo>
                  <a:pt x="4315366" y="46192"/>
                  <a:pt x="4317655" y="43970"/>
                  <a:pt x="4319822" y="42151"/>
                </a:cubicBezTo>
                <a:cubicBezTo>
                  <a:pt x="4321990" y="40331"/>
                  <a:pt x="4324078" y="38859"/>
                  <a:pt x="4326085" y="37735"/>
                </a:cubicBezTo>
                <a:cubicBezTo>
                  <a:pt x="4328092" y="36611"/>
                  <a:pt x="4330046" y="35795"/>
                  <a:pt x="4331946" y="35286"/>
                </a:cubicBezTo>
                <a:cubicBezTo>
                  <a:pt x="4333846" y="34778"/>
                  <a:pt x="4335759" y="34523"/>
                  <a:pt x="4337686" y="34523"/>
                </a:cubicBezTo>
                <a:cubicBezTo>
                  <a:pt x="4342343" y="34523"/>
                  <a:pt x="4346250" y="35340"/>
                  <a:pt x="4349408" y="36972"/>
                </a:cubicBezTo>
                <a:cubicBezTo>
                  <a:pt x="4352566" y="38605"/>
                  <a:pt x="4355122" y="40786"/>
                  <a:pt x="4357076" y="43516"/>
                </a:cubicBezTo>
                <a:cubicBezTo>
                  <a:pt x="4359029" y="46245"/>
                  <a:pt x="4360421" y="49443"/>
                  <a:pt x="4361250" y="53110"/>
                </a:cubicBezTo>
                <a:cubicBezTo>
                  <a:pt x="4362080" y="56776"/>
                  <a:pt x="4362495" y="60643"/>
                  <a:pt x="4362495" y="64711"/>
                </a:cubicBezTo>
                <a:lnTo>
                  <a:pt x="4362495" y="110395"/>
                </a:lnTo>
                <a:close/>
                <a:moveTo>
                  <a:pt x="4431387" y="42873"/>
                </a:moveTo>
                <a:cubicBezTo>
                  <a:pt x="4431387" y="44051"/>
                  <a:pt x="4431360" y="45041"/>
                  <a:pt x="4431307" y="45844"/>
                </a:cubicBezTo>
                <a:cubicBezTo>
                  <a:pt x="4431253" y="46647"/>
                  <a:pt x="4431146" y="47276"/>
                  <a:pt x="4430985" y="47731"/>
                </a:cubicBezTo>
                <a:cubicBezTo>
                  <a:pt x="4430825" y="48186"/>
                  <a:pt x="4430624" y="48533"/>
                  <a:pt x="4430383" y="48774"/>
                </a:cubicBezTo>
                <a:cubicBezTo>
                  <a:pt x="4430142" y="49015"/>
                  <a:pt x="4429808" y="49136"/>
                  <a:pt x="4429380" y="49136"/>
                </a:cubicBezTo>
                <a:cubicBezTo>
                  <a:pt x="4428952" y="49136"/>
                  <a:pt x="4428430" y="49015"/>
                  <a:pt x="4427814" y="48774"/>
                </a:cubicBezTo>
                <a:cubicBezTo>
                  <a:pt x="4427199" y="48533"/>
                  <a:pt x="4426503" y="48293"/>
                  <a:pt x="4425727" y="48052"/>
                </a:cubicBezTo>
                <a:cubicBezTo>
                  <a:pt x="4424951" y="47811"/>
                  <a:pt x="4424081" y="47583"/>
                  <a:pt x="4423117" y="47369"/>
                </a:cubicBezTo>
                <a:cubicBezTo>
                  <a:pt x="4422154" y="47155"/>
                  <a:pt x="4421110" y="47048"/>
                  <a:pt x="4419986" y="47048"/>
                </a:cubicBezTo>
                <a:cubicBezTo>
                  <a:pt x="4418648" y="47048"/>
                  <a:pt x="4417337" y="47316"/>
                  <a:pt x="4416052" y="47851"/>
                </a:cubicBezTo>
                <a:cubicBezTo>
                  <a:pt x="4414768" y="48386"/>
                  <a:pt x="4413416" y="49269"/>
                  <a:pt x="4411998" y="50500"/>
                </a:cubicBezTo>
                <a:cubicBezTo>
                  <a:pt x="4410579" y="51732"/>
                  <a:pt x="4409094" y="53364"/>
                  <a:pt x="4407542" y="55398"/>
                </a:cubicBezTo>
                <a:cubicBezTo>
                  <a:pt x="4405989" y="57432"/>
                  <a:pt x="4404277" y="59921"/>
                  <a:pt x="4402403" y="62865"/>
                </a:cubicBezTo>
                <a:lnTo>
                  <a:pt x="4402403" y="110395"/>
                </a:lnTo>
                <a:cubicBezTo>
                  <a:pt x="4402403" y="110823"/>
                  <a:pt x="4402296" y="111184"/>
                  <a:pt x="4402082" y="111478"/>
                </a:cubicBezTo>
                <a:cubicBezTo>
                  <a:pt x="4401868" y="111773"/>
                  <a:pt x="4401520" y="112027"/>
                  <a:pt x="4401038" y="112241"/>
                </a:cubicBezTo>
                <a:cubicBezTo>
                  <a:pt x="4400557" y="112455"/>
                  <a:pt x="4399888" y="112616"/>
                  <a:pt x="4399031" y="112723"/>
                </a:cubicBezTo>
                <a:cubicBezTo>
                  <a:pt x="4398175" y="112830"/>
                  <a:pt x="4397078" y="112883"/>
                  <a:pt x="4395740" y="112883"/>
                </a:cubicBezTo>
                <a:cubicBezTo>
                  <a:pt x="4394455" y="112883"/>
                  <a:pt x="4393384" y="112830"/>
                  <a:pt x="4392528" y="112723"/>
                </a:cubicBezTo>
                <a:cubicBezTo>
                  <a:pt x="4391672" y="112616"/>
                  <a:pt x="4390989" y="112455"/>
                  <a:pt x="4390481" y="112241"/>
                </a:cubicBezTo>
                <a:cubicBezTo>
                  <a:pt x="4389972" y="112027"/>
                  <a:pt x="4389624" y="111773"/>
                  <a:pt x="4389437" y="111478"/>
                </a:cubicBezTo>
                <a:cubicBezTo>
                  <a:pt x="4389250" y="111184"/>
                  <a:pt x="4389156" y="110823"/>
                  <a:pt x="4389156" y="110395"/>
                </a:cubicBezTo>
                <a:lnTo>
                  <a:pt x="4389156" y="38136"/>
                </a:lnTo>
                <a:cubicBezTo>
                  <a:pt x="4389156" y="37708"/>
                  <a:pt x="4389236" y="37347"/>
                  <a:pt x="4389397" y="37052"/>
                </a:cubicBezTo>
                <a:cubicBezTo>
                  <a:pt x="4389557" y="36758"/>
                  <a:pt x="4389879" y="36490"/>
                  <a:pt x="4390360" y="36250"/>
                </a:cubicBezTo>
                <a:cubicBezTo>
                  <a:pt x="4390842" y="36009"/>
                  <a:pt x="4391458" y="35848"/>
                  <a:pt x="4392207" y="35768"/>
                </a:cubicBezTo>
                <a:cubicBezTo>
                  <a:pt x="4392956" y="35688"/>
                  <a:pt x="4393946" y="35647"/>
                  <a:pt x="4395178" y="35647"/>
                </a:cubicBezTo>
                <a:cubicBezTo>
                  <a:pt x="4396355" y="35647"/>
                  <a:pt x="4397332" y="35688"/>
                  <a:pt x="4398108" y="35768"/>
                </a:cubicBezTo>
                <a:cubicBezTo>
                  <a:pt x="4398884" y="35848"/>
                  <a:pt x="4399486" y="36009"/>
                  <a:pt x="4399914" y="36250"/>
                </a:cubicBezTo>
                <a:cubicBezTo>
                  <a:pt x="4400343" y="36490"/>
                  <a:pt x="4400650" y="36758"/>
                  <a:pt x="4400838" y="37052"/>
                </a:cubicBezTo>
                <a:cubicBezTo>
                  <a:pt x="4401025" y="37347"/>
                  <a:pt x="4401119" y="37708"/>
                  <a:pt x="4401119" y="38136"/>
                </a:cubicBezTo>
                <a:lnTo>
                  <a:pt x="4401119" y="48654"/>
                </a:lnTo>
                <a:cubicBezTo>
                  <a:pt x="4403099" y="45764"/>
                  <a:pt x="4404959" y="43408"/>
                  <a:pt x="4406699" y="41589"/>
                </a:cubicBezTo>
                <a:cubicBezTo>
                  <a:pt x="4408438" y="39769"/>
                  <a:pt x="4410084" y="38337"/>
                  <a:pt x="4411636" y="37293"/>
                </a:cubicBezTo>
                <a:cubicBezTo>
                  <a:pt x="4413189" y="36250"/>
                  <a:pt x="4414727" y="35527"/>
                  <a:pt x="4416253" y="35126"/>
                </a:cubicBezTo>
                <a:cubicBezTo>
                  <a:pt x="4417778" y="34724"/>
                  <a:pt x="4419317" y="34523"/>
                  <a:pt x="4420869" y="34523"/>
                </a:cubicBezTo>
                <a:cubicBezTo>
                  <a:pt x="4421565" y="34523"/>
                  <a:pt x="4422355" y="34564"/>
                  <a:pt x="4423238" y="34644"/>
                </a:cubicBezTo>
                <a:cubicBezTo>
                  <a:pt x="4424121" y="34724"/>
                  <a:pt x="4425044" y="34871"/>
                  <a:pt x="4426008" y="35085"/>
                </a:cubicBezTo>
                <a:cubicBezTo>
                  <a:pt x="4426971" y="35299"/>
                  <a:pt x="4427841" y="35540"/>
                  <a:pt x="4428617" y="35808"/>
                </a:cubicBezTo>
                <a:cubicBezTo>
                  <a:pt x="4429393" y="36076"/>
                  <a:pt x="4429942" y="36343"/>
                  <a:pt x="4430263" y="36611"/>
                </a:cubicBezTo>
                <a:cubicBezTo>
                  <a:pt x="4430584" y="36878"/>
                  <a:pt x="4430798" y="37133"/>
                  <a:pt x="4430905" y="37374"/>
                </a:cubicBezTo>
                <a:cubicBezTo>
                  <a:pt x="4431012" y="37614"/>
                  <a:pt x="4431106" y="37922"/>
                  <a:pt x="4431186" y="38297"/>
                </a:cubicBezTo>
                <a:cubicBezTo>
                  <a:pt x="4431266" y="38672"/>
                  <a:pt x="4431320" y="39220"/>
                  <a:pt x="4431347" y="39943"/>
                </a:cubicBezTo>
                <a:cubicBezTo>
                  <a:pt x="4431374" y="40665"/>
                  <a:pt x="4431387" y="41642"/>
                  <a:pt x="4431387" y="42873"/>
                </a:cubicBezTo>
                <a:close/>
                <a:moveTo>
                  <a:pt x="4505570" y="71134"/>
                </a:moveTo>
                <a:cubicBezTo>
                  <a:pt x="4505570" y="73222"/>
                  <a:pt x="4505048" y="74707"/>
                  <a:pt x="4504005" y="75590"/>
                </a:cubicBezTo>
                <a:cubicBezTo>
                  <a:pt x="4502961" y="76473"/>
                  <a:pt x="4501770" y="76915"/>
                  <a:pt x="4500432" y="76915"/>
                </a:cubicBezTo>
                <a:lnTo>
                  <a:pt x="4453063" y="76915"/>
                </a:lnTo>
                <a:cubicBezTo>
                  <a:pt x="4453063" y="80941"/>
                  <a:pt x="4453464" y="84565"/>
                  <a:pt x="4454267" y="87786"/>
                </a:cubicBezTo>
                <a:cubicBezTo>
                  <a:pt x="4455070" y="91008"/>
                  <a:pt x="4456408" y="93773"/>
                  <a:pt x="4458281" y="96081"/>
                </a:cubicBezTo>
                <a:cubicBezTo>
                  <a:pt x="4460155" y="98389"/>
                  <a:pt x="4462590" y="100161"/>
                  <a:pt x="4465587" y="101397"/>
                </a:cubicBezTo>
                <a:cubicBezTo>
                  <a:pt x="4468585" y="102632"/>
                  <a:pt x="4472251" y="103249"/>
                  <a:pt x="4476587" y="103249"/>
                </a:cubicBezTo>
                <a:cubicBezTo>
                  <a:pt x="4480012" y="103249"/>
                  <a:pt x="4483063" y="102968"/>
                  <a:pt x="4485739" y="102406"/>
                </a:cubicBezTo>
                <a:cubicBezTo>
                  <a:pt x="4488416" y="101844"/>
                  <a:pt x="4490731" y="101215"/>
                  <a:pt x="4492684" y="100519"/>
                </a:cubicBezTo>
                <a:cubicBezTo>
                  <a:pt x="4494638" y="99823"/>
                  <a:pt x="4496244" y="99195"/>
                  <a:pt x="4497501" y="98632"/>
                </a:cubicBezTo>
                <a:cubicBezTo>
                  <a:pt x="4498759" y="98070"/>
                  <a:pt x="4499709" y="97789"/>
                  <a:pt x="4500352" y="97789"/>
                </a:cubicBezTo>
                <a:cubicBezTo>
                  <a:pt x="4500726" y="97789"/>
                  <a:pt x="4501061" y="97883"/>
                  <a:pt x="4501355" y="98070"/>
                </a:cubicBezTo>
                <a:cubicBezTo>
                  <a:pt x="4501650" y="98258"/>
                  <a:pt x="4501877" y="98539"/>
                  <a:pt x="4502038" y="98914"/>
                </a:cubicBezTo>
                <a:cubicBezTo>
                  <a:pt x="4502198" y="99288"/>
                  <a:pt x="4502319" y="99810"/>
                  <a:pt x="4502399" y="100479"/>
                </a:cubicBezTo>
                <a:cubicBezTo>
                  <a:pt x="4502479" y="101148"/>
                  <a:pt x="4502519" y="101964"/>
                  <a:pt x="4502519" y="102928"/>
                </a:cubicBezTo>
                <a:cubicBezTo>
                  <a:pt x="4502519" y="103624"/>
                  <a:pt x="4502493" y="104226"/>
                  <a:pt x="4502439" y="104734"/>
                </a:cubicBezTo>
                <a:cubicBezTo>
                  <a:pt x="4502386" y="105243"/>
                  <a:pt x="4502319" y="105698"/>
                  <a:pt x="4502238" y="106099"/>
                </a:cubicBezTo>
                <a:cubicBezTo>
                  <a:pt x="4502158" y="106501"/>
                  <a:pt x="4502024" y="106862"/>
                  <a:pt x="4501837" y="107183"/>
                </a:cubicBezTo>
                <a:cubicBezTo>
                  <a:pt x="4501650" y="107504"/>
                  <a:pt x="4501409" y="107812"/>
                  <a:pt x="4501114" y="108106"/>
                </a:cubicBezTo>
                <a:cubicBezTo>
                  <a:pt x="4500820" y="108401"/>
                  <a:pt x="4499950" y="108882"/>
                  <a:pt x="4498505" y="109552"/>
                </a:cubicBezTo>
                <a:cubicBezTo>
                  <a:pt x="4497060" y="110221"/>
                  <a:pt x="4495187" y="110876"/>
                  <a:pt x="4492885" y="111519"/>
                </a:cubicBezTo>
                <a:cubicBezTo>
                  <a:pt x="4490583" y="112161"/>
                  <a:pt x="4487921" y="112736"/>
                  <a:pt x="4484896" y="113245"/>
                </a:cubicBezTo>
                <a:cubicBezTo>
                  <a:pt x="4481872" y="113753"/>
                  <a:pt x="4478647" y="114007"/>
                  <a:pt x="4475222" y="114007"/>
                </a:cubicBezTo>
                <a:cubicBezTo>
                  <a:pt x="4469281" y="114007"/>
                  <a:pt x="4464075" y="113177"/>
                  <a:pt x="4459606" y="111516"/>
                </a:cubicBezTo>
                <a:cubicBezTo>
                  <a:pt x="4455137" y="109855"/>
                  <a:pt x="4451377" y="107390"/>
                  <a:pt x="4448326" y="104122"/>
                </a:cubicBezTo>
                <a:cubicBezTo>
                  <a:pt x="4445275" y="100854"/>
                  <a:pt x="4442973" y="96755"/>
                  <a:pt x="4441421" y="91826"/>
                </a:cubicBezTo>
                <a:cubicBezTo>
                  <a:pt x="4439869" y="86896"/>
                  <a:pt x="4439093" y="81163"/>
                  <a:pt x="4439093" y="74627"/>
                </a:cubicBezTo>
                <a:cubicBezTo>
                  <a:pt x="4439093" y="68411"/>
                  <a:pt x="4439896" y="62825"/>
                  <a:pt x="4441501" y="57869"/>
                </a:cubicBezTo>
                <a:cubicBezTo>
                  <a:pt x="4443107" y="52913"/>
                  <a:pt x="4445422" y="48707"/>
                  <a:pt x="4448446" y="45252"/>
                </a:cubicBezTo>
                <a:cubicBezTo>
                  <a:pt x="4451470" y="41796"/>
                  <a:pt x="4455123" y="39144"/>
                  <a:pt x="4459405" y="37296"/>
                </a:cubicBezTo>
                <a:cubicBezTo>
                  <a:pt x="4463687" y="35448"/>
                  <a:pt x="4468478" y="34523"/>
                  <a:pt x="4473777" y="34523"/>
                </a:cubicBezTo>
                <a:cubicBezTo>
                  <a:pt x="4479450" y="34523"/>
                  <a:pt x="4484281" y="35433"/>
                  <a:pt x="4488269" y="37253"/>
                </a:cubicBezTo>
                <a:cubicBezTo>
                  <a:pt x="4492256" y="39073"/>
                  <a:pt x="4495534" y="41522"/>
                  <a:pt x="4498104" y="44599"/>
                </a:cubicBezTo>
                <a:cubicBezTo>
                  <a:pt x="4500673" y="47677"/>
                  <a:pt x="4502560" y="51290"/>
                  <a:pt x="4503764" y="55438"/>
                </a:cubicBezTo>
                <a:cubicBezTo>
                  <a:pt x="4504968" y="59586"/>
                  <a:pt x="4505570" y="64015"/>
                  <a:pt x="4505570" y="68726"/>
                </a:cubicBezTo>
                <a:lnTo>
                  <a:pt x="4505570" y="71134"/>
                </a:lnTo>
                <a:moveTo>
                  <a:pt x="4492243" y="67200"/>
                </a:moveTo>
                <a:cubicBezTo>
                  <a:pt x="4492403" y="60242"/>
                  <a:pt x="4490864" y="54782"/>
                  <a:pt x="4487626" y="50822"/>
                </a:cubicBezTo>
                <a:cubicBezTo>
                  <a:pt x="4484388" y="46861"/>
                  <a:pt x="4479584" y="44880"/>
                  <a:pt x="4473215" y="44880"/>
                </a:cubicBezTo>
                <a:cubicBezTo>
                  <a:pt x="4469950" y="44880"/>
                  <a:pt x="4467086" y="45496"/>
                  <a:pt x="4464624" y="46727"/>
                </a:cubicBezTo>
                <a:cubicBezTo>
                  <a:pt x="4462162" y="47958"/>
                  <a:pt x="4460101" y="49591"/>
                  <a:pt x="4458442" y="51625"/>
                </a:cubicBezTo>
                <a:cubicBezTo>
                  <a:pt x="4456783" y="53658"/>
                  <a:pt x="4455498" y="56027"/>
                  <a:pt x="4454588" y="58730"/>
                </a:cubicBezTo>
                <a:cubicBezTo>
                  <a:pt x="4453678" y="61433"/>
                  <a:pt x="4453170" y="64256"/>
                  <a:pt x="4453063" y="67200"/>
                </a:cubicBezTo>
                <a:lnTo>
                  <a:pt x="4492243" y="67200"/>
                </a:lnTo>
                <a:close/>
                <a:moveTo>
                  <a:pt x="4568362" y="90782"/>
                </a:moveTo>
                <a:cubicBezTo>
                  <a:pt x="4568362" y="94478"/>
                  <a:pt x="4567679" y="97774"/>
                  <a:pt x="4566314" y="100667"/>
                </a:cubicBezTo>
                <a:cubicBezTo>
                  <a:pt x="4564949" y="103559"/>
                  <a:pt x="4563009" y="105997"/>
                  <a:pt x="4560494" y="107981"/>
                </a:cubicBezTo>
                <a:cubicBezTo>
                  <a:pt x="4557978" y="109963"/>
                  <a:pt x="4554981" y="111463"/>
                  <a:pt x="4551501" y="112479"/>
                </a:cubicBezTo>
                <a:cubicBezTo>
                  <a:pt x="4548022" y="113498"/>
                  <a:pt x="4544195" y="114007"/>
                  <a:pt x="4540020" y="114007"/>
                </a:cubicBezTo>
                <a:cubicBezTo>
                  <a:pt x="4537451" y="114007"/>
                  <a:pt x="4535002" y="113807"/>
                  <a:pt x="4532674" y="113405"/>
                </a:cubicBezTo>
                <a:cubicBezTo>
                  <a:pt x="4530346" y="113004"/>
                  <a:pt x="4528258" y="112495"/>
                  <a:pt x="4526412" y="111880"/>
                </a:cubicBezTo>
                <a:cubicBezTo>
                  <a:pt x="4524565" y="111264"/>
                  <a:pt x="4523000" y="110622"/>
                  <a:pt x="4521715" y="109953"/>
                </a:cubicBezTo>
                <a:cubicBezTo>
                  <a:pt x="4520430" y="109284"/>
                  <a:pt x="4519494" y="108682"/>
                  <a:pt x="4518905" y="108146"/>
                </a:cubicBezTo>
                <a:cubicBezTo>
                  <a:pt x="4518316" y="107611"/>
                  <a:pt x="4517888" y="106862"/>
                  <a:pt x="4517620" y="105898"/>
                </a:cubicBezTo>
                <a:cubicBezTo>
                  <a:pt x="4517353" y="104935"/>
                  <a:pt x="4517219" y="103624"/>
                  <a:pt x="4517219" y="101964"/>
                </a:cubicBezTo>
                <a:cubicBezTo>
                  <a:pt x="4517219" y="100947"/>
                  <a:pt x="4517272" y="100091"/>
                  <a:pt x="4517379" y="99395"/>
                </a:cubicBezTo>
                <a:cubicBezTo>
                  <a:pt x="4517487" y="98699"/>
                  <a:pt x="4517620" y="98137"/>
                  <a:pt x="4517781" y="97709"/>
                </a:cubicBezTo>
                <a:cubicBezTo>
                  <a:pt x="4517941" y="97281"/>
                  <a:pt x="4518169" y="96973"/>
                  <a:pt x="4518463" y="96786"/>
                </a:cubicBezTo>
                <a:cubicBezTo>
                  <a:pt x="4518758" y="96599"/>
                  <a:pt x="4519092" y="96505"/>
                  <a:pt x="4519467" y="96505"/>
                </a:cubicBezTo>
                <a:cubicBezTo>
                  <a:pt x="4520056" y="96505"/>
                  <a:pt x="4520925" y="96866"/>
                  <a:pt x="4522076" y="97589"/>
                </a:cubicBezTo>
                <a:cubicBezTo>
                  <a:pt x="4523227" y="98311"/>
                  <a:pt x="4524645" y="99101"/>
                  <a:pt x="4526331" y="99957"/>
                </a:cubicBezTo>
                <a:cubicBezTo>
                  <a:pt x="4528018" y="100814"/>
                  <a:pt x="4530011" y="101603"/>
                  <a:pt x="4532313" y="102326"/>
                </a:cubicBezTo>
                <a:cubicBezTo>
                  <a:pt x="4534614" y="103048"/>
                  <a:pt x="4537264" y="103410"/>
                  <a:pt x="4540261" y="103410"/>
                </a:cubicBezTo>
                <a:cubicBezTo>
                  <a:pt x="4542509" y="103410"/>
                  <a:pt x="4544543" y="103169"/>
                  <a:pt x="4546363" y="102687"/>
                </a:cubicBezTo>
                <a:cubicBezTo>
                  <a:pt x="4548183" y="102204"/>
                  <a:pt x="4549762" y="101493"/>
                  <a:pt x="4551100" y="100554"/>
                </a:cubicBezTo>
                <a:cubicBezTo>
                  <a:pt x="4552438" y="99616"/>
                  <a:pt x="4553468" y="98423"/>
                  <a:pt x="4554191" y="96974"/>
                </a:cubicBezTo>
                <a:cubicBezTo>
                  <a:pt x="4554914" y="95526"/>
                  <a:pt x="4555275" y="93809"/>
                  <a:pt x="4555275" y="91826"/>
                </a:cubicBezTo>
                <a:cubicBezTo>
                  <a:pt x="4555275" y="89790"/>
                  <a:pt x="4554753" y="88076"/>
                  <a:pt x="4553709" y="86682"/>
                </a:cubicBezTo>
                <a:cubicBezTo>
                  <a:pt x="4552666" y="85289"/>
                  <a:pt x="4551287" y="84057"/>
                  <a:pt x="4549575" y="82987"/>
                </a:cubicBezTo>
                <a:cubicBezTo>
                  <a:pt x="4547862" y="81914"/>
                  <a:pt x="4545935" y="80964"/>
                  <a:pt x="4543794" y="80134"/>
                </a:cubicBezTo>
                <a:cubicBezTo>
                  <a:pt x="4541653" y="79303"/>
                  <a:pt x="4539445" y="78432"/>
                  <a:pt x="4537170" y="77522"/>
                </a:cubicBezTo>
                <a:cubicBezTo>
                  <a:pt x="4534895" y="76610"/>
                  <a:pt x="4532674" y="75578"/>
                  <a:pt x="4530506" y="74426"/>
                </a:cubicBezTo>
                <a:cubicBezTo>
                  <a:pt x="4528339" y="73274"/>
                  <a:pt x="4526398" y="71867"/>
                  <a:pt x="4524686" y="70206"/>
                </a:cubicBezTo>
                <a:cubicBezTo>
                  <a:pt x="4522973" y="68545"/>
                  <a:pt x="4521595" y="66563"/>
                  <a:pt x="4520551" y="64260"/>
                </a:cubicBezTo>
                <a:cubicBezTo>
                  <a:pt x="4519507" y="61956"/>
                  <a:pt x="4518985" y="59197"/>
                  <a:pt x="4518985" y="55983"/>
                </a:cubicBezTo>
                <a:cubicBezTo>
                  <a:pt x="4518985" y="53142"/>
                  <a:pt x="4519534" y="50424"/>
                  <a:pt x="4520631" y="47826"/>
                </a:cubicBezTo>
                <a:cubicBezTo>
                  <a:pt x="4521728" y="45227"/>
                  <a:pt x="4523374" y="42949"/>
                  <a:pt x="4525569" y="40994"/>
                </a:cubicBezTo>
                <a:cubicBezTo>
                  <a:pt x="4527763" y="39037"/>
                  <a:pt x="4530506" y="37470"/>
                  <a:pt x="4533798" y="36292"/>
                </a:cubicBezTo>
                <a:cubicBezTo>
                  <a:pt x="4537090" y="35113"/>
                  <a:pt x="4540930" y="34523"/>
                  <a:pt x="4545319" y="34523"/>
                </a:cubicBezTo>
                <a:cubicBezTo>
                  <a:pt x="4547246" y="34523"/>
                  <a:pt x="4549173" y="34686"/>
                  <a:pt x="4551100" y="35013"/>
                </a:cubicBezTo>
                <a:cubicBezTo>
                  <a:pt x="4553027" y="35339"/>
                  <a:pt x="4554766" y="35746"/>
                  <a:pt x="4556319" y="36234"/>
                </a:cubicBezTo>
                <a:cubicBezTo>
                  <a:pt x="4557871" y="36723"/>
                  <a:pt x="4559196" y="37252"/>
                  <a:pt x="4560293" y="37823"/>
                </a:cubicBezTo>
                <a:cubicBezTo>
                  <a:pt x="4561390" y="38393"/>
                  <a:pt x="4562220" y="38896"/>
                  <a:pt x="4562782" y="39331"/>
                </a:cubicBezTo>
                <a:cubicBezTo>
                  <a:pt x="4563344" y="39765"/>
                  <a:pt x="4563718" y="40143"/>
                  <a:pt x="4563906" y="40465"/>
                </a:cubicBezTo>
                <a:cubicBezTo>
                  <a:pt x="4564093" y="40786"/>
                  <a:pt x="4564227" y="41147"/>
                  <a:pt x="4564307" y="41548"/>
                </a:cubicBezTo>
                <a:cubicBezTo>
                  <a:pt x="4564387" y="41950"/>
                  <a:pt x="4564468" y="42445"/>
                  <a:pt x="4564548" y="43034"/>
                </a:cubicBezTo>
                <a:cubicBezTo>
                  <a:pt x="4564628" y="43623"/>
                  <a:pt x="4564668" y="44345"/>
                  <a:pt x="4564668" y="45202"/>
                </a:cubicBezTo>
                <a:cubicBezTo>
                  <a:pt x="4564668" y="46111"/>
                  <a:pt x="4564628" y="46901"/>
                  <a:pt x="4564548" y="47570"/>
                </a:cubicBezTo>
                <a:cubicBezTo>
                  <a:pt x="4564468" y="48239"/>
                  <a:pt x="4564334" y="48788"/>
                  <a:pt x="4564147" y="49216"/>
                </a:cubicBezTo>
                <a:cubicBezTo>
                  <a:pt x="4563959" y="49644"/>
                  <a:pt x="4563732" y="49952"/>
                  <a:pt x="4563464" y="50139"/>
                </a:cubicBezTo>
                <a:cubicBezTo>
                  <a:pt x="4563197" y="50327"/>
                  <a:pt x="4562902" y="50420"/>
                  <a:pt x="4562581" y="50420"/>
                </a:cubicBezTo>
                <a:cubicBezTo>
                  <a:pt x="4562099" y="50420"/>
                  <a:pt x="4561403" y="50122"/>
                  <a:pt x="4560494" y="49524"/>
                </a:cubicBezTo>
                <a:cubicBezTo>
                  <a:pt x="4559584" y="48927"/>
                  <a:pt x="4558406" y="48289"/>
                  <a:pt x="4556961" y="47610"/>
                </a:cubicBezTo>
                <a:cubicBezTo>
                  <a:pt x="4555516" y="46931"/>
                  <a:pt x="4553816" y="46293"/>
                  <a:pt x="4551863" y="45696"/>
                </a:cubicBezTo>
                <a:cubicBezTo>
                  <a:pt x="4549909" y="45099"/>
                  <a:pt x="4547674" y="44800"/>
                  <a:pt x="4545159" y="44800"/>
                </a:cubicBezTo>
                <a:cubicBezTo>
                  <a:pt x="4542911" y="44800"/>
                  <a:pt x="4540930" y="45055"/>
                  <a:pt x="4539218" y="45565"/>
                </a:cubicBezTo>
                <a:cubicBezTo>
                  <a:pt x="4537505" y="46074"/>
                  <a:pt x="4536100" y="46797"/>
                  <a:pt x="4535002" y="47736"/>
                </a:cubicBezTo>
                <a:cubicBezTo>
                  <a:pt x="4533905" y="48674"/>
                  <a:pt x="4533076" y="49787"/>
                  <a:pt x="4532514" y="51075"/>
                </a:cubicBezTo>
                <a:cubicBezTo>
                  <a:pt x="4531952" y="52361"/>
                  <a:pt x="4531671" y="53755"/>
                  <a:pt x="4531671" y="55257"/>
                </a:cubicBezTo>
                <a:cubicBezTo>
                  <a:pt x="4531671" y="57347"/>
                  <a:pt x="4532206" y="59101"/>
                  <a:pt x="4533276" y="60521"/>
                </a:cubicBezTo>
                <a:cubicBezTo>
                  <a:pt x="4534347" y="61941"/>
                  <a:pt x="4535738" y="63187"/>
                  <a:pt x="4537451" y="64260"/>
                </a:cubicBezTo>
                <a:cubicBezTo>
                  <a:pt x="4539164" y="65330"/>
                  <a:pt x="4541118" y="66294"/>
                  <a:pt x="4543312" y="67152"/>
                </a:cubicBezTo>
                <a:cubicBezTo>
                  <a:pt x="4545507" y="68009"/>
                  <a:pt x="4547741" y="68893"/>
                  <a:pt x="4550016" y="69804"/>
                </a:cubicBezTo>
                <a:cubicBezTo>
                  <a:pt x="4552291" y="70714"/>
                  <a:pt x="4554539" y="71732"/>
                  <a:pt x="4556760" y="72858"/>
                </a:cubicBezTo>
                <a:cubicBezTo>
                  <a:pt x="4558981" y="73984"/>
                  <a:pt x="4560949" y="75350"/>
                  <a:pt x="4562661" y="76958"/>
                </a:cubicBezTo>
                <a:cubicBezTo>
                  <a:pt x="4564374" y="78565"/>
                  <a:pt x="4565752" y="80494"/>
                  <a:pt x="4566796" y="82746"/>
                </a:cubicBezTo>
                <a:cubicBezTo>
                  <a:pt x="4567840" y="84995"/>
                  <a:pt x="4568362" y="87674"/>
                  <a:pt x="4568362" y="90782"/>
                </a:cubicBezTo>
                <a:close/>
                <a:moveTo>
                  <a:pt x="4621412" y="105176"/>
                </a:moveTo>
                <a:cubicBezTo>
                  <a:pt x="4621412" y="106728"/>
                  <a:pt x="4621305" y="107959"/>
                  <a:pt x="4621091" y="108869"/>
                </a:cubicBezTo>
                <a:cubicBezTo>
                  <a:pt x="4620877" y="109779"/>
                  <a:pt x="4620556" y="110448"/>
                  <a:pt x="4620127" y="110876"/>
                </a:cubicBezTo>
                <a:cubicBezTo>
                  <a:pt x="4619699" y="111304"/>
                  <a:pt x="4619057" y="111706"/>
                  <a:pt x="4618201" y="112081"/>
                </a:cubicBezTo>
                <a:cubicBezTo>
                  <a:pt x="4617344" y="112455"/>
                  <a:pt x="4616367" y="112763"/>
                  <a:pt x="4615270" y="113004"/>
                </a:cubicBezTo>
                <a:cubicBezTo>
                  <a:pt x="4614173" y="113245"/>
                  <a:pt x="4613009" y="113445"/>
                  <a:pt x="4611778" y="113606"/>
                </a:cubicBezTo>
                <a:cubicBezTo>
                  <a:pt x="4610547" y="113767"/>
                  <a:pt x="4609315" y="113847"/>
                  <a:pt x="4608084" y="113847"/>
                </a:cubicBezTo>
                <a:cubicBezTo>
                  <a:pt x="4604338" y="113847"/>
                  <a:pt x="4601126" y="113351"/>
                  <a:pt x="4598450" y="112359"/>
                </a:cubicBezTo>
                <a:cubicBezTo>
                  <a:pt x="4595774" y="111366"/>
                  <a:pt x="4593579" y="109863"/>
                  <a:pt x="4591866" y="107850"/>
                </a:cubicBezTo>
                <a:cubicBezTo>
                  <a:pt x="4590154" y="105838"/>
                  <a:pt x="4588909" y="103290"/>
                  <a:pt x="4588133" y="100206"/>
                </a:cubicBezTo>
                <a:cubicBezTo>
                  <a:pt x="4587357" y="97121"/>
                  <a:pt x="4586969" y="93487"/>
                  <a:pt x="4586969" y="89302"/>
                </a:cubicBezTo>
                <a:lnTo>
                  <a:pt x="4586969" y="46968"/>
                </a:lnTo>
                <a:lnTo>
                  <a:pt x="4576853" y="46968"/>
                </a:lnTo>
                <a:cubicBezTo>
                  <a:pt x="4576050" y="46968"/>
                  <a:pt x="4575408" y="46540"/>
                  <a:pt x="4574926" y="45683"/>
                </a:cubicBezTo>
                <a:cubicBezTo>
                  <a:pt x="4574444" y="44827"/>
                  <a:pt x="4574203" y="43435"/>
                  <a:pt x="4574203" y="41508"/>
                </a:cubicBezTo>
                <a:cubicBezTo>
                  <a:pt x="4574203" y="40491"/>
                  <a:pt x="4574270" y="39635"/>
                  <a:pt x="4574404" y="38939"/>
                </a:cubicBezTo>
                <a:cubicBezTo>
                  <a:pt x="4574538" y="38243"/>
                  <a:pt x="4574712" y="37668"/>
                  <a:pt x="4574926" y="37213"/>
                </a:cubicBezTo>
                <a:cubicBezTo>
                  <a:pt x="4575140" y="36758"/>
                  <a:pt x="4575421" y="36437"/>
                  <a:pt x="4575769" y="36250"/>
                </a:cubicBezTo>
                <a:cubicBezTo>
                  <a:pt x="4576117" y="36062"/>
                  <a:pt x="4576505" y="35969"/>
                  <a:pt x="4576933" y="35969"/>
                </a:cubicBezTo>
                <a:lnTo>
                  <a:pt x="4586969" y="35969"/>
                </a:lnTo>
                <a:lnTo>
                  <a:pt x="4586969" y="18787"/>
                </a:lnTo>
                <a:cubicBezTo>
                  <a:pt x="4586969" y="18412"/>
                  <a:pt x="4587063" y="18065"/>
                  <a:pt x="4587250" y="17743"/>
                </a:cubicBezTo>
                <a:cubicBezTo>
                  <a:pt x="4587437" y="17422"/>
                  <a:pt x="4587785" y="17141"/>
                  <a:pt x="4588294" y="16900"/>
                </a:cubicBezTo>
                <a:cubicBezTo>
                  <a:pt x="4588802" y="16660"/>
                  <a:pt x="4589485" y="16486"/>
                  <a:pt x="4590341" y="16379"/>
                </a:cubicBezTo>
                <a:cubicBezTo>
                  <a:pt x="4591197" y="16271"/>
                  <a:pt x="4592268" y="16218"/>
                  <a:pt x="4593552" y="16218"/>
                </a:cubicBezTo>
                <a:cubicBezTo>
                  <a:pt x="4594891" y="16218"/>
                  <a:pt x="4595988" y="16271"/>
                  <a:pt x="4596844" y="16379"/>
                </a:cubicBezTo>
                <a:cubicBezTo>
                  <a:pt x="4597701" y="16486"/>
                  <a:pt x="4598370" y="16660"/>
                  <a:pt x="4598851" y="16900"/>
                </a:cubicBezTo>
                <a:cubicBezTo>
                  <a:pt x="4599333" y="17141"/>
                  <a:pt x="4599681" y="17422"/>
                  <a:pt x="4599895" y="17743"/>
                </a:cubicBezTo>
                <a:cubicBezTo>
                  <a:pt x="4600109" y="18065"/>
                  <a:pt x="4600216" y="18412"/>
                  <a:pt x="4600216" y="18787"/>
                </a:cubicBezTo>
                <a:lnTo>
                  <a:pt x="4600216" y="35969"/>
                </a:lnTo>
                <a:lnTo>
                  <a:pt x="4618763" y="35969"/>
                </a:lnTo>
                <a:cubicBezTo>
                  <a:pt x="4619191" y="35969"/>
                  <a:pt x="4619565" y="36062"/>
                  <a:pt x="4619887" y="36250"/>
                </a:cubicBezTo>
                <a:cubicBezTo>
                  <a:pt x="4620208" y="36437"/>
                  <a:pt x="4620489" y="36758"/>
                  <a:pt x="4620730" y="37213"/>
                </a:cubicBezTo>
                <a:cubicBezTo>
                  <a:pt x="4620970" y="37668"/>
                  <a:pt x="4621144" y="38243"/>
                  <a:pt x="4621251" y="38939"/>
                </a:cubicBezTo>
                <a:cubicBezTo>
                  <a:pt x="4621359" y="39635"/>
                  <a:pt x="4621412" y="40491"/>
                  <a:pt x="4621412" y="41508"/>
                </a:cubicBezTo>
                <a:cubicBezTo>
                  <a:pt x="4621412" y="43435"/>
                  <a:pt x="4621171" y="44827"/>
                  <a:pt x="4620689" y="45683"/>
                </a:cubicBezTo>
                <a:cubicBezTo>
                  <a:pt x="4620208" y="46540"/>
                  <a:pt x="4619565" y="46968"/>
                  <a:pt x="4618763" y="46968"/>
                </a:cubicBezTo>
                <a:lnTo>
                  <a:pt x="4600216" y="46968"/>
                </a:lnTo>
                <a:lnTo>
                  <a:pt x="4600216" y="87390"/>
                </a:lnTo>
                <a:cubicBezTo>
                  <a:pt x="4600216" y="92381"/>
                  <a:pt x="4600952" y="96152"/>
                  <a:pt x="4602424" y="98703"/>
                </a:cubicBezTo>
                <a:cubicBezTo>
                  <a:pt x="4603896" y="101252"/>
                  <a:pt x="4606532" y="102526"/>
                  <a:pt x="4610332" y="102526"/>
                </a:cubicBezTo>
                <a:cubicBezTo>
                  <a:pt x="4611563" y="102526"/>
                  <a:pt x="4612661" y="102406"/>
                  <a:pt x="4613624" y="102165"/>
                </a:cubicBezTo>
                <a:cubicBezTo>
                  <a:pt x="4614588" y="101924"/>
                  <a:pt x="4615444" y="101670"/>
                  <a:pt x="4616193" y="101402"/>
                </a:cubicBezTo>
                <a:cubicBezTo>
                  <a:pt x="4616943" y="101135"/>
                  <a:pt x="4617585" y="100881"/>
                  <a:pt x="4618120" y="100640"/>
                </a:cubicBezTo>
                <a:cubicBezTo>
                  <a:pt x="4618656" y="100399"/>
                  <a:pt x="4619137" y="100278"/>
                  <a:pt x="4619565" y="100278"/>
                </a:cubicBezTo>
                <a:cubicBezTo>
                  <a:pt x="4619833" y="100278"/>
                  <a:pt x="4620087" y="100345"/>
                  <a:pt x="4620328" y="100479"/>
                </a:cubicBezTo>
                <a:cubicBezTo>
                  <a:pt x="4620569" y="100613"/>
                  <a:pt x="4620756" y="100867"/>
                  <a:pt x="4620890" y="101242"/>
                </a:cubicBezTo>
                <a:cubicBezTo>
                  <a:pt x="4621024" y="101616"/>
                  <a:pt x="4621144" y="102125"/>
                  <a:pt x="4621251" y="102767"/>
                </a:cubicBezTo>
                <a:cubicBezTo>
                  <a:pt x="4621359" y="103410"/>
                  <a:pt x="4621412" y="104212"/>
                  <a:pt x="4621412" y="105176"/>
                </a:cubicBezTo>
                <a:close/>
                <a:moveTo>
                  <a:pt x="4684283" y="90782"/>
                </a:moveTo>
                <a:cubicBezTo>
                  <a:pt x="4684283" y="94478"/>
                  <a:pt x="4683601" y="97774"/>
                  <a:pt x="4682236" y="100667"/>
                </a:cubicBezTo>
                <a:cubicBezTo>
                  <a:pt x="4680871" y="103559"/>
                  <a:pt x="4678931" y="105997"/>
                  <a:pt x="4676415" y="107981"/>
                </a:cubicBezTo>
                <a:cubicBezTo>
                  <a:pt x="4673899" y="109963"/>
                  <a:pt x="4670902" y="111463"/>
                  <a:pt x="4667423" y="112479"/>
                </a:cubicBezTo>
                <a:cubicBezTo>
                  <a:pt x="4663944" y="113498"/>
                  <a:pt x="4660117" y="114007"/>
                  <a:pt x="4655942" y="114007"/>
                </a:cubicBezTo>
                <a:cubicBezTo>
                  <a:pt x="4653373" y="114007"/>
                  <a:pt x="4650924" y="113807"/>
                  <a:pt x="4648595" y="113405"/>
                </a:cubicBezTo>
                <a:cubicBezTo>
                  <a:pt x="4646267" y="113004"/>
                  <a:pt x="4644180" y="112495"/>
                  <a:pt x="4642333" y="111880"/>
                </a:cubicBezTo>
                <a:cubicBezTo>
                  <a:pt x="4640487" y="111264"/>
                  <a:pt x="4638921" y="110622"/>
                  <a:pt x="4637636" y="109953"/>
                </a:cubicBezTo>
                <a:cubicBezTo>
                  <a:pt x="4636352" y="109284"/>
                  <a:pt x="4635415" y="108682"/>
                  <a:pt x="4634826" y="108146"/>
                </a:cubicBezTo>
                <a:cubicBezTo>
                  <a:pt x="4634238" y="107611"/>
                  <a:pt x="4633809" y="106862"/>
                  <a:pt x="4633542" y="105898"/>
                </a:cubicBezTo>
                <a:cubicBezTo>
                  <a:pt x="4633274" y="104935"/>
                  <a:pt x="4633140" y="103624"/>
                  <a:pt x="4633140" y="101964"/>
                </a:cubicBezTo>
                <a:cubicBezTo>
                  <a:pt x="4633140" y="100947"/>
                  <a:pt x="4633194" y="100091"/>
                  <a:pt x="4633301" y="99395"/>
                </a:cubicBezTo>
                <a:cubicBezTo>
                  <a:pt x="4633408" y="98699"/>
                  <a:pt x="4633542" y="98137"/>
                  <a:pt x="4633702" y="97709"/>
                </a:cubicBezTo>
                <a:cubicBezTo>
                  <a:pt x="4633863" y="97281"/>
                  <a:pt x="4634090" y="96973"/>
                  <a:pt x="4634385" y="96786"/>
                </a:cubicBezTo>
                <a:cubicBezTo>
                  <a:pt x="4634679" y="96599"/>
                  <a:pt x="4635014" y="96505"/>
                  <a:pt x="4635388" y="96505"/>
                </a:cubicBezTo>
                <a:cubicBezTo>
                  <a:pt x="4635977" y="96505"/>
                  <a:pt x="4636847" y="96866"/>
                  <a:pt x="4637998" y="97589"/>
                </a:cubicBezTo>
                <a:cubicBezTo>
                  <a:pt x="4639148" y="98311"/>
                  <a:pt x="4640567" y="99101"/>
                  <a:pt x="4642253" y="99957"/>
                </a:cubicBezTo>
                <a:cubicBezTo>
                  <a:pt x="4643939" y="100814"/>
                  <a:pt x="4645933" y="101603"/>
                  <a:pt x="4648234" y="102326"/>
                </a:cubicBezTo>
                <a:cubicBezTo>
                  <a:pt x="4650536" y="103048"/>
                  <a:pt x="4653185" y="103410"/>
                  <a:pt x="4656183" y="103410"/>
                </a:cubicBezTo>
                <a:cubicBezTo>
                  <a:pt x="4658431" y="103410"/>
                  <a:pt x="4660465" y="103169"/>
                  <a:pt x="4662284" y="102687"/>
                </a:cubicBezTo>
                <a:cubicBezTo>
                  <a:pt x="4664104" y="102204"/>
                  <a:pt x="4665683" y="101493"/>
                  <a:pt x="4667021" y="100554"/>
                </a:cubicBezTo>
                <a:cubicBezTo>
                  <a:pt x="4668359" y="99616"/>
                  <a:pt x="4669390" y="98423"/>
                  <a:pt x="4670112" y="96974"/>
                </a:cubicBezTo>
                <a:cubicBezTo>
                  <a:pt x="4670835" y="95526"/>
                  <a:pt x="4671196" y="93809"/>
                  <a:pt x="4671196" y="91826"/>
                </a:cubicBezTo>
                <a:cubicBezTo>
                  <a:pt x="4671196" y="89790"/>
                  <a:pt x="4670674" y="88076"/>
                  <a:pt x="4669631" y="86682"/>
                </a:cubicBezTo>
                <a:cubicBezTo>
                  <a:pt x="4668587" y="85289"/>
                  <a:pt x="4667209" y="84057"/>
                  <a:pt x="4665496" y="82987"/>
                </a:cubicBezTo>
                <a:cubicBezTo>
                  <a:pt x="4663783" y="81914"/>
                  <a:pt x="4661856" y="80964"/>
                  <a:pt x="4659715" y="80134"/>
                </a:cubicBezTo>
                <a:cubicBezTo>
                  <a:pt x="4657574" y="79303"/>
                  <a:pt x="4655366" y="78432"/>
                  <a:pt x="4653092" y="77522"/>
                </a:cubicBezTo>
                <a:cubicBezTo>
                  <a:pt x="4650817" y="76610"/>
                  <a:pt x="4648595" y="75578"/>
                  <a:pt x="4646428" y="74426"/>
                </a:cubicBezTo>
                <a:cubicBezTo>
                  <a:pt x="4644260" y="73274"/>
                  <a:pt x="4642320" y="71867"/>
                  <a:pt x="4640607" y="70206"/>
                </a:cubicBezTo>
                <a:cubicBezTo>
                  <a:pt x="4638894" y="68545"/>
                  <a:pt x="4637516" y="66563"/>
                  <a:pt x="4636472" y="64260"/>
                </a:cubicBezTo>
                <a:cubicBezTo>
                  <a:pt x="4635428" y="61956"/>
                  <a:pt x="4634907" y="59197"/>
                  <a:pt x="4634907" y="55983"/>
                </a:cubicBezTo>
                <a:cubicBezTo>
                  <a:pt x="4634907" y="53142"/>
                  <a:pt x="4635455" y="50424"/>
                  <a:pt x="4636552" y="47826"/>
                </a:cubicBezTo>
                <a:cubicBezTo>
                  <a:pt x="4637650" y="45227"/>
                  <a:pt x="4639296" y="42949"/>
                  <a:pt x="4641490" y="40994"/>
                </a:cubicBezTo>
                <a:cubicBezTo>
                  <a:pt x="4643685" y="39037"/>
                  <a:pt x="4646428" y="37470"/>
                  <a:pt x="4649720" y="36292"/>
                </a:cubicBezTo>
                <a:cubicBezTo>
                  <a:pt x="4653011" y="35113"/>
                  <a:pt x="4656852" y="34523"/>
                  <a:pt x="4661241" y="34523"/>
                </a:cubicBezTo>
                <a:cubicBezTo>
                  <a:pt x="4663168" y="34523"/>
                  <a:pt x="4665094" y="34686"/>
                  <a:pt x="4667021" y="35013"/>
                </a:cubicBezTo>
                <a:cubicBezTo>
                  <a:pt x="4668948" y="35339"/>
                  <a:pt x="4670688" y="35746"/>
                  <a:pt x="4672240" y="36234"/>
                </a:cubicBezTo>
                <a:cubicBezTo>
                  <a:pt x="4673792" y="36723"/>
                  <a:pt x="4675117" y="37252"/>
                  <a:pt x="4676214" y="37823"/>
                </a:cubicBezTo>
                <a:cubicBezTo>
                  <a:pt x="4677311" y="38393"/>
                  <a:pt x="4678141" y="38896"/>
                  <a:pt x="4678703" y="39331"/>
                </a:cubicBezTo>
                <a:cubicBezTo>
                  <a:pt x="4679265" y="39765"/>
                  <a:pt x="4679640" y="40143"/>
                  <a:pt x="4679827" y="40465"/>
                </a:cubicBezTo>
                <a:cubicBezTo>
                  <a:pt x="4680014" y="40786"/>
                  <a:pt x="4680148" y="41147"/>
                  <a:pt x="4680229" y="41548"/>
                </a:cubicBezTo>
                <a:cubicBezTo>
                  <a:pt x="4680309" y="41950"/>
                  <a:pt x="4680389" y="42445"/>
                  <a:pt x="4680469" y="43034"/>
                </a:cubicBezTo>
                <a:cubicBezTo>
                  <a:pt x="4680550" y="43623"/>
                  <a:pt x="4680590" y="44345"/>
                  <a:pt x="4680590" y="45202"/>
                </a:cubicBezTo>
                <a:cubicBezTo>
                  <a:pt x="4680590" y="46111"/>
                  <a:pt x="4680550" y="46901"/>
                  <a:pt x="4680469" y="47570"/>
                </a:cubicBezTo>
                <a:cubicBezTo>
                  <a:pt x="4680389" y="48239"/>
                  <a:pt x="4680255" y="48788"/>
                  <a:pt x="4680068" y="49216"/>
                </a:cubicBezTo>
                <a:cubicBezTo>
                  <a:pt x="4679881" y="49644"/>
                  <a:pt x="4679653" y="49952"/>
                  <a:pt x="4679386" y="50139"/>
                </a:cubicBezTo>
                <a:cubicBezTo>
                  <a:pt x="4679118" y="50327"/>
                  <a:pt x="4678824" y="50420"/>
                  <a:pt x="4678502" y="50420"/>
                </a:cubicBezTo>
                <a:cubicBezTo>
                  <a:pt x="4678021" y="50420"/>
                  <a:pt x="4677325" y="50122"/>
                  <a:pt x="4676415" y="49524"/>
                </a:cubicBezTo>
                <a:cubicBezTo>
                  <a:pt x="4675505" y="48927"/>
                  <a:pt x="4674327" y="48289"/>
                  <a:pt x="4672882" y="47610"/>
                </a:cubicBezTo>
                <a:cubicBezTo>
                  <a:pt x="4671437" y="46931"/>
                  <a:pt x="4669738" y="46293"/>
                  <a:pt x="4667784" y="45696"/>
                </a:cubicBezTo>
                <a:cubicBezTo>
                  <a:pt x="4665830" y="45099"/>
                  <a:pt x="4663596" y="44800"/>
                  <a:pt x="4661080" y="44800"/>
                </a:cubicBezTo>
                <a:cubicBezTo>
                  <a:pt x="4658832" y="44800"/>
                  <a:pt x="4656852" y="45055"/>
                  <a:pt x="4655139" y="45565"/>
                </a:cubicBezTo>
                <a:cubicBezTo>
                  <a:pt x="4653426" y="46074"/>
                  <a:pt x="4652021" y="46797"/>
                  <a:pt x="4650924" y="47736"/>
                </a:cubicBezTo>
                <a:cubicBezTo>
                  <a:pt x="4649827" y="48674"/>
                  <a:pt x="4648997" y="49787"/>
                  <a:pt x="4648435" y="51075"/>
                </a:cubicBezTo>
                <a:cubicBezTo>
                  <a:pt x="4647873" y="52361"/>
                  <a:pt x="4647592" y="53755"/>
                  <a:pt x="4647592" y="55257"/>
                </a:cubicBezTo>
                <a:cubicBezTo>
                  <a:pt x="4647592" y="57347"/>
                  <a:pt x="4648127" y="59101"/>
                  <a:pt x="4649198" y="60521"/>
                </a:cubicBezTo>
                <a:cubicBezTo>
                  <a:pt x="4650268" y="61941"/>
                  <a:pt x="4651660" y="63187"/>
                  <a:pt x="4653373" y="64260"/>
                </a:cubicBezTo>
                <a:cubicBezTo>
                  <a:pt x="4655085" y="65330"/>
                  <a:pt x="4657039" y="66294"/>
                  <a:pt x="4659234" y="67152"/>
                </a:cubicBezTo>
                <a:cubicBezTo>
                  <a:pt x="4661428" y="68009"/>
                  <a:pt x="4663663" y="68893"/>
                  <a:pt x="4665937" y="69804"/>
                </a:cubicBezTo>
                <a:cubicBezTo>
                  <a:pt x="4668212" y="70714"/>
                  <a:pt x="4670460" y="71732"/>
                  <a:pt x="4672682" y="72858"/>
                </a:cubicBezTo>
                <a:cubicBezTo>
                  <a:pt x="4674903" y="73984"/>
                  <a:pt x="4676870" y="75350"/>
                  <a:pt x="4678583" y="76958"/>
                </a:cubicBezTo>
                <a:cubicBezTo>
                  <a:pt x="4680295" y="78565"/>
                  <a:pt x="4681674" y="80494"/>
                  <a:pt x="4682717" y="82746"/>
                </a:cubicBezTo>
                <a:cubicBezTo>
                  <a:pt x="4683761" y="84995"/>
                  <a:pt x="4684283" y="87674"/>
                  <a:pt x="4684283" y="90782"/>
                </a:cubicBezTo>
                <a:close/>
                <a:moveTo>
                  <a:pt x="4722853" y="100921"/>
                </a:moveTo>
                <a:cubicBezTo>
                  <a:pt x="4722853" y="102580"/>
                  <a:pt x="4722772" y="104105"/>
                  <a:pt x="4722612" y="105497"/>
                </a:cubicBezTo>
                <a:cubicBezTo>
                  <a:pt x="4722451" y="106889"/>
                  <a:pt x="4722184" y="108200"/>
                  <a:pt x="4721809" y="109431"/>
                </a:cubicBezTo>
                <a:cubicBezTo>
                  <a:pt x="4721434" y="110662"/>
                  <a:pt x="4720939" y="111880"/>
                  <a:pt x="4720324" y="113084"/>
                </a:cubicBezTo>
                <a:cubicBezTo>
                  <a:pt x="4719708" y="114288"/>
                  <a:pt x="4718945" y="115560"/>
                  <a:pt x="4718035" y="116898"/>
                </a:cubicBezTo>
                <a:lnTo>
                  <a:pt x="4707036" y="133437"/>
                </a:lnTo>
                <a:cubicBezTo>
                  <a:pt x="4706768" y="133812"/>
                  <a:pt x="4706461" y="134133"/>
                  <a:pt x="4706113" y="134400"/>
                </a:cubicBezTo>
                <a:cubicBezTo>
                  <a:pt x="4705765" y="134668"/>
                  <a:pt x="4705337" y="134909"/>
                  <a:pt x="4704828" y="135123"/>
                </a:cubicBezTo>
                <a:cubicBezTo>
                  <a:pt x="4704320" y="135337"/>
                  <a:pt x="4703731" y="135484"/>
                  <a:pt x="4703062" y="135564"/>
                </a:cubicBezTo>
                <a:cubicBezTo>
                  <a:pt x="4702393" y="135645"/>
                  <a:pt x="4701550" y="135685"/>
                  <a:pt x="4700533" y="135685"/>
                </a:cubicBezTo>
                <a:cubicBezTo>
                  <a:pt x="4699623" y="135685"/>
                  <a:pt x="4698860" y="135645"/>
                  <a:pt x="4698245" y="135564"/>
                </a:cubicBezTo>
                <a:cubicBezTo>
                  <a:pt x="4697629" y="135484"/>
                  <a:pt x="4697188" y="135350"/>
                  <a:pt x="4696920" y="135163"/>
                </a:cubicBezTo>
                <a:cubicBezTo>
                  <a:pt x="4696652" y="134976"/>
                  <a:pt x="4696505" y="134721"/>
                  <a:pt x="4696478" y="134400"/>
                </a:cubicBezTo>
                <a:cubicBezTo>
                  <a:pt x="4696452" y="134079"/>
                  <a:pt x="4696545" y="133705"/>
                  <a:pt x="4696759" y="133276"/>
                </a:cubicBezTo>
                <a:lnTo>
                  <a:pt x="4707438" y="111197"/>
                </a:lnTo>
                <a:lnTo>
                  <a:pt x="4707438" y="100921"/>
                </a:lnTo>
                <a:cubicBezTo>
                  <a:pt x="4707438" y="99476"/>
                  <a:pt x="4707585" y="98325"/>
                  <a:pt x="4707879" y="97468"/>
                </a:cubicBezTo>
                <a:cubicBezTo>
                  <a:pt x="4708173" y="96612"/>
                  <a:pt x="4708642" y="95970"/>
                  <a:pt x="4709284" y="95541"/>
                </a:cubicBezTo>
                <a:cubicBezTo>
                  <a:pt x="4709926" y="95113"/>
                  <a:pt x="4710729" y="94819"/>
                  <a:pt x="4711693" y="94658"/>
                </a:cubicBezTo>
                <a:cubicBezTo>
                  <a:pt x="4712656" y="94498"/>
                  <a:pt x="4713834" y="94417"/>
                  <a:pt x="4715225" y="94417"/>
                </a:cubicBezTo>
                <a:cubicBezTo>
                  <a:pt x="4716563" y="94417"/>
                  <a:pt x="4717714" y="94498"/>
                  <a:pt x="4718678" y="94658"/>
                </a:cubicBezTo>
                <a:cubicBezTo>
                  <a:pt x="4719641" y="94819"/>
                  <a:pt x="4720431" y="95113"/>
                  <a:pt x="4721046" y="95541"/>
                </a:cubicBezTo>
                <a:cubicBezTo>
                  <a:pt x="4721662" y="95970"/>
                  <a:pt x="4722117" y="96612"/>
                  <a:pt x="4722411" y="97468"/>
                </a:cubicBezTo>
                <a:cubicBezTo>
                  <a:pt x="4722705" y="98325"/>
                  <a:pt x="4722853" y="99476"/>
                  <a:pt x="4722853" y="100921"/>
                </a:cubicBezTo>
                <a:close/>
                <a:moveTo>
                  <a:pt x="4817937" y="8430"/>
                </a:moveTo>
                <a:cubicBezTo>
                  <a:pt x="4817937" y="9447"/>
                  <a:pt x="4817883" y="10263"/>
                  <a:pt x="4817776" y="10879"/>
                </a:cubicBezTo>
                <a:cubicBezTo>
                  <a:pt x="4817669" y="11494"/>
                  <a:pt x="4817549" y="11990"/>
                  <a:pt x="4817415" y="12364"/>
                </a:cubicBezTo>
                <a:cubicBezTo>
                  <a:pt x="4817281" y="12739"/>
                  <a:pt x="4817107" y="12993"/>
                  <a:pt x="4816893" y="13127"/>
                </a:cubicBezTo>
                <a:cubicBezTo>
                  <a:pt x="4816679" y="13261"/>
                  <a:pt x="4816411" y="13328"/>
                  <a:pt x="4816090" y="13328"/>
                </a:cubicBezTo>
                <a:cubicBezTo>
                  <a:pt x="4815716" y="13328"/>
                  <a:pt x="4815247" y="13207"/>
                  <a:pt x="4814685" y="12966"/>
                </a:cubicBezTo>
                <a:cubicBezTo>
                  <a:pt x="4814123" y="12725"/>
                  <a:pt x="4813441" y="12458"/>
                  <a:pt x="4812638" y="12163"/>
                </a:cubicBezTo>
                <a:cubicBezTo>
                  <a:pt x="4811835" y="11869"/>
                  <a:pt x="4810885" y="11601"/>
                  <a:pt x="4809788" y="11361"/>
                </a:cubicBezTo>
                <a:cubicBezTo>
                  <a:pt x="4808691" y="11120"/>
                  <a:pt x="4807419" y="10999"/>
                  <a:pt x="4805974" y="10999"/>
                </a:cubicBezTo>
                <a:cubicBezTo>
                  <a:pt x="4803994" y="10999"/>
                  <a:pt x="4802308" y="11320"/>
                  <a:pt x="4800916" y="11960"/>
                </a:cubicBezTo>
                <a:cubicBezTo>
                  <a:pt x="4799524" y="12601"/>
                  <a:pt x="4798400" y="13601"/>
                  <a:pt x="4797544" y="14961"/>
                </a:cubicBezTo>
                <a:cubicBezTo>
                  <a:pt x="4796688" y="16321"/>
                  <a:pt x="4796072" y="18081"/>
                  <a:pt x="4795697" y="20242"/>
                </a:cubicBezTo>
                <a:cubicBezTo>
                  <a:pt x="4795323" y="22403"/>
                  <a:pt x="4795135" y="25031"/>
                  <a:pt x="4795135" y="28126"/>
                </a:cubicBezTo>
                <a:lnTo>
                  <a:pt x="4795135" y="35969"/>
                </a:lnTo>
                <a:lnTo>
                  <a:pt x="4811273" y="35969"/>
                </a:lnTo>
                <a:cubicBezTo>
                  <a:pt x="4811701" y="35969"/>
                  <a:pt x="4812063" y="36062"/>
                  <a:pt x="4812357" y="36250"/>
                </a:cubicBezTo>
                <a:cubicBezTo>
                  <a:pt x="4812651" y="36437"/>
                  <a:pt x="4812919" y="36758"/>
                  <a:pt x="4813160" y="37213"/>
                </a:cubicBezTo>
                <a:cubicBezTo>
                  <a:pt x="4813401" y="37668"/>
                  <a:pt x="4813588" y="38243"/>
                  <a:pt x="4813722" y="38939"/>
                </a:cubicBezTo>
                <a:cubicBezTo>
                  <a:pt x="4813856" y="39635"/>
                  <a:pt x="4813923" y="40491"/>
                  <a:pt x="4813923" y="41508"/>
                </a:cubicBezTo>
                <a:cubicBezTo>
                  <a:pt x="4813923" y="43435"/>
                  <a:pt x="4813682" y="44827"/>
                  <a:pt x="4813200" y="45683"/>
                </a:cubicBezTo>
                <a:cubicBezTo>
                  <a:pt x="4812718" y="46540"/>
                  <a:pt x="4812076" y="46968"/>
                  <a:pt x="4811273" y="46968"/>
                </a:cubicBezTo>
                <a:lnTo>
                  <a:pt x="4795135" y="46968"/>
                </a:lnTo>
                <a:lnTo>
                  <a:pt x="4795135" y="110392"/>
                </a:lnTo>
                <a:cubicBezTo>
                  <a:pt x="4795135" y="110820"/>
                  <a:pt x="4795028" y="111182"/>
                  <a:pt x="4794814" y="111478"/>
                </a:cubicBezTo>
                <a:cubicBezTo>
                  <a:pt x="4794600" y="111773"/>
                  <a:pt x="4794239" y="112027"/>
                  <a:pt x="4793730" y="112241"/>
                </a:cubicBezTo>
                <a:cubicBezTo>
                  <a:pt x="4793222" y="112455"/>
                  <a:pt x="4792540" y="112616"/>
                  <a:pt x="4791683" y="112723"/>
                </a:cubicBezTo>
                <a:cubicBezTo>
                  <a:pt x="4790827" y="112830"/>
                  <a:pt x="4789756" y="112883"/>
                  <a:pt x="4788472" y="112883"/>
                </a:cubicBezTo>
                <a:cubicBezTo>
                  <a:pt x="4787187" y="112883"/>
                  <a:pt x="4786117" y="112830"/>
                  <a:pt x="4785260" y="112723"/>
                </a:cubicBezTo>
                <a:cubicBezTo>
                  <a:pt x="4784404" y="112616"/>
                  <a:pt x="4783721" y="112455"/>
                  <a:pt x="4783213" y="112241"/>
                </a:cubicBezTo>
                <a:cubicBezTo>
                  <a:pt x="4782704" y="112027"/>
                  <a:pt x="4782343" y="111773"/>
                  <a:pt x="4782129" y="111478"/>
                </a:cubicBezTo>
                <a:cubicBezTo>
                  <a:pt x="4781915" y="111182"/>
                  <a:pt x="4781808" y="110820"/>
                  <a:pt x="4781808" y="110392"/>
                </a:cubicBezTo>
                <a:lnTo>
                  <a:pt x="4781808" y="46968"/>
                </a:lnTo>
                <a:lnTo>
                  <a:pt x="4771611" y="46968"/>
                </a:lnTo>
                <a:cubicBezTo>
                  <a:pt x="4770755" y="46968"/>
                  <a:pt x="4770113" y="46540"/>
                  <a:pt x="4769684" y="45683"/>
                </a:cubicBezTo>
                <a:cubicBezTo>
                  <a:pt x="4769256" y="44827"/>
                  <a:pt x="4769042" y="43435"/>
                  <a:pt x="4769042" y="41508"/>
                </a:cubicBezTo>
                <a:cubicBezTo>
                  <a:pt x="4769042" y="40491"/>
                  <a:pt x="4769096" y="39635"/>
                  <a:pt x="4769203" y="38939"/>
                </a:cubicBezTo>
                <a:cubicBezTo>
                  <a:pt x="4769310" y="38243"/>
                  <a:pt x="4769470" y="37668"/>
                  <a:pt x="4769684" y="37213"/>
                </a:cubicBezTo>
                <a:cubicBezTo>
                  <a:pt x="4769899" y="36758"/>
                  <a:pt x="4770166" y="36437"/>
                  <a:pt x="4770487" y="36250"/>
                </a:cubicBezTo>
                <a:cubicBezTo>
                  <a:pt x="4770809" y="36062"/>
                  <a:pt x="4771183" y="35969"/>
                  <a:pt x="4771611" y="35969"/>
                </a:cubicBezTo>
                <a:lnTo>
                  <a:pt x="4781808" y="35969"/>
                </a:lnTo>
                <a:lnTo>
                  <a:pt x="4781808" y="28519"/>
                </a:lnTo>
                <a:cubicBezTo>
                  <a:pt x="4781808" y="23498"/>
                  <a:pt x="4782276" y="19185"/>
                  <a:pt x="4783213" y="15581"/>
                </a:cubicBezTo>
                <a:cubicBezTo>
                  <a:pt x="4784150" y="11976"/>
                  <a:pt x="4785581" y="9026"/>
                  <a:pt x="4787508" y="6729"/>
                </a:cubicBezTo>
                <a:cubicBezTo>
                  <a:pt x="4789435" y="4433"/>
                  <a:pt x="4791857" y="2737"/>
                  <a:pt x="4794774" y="1643"/>
                </a:cubicBezTo>
                <a:cubicBezTo>
                  <a:pt x="4797691" y="548"/>
                  <a:pt x="4801130" y="0"/>
                  <a:pt x="4805091" y="0"/>
                </a:cubicBezTo>
                <a:cubicBezTo>
                  <a:pt x="4806964" y="0"/>
                  <a:pt x="4808784" y="174"/>
                  <a:pt x="4810551" y="522"/>
                </a:cubicBezTo>
                <a:cubicBezTo>
                  <a:pt x="4812317" y="870"/>
                  <a:pt x="4813682" y="1244"/>
                  <a:pt x="4814645" y="1646"/>
                </a:cubicBezTo>
                <a:cubicBezTo>
                  <a:pt x="4815609" y="2047"/>
                  <a:pt x="4816251" y="2409"/>
                  <a:pt x="4816572" y="2730"/>
                </a:cubicBezTo>
                <a:cubicBezTo>
                  <a:pt x="4816893" y="3051"/>
                  <a:pt x="4817161" y="3466"/>
                  <a:pt x="4817375" y="3974"/>
                </a:cubicBezTo>
                <a:cubicBezTo>
                  <a:pt x="4817589" y="4483"/>
                  <a:pt x="4817736" y="5098"/>
                  <a:pt x="4817817" y="5821"/>
                </a:cubicBezTo>
                <a:cubicBezTo>
                  <a:pt x="4817897" y="6543"/>
                  <a:pt x="4817937" y="7413"/>
                  <a:pt x="4817937" y="8430"/>
                </a:cubicBezTo>
                <a:close/>
                <a:moveTo>
                  <a:pt x="4888687" y="71134"/>
                </a:moveTo>
                <a:cubicBezTo>
                  <a:pt x="4888687" y="73222"/>
                  <a:pt x="4888165" y="74707"/>
                  <a:pt x="4887121" y="75590"/>
                </a:cubicBezTo>
                <a:cubicBezTo>
                  <a:pt x="4886077" y="76473"/>
                  <a:pt x="4884886" y="76915"/>
                  <a:pt x="4883548" y="76915"/>
                </a:cubicBezTo>
                <a:lnTo>
                  <a:pt x="4836179" y="76915"/>
                </a:lnTo>
                <a:cubicBezTo>
                  <a:pt x="4836179" y="80941"/>
                  <a:pt x="4836580" y="84565"/>
                  <a:pt x="4837383" y="87786"/>
                </a:cubicBezTo>
                <a:cubicBezTo>
                  <a:pt x="4838186" y="91008"/>
                  <a:pt x="4839524" y="93773"/>
                  <a:pt x="4841398" y="96081"/>
                </a:cubicBezTo>
                <a:cubicBezTo>
                  <a:pt x="4843271" y="98389"/>
                  <a:pt x="4845706" y="100161"/>
                  <a:pt x="4848704" y="101397"/>
                </a:cubicBezTo>
                <a:cubicBezTo>
                  <a:pt x="4851701" y="102632"/>
                  <a:pt x="4855367" y="103249"/>
                  <a:pt x="4859703" y="103249"/>
                </a:cubicBezTo>
                <a:cubicBezTo>
                  <a:pt x="4863128" y="103249"/>
                  <a:pt x="4866179" y="102968"/>
                  <a:pt x="4868856" y="102406"/>
                </a:cubicBezTo>
                <a:cubicBezTo>
                  <a:pt x="4871532" y="101844"/>
                  <a:pt x="4873847" y="101215"/>
                  <a:pt x="4875800" y="100519"/>
                </a:cubicBezTo>
                <a:cubicBezTo>
                  <a:pt x="4877754" y="99823"/>
                  <a:pt x="4879360" y="99195"/>
                  <a:pt x="4880618" y="98632"/>
                </a:cubicBezTo>
                <a:cubicBezTo>
                  <a:pt x="4881875" y="98070"/>
                  <a:pt x="4882826" y="97789"/>
                  <a:pt x="4883468" y="97789"/>
                </a:cubicBezTo>
                <a:cubicBezTo>
                  <a:pt x="4883843" y="97789"/>
                  <a:pt x="4884177" y="97883"/>
                  <a:pt x="4884471" y="98070"/>
                </a:cubicBezTo>
                <a:cubicBezTo>
                  <a:pt x="4884766" y="98258"/>
                  <a:pt x="4884993" y="98539"/>
                  <a:pt x="4885154" y="98914"/>
                </a:cubicBezTo>
                <a:cubicBezTo>
                  <a:pt x="4885314" y="99288"/>
                  <a:pt x="4885435" y="99810"/>
                  <a:pt x="4885515" y="100479"/>
                </a:cubicBezTo>
                <a:cubicBezTo>
                  <a:pt x="4885595" y="101148"/>
                  <a:pt x="4885636" y="101964"/>
                  <a:pt x="4885636" y="102928"/>
                </a:cubicBezTo>
                <a:cubicBezTo>
                  <a:pt x="4885636" y="103624"/>
                  <a:pt x="4885609" y="104226"/>
                  <a:pt x="4885555" y="104734"/>
                </a:cubicBezTo>
                <a:cubicBezTo>
                  <a:pt x="4885502" y="105243"/>
                  <a:pt x="4885435" y="105698"/>
                  <a:pt x="4885355" y="106099"/>
                </a:cubicBezTo>
                <a:cubicBezTo>
                  <a:pt x="4885274" y="106501"/>
                  <a:pt x="4885140" y="106862"/>
                  <a:pt x="4884953" y="107183"/>
                </a:cubicBezTo>
                <a:cubicBezTo>
                  <a:pt x="4884766" y="107504"/>
                  <a:pt x="4884525" y="107812"/>
                  <a:pt x="4884231" y="108106"/>
                </a:cubicBezTo>
                <a:cubicBezTo>
                  <a:pt x="4883936" y="108401"/>
                  <a:pt x="4883066" y="108882"/>
                  <a:pt x="4881621" y="109552"/>
                </a:cubicBezTo>
                <a:cubicBezTo>
                  <a:pt x="4880176" y="110221"/>
                  <a:pt x="4878303" y="110876"/>
                  <a:pt x="4876001" y="111519"/>
                </a:cubicBezTo>
                <a:cubicBezTo>
                  <a:pt x="4873700" y="112161"/>
                  <a:pt x="4871037" y="112736"/>
                  <a:pt x="4868013" y="113245"/>
                </a:cubicBezTo>
                <a:cubicBezTo>
                  <a:pt x="4864988" y="113753"/>
                  <a:pt x="4861764" y="114007"/>
                  <a:pt x="4858338" y="114007"/>
                </a:cubicBezTo>
                <a:cubicBezTo>
                  <a:pt x="4852397" y="114007"/>
                  <a:pt x="4847192" y="113177"/>
                  <a:pt x="4842722" y="111516"/>
                </a:cubicBezTo>
                <a:cubicBezTo>
                  <a:pt x="4838253" y="109855"/>
                  <a:pt x="4834493" y="107390"/>
                  <a:pt x="4831442" y="104122"/>
                </a:cubicBezTo>
                <a:cubicBezTo>
                  <a:pt x="4828391" y="100854"/>
                  <a:pt x="4826089" y="96755"/>
                  <a:pt x="4824537" y="91826"/>
                </a:cubicBezTo>
                <a:cubicBezTo>
                  <a:pt x="4822985" y="86896"/>
                  <a:pt x="4822209" y="81163"/>
                  <a:pt x="4822209" y="74627"/>
                </a:cubicBezTo>
                <a:cubicBezTo>
                  <a:pt x="4822209" y="68411"/>
                  <a:pt x="4823012" y="62825"/>
                  <a:pt x="4824618" y="57869"/>
                </a:cubicBezTo>
                <a:cubicBezTo>
                  <a:pt x="4826223" y="52913"/>
                  <a:pt x="4828538" y="48707"/>
                  <a:pt x="4831562" y="45252"/>
                </a:cubicBezTo>
                <a:cubicBezTo>
                  <a:pt x="4834586" y="41796"/>
                  <a:pt x="4838240" y="39144"/>
                  <a:pt x="4842522" y="37296"/>
                </a:cubicBezTo>
                <a:cubicBezTo>
                  <a:pt x="4846803" y="35448"/>
                  <a:pt x="4851594" y="34523"/>
                  <a:pt x="4856893" y="34523"/>
                </a:cubicBezTo>
                <a:cubicBezTo>
                  <a:pt x="4862566" y="34523"/>
                  <a:pt x="4867397" y="35433"/>
                  <a:pt x="4871385" y="37253"/>
                </a:cubicBezTo>
                <a:cubicBezTo>
                  <a:pt x="4875372" y="39073"/>
                  <a:pt x="4878651" y="41522"/>
                  <a:pt x="4881220" y="44599"/>
                </a:cubicBezTo>
                <a:cubicBezTo>
                  <a:pt x="4883789" y="47677"/>
                  <a:pt x="4885676" y="51290"/>
                  <a:pt x="4886880" y="55438"/>
                </a:cubicBezTo>
                <a:cubicBezTo>
                  <a:pt x="4888084" y="59586"/>
                  <a:pt x="4888687" y="64015"/>
                  <a:pt x="4888687" y="68726"/>
                </a:cubicBezTo>
                <a:lnTo>
                  <a:pt x="4888687" y="71134"/>
                </a:lnTo>
                <a:moveTo>
                  <a:pt x="4875359" y="67200"/>
                </a:moveTo>
                <a:cubicBezTo>
                  <a:pt x="4875519" y="60242"/>
                  <a:pt x="4873981" y="54782"/>
                  <a:pt x="4870742" y="50822"/>
                </a:cubicBezTo>
                <a:cubicBezTo>
                  <a:pt x="4867504" y="46861"/>
                  <a:pt x="4862700" y="44880"/>
                  <a:pt x="4856331" y="44880"/>
                </a:cubicBezTo>
                <a:cubicBezTo>
                  <a:pt x="4853066" y="44880"/>
                  <a:pt x="4850202" y="45496"/>
                  <a:pt x="4847740" y="46727"/>
                </a:cubicBezTo>
                <a:cubicBezTo>
                  <a:pt x="4845278" y="47958"/>
                  <a:pt x="4843217" y="49591"/>
                  <a:pt x="4841558" y="51625"/>
                </a:cubicBezTo>
                <a:cubicBezTo>
                  <a:pt x="4839899" y="53658"/>
                  <a:pt x="4838614" y="56027"/>
                  <a:pt x="4837704" y="58730"/>
                </a:cubicBezTo>
                <a:cubicBezTo>
                  <a:pt x="4836794" y="61433"/>
                  <a:pt x="4836286" y="64256"/>
                  <a:pt x="4836179" y="67200"/>
                </a:cubicBezTo>
                <a:lnTo>
                  <a:pt x="4875359" y="67200"/>
                </a:lnTo>
                <a:close/>
                <a:moveTo>
                  <a:pt x="4960551" y="110475"/>
                </a:moveTo>
                <a:cubicBezTo>
                  <a:pt x="4960551" y="111117"/>
                  <a:pt x="4960336" y="111599"/>
                  <a:pt x="4959908" y="111920"/>
                </a:cubicBezTo>
                <a:cubicBezTo>
                  <a:pt x="4959480" y="112241"/>
                  <a:pt x="4958891" y="112482"/>
                  <a:pt x="4958142" y="112643"/>
                </a:cubicBezTo>
                <a:cubicBezTo>
                  <a:pt x="4957393" y="112803"/>
                  <a:pt x="4956295" y="112883"/>
                  <a:pt x="4954850" y="112883"/>
                </a:cubicBezTo>
                <a:cubicBezTo>
                  <a:pt x="4953459" y="112883"/>
                  <a:pt x="4952348" y="112803"/>
                  <a:pt x="4951518" y="112643"/>
                </a:cubicBezTo>
                <a:cubicBezTo>
                  <a:pt x="4950689" y="112482"/>
                  <a:pt x="4950087" y="112241"/>
                  <a:pt x="4949712" y="111920"/>
                </a:cubicBezTo>
                <a:cubicBezTo>
                  <a:pt x="4949337" y="111599"/>
                  <a:pt x="4949150" y="111117"/>
                  <a:pt x="4949150" y="110475"/>
                </a:cubicBezTo>
                <a:lnTo>
                  <a:pt x="4949150" y="103249"/>
                </a:lnTo>
                <a:cubicBezTo>
                  <a:pt x="4945992" y="106621"/>
                  <a:pt x="4942473" y="109257"/>
                  <a:pt x="4938592" y="111157"/>
                </a:cubicBezTo>
                <a:cubicBezTo>
                  <a:pt x="4934712" y="113057"/>
                  <a:pt x="4930604" y="114007"/>
                  <a:pt x="4926268" y="114007"/>
                </a:cubicBezTo>
                <a:cubicBezTo>
                  <a:pt x="4922468" y="114007"/>
                  <a:pt x="4919029" y="113511"/>
                  <a:pt x="4915951" y="112517"/>
                </a:cubicBezTo>
                <a:cubicBezTo>
                  <a:pt x="4912874" y="111524"/>
                  <a:pt x="4910251" y="110087"/>
                  <a:pt x="4908083" y="108207"/>
                </a:cubicBezTo>
                <a:cubicBezTo>
                  <a:pt x="4905915" y="106327"/>
                  <a:pt x="4904229" y="104018"/>
                  <a:pt x="4903025" y="101279"/>
                </a:cubicBezTo>
                <a:cubicBezTo>
                  <a:pt x="4901821" y="98540"/>
                  <a:pt x="4901219" y="95424"/>
                  <a:pt x="4901219" y="91931"/>
                </a:cubicBezTo>
                <a:cubicBezTo>
                  <a:pt x="4901219" y="87850"/>
                  <a:pt x="4902048" y="84305"/>
                  <a:pt x="4903707" y="81298"/>
                </a:cubicBezTo>
                <a:cubicBezTo>
                  <a:pt x="4905367" y="78289"/>
                  <a:pt x="4907749" y="75791"/>
                  <a:pt x="4910853" y="73804"/>
                </a:cubicBezTo>
                <a:cubicBezTo>
                  <a:pt x="4913957" y="71817"/>
                  <a:pt x="4917758" y="70326"/>
                  <a:pt x="4922254" y="69333"/>
                </a:cubicBezTo>
                <a:cubicBezTo>
                  <a:pt x="4926750" y="68339"/>
                  <a:pt x="4931808" y="67842"/>
                  <a:pt x="4937428" y="67842"/>
                </a:cubicBezTo>
                <a:lnTo>
                  <a:pt x="4947384" y="67842"/>
                </a:lnTo>
                <a:lnTo>
                  <a:pt x="4947384" y="62242"/>
                </a:lnTo>
                <a:cubicBezTo>
                  <a:pt x="4947384" y="59469"/>
                  <a:pt x="4947089" y="57016"/>
                  <a:pt x="4946500" y="54884"/>
                </a:cubicBezTo>
                <a:cubicBezTo>
                  <a:pt x="4945912" y="52749"/>
                  <a:pt x="4944962" y="50976"/>
                  <a:pt x="4943650" y="49562"/>
                </a:cubicBezTo>
                <a:cubicBezTo>
                  <a:pt x="4942339" y="48149"/>
                  <a:pt x="4940639" y="47082"/>
                  <a:pt x="4938552" y="46363"/>
                </a:cubicBezTo>
                <a:cubicBezTo>
                  <a:pt x="4936464" y="45642"/>
                  <a:pt x="4933895" y="45282"/>
                  <a:pt x="4930844" y="45282"/>
                </a:cubicBezTo>
                <a:cubicBezTo>
                  <a:pt x="4927579" y="45282"/>
                  <a:pt x="4924649" y="45666"/>
                  <a:pt x="4922053" y="46433"/>
                </a:cubicBezTo>
                <a:cubicBezTo>
                  <a:pt x="4919457" y="47201"/>
                  <a:pt x="4917182" y="48048"/>
                  <a:pt x="4915229" y="48975"/>
                </a:cubicBezTo>
                <a:cubicBezTo>
                  <a:pt x="4913275" y="49902"/>
                  <a:pt x="4911642" y="50749"/>
                  <a:pt x="4910331" y="51517"/>
                </a:cubicBezTo>
                <a:cubicBezTo>
                  <a:pt x="4909020" y="52284"/>
                  <a:pt x="4908043" y="52668"/>
                  <a:pt x="4907401" y="52668"/>
                </a:cubicBezTo>
                <a:cubicBezTo>
                  <a:pt x="4906972" y="52668"/>
                  <a:pt x="4906598" y="52561"/>
                  <a:pt x="4906277" y="52347"/>
                </a:cubicBezTo>
                <a:cubicBezTo>
                  <a:pt x="4905955" y="52133"/>
                  <a:pt x="4905674" y="51812"/>
                  <a:pt x="4905434" y="51384"/>
                </a:cubicBezTo>
                <a:cubicBezTo>
                  <a:pt x="4905193" y="50955"/>
                  <a:pt x="4905019" y="50407"/>
                  <a:pt x="4904912" y="49738"/>
                </a:cubicBezTo>
                <a:cubicBezTo>
                  <a:pt x="4904805" y="49069"/>
                  <a:pt x="4904751" y="48333"/>
                  <a:pt x="4904751" y="47530"/>
                </a:cubicBezTo>
                <a:cubicBezTo>
                  <a:pt x="4904751" y="46192"/>
                  <a:pt x="4904845" y="45135"/>
                  <a:pt x="4905032" y="44359"/>
                </a:cubicBezTo>
                <a:cubicBezTo>
                  <a:pt x="4905219" y="43582"/>
                  <a:pt x="4905674" y="42846"/>
                  <a:pt x="4906397" y="42151"/>
                </a:cubicBezTo>
                <a:cubicBezTo>
                  <a:pt x="4907120" y="41455"/>
                  <a:pt x="4908364" y="40644"/>
                  <a:pt x="4910130" y="39719"/>
                </a:cubicBezTo>
                <a:cubicBezTo>
                  <a:pt x="4911897" y="38793"/>
                  <a:pt x="4913931" y="37946"/>
                  <a:pt x="4916232" y="37180"/>
                </a:cubicBezTo>
                <a:cubicBezTo>
                  <a:pt x="4918534" y="36414"/>
                  <a:pt x="4921049" y="35780"/>
                  <a:pt x="4923779" y="35279"/>
                </a:cubicBezTo>
                <a:cubicBezTo>
                  <a:pt x="4926509" y="34775"/>
                  <a:pt x="4929265" y="34523"/>
                  <a:pt x="4932049" y="34523"/>
                </a:cubicBezTo>
                <a:cubicBezTo>
                  <a:pt x="4937241" y="34523"/>
                  <a:pt x="4941656" y="35112"/>
                  <a:pt x="4945296" y="36290"/>
                </a:cubicBezTo>
                <a:cubicBezTo>
                  <a:pt x="4948936" y="37467"/>
                  <a:pt x="4951880" y="39193"/>
                  <a:pt x="4954128" y="41468"/>
                </a:cubicBezTo>
                <a:cubicBezTo>
                  <a:pt x="4956376" y="43743"/>
                  <a:pt x="4958008" y="46566"/>
                  <a:pt x="4959025" y="49938"/>
                </a:cubicBezTo>
                <a:cubicBezTo>
                  <a:pt x="4960042" y="53311"/>
                  <a:pt x="4960551" y="57245"/>
                  <a:pt x="4960551" y="61741"/>
                </a:cubicBezTo>
                <a:lnTo>
                  <a:pt x="4960551" y="110475"/>
                </a:lnTo>
                <a:moveTo>
                  <a:pt x="4947384" y="77397"/>
                </a:moveTo>
                <a:lnTo>
                  <a:pt x="4936063" y="77397"/>
                </a:lnTo>
                <a:cubicBezTo>
                  <a:pt x="4932423" y="77397"/>
                  <a:pt x="4929265" y="77707"/>
                  <a:pt x="4926589" y="78327"/>
                </a:cubicBezTo>
                <a:cubicBezTo>
                  <a:pt x="4923913" y="78946"/>
                  <a:pt x="4921692" y="79861"/>
                  <a:pt x="4919925" y="81072"/>
                </a:cubicBezTo>
                <a:cubicBezTo>
                  <a:pt x="4918159" y="82283"/>
                  <a:pt x="4916861" y="83738"/>
                  <a:pt x="4916031" y="85435"/>
                </a:cubicBezTo>
                <a:cubicBezTo>
                  <a:pt x="4915202" y="87131"/>
                  <a:pt x="4914787" y="89083"/>
                  <a:pt x="4914787" y="91291"/>
                </a:cubicBezTo>
                <a:cubicBezTo>
                  <a:pt x="4914787" y="95061"/>
                  <a:pt x="4915978" y="98064"/>
                  <a:pt x="4918360" y="100298"/>
                </a:cubicBezTo>
                <a:cubicBezTo>
                  <a:pt x="4920742" y="102533"/>
                  <a:pt x="4924074" y="103650"/>
                  <a:pt x="4928356" y="103650"/>
                </a:cubicBezTo>
                <a:cubicBezTo>
                  <a:pt x="4931835" y="103650"/>
                  <a:pt x="4935059" y="102762"/>
                  <a:pt x="4938030" y="100986"/>
                </a:cubicBezTo>
                <a:cubicBezTo>
                  <a:pt x="4941001" y="99208"/>
                  <a:pt x="4944119" y="96488"/>
                  <a:pt x="4947384" y="92827"/>
                </a:cubicBezTo>
                <a:lnTo>
                  <a:pt x="4947384" y="77397"/>
                </a:lnTo>
                <a:close/>
                <a:moveTo>
                  <a:pt x="5022451" y="105176"/>
                </a:moveTo>
                <a:cubicBezTo>
                  <a:pt x="5022451" y="106728"/>
                  <a:pt x="5022344" y="107959"/>
                  <a:pt x="5022130" y="108869"/>
                </a:cubicBezTo>
                <a:cubicBezTo>
                  <a:pt x="5021916" y="109779"/>
                  <a:pt x="5021595" y="110448"/>
                  <a:pt x="5021166" y="110876"/>
                </a:cubicBezTo>
                <a:cubicBezTo>
                  <a:pt x="5020738" y="111304"/>
                  <a:pt x="5020096" y="111706"/>
                  <a:pt x="5019240" y="112081"/>
                </a:cubicBezTo>
                <a:cubicBezTo>
                  <a:pt x="5018383" y="112455"/>
                  <a:pt x="5017406" y="112763"/>
                  <a:pt x="5016309" y="113004"/>
                </a:cubicBezTo>
                <a:cubicBezTo>
                  <a:pt x="5015212" y="113245"/>
                  <a:pt x="5014048" y="113445"/>
                  <a:pt x="5012817" y="113606"/>
                </a:cubicBezTo>
                <a:cubicBezTo>
                  <a:pt x="5011586" y="113767"/>
                  <a:pt x="5010354" y="113847"/>
                  <a:pt x="5009123" y="113847"/>
                </a:cubicBezTo>
                <a:cubicBezTo>
                  <a:pt x="5005377" y="113847"/>
                  <a:pt x="5002165" y="113351"/>
                  <a:pt x="4999489" y="112359"/>
                </a:cubicBezTo>
                <a:cubicBezTo>
                  <a:pt x="4996813" y="111366"/>
                  <a:pt x="4994618" y="109863"/>
                  <a:pt x="4992905" y="107850"/>
                </a:cubicBezTo>
                <a:cubicBezTo>
                  <a:pt x="4991193" y="105838"/>
                  <a:pt x="4989948" y="103290"/>
                  <a:pt x="4989172" y="100206"/>
                </a:cubicBezTo>
                <a:cubicBezTo>
                  <a:pt x="4988396" y="97121"/>
                  <a:pt x="4988008" y="93487"/>
                  <a:pt x="4988008" y="89302"/>
                </a:cubicBezTo>
                <a:lnTo>
                  <a:pt x="4988008" y="46968"/>
                </a:lnTo>
                <a:lnTo>
                  <a:pt x="4977892" y="46968"/>
                </a:lnTo>
                <a:cubicBezTo>
                  <a:pt x="4977089" y="46968"/>
                  <a:pt x="4976447" y="46540"/>
                  <a:pt x="4975965" y="45683"/>
                </a:cubicBezTo>
                <a:cubicBezTo>
                  <a:pt x="4975483" y="44827"/>
                  <a:pt x="4975242" y="43435"/>
                  <a:pt x="4975242" y="41508"/>
                </a:cubicBezTo>
                <a:cubicBezTo>
                  <a:pt x="4975242" y="40491"/>
                  <a:pt x="4975309" y="39635"/>
                  <a:pt x="4975443" y="38939"/>
                </a:cubicBezTo>
                <a:cubicBezTo>
                  <a:pt x="4975577" y="38243"/>
                  <a:pt x="4975751" y="37668"/>
                  <a:pt x="4975965" y="37213"/>
                </a:cubicBezTo>
                <a:cubicBezTo>
                  <a:pt x="4976179" y="36758"/>
                  <a:pt x="4976460" y="36437"/>
                  <a:pt x="4976808" y="36250"/>
                </a:cubicBezTo>
                <a:cubicBezTo>
                  <a:pt x="4977156" y="36062"/>
                  <a:pt x="4977544" y="35969"/>
                  <a:pt x="4977972" y="35969"/>
                </a:cubicBezTo>
                <a:lnTo>
                  <a:pt x="4988008" y="35969"/>
                </a:lnTo>
                <a:lnTo>
                  <a:pt x="4988008" y="18787"/>
                </a:lnTo>
                <a:cubicBezTo>
                  <a:pt x="4988008" y="18412"/>
                  <a:pt x="4988102" y="18065"/>
                  <a:pt x="4988289" y="17743"/>
                </a:cubicBezTo>
                <a:cubicBezTo>
                  <a:pt x="4988476" y="17422"/>
                  <a:pt x="4988824" y="17141"/>
                  <a:pt x="4989333" y="16900"/>
                </a:cubicBezTo>
                <a:cubicBezTo>
                  <a:pt x="4989841" y="16660"/>
                  <a:pt x="4990524" y="16486"/>
                  <a:pt x="4991380" y="16379"/>
                </a:cubicBezTo>
                <a:cubicBezTo>
                  <a:pt x="4992236" y="16271"/>
                  <a:pt x="4993307" y="16218"/>
                  <a:pt x="4994591" y="16218"/>
                </a:cubicBezTo>
                <a:cubicBezTo>
                  <a:pt x="4995930" y="16218"/>
                  <a:pt x="4997027" y="16271"/>
                  <a:pt x="4997883" y="16379"/>
                </a:cubicBezTo>
                <a:cubicBezTo>
                  <a:pt x="4998740" y="16486"/>
                  <a:pt x="4999409" y="16660"/>
                  <a:pt x="4999890" y="16900"/>
                </a:cubicBezTo>
                <a:cubicBezTo>
                  <a:pt x="5000372" y="17141"/>
                  <a:pt x="5000720" y="17422"/>
                  <a:pt x="5000934" y="17743"/>
                </a:cubicBezTo>
                <a:cubicBezTo>
                  <a:pt x="5001148" y="18065"/>
                  <a:pt x="5001255" y="18412"/>
                  <a:pt x="5001255" y="18787"/>
                </a:cubicBezTo>
                <a:lnTo>
                  <a:pt x="5001255" y="35969"/>
                </a:lnTo>
                <a:lnTo>
                  <a:pt x="5019802" y="35969"/>
                </a:lnTo>
                <a:cubicBezTo>
                  <a:pt x="5020230" y="35969"/>
                  <a:pt x="5020604" y="36062"/>
                  <a:pt x="5020926" y="36250"/>
                </a:cubicBezTo>
                <a:cubicBezTo>
                  <a:pt x="5021247" y="36437"/>
                  <a:pt x="5021528" y="36758"/>
                  <a:pt x="5021769" y="37213"/>
                </a:cubicBezTo>
                <a:cubicBezTo>
                  <a:pt x="5022009" y="37668"/>
                  <a:pt x="5022183" y="38243"/>
                  <a:pt x="5022290" y="38939"/>
                </a:cubicBezTo>
                <a:cubicBezTo>
                  <a:pt x="5022397" y="39635"/>
                  <a:pt x="5022451" y="40491"/>
                  <a:pt x="5022451" y="41508"/>
                </a:cubicBezTo>
                <a:cubicBezTo>
                  <a:pt x="5022451" y="43435"/>
                  <a:pt x="5022210" y="44827"/>
                  <a:pt x="5021728" y="45683"/>
                </a:cubicBezTo>
                <a:cubicBezTo>
                  <a:pt x="5021247" y="46540"/>
                  <a:pt x="5020604" y="46968"/>
                  <a:pt x="5019802" y="46968"/>
                </a:cubicBezTo>
                <a:lnTo>
                  <a:pt x="5001255" y="46968"/>
                </a:lnTo>
                <a:lnTo>
                  <a:pt x="5001255" y="87390"/>
                </a:lnTo>
                <a:cubicBezTo>
                  <a:pt x="5001255" y="92381"/>
                  <a:pt x="5001991" y="96152"/>
                  <a:pt x="5003463" y="98703"/>
                </a:cubicBezTo>
                <a:cubicBezTo>
                  <a:pt x="5004935" y="101252"/>
                  <a:pt x="5007571" y="102526"/>
                  <a:pt x="5011371" y="102526"/>
                </a:cubicBezTo>
                <a:cubicBezTo>
                  <a:pt x="5012602" y="102526"/>
                  <a:pt x="5013700" y="102406"/>
                  <a:pt x="5014663" y="102165"/>
                </a:cubicBezTo>
                <a:cubicBezTo>
                  <a:pt x="5015627" y="101924"/>
                  <a:pt x="5016483" y="101670"/>
                  <a:pt x="5017232" y="101402"/>
                </a:cubicBezTo>
                <a:cubicBezTo>
                  <a:pt x="5017982" y="101135"/>
                  <a:pt x="5018624" y="100881"/>
                  <a:pt x="5019159" y="100640"/>
                </a:cubicBezTo>
                <a:cubicBezTo>
                  <a:pt x="5019694" y="100399"/>
                  <a:pt x="5020176" y="100278"/>
                  <a:pt x="5020604" y="100278"/>
                </a:cubicBezTo>
                <a:cubicBezTo>
                  <a:pt x="5020872" y="100278"/>
                  <a:pt x="5021126" y="100345"/>
                  <a:pt x="5021367" y="100479"/>
                </a:cubicBezTo>
                <a:cubicBezTo>
                  <a:pt x="5021608" y="100613"/>
                  <a:pt x="5021795" y="100867"/>
                  <a:pt x="5021929" y="101242"/>
                </a:cubicBezTo>
                <a:cubicBezTo>
                  <a:pt x="5022063" y="101616"/>
                  <a:pt x="5022183" y="102125"/>
                  <a:pt x="5022290" y="102767"/>
                </a:cubicBezTo>
                <a:cubicBezTo>
                  <a:pt x="5022397" y="103410"/>
                  <a:pt x="5022451" y="104212"/>
                  <a:pt x="5022451" y="105176"/>
                </a:cubicBezTo>
                <a:close/>
                <a:moveTo>
                  <a:pt x="5101861" y="110395"/>
                </a:moveTo>
                <a:cubicBezTo>
                  <a:pt x="5101861" y="110823"/>
                  <a:pt x="5101768" y="111184"/>
                  <a:pt x="5101580" y="111478"/>
                </a:cubicBezTo>
                <a:cubicBezTo>
                  <a:pt x="5101393" y="111773"/>
                  <a:pt x="5101059" y="112027"/>
                  <a:pt x="5100577" y="112241"/>
                </a:cubicBezTo>
                <a:cubicBezTo>
                  <a:pt x="5100095" y="112455"/>
                  <a:pt x="5099466" y="112616"/>
                  <a:pt x="5098690" y="112723"/>
                </a:cubicBezTo>
                <a:cubicBezTo>
                  <a:pt x="5097914" y="112830"/>
                  <a:pt x="5096964" y="112883"/>
                  <a:pt x="5095840" y="112883"/>
                </a:cubicBezTo>
                <a:cubicBezTo>
                  <a:pt x="5094609" y="112883"/>
                  <a:pt x="5093605" y="112830"/>
                  <a:pt x="5092829" y="112723"/>
                </a:cubicBezTo>
                <a:cubicBezTo>
                  <a:pt x="5092053" y="112616"/>
                  <a:pt x="5091437" y="112455"/>
                  <a:pt x="5090983" y="112241"/>
                </a:cubicBezTo>
                <a:cubicBezTo>
                  <a:pt x="5090528" y="112027"/>
                  <a:pt x="5090220" y="111773"/>
                  <a:pt x="5090059" y="111478"/>
                </a:cubicBezTo>
                <a:cubicBezTo>
                  <a:pt x="5089899" y="111184"/>
                  <a:pt x="5089818" y="110823"/>
                  <a:pt x="5089818" y="110395"/>
                </a:cubicBezTo>
                <a:lnTo>
                  <a:pt x="5089818" y="100840"/>
                </a:lnTo>
                <a:cubicBezTo>
                  <a:pt x="5085697" y="105418"/>
                  <a:pt x="5081629" y="108758"/>
                  <a:pt x="5077615" y="110859"/>
                </a:cubicBezTo>
                <a:cubicBezTo>
                  <a:pt x="5073600" y="112958"/>
                  <a:pt x="5069533" y="114007"/>
                  <a:pt x="5065411" y="114007"/>
                </a:cubicBezTo>
                <a:cubicBezTo>
                  <a:pt x="5060594" y="114007"/>
                  <a:pt x="5056539" y="113204"/>
                  <a:pt x="5053248" y="111596"/>
                </a:cubicBezTo>
                <a:cubicBezTo>
                  <a:pt x="5049956" y="109989"/>
                  <a:pt x="5047293" y="107806"/>
                  <a:pt x="5045259" y="105048"/>
                </a:cubicBezTo>
                <a:cubicBezTo>
                  <a:pt x="5043225" y="102288"/>
                  <a:pt x="5041767" y="99073"/>
                  <a:pt x="5040883" y="95403"/>
                </a:cubicBezTo>
                <a:cubicBezTo>
                  <a:pt x="5040000" y="91732"/>
                  <a:pt x="5039559" y="87271"/>
                  <a:pt x="5039559" y="82021"/>
                </a:cubicBezTo>
                <a:lnTo>
                  <a:pt x="5039559" y="38139"/>
                </a:lnTo>
                <a:cubicBezTo>
                  <a:pt x="5039559" y="37711"/>
                  <a:pt x="5039652" y="37349"/>
                  <a:pt x="5039840" y="37055"/>
                </a:cubicBezTo>
                <a:cubicBezTo>
                  <a:pt x="5040027" y="36759"/>
                  <a:pt x="5040388" y="36490"/>
                  <a:pt x="5040924" y="36250"/>
                </a:cubicBezTo>
                <a:cubicBezTo>
                  <a:pt x="5041459" y="36009"/>
                  <a:pt x="5042155" y="35848"/>
                  <a:pt x="5043011" y="35768"/>
                </a:cubicBezTo>
                <a:cubicBezTo>
                  <a:pt x="5043867" y="35688"/>
                  <a:pt x="5044938" y="35647"/>
                  <a:pt x="5046223" y="35647"/>
                </a:cubicBezTo>
                <a:cubicBezTo>
                  <a:pt x="5047507" y="35647"/>
                  <a:pt x="5048578" y="35688"/>
                  <a:pt x="5049434" y="35768"/>
                </a:cubicBezTo>
                <a:cubicBezTo>
                  <a:pt x="5050290" y="35848"/>
                  <a:pt x="5050973" y="36009"/>
                  <a:pt x="5051481" y="36250"/>
                </a:cubicBezTo>
                <a:cubicBezTo>
                  <a:pt x="5051990" y="36490"/>
                  <a:pt x="5052351" y="36759"/>
                  <a:pt x="5052565" y="37055"/>
                </a:cubicBezTo>
                <a:cubicBezTo>
                  <a:pt x="5052779" y="37349"/>
                  <a:pt x="5052886" y="37711"/>
                  <a:pt x="5052886" y="38139"/>
                </a:cubicBezTo>
                <a:lnTo>
                  <a:pt x="5052886" y="80259"/>
                </a:lnTo>
                <a:cubicBezTo>
                  <a:pt x="5052886" y="84493"/>
                  <a:pt x="5053194" y="87882"/>
                  <a:pt x="5053810" y="90428"/>
                </a:cubicBezTo>
                <a:cubicBezTo>
                  <a:pt x="5054425" y="92974"/>
                  <a:pt x="5055362" y="95145"/>
                  <a:pt x="5056620" y="96941"/>
                </a:cubicBezTo>
                <a:cubicBezTo>
                  <a:pt x="5057878" y="98736"/>
                  <a:pt x="5059470" y="100130"/>
                  <a:pt x="5061397" y="101121"/>
                </a:cubicBezTo>
                <a:cubicBezTo>
                  <a:pt x="5063324" y="102112"/>
                  <a:pt x="5065572" y="102607"/>
                  <a:pt x="5068141" y="102607"/>
                </a:cubicBezTo>
                <a:cubicBezTo>
                  <a:pt x="5071459" y="102607"/>
                  <a:pt x="5074765" y="101422"/>
                  <a:pt x="5078056" y="99054"/>
                </a:cubicBezTo>
                <a:cubicBezTo>
                  <a:pt x="5081348" y="96686"/>
                  <a:pt x="5084841" y="93213"/>
                  <a:pt x="5088534" y="88637"/>
                </a:cubicBezTo>
                <a:lnTo>
                  <a:pt x="5088534" y="38136"/>
                </a:lnTo>
                <a:cubicBezTo>
                  <a:pt x="5088534" y="37708"/>
                  <a:pt x="5088627" y="37347"/>
                  <a:pt x="5088815" y="37052"/>
                </a:cubicBezTo>
                <a:cubicBezTo>
                  <a:pt x="5089002" y="36758"/>
                  <a:pt x="5089363" y="36490"/>
                  <a:pt x="5089899" y="36250"/>
                </a:cubicBezTo>
                <a:cubicBezTo>
                  <a:pt x="5090434" y="36009"/>
                  <a:pt x="5091116" y="35848"/>
                  <a:pt x="5091946" y="35768"/>
                </a:cubicBezTo>
                <a:cubicBezTo>
                  <a:pt x="5092776" y="35688"/>
                  <a:pt x="5093859" y="35647"/>
                  <a:pt x="5095198" y="35647"/>
                </a:cubicBezTo>
                <a:cubicBezTo>
                  <a:pt x="5096482" y="35647"/>
                  <a:pt x="5097553" y="35688"/>
                  <a:pt x="5098409" y="35768"/>
                </a:cubicBezTo>
                <a:cubicBezTo>
                  <a:pt x="5099265" y="35848"/>
                  <a:pt x="5099935" y="36009"/>
                  <a:pt x="5100416" y="36250"/>
                </a:cubicBezTo>
                <a:cubicBezTo>
                  <a:pt x="5100898" y="36490"/>
                  <a:pt x="5101259" y="36758"/>
                  <a:pt x="5101500" y="37052"/>
                </a:cubicBezTo>
                <a:cubicBezTo>
                  <a:pt x="5101741" y="37347"/>
                  <a:pt x="5101861" y="37708"/>
                  <a:pt x="5101861" y="38136"/>
                </a:cubicBezTo>
                <a:lnTo>
                  <a:pt x="5101861" y="110395"/>
                </a:lnTo>
                <a:close/>
                <a:moveTo>
                  <a:pt x="5167364" y="42873"/>
                </a:moveTo>
                <a:cubicBezTo>
                  <a:pt x="5167364" y="44051"/>
                  <a:pt x="5167338" y="45041"/>
                  <a:pt x="5167284" y="45844"/>
                </a:cubicBezTo>
                <a:cubicBezTo>
                  <a:pt x="5167231" y="46647"/>
                  <a:pt x="5167123" y="47276"/>
                  <a:pt x="5166963" y="47731"/>
                </a:cubicBezTo>
                <a:cubicBezTo>
                  <a:pt x="5166802" y="48186"/>
                  <a:pt x="5166602" y="48533"/>
                  <a:pt x="5166361" y="48774"/>
                </a:cubicBezTo>
                <a:cubicBezTo>
                  <a:pt x="5166120" y="49015"/>
                  <a:pt x="5165785" y="49136"/>
                  <a:pt x="5165357" y="49136"/>
                </a:cubicBezTo>
                <a:cubicBezTo>
                  <a:pt x="5164929" y="49136"/>
                  <a:pt x="5164407" y="49015"/>
                  <a:pt x="5163792" y="48774"/>
                </a:cubicBezTo>
                <a:cubicBezTo>
                  <a:pt x="5163176" y="48533"/>
                  <a:pt x="5162480" y="48293"/>
                  <a:pt x="5161704" y="48052"/>
                </a:cubicBezTo>
                <a:cubicBezTo>
                  <a:pt x="5160928" y="47811"/>
                  <a:pt x="5160058" y="47583"/>
                  <a:pt x="5159095" y="47369"/>
                </a:cubicBezTo>
                <a:cubicBezTo>
                  <a:pt x="5158131" y="47155"/>
                  <a:pt x="5157088" y="47048"/>
                  <a:pt x="5155964" y="47048"/>
                </a:cubicBezTo>
                <a:cubicBezTo>
                  <a:pt x="5154625" y="47048"/>
                  <a:pt x="5153314" y="47316"/>
                  <a:pt x="5152030" y="47851"/>
                </a:cubicBezTo>
                <a:cubicBezTo>
                  <a:pt x="5150745" y="48386"/>
                  <a:pt x="5149393" y="49269"/>
                  <a:pt x="5147975" y="50500"/>
                </a:cubicBezTo>
                <a:cubicBezTo>
                  <a:pt x="5146557" y="51732"/>
                  <a:pt x="5145071" y="53364"/>
                  <a:pt x="5143519" y="55398"/>
                </a:cubicBezTo>
                <a:cubicBezTo>
                  <a:pt x="5141967" y="57432"/>
                  <a:pt x="5140254" y="59921"/>
                  <a:pt x="5138381" y="62865"/>
                </a:cubicBezTo>
                <a:lnTo>
                  <a:pt x="5138381" y="110395"/>
                </a:lnTo>
                <a:cubicBezTo>
                  <a:pt x="5138381" y="110823"/>
                  <a:pt x="5138274" y="111184"/>
                  <a:pt x="5138060" y="111478"/>
                </a:cubicBezTo>
                <a:cubicBezTo>
                  <a:pt x="5137845" y="111773"/>
                  <a:pt x="5137498" y="112027"/>
                  <a:pt x="5137016" y="112241"/>
                </a:cubicBezTo>
                <a:cubicBezTo>
                  <a:pt x="5136534" y="112455"/>
                  <a:pt x="5135865" y="112616"/>
                  <a:pt x="5135009" y="112723"/>
                </a:cubicBezTo>
                <a:cubicBezTo>
                  <a:pt x="5134152" y="112830"/>
                  <a:pt x="5133055" y="112883"/>
                  <a:pt x="5131717" y="112883"/>
                </a:cubicBezTo>
                <a:cubicBezTo>
                  <a:pt x="5130432" y="112883"/>
                  <a:pt x="5129362" y="112830"/>
                  <a:pt x="5128505" y="112723"/>
                </a:cubicBezTo>
                <a:cubicBezTo>
                  <a:pt x="5127649" y="112616"/>
                  <a:pt x="5126967" y="112455"/>
                  <a:pt x="5126458" y="112241"/>
                </a:cubicBezTo>
                <a:cubicBezTo>
                  <a:pt x="5125950" y="112027"/>
                  <a:pt x="5125602" y="111773"/>
                  <a:pt x="5125414" y="111478"/>
                </a:cubicBezTo>
                <a:cubicBezTo>
                  <a:pt x="5125227" y="111184"/>
                  <a:pt x="5125133" y="110823"/>
                  <a:pt x="5125133" y="110395"/>
                </a:cubicBezTo>
                <a:lnTo>
                  <a:pt x="5125133" y="38136"/>
                </a:lnTo>
                <a:cubicBezTo>
                  <a:pt x="5125133" y="37708"/>
                  <a:pt x="5125214" y="37347"/>
                  <a:pt x="5125374" y="37052"/>
                </a:cubicBezTo>
                <a:cubicBezTo>
                  <a:pt x="5125535" y="36758"/>
                  <a:pt x="5125856" y="36490"/>
                  <a:pt x="5126338" y="36250"/>
                </a:cubicBezTo>
                <a:cubicBezTo>
                  <a:pt x="5126819" y="36009"/>
                  <a:pt x="5127435" y="35848"/>
                  <a:pt x="5128184" y="35768"/>
                </a:cubicBezTo>
                <a:cubicBezTo>
                  <a:pt x="5128934" y="35688"/>
                  <a:pt x="5129924" y="35647"/>
                  <a:pt x="5131155" y="35647"/>
                </a:cubicBezTo>
                <a:cubicBezTo>
                  <a:pt x="5132332" y="35647"/>
                  <a:pt x="5133309" y="35688"/>
                  <a:pt x="5134085" y="35768"/>
                </a:cubicBezTo>
                <a:cubicBezTo>
                  <a:pt x="5134861" y="35848"/>
                  <a:pt x="5135464" y="36009"/>
                  <a:pt x="5135892" y="36250"/>
                </a:cubicBezTo>
                <a:cubicBezTo>
                  <a:pt x="5136320" y="36490"/>
                  <a:pt x="5136628" y="36758"/>
                  <a:pt x="5136815" y="37052"/>
                </a:cubicBezTo>
                <a:cubicBezTo>
                  <a:pt x="5137002" y="37347"/>
                  <a:pt x="5137096" y="37708"/>
                  <a:pt x="5137096" y="38136"/>
                </a:cubicBezTo>
                <a:lnTo>
                  <a:pt x="5137096" y="48654"/>
                </a:lnTo>
                <a:cubicBezTo>
                  <a:pt x="5139077" y="45764"/>
                  <a:pt x="5140937" y="43408"/>
                  <a:pt x="5142676" y="41589"/>
                </a:cubicBezTo>
                <a:cubicBezTo>
                  <a:pt x="5144416" y="39769"/>
                  <a:pt x="5146062" y="38337"/>
                  <a:pt x="5147614" y="37293"/>
                </a:cubicBezTo>
                <a:cubicBezTo>
                  <a:pt x="5149166" y="36250"/>
                  <a:pt x="5150705" y="35527"/>
                  <a:pt x="5152230" y="35126"/>
                </a:cubicBezTo>
                <a:cubicBezTo>
                  <a:pt x="5153756" y="34724"/>
                  <a:pt x="5155295" y="34523"/>
                  <a:pt x="5156847" y="34523"/>
                </a:cubicBezTo>
                <a:cubicBezTo>
                  <a:pt x="5157543" y="34523"/>
                  <a:pt x="5158332" y="34564"/>
                  <a:pt x="5159215" y="34644"/>
                </a:cubicBezTo>
                <a:cubicBezTo>
                  <a:pt x="5160098" y="34724"/>
                  <a:pt x="5161022" y="34871"/>
                  <a:pt x="5161985" y="35085"/>
                </a:cubicBezTo>
                <a:cubicBezTo>
                  <a:pt x="5162949" y="35299"/>
                  <a:pt x="5163818" y="35540"/>
                  <a:pt x="5164594" y="35808"/>
                </a:cubicBezTo>
                <a:cubicBezTo>
                  <a:pt x="5165371" y="36076"/>
                  <a:pt x="5165919" y="36343"/>
                  <a:pt x="5166240" y="36611"/>
                </a:cubicBezTo>
                <a:cubicBezTo>
                  <a:pt x="5166561" y="36878"/>
                  <a:pt x="5166776" y="37133"/>
                  <a:pt x="5166883" y="37374"/>
                </a:cubicBezTo>
                <a:cubicBezTo>
                  <a:pt x="5166990" y="37614"/>
                  <a:pt x="5167083" y="37922"/>
                  <a:pt x="5167164" y="38297"/>
                </a:cubicBezTo>
                <a:cubicBezTo>
                  <a:pt x="5167244" y="38672"/>
                  <a:pt x="5167297" y="39220"/>
                  <a:pt x="5167324" y="39943"/>
                </a:cubicBezTo>
                <a:cubicBezTo>
                  <a:pt x="5167351" y="40665"/>
                  <a:pt x="5167364" y="41642"/>
                  <a:pt x="5167364" y="42873"/>
                </a:cubicBezTo>
                <a:close/>
                <a:moveTo>
                  <a:pt x="5193135" y="110395"/>
                </a:moveTo>
                <a:cubicBezTo>
                  <a:pt x="5193135" y="110823"/>
                  <a:pt x="5193028" y="111184"/>
                  <a:pt x="5192814" y="111478"/>
                </a:cubicBezTo>
                <a:cubicBezTo>
                  <a:pt x="5192600" y="111773"/>
                  <a:pt x="5192252" y="112027"/>
                  <a:pt x="5191770" y="112241"/>
                </a:cubicBezTo>
                <a:cubicBezTo>
                  <a:pt x="5191289" y="112455"/>
                  <a:pt x="5190620" y="112616"/>
                  <a:pt x="5189763" y="112723"/>
                </a:cubicBezTo>
                <a:cubicBezTo>
                  <a:pt x="5188907" y="112830"/>
                  <a:pt x="5187810" y="112883"/>
                  <a:pt x="5186471" y="112883"/>
                </a:cubicBezTo>
                <a:cubicBezTo>
                  <a:pt x="5185187" y="112883"/>
                  <a:pt x="5184116" y="112830"/>
                  <a:pt x="5183260" y="112723"/>
                </a:cubicBezTo>
                <a:cubicBezTo>
                  <a:pt x="5182404" y="112616"/>
                  <a:pt x="5181721" y="112455"/>
                  <a:pt x="5181213" y="112241"/>
                </a:cubicBezTo>
                <a:cubicBezTo>
                  <a:pt x="5180704" y="112027"/>
                  <a:pt x="5180356" y="111773"/>
                  <a:pt x="5180169" y="111478"/>
                </a:cubicBezTo>
                <a:cubicBezTo>
                  <a:pt x="5179982" y="111184"/>
                  <a:pt x="5179888" y="110823"/>
                  <a:pt x="5179888" y="110395"/>
                </a:cubicBezTo>
                <a:lnTo>
                  <a:pt x="5179888" y="38136"/>
                </a:lnTo>
                <a:cubicBezTo>
                  <a:pt x="5179888" y="37762"/>
                  <a:pt x="5179982" y="37414"/>
                  <a:pt x="5180169" y="37093"/>
                </a:cubicBezTo>
                <a:cubicBezTo>
                  <a:pt x="5180356" y="36771"/>
                  <a:pt x="5180704" y="36504"/>
                  <a:pt x="5181213" y="36290"/>
                </a:cubicBezTo>
                <a:cubicBezTo>
                  <a:pt x="5181721" y="36076"/>
                  <a:pt x="5182404" y="35915"/>
                  <a:pt x="5183260" y="35808"/>
                </a:cubicBezTo>
                <a:cubicBezTo>
                  <a:pt x="5184116" y="35701"/>
                  <a:pt x="5185187" y="35647"/>
                  <a:pt x="5186471" y="35647"/>
                </a:cubicBezTo>
                <a:cubicBezTo>
                  <a:pt x="5187810" y="35647"/>
                  <a:pt x="5188907" y="35701"/>
                  <a:pt x="5189763" y="35808"/>
                </a:cubicBezTo>
                <a:cubicBezTo>
                  <a:pt x="5190620" y="35915"/>
                  <a:pt x="5191289" y="36076"/>
                  <a:pt x="5191770" y="36290"/>
                </a:cubicBezTo>
                <a:cubicBezTo>
                  <a:pt x="5192252" y="36504"/>
                  <a:pt x="5192600" y="36771"/>
                  <a:pt x="5192814" y="37093"/>
                </a:cubicBezTo>
                <a:cubicBezTo>
                  <a:pt x="5193028" y="37414"/>
                  <a:pt x="5193135" y="37762"/>
                  <a:pt x="5193135" y="38136"/>
                </a:cubicBezTo>
                <a:lnTo>
                  <a:pt x="5193135" y="110395"/>
                </a:lnTo>
                <a:moveTo>
                  <a:pt x="5194661" y="13649"/>
                </a:moveTo>
                <a:cubicBezTo>
                  <a:pt x="5194661" y="16753"/>
                  <a:pt x="5194072" y="18867"/>
                  <a:pt x="5192894" y="19991"/>
                </a:cubicBezTo>
                <a:cubicBezTo>
                  <a:pt x="5191717" y="21115"/>
                  <a:pt x="5189549" y="21677"/>
                  <a:pt x="5186391" y="21677"/>
                </a:cubicBezTo>
                <a:cubicBezTo>
                  <a:pt x="5183287" y="21677"/>
                  <a:pt x="5181159" y="21129"/>
                  <a:pt x="5180008" y="20032"/>
                </a:cubicBezTo>
                <a:cubicBezTo>
                  <a:pt x="5178858" y="18934"/>
                  <a:pt x="5178282" y="16860"/>
                  <a:pt x="5178282" y="13809"/>
                </a:cubicBezTo>
                <a:cubicBezTo>
                  <a:pt x="5178282" y="10705"/>
                  <a:pt x="5178871" y="8591"/>
                  <a:pt x="5180049" y="7467"/>
                </a:cubicBezTo>
                <a:cubicBezTo>
                  <a:pt x="5181226" y="6343"/>
                  <a:pt x="5183394" y="5781"/>
                  <a:pt x="5186552" y="5781"/>
                </a:cubicBezTo>
                <a:cubicBezTo>
                  <a:pt x="5189656" y="5781"/>
                  <a:pt x="5191784" y="6329"/>
                  <a:pt x="5192935" y="7427"/>
                </a:cubicBezTo>
                <a:cubicBezTo>
                  <a:pt x="5194085" y="8524"/>
                  <a:pt x="5194661" y="10598"/>
                  <a:pt x="5194661" y="13649"/>
                </a:cubicBezTo>
                <a:close/>
                <a:moveTo>
                  <a:pt x="5278613" y="110395"/>
                </a:moveTo>
                <a:cubicBezTo>
                  <a:pt x="5278613" y="110823"/>
                  <a:pt x="5278506" y="111184"/>
                  <a:pt x="5278292" y="111478"/>
                </a:cubicBezTo>
                <a:cubicBezTo>
                  <a:pt x="5278078" y="111773"/>
                  <a:pt x="5277730" y="112027"/>
                  <a:pt x="5277249" y="112241"/>
                </a:cubicBezTo>
                <a:cubicBezTo>
                  <a:pt x="5276767" y="112455"/>
                  <a:pt x="5276098" y="112616"/>
                  <a:pt x="5275241" y="112723"/>
                </a:cubicBezTo>
                <a:cubicBezTo>
                  <a:pt x="5274385" y="112830"/>
                  <a:pt x="5273315" y="112883"/>
                  <a:pt x="5272030" y="112883"/>
                </a:cubicBezTo>
                <a:cubicBezTo>
                  <a:pt x="5270692" y="112883"/>
                  <a:pt x="5269595" y="112830"/>
                  <a:pt x="5268738" y="112723"/>
                </a:cubicBezTo>
                <a:cubicBezTo>
                  <a:pt x="5267882" y="112616"/>
                  <a:pt x="5267213" y="112455"/>
                  <a:pt x="5266731" y="112241"/>
                </a:cubicBezTo>
                <a:cubicBezTo>
                  <a:pt x="5266249" y="112027"/>
                  <a:pt x="5265901" y="111773"/>
                  <a:pt x="5265687" y="111478"/>
                </a:cubicBezTo>
                <a:cubicBezTo>
                  <a:pt x="5265473" y="111184"/>
                  <a:pt x="5265366" y="110823"/>
                  <a:pt x="5265366" y="110395"/>
                </a:cubicBezTo>
                <a:lnTo>
                  <a:pt x="5265366" y="68083"/>
                </a:lnTo>
                <a:cubicBezTo>
                  <a:pt x="5265366" y="63962"/>
                  <a:pt x="5265045" y="60643"/>
                  <a:pt x="5264403" y="58128"/>
                </a:cubicBezTo>
                <a:cubicBezTo>
                  <a:pt x="5263760" y="55612"/>
                  <a:pt x="5262824" y="53444"/>
                  <a:pt x="5261593" y="51625"/>
                </a:cubicBezTo>
                <a:cubicBezTo>
                  <a:pt x="5260362" y="49805"/>
                  <a:pt x="5258769" y="48413"/>
                  <a:pt x="5256816" y="47450"/>
                </a:cubicBezTo>
                <a:cubicBezTo>
                  <a:pt x="5254862" y="46486"/>
                  <a:pt x="5252600" y="46004"/>
                  <a:pt x="5250031" y="46004"/>
                </a:cubicBezTo>
                <a:cubicBezTo>
                  <a:pt x="5246713" y="46004"/>
                  <a:pt x="5243394" y="47182"/>
                  <a:pt x="5240076" y="49537"/>
                </a:cubicBezTo>
                <a:cubicBezTo>
                  <a:pt x="5236757" y="51892"/>
                  <a:pt x="5233278" y="55344"/>
                  <a:pt x="5229638" y="59894"/>
                </a:cubicBezTo>
                <a:lnTo>
                  <a:pt x="5229638" y="110395"/>
                </a:lnTo>
                <a:cubicBezTo>
                  <a:pt x="5229638" y="110823"/>
                  <a:pt x="5229531" y="111184"/>
                  <a:pt x="5229317" y="111478"/>
                </a:cubicBezTo>
                <a:cubicBezTo>
                  <a:pt x="5229103" y="111773"/>
                  <a:pt x="5228755" y="112027"/>
                  <a:pt x="5228274" y="112241"/>
                </a:cubicBezTo>
                <a:cubicBezTo>
                  <a:pt x="5227792" y="112455"/>
                  <a:pt x="5227123" y="112616"/>
                  <a:pt x="5226266" y="112723"/>
                </a:cubicBezTo>
                <a:cubicBezTo>
                  <a:pt x="5225410" y="112830"/>
                  <a:pt x="5224313" y="112883"/>
                  <a:pt x="5222975" y="112883"/>
                </a:cubicBezTo>
                <a:cubicBezTo>
                  <a:pt x="5221690" y="112883"/>
                  <a:pt x="5220620" y="112830"/>
                  <a:pt x="5219763" y="112723"/>
                </a:cubicBezTo>
                <a:cubicBezTo>
                  <a:pt x="5218907" y="112616"/>
                  <a:pt x="5218224" y="112455"/>
                  <a:pt x="5217716" y="112241"/>
                </a:cubicBezTo>
                <a:cubicBezTo>
                  <a:pt x="5217207" y="112027"/>
                  <a:pt x="5216859" y="111773"/>
                  <a:pt x="5216672" y="111478"/>
                </a:cubicBezTo>
                <a:cubicBezTo>
                  <a:pt x="5216485" y="111184"/>
                  <a:pt x="5216391" y="110823"/>
                  <a:pt x="5216391" y="110395"/>
                </a:cubicBezTo>
                <a:lnTo>
                  <a:pt x="5216391" y="38136"/>
                </a:lnTo>
                <a:cubicBezTo>
                  <a:pt x="5216391" y="37708"/>
                  <a:pt x="5216471" y="37347"/>
                  <a:pt x="5216632" y="37052"/>
                </a:cubicBezTo>
                <a:cubicBezTo>
                  <a:pt x="5216793" y="36758"/>
                  <a:pt x="5217114" y="36490"/>
                  <a:pt x="5217595" y="36250"/>
                </a:cubicBezTo>
                <a:cubicBezTo>
                  <a:pt x="5218077" y="36009"/>
                  <a:pt x="5218693" y="35848"/>
                  <a:pt x="5219442" y="35768"/>
                </a:cubicBezTo>
                <a:cubicBezTo>
                  <a:pt x="5220191" y="35688"/>
                  <a:pt x="5221182" y="35647"/>
                  <a:pt x="5222413" y="35647"/>
                </a:cubicBezTo>
                <a:cubicBezTo>
                  <a:pt x="5223590" y="35647"/>
                  <a:pt x="5224567" y="35688"/>
                  <a:pt x="5225343" y="35768"/>
                </a:cubicBezTo>
                <a:cubicBezTo>
                  <a:pt x="5226119" y="35848"/>
                  <a:pt x="5226721" y="36009"/>
                  <a:pt x="5227150" y="36250"/>
                </a:cubicBezTo>
                <a:cubicBezTo>
                  <a:pt x="5227578" y="36490"/>
                  <a:pt x="5227886" y="36758"/>
                  <a:pt x="5228073" y="37052"/>
                </a:cubicBezTo>
                <a:cubicBezTo>
                  <a:pt x="5228260" y="37347"/>
                  <a:pt x="5228354" y="37708"/>
                  <a:pt x="5228354" y="38136"/>
                </a:cubicBezTo>
                <a:lnTo>
                  <a:pt x="5228354" y="47690"/>
                </a:lnTo>
                <a:cubicBezTo>
                  <a:pt x="5232422" y="43141"/>
                  <a:pt x="5236476" y="39809"/>
                  <a:pt x="5240517" y="37695"/>
                </a:cubicBezTo>
                <a:cubicBezTo>
                  <a:pt x="5244558" y="35580"/>
                  <a:pt x="5248640" y="34523"/>
                  <a:pt x="5252761" y="34523"/>
                </a:cubicBezTo>
                <a:cubicBezTo>
                  <a:pt x="5257578" y="34523"/>
                  <a:pt x="5261633" y="35340"/>
                  <a:pt x="5264925" y="36972"/>
                </a:cubicBezTo>
                <a:cubicBezTo>
                  <a:pt x="5268216" y="38605"/>
                  <a:pt x="5270879" y="40786"/>
                  <a:pt x="5272913" y="43516"/>
                </a:cubicBezTo>
                <a:cubicBezTo>
                  <a:pt x="5274947" y="46245"/>
                  <a:pt x="5276406" y="49443"/>
                  <a:pt x="5277289" y="53110"/>
                </a:cubicBezTo>
                <a:cubicBezTo>
                  <a:pt x="5278172" y="56776"/>
                  <a:pt x="5278613" y="61179"/>
                  <a:pt x="5278613" y="66317"/>
                </a:cubicBezTo>
                <a:lnTo>
                  <a:pt x="5278613" y="110395"/>
                </a:lnTo>
                <a:close/>
                <a:moveTo>
                  <a:pt x="5361940" y="41348"/>
                </a:moveTo>
                <a:cubicBezTo>
                  <a:pt x="5361940" y="43221"/>
                  <a:pt x="5361686" y="44573"/>
                  <a:pt x="5361178" y="45402"/>
                </a:cubicBezTo>
                <a:cubicBezTo>
                  <a:pt x="5360669" y="46232"/>
                  <a:pt x="5360013" y="46647"/>
                  <a:pt x="5359211" y="46647"/>
                </a:cubicBezTo>
                <a:lnTo>
                  <a:pt x="5348854" y="46647"/>
                </a:lnTo>
                <a:cubicBezTo>
                  <a:pt x="5350727" y="48579"/>
                  <a:pt x="5352038" y="50713"/>
                  <a:pt x="5352788" y="53050"/>
                </a:cubicBezTo>
                <a:cubicBezTo>
                  <a:pt x="5353537" y="55385"/>
                  <a:pt x="5353912" y="57813"/>
                  <a:pt x="5353912" y="60336"/>
                </a:cubicBezTo>
                <a:cubicBezTo>
                  <a:pt x="5353912" y="64504"/>
                  <a:pt x="5353243" y="68191"/>
                  <a:pt x="5351904" y="71398"/>
                </a:cubicBezTo>
                <a:cubicBezTo>
                  <a:pt x="5350566" y="74604"/>
                  <a:pt x="5348653" y="77316"/>
                  <a:pt x="5346164" y="79534"/>
                </a:cubicBezTo>
                <a:cubicBezTo>
                  <a:pt x="5343675" y="81752"/>
                  <a:pt x="5340718" y="83449"/>
                  <a:pt x="5337292" y="84625"/>
                </a:cubicBezTo>
                <a:cubicBezTo>
                  <a:pt x="5333867" y="85801"/>
                  <a:pt x="5330066" y="86389"/>
                  <a:pt x="5325892" y="86389"/>
                </a:cubicBezTo>
                <a:cubicBezTo>
                  <a:pt x="5322948" y="86389"/>
                  <a:pt x="5320151" y="86002"/>
                  <a:pt x="5317502" y="85227"/>
                </a:cubicBezTo>
                <a:cubicBezTo>
                  <a:pt x="5314852" y="84453"/>
                  <a:pt x="5312805" y="83478"/>
                  <a:pt x="5311360" y="82302"/>
                </a:cubicBezTo>
                <a:cubicBezTo>
                  <a:pt x="5310396" y="83265"/>
                  <a:pt x="5309607" y="84362"/>
                  <a:pt x="5308991" y="85593"/>
                </a:cubicBezTo>
                <a:cubicBezTo>
                  <a:pt x="5308376" y="86823"/>
                  <a:pt x="5308068" y="88240"/>
                  <a:pt x="5308068" y="89844"/>
                </a:cubicBezTo>
                <a:cubicBezTo>
                  <a:pt x="5308068" y="91717"/>
                  <a:pt x="5308938" y="93269"/>
                  <a:pt x="5310677" y="94500"/>
                </a:cubicBezTo>
                <a:cubicBezTo>
                  <a:pt x="5312417" y="95730"/>
                  <a:pt x="5314732" y="96398"/>
                  <a:pt x="5317622" y="96505"/>
                </a:cubicBezTo>
                <a:lnTo>
                  <a:pt x="5336489" y="97310"/>
                </a:lnTo>
                <a:cubicBezTo>
                  <a:pt x="5340076" y="97417"/>
                  <a:pt x="5343367" y="97914"/>
                  <a:pt x="5346365" y="98801"/>
                </a:cubicBezTo>
                <a:cubicBezTo>
                  <a:pt x="5349362" y="99687"/>
                  <a:pt x="5351958" y="100950"/>
                  <a:pt x="5354153" y="102589"/>
                </a:cubicBezTo>
                <a:cubicBezTo>
                  <a:pt x="5356347" y="104227"/>
                  <a:pt x="5358060" y="106241"/>
                  <a:pt x="5359291" y="108631"/>
                </a:cubicBezTo>
                <a:cubicBezTo>
                  <a:pt x="5360522" y="111021"/>
                  <a:pt x="5361137" y="113801"/>
                  <a:pt x="5361137" y="116971"/>
                </a:cubicBezTo>
                <a:cubicBezTo>
                  <a:pt x="5361137" y="120301"/>
                  <a:pt x="5360442" y="123470"/>
                  <a:pt x="5359050" y="126477"/>
                </a:cubicBezTo>
                <a:cubicBezTo>
                  <a:pt x="5357658" y="129486"/>
                  <a:pt x="5355531" y="132131"/>
                  <a:pt x="5352667" y="134413"/>
                </a:cubicBezTo>
                <a:cubicBezTo>
                  <a:pt x="5349804" y="136696"/>
                  <a:pt x="5346151" y="138496"/>
                  <a:pt x="5341708" y="139812"/>
                </a:cubicBezTo>
                <a:cubicBezTo>
                  <a:pt x="5337266" y="141129"/>
                  <a:pt x="5332020" y="141787"/>
                  <a:pt x="5325972" y="141787"/>
                </a:cubicBezTo>
                <a:cubicBezTo>
                  <a:pt x="5320138" y="141787"/>
                  <a:pt x="5315173" y="141291"/>
                  <a:pt x="5311079" y="140299"/>
                </a:cubicBezTo>
                <a:cubicBezTo>
                  <a:pt x="5306984" y="139309"/>
                  <a:pt x="5303625" y="137956"/>
                  <a:pt x="5301003" y="136242"/>
                </a:cubicBezTo>
                <a:cubicBezTo>
                  <a:pt x="5298380" y="134529"/>
                  <a:pt x="5296480" y="132481"/>
                  <a:pt x="5295302" y="130097"/>
                </a:cubicBezTo>
                <a:cubicBezTo>
                  <a:pt x="5294125" y="127714"/>
                  <a:pt x="5293536" y="125129"/>
                  <a:pt x="5293536" y="122342"/>
                </a:cubicBezTo>
                <a:cubicBezTo>
                  <a:pt x="5293536" y="120576"/>
                  <a:pt x="5293750" y="118862"/>
                  <a:pt x="5294178" y="117201"/>
                </a:cubicBezTo>
                <a:cubicBezTo>
                  <a:pt x="5294606" y="115540"/>
                  <a:pt x="5295262" y="113960"/>
                  <a:pt x="5296145" y="112459"/>
                </a:cubicBezTo>
                <a:cubicBezTo>
                  <a:pt x="5297028" y="110961"/>
                  <a:pt x="5298126" y="109529"/>
                  <a:pt x="5299437" y="108164"/>
                </a:cubicBezTo>
                <a:cubicBezTo>
                  <a:pt x="5300748" y="106798"/>
                  <a:pt x="5302260" y="105444"/>
                  <a:pt x="5303973" y="104105"/>
                </a:cubicBezTo>
                <a:cubicBezTo>
                  <a:pt x="5301350" y="102761"/>
                  <a:pt x="5299410" y="101069"/>
                  <a:pt x="5298152" y="99026"/>
                </a:cubicBezTo>
                <a:cubicBezTo>
                  <a:pt x="5296895" y="96982"/>
                  <a:pt x="5296266" y="94778"/>
                  <a:pt x="5296266" y="92413"/>
                </a:cubicBezTo>
                <a:cubicBezTo>
                  <a:pt x="5296266" y="89134"/>
                  <a:pt x="5296935" y="86205"/>
                  <a:pt x="5298273" y="83624"/>
                </a:cubicBezTo>
                <a:cubicBezTo>
                  <a:pt x="5299611" y="81043"/>
                  <a:pt x="5301270" y="78731"/>
                  <a:pt x="5303251" y="76689"/>
                </a:cubicBezTo>
                <a:cubicBezTo>
                  <a:pt x="5301591" y="74712"/>
                  <a:pt x="5300280" y="72481"/>
                  <a:pt x="5299317" y="69995"/>
                </a:cubicBezTo>
                <a:cubicBezTo>
                  <a:pt x="5298353" y="67510"/>
                  <a:pt x="5297871" y="64504"/>
                  <a:pt x="5297871" y="60978"/>
                </a:cubicBezTo>
                <a:cubicBezTo>
                  <a:pt x="5297871" y="56863"/>
                  <a:pt x="5298567" y="53176"/>
                  <a:pt x="5299959" y="49916"/>
                </a:cubicBezTo>
                <a:cubicBezTo>
                  <a:pt x="5301350" y="46656"/>
                  <a:pt x="5303277" y="43904"/>
                  <a:pt x="5305740" y="41659"/>
                </a:cubicBezTo>
                <a:cubicBezTo>
                  <a:pt x="5308202" y="39414"/>
                  <a:pt x="5311159" y="37691"/>
                  <a:pt x="5314611" y="36488"/>
                </a:cubicBezTo>
                <a:cubicBezTo>
                  <a:pt x="5318064" y="35285"/>
                  <a:pt x="5321824" y="34684"/>
                  <a:pt x="5325892" y="34684"/>
                </a:cubicBezTo>
                <a:cubicBezTo>
                  <a:pt x="5328086" y="34684"/>
                  <a:pt x="5330133" y="34798"/>
                  <a:pt x="5332033" y="35025"/>
                </a:cubicBezTo>
                <a:cubicBezTo>
                  <a:pt x="5333934" y="35251"/>
                  <a:pt x="5335713" y="35565"/>
                  <a:pt x="5337373" y="35969"/>
                </a:cubicBezTo>
                <a:lnTo>
                  <a:pt x="5359211" y="35969"/>
                </a:lnTo>
                <a:cubicBezTo>
                  <a:pt x="5360121" y="35969"/>
                  <a:pt x="5360803" y="36410"/>
                  <a:pt x="5361258" y="37293"/>
                </a:cubicBezTo>
                <a:cubicBezTo>
                  <a:pt x="5361713" y="38176"/>
                  <a:pt x="5361940" y="39528"/>
                  <a:pt x="5361940" y="41348"/>
                </a:cubicBezTo>
                <a:moveTo>
                  <a:pt x="5341226" y="60416"/>
                </a:moveTo>
                <a:cubicBezTo>
                  <a:pt x="5341226" y="55505"/>
                  <a:pt x="5339875" y="51675"/>
                  <a:pt x="5337172" y="48925"/>
                </a:cubicBezTo>
                <a:cubicBezTo>
                  <a:pt x="5334469" y="46175"/>
                  <a:pt x="5330628" y="44800"/>
                  <a:pt x="5325651" y="44800"/>
                </a:cubicBezTo>
                <a:cubicBezTo>
                  <a:pt x="5323081" y="44800"/>
                  <a:pt x="5320847" y="45227"/>
                  <a:pt x="5318947" y="46082"/>
                </a:cubicBezTo>
                <a:cubicBezTo>
                  <a:pt x="5317047" y="46935"/>
                  <a:pt x="5315468" y="48109"/>
                  <a:pt x="5314210" y="49605"/>
                </a:cubicBezTo>
                <a:cubicBezTo>
                  <a:pt x="5312952" y="51100"/>
                  <a:pt x="5312015" y="52822"/>
                  <a:pt x="5311400" y="54771"/>
                </a:cubicBezTo>
                <a:cubicBezTo>
                  <a:pt x="5310784" y="56719"/>
                  <a:pt x="5310476" y="58762"/>
                  <a:pt x="5310476" y="60898"/>
                </a:cubicBezTo>
                <a:cubicBezTo>
                  <a:pt x="5310476" y="65648"/>
                  <a:pt x="5311828" y="69385"/>
                  <a:pt x="5314531" y="72108"/>
                </a:cubicBezTo>
                <a:cubicBezTo>
                  <a:pt x="5317234" y="74831"/>
                  <a:pt x="5321021" y="76192"/>
                  <a:pt x="5325892" y="76192"/>
                </a:cubicBezTo>
                <a:cubicBezTo>
                  <a:pt x="5328514" y="76192"/>
                  <a:pt x="5330789" y="75779"/>
                  <a:pt x="5332716" y="74953"/>
                </a:cubicBezTo>
                <a:cubicBezTo>
                  <a:pt x="5334643" y="74125"/>
                  <a:pt x="5336235" y="72977"/>
                  <a:pt x="5337493" y="71508"/>
                </a:cubicBezTo>
                <a:cubicBezTo>
                  <a:pt x="5338751" y="70039"/>
                  <a:pt x="5339688" y="68344"/>
                  <a:pt x="5340303" y="66422"/>
                </a:cubicBezTo>
                <a:cubicBezTo>
                  <a:pt x="5340919" y="64501"/>
                  <a:pt x="5341226" y="62498"/>
                  <a:pt x="5341226" y="60416"/>
                </a:cubicBezTo>
                <a:moveTo>
                  <a:pt x="5347890" y="117691"/>
                </a:moveTo>
                <a:cubicBezTo>
                  <a:pt x="5347890" y="114564"/>
                  <a:pt x="5346619" y="112153"/>
                  <a:pt x="5344077" y="110457"/>
                </a:cubicBezTo>
                <a:cubicBezTo>
                  <a:pt x="5341534" y="108760"/>
                  <a:pt x="5338095" y="107857"/>
                  <a:pt x="5333760" y="107750"/>
                </a:cubicBezTo>
                <a:lnTo>
                  <a:pt x="5315053" y="107103"/>
                </a:lnTo>
                <a:cubicBezTo>
                  <a:pt x="5313340" y="108449"/>
                  <a:pt x="5311935" y="109729"/>
                  <a:pt x="5310838" y="110941"/>
                </a:cubicBezTo>
                <a:cubicBezTo>
                  <a:pt x="5309740" y="112154"/>
                  <a:pt x="5308871" y="113312"/>
                  <a:pt x="5308228" y="114416"/>
                </a:cubicBezTo>
                <a:cubicBezTo>
                  <a:pt x="5307586" y="115520"/>
                  <a:pt x="5307145" y="116611"/>
                  <a:pt x="5306904" y="117688"/>
                </a:cubicBezTo>
                <a:cubicBezTo>
                  <a:pt x="5306663" y="118767"/>
                  <a:pt x="5306542" y="119872"/>
                  <a:pt x="5306542" y="121002"/>
                </a:cubicBezTo>
                <a:cubicBezTo>
                  <a:pt x="5306542" y="124505"/>
                  <a:pt x="5308309" y="127159"/>
                  <a:pt x="5311841" y="128963"/>
                </a:cubicBezTo>
                <a:cubicBezTo>
                  <a:pt x="5315374" y="130768"/>
                  <a:pt x="5320298" y="131671"/>
                  <a:pt x="5326614" y="131671"/>
                </a:cubicBezTo>
                <a:cubicBezTo>
                  <a:pt x="5330628" y="131671"/>
                  <a:pt x="5333987" y="131280"/>
                  <a:pt x="5336690" y="130499"/>
                </a:cubicBezTo>
                <a:cubicBezTo>
                  <a:pt x="5339393" y="129718"/>
                  <a:pt x="5341574" y="128681"/>
                  <a:pt x="5343234" y="127388"/>
                </a:cubicBezTo>
                <a:cubicBezTo>
                  <a:pt x="5344893" y="126095"/>
                  <a:pt x="5346084" y="124613"/>
                  <a:pt x="5346806" y="122942"/>
                </a:cubicBezTo>
                <a:cubicBezTo>
                  <a:pt x="5347529" y="121273"/>
                  <a:pt x="5347890" y="119522"/>
                  <a:pt x="5347890" y="117691"/>
                </a:cubicBezTo>
                <a:close/>
                <a:moveTo>
                  <a:pt x="5471427" y="110475"/>
                </a:moveTo>
                <a:cubicBezTo>
                  <a:pt x="5471427" y="111117"/>
                  <a:pt x="5471213" y="111599"/>
                  <a:pt x="5470785" y="111920"/>
                </a:cubicBezTo>
                <a:cubicBezTo>
                  <a:pt x="5470356" y="112241"/>
                  <a:pt x="5469768" y="112482"/>
                  <a:pt x="5469018" y="112643"/>
                </a:cubicBezTo>
                <a:cubicBezTo>
                  <a:pt x="5468269" y="112803"/>
                  <a:pt x="5467172" y="112883"/>
                  <a:pt x="5465727" y="112883"/>
                </a:cubicBezTo>
                <a:cubicBezTo>
                  <a:pt x="5464335" y="112883"/>
                  <a:pt x="5463224" y="112803"/>
                  <a:pt x="5462395" y="112643"/>
                </a:cubicBezTo>
                <a:cubicBezTo>
                  <a:pt x="5461565" y="112482"/>
                  <a:pt x="5460963" y="112241"/>
                  <a:pt x="5460588" y="111920"/>
                </a:cubicBezTo>
                <a:cubicBezTo>
                  <a:pt x="5460214" y="111599"/>
                  <a:pt x="5460026" y="111117"/>
                  <a:pt x="5460026" y="110475"/>
                </a:cubicBezTo>
                <a:lnTo>
                  <a:pt x="5460026" y="103249"/>
                </a:lnTo>
                <a:cubicBezTo>
                  <a:pt x="5456868" y="106621"/>
                  <a:pt x="5453349" y="109257"/>
                  <a:pt x="5449469" y="111157"/>
                </a:cubicBezTo>
                <a:cubicBezTo>
                  <a:pt x="5445588" y="113057"/>
                  <a:pt x="5441480" y="114007"/>
                  <a:pt x="5437144" y="114007"/>
                </a:cubicBezTo>
                <a:cubicBezTo>
                  <a:pt x="5433344" y="114007"/>
                  <a:pt x="5429905" y="113511"/>
                  <a:pt x="5426828" y="112517"/>
                </a:cubicBezTo>
                <a:cubicBezTo>
                  <a:pt x="5423750" y="111524"/>
                  <a:pt x="5421127" y="110087"/>
                  <a:pt x="5418959" y="108207"/>
                </a:cubicBezTo>
                <a:cubicBezTo>
                  <a:pt x="5416792" y="106327"/>
                  <a:pt x="5415106" y="104018"/>
                  <a:pt x="5413901" y="101279"/>
                </a:cubicBezTo>
                <a:cubicBezTo>
                  <a:pt x="5412697" y="98540"/>
                  <a:pt x="5412095" y="95424"/>
                  <a:pt x="5412095" y="91931"/>
                </a:cubicBezTo>
                <a:cubicBezTo>
                  <a:pt x="5412095" y="87850"/>
                  <a:pt x="5412925" y="84305"/>
                  <a:pt x="5414584" y="81298"/>
                </a:cubicBezTo>
                <a:cubicBezTo>
                  <a:pt x="5416243" y="78289"/>
                  <a:pt x="5418625" y="75791"/>
                  <a:pt x="5421729" y="73804"/>
                </a:cubicBezTo>
                <a:cubicBezTo>
                  <a:pt x="5424834" y="71817"/>
                  <a:pt x="5428634" y="70326"/>
                  <a:pt x="5433130" y="69333"/>
                </a:cubicBezTo>
                <a:cubicBezTo>
                  <a:pt x="5437626" y="68339"/>
                  <a:pt x="5442684" y="67842"/>
                  <a:pt x="5448304" y="67842"/>
                </a:cubicBezTo>
                <a:lnTo>
                  <a:pt x="5458260" y="67842"/>
                </a:lnTo>
                <a:lnTo>
                  <a:pt x="5458260" y="62242"/>
                </a:lnTo>
                <a:cubicBezTo>
                  <a:pt x="5458260" y="59469"/>
                  <a:pt x="5457966" y="57016"/>
                  <a:pt x="5457377" y="54884"/>
                </a:cubicBezTo>
                <a:cubicBezTo>
                  <a:pt x="5456788" y="52749"/>
                  <a:pt x="5455838" y="50976"/>
                  <a:pt x="5454527" y="49562"/>
                </a:cubicBezTo>
                <a:cubicBezTo>
                  <a:pt x="5453215" y="48149"/>
                  <a:pt x="5451516" y="47082"/>
                  <a:pt x="5449428" y="46363"/>
                </a:cubicBezTo>
                <a:cubicBezTo>
                  <a:pt x="5447341" y="45642"/>
                  <a:pt x="5444772" y="45282"/>
                  <a:pt x="5441721" y="45282"/>
                </a:cubicBezTo>
                <a:cubicBezTo>
                  <a:pt x="5438456" y="45282"/>
                  <a:pt x="5435525" y="45666"/>
                  <a:pt x="5432929" y="46433"/>
                </a:cubicBezTo>
                <a:cubicBezTo>
                  <a:pt x="5430333" y="47201"/>
                  <a:pt x="5428059" y="48048"/>
                  <a:pt x="5426105" y="48975"/>
                </a:cubicBezTo>
                <a:cubicBezTo>
                  <a:pt x="5424151" y="49902"/>
                  <a:pt x="5422519" y="50749"/>
                  <a:pt x="5421208" y="51517"/>
                </a:cubicBezTo>
                <a:cubicBezTo>
                  <a:pt x="5419896" y="52284"/>
                  <a:pt x="5418919" y="52668"/>
                  <a:pt x="5418277" y="52668"/>
                </a:cubicBezTo>
                <a:cubicBezTo>
                  <a:pt x="5417849" y="52668"/>
                  <a:pt x="5417474" y="52561"/>
                  <a:pt x="5417153" y="52347"/>
                </a:cubicBezTo>
                <a:cubicBezTo>
                  <a:pt x="5416832" y="52133"/>
                  <a:pt x="5416551" y="51812"/>
                  <a:pt x="5416310" y="51384"/>
                </a:cubicBezTo>
                <a:cubicBezTo>
                  <a:pt x="5416069" y="50955"/>
                  <a:pt x="5415895" y="50407"/>
                  <a:pt x="5415788" y="49738"/>
                </a:cubicBezTo>
                <a:cubicBezTo>
                  <a:pt x="5415681" y="49069"/>
                  <a:pt x="5415628" y="48333"/>
                  <a:pt x="5415628" y="47530"/>
                </a:cubicBezTo>
                <a:cubicBezTo>
                  <a:pt x="5415628" y="46192"/>
                  <a:pt x="5415721" y="45135"/>
                  <a:pt x="5415909" y="44359"/>
                </a:cubicBezTo>
                <a:cubicBezTo>
                  <a:pt x="5416096" y="43582"/>
                  <a:pt x="5416551" y="42846"/>
                  <a:pt x="5417273" y="42151"/>
                </a:cubicBezTo>
                <a:cubicBezTo>
                  <a:pt x="5417996" y="41455"/>
                  <a:pt x="5419240" y="40644"/>
                  <a:pt x="5421007" y="39719"/>
                </a:cubicBezTo>
                <a:cubicBezTo>
                  <a:pt x="5422773" y="38793"/>
                  <a:pt x="5424807" y="37946"/>
                  <a:pt x="5427109" y="37180"/>
                </a:cubicBezTo>
                <a:cubicBezTo>
                  <a:pt x="5429410" y="36414"/>
                  <a:pt x="5431926" y="35780"/>
                  <a:pt x="5434656" y="35279"/>
                </a:cubicBezTo>
                <a:cubicBezTo>
                  <a:pt x="5437385" y="34775"/>
                  <a:pt x="5440142" y="34523"/>
                  <a:pt x="5442925" y="34523"/>
                </a:cubicBezTo>
                <a:cubicBezTo>
                  <a:pt x="5448117" y="34523"/>
                  <a:pt x="5452533" y="35112"/>
                  <a:pt x="5456172" y="36290"/>
                </a:cubicBezTo>
                <a:cubicBezTo>
                  <a:pt x="5459812" y="37467"/>
                  <a:pt x="5462756" y="39193"/>
                  <a:pt x="5465004" y="41468"/>
                </a:cubicBezTo>
                <a:cubicBezTo>
                  <a:pt x="5467252" y="43743"/>
                  <a:pt x="5468885" y="46566"/>
                  <a:pt x="5469902" y="49938"/>
                </a:cubicBezTo>
                <a:cubicBezTo>
                  <a:pt x="5470919" y="53311"/>
                  <a:pt x="5471427" y="57245"/>
                  <a:pt x="5471427" y="61741"/>
                </a:cubicBezTo>
                <a:lnTo>
                  <a:pt x="5471427" y="110475"/>
                </a:lnTo>
                <a:moveTo>
                  <a:pt x="5458260" y="77397"/>
                </a:moveTo>
                <a:lnTo>
                  <a:pt x="5446939" y="77397"/>
                </a:lnTo>
                <a:cubicBezTo>
                  <a:pt x="5443300" y="77397"/>
                  <a:pt x="5440142" y="77707"/>
                  <a:pt x="5437466" y="78327"/>
                </a:cubicBezTo>
                <a:cubicBezTo>
                  <a:pt x="5434789" y="78946"/>
                  <a:pt x="5432568" y="79861"/>
                  <a:pt x="5430802" y="81072"/>
                </a:cubicBezTo>
                <a:cubicBezTo>
                  <a:pt x="5429035" y="82283"/>
                  <a:pt x="5427738" y="83738"/>
                  <a:pt x="5426908" y="85435"/>
                </a:cubicBezTo>
                <a:cubicBezTo>
                  <a:pt x="5426078" y="87131"/>
                  <a:pt x="5425663" y="89083"/>
                  <a:pt x="5425663" y="91291"/>
                </a:cubicBezTo>
                <a:cubicBezTo>
                  <a:pt x="5425663" y="95061"/>
                  <a:pt x="5426854" y="98064"/>
                  <a:pt x="5429236" y="100298"/>
                </a:cubicBezTo>
                <a:cubicBezTo>
                  <a:pt x="5431618" y="102533"/>
                  <a:pt x="5434950" y="103650"/>
                  <a:pt x="5439232" y="103650"/>
                </a:cubicBezTo>
                <a:cubicBezTo>
                  <a:pt x="5442711" y="103650"/>
                  <a:pt x="5445936" y="102762"/>
                  <a:pt x="5448907" y="100986"/>
                </a:cubicBezTo>
                <a:cubicBezTo>
                  <a:pt x="5451877" y="99208"/>
                  <a:pt x="5454995" y="96488"/>
                  <a:pt x="5458260" y="92827"/>
                </a:cubicBezTo>
                <a:lnTo>
                  <a:pt x="5458260" y="77397"/>
                </a:lnTo>
                <a:close/>
                <a:moveTo>
                  <a:pt x="5578276" y="90782"/>
                </a:moveTo>
                <a:cubicBezTo>
                  <a:pt x="5578276" y="94478"/>
                  <a:pt x="5577594" y="97774"/>
                  <a:pt x="5576229" y="100667"/>
                </a:cubicBezTo>
                <a:cubicBezTo>
                  <a:pt x="5574864" y="103559"/>
                  <a:pt x="5572924" y="105997"/>
                  <a:pt x="5570408" y="107981"/>
                </a:cubicBezTo>
                <a:cubicBezTo>
                  <a:pt x="5567892" y="109963"/>
                  <a:pt x="5564895" y="111463"/>
                  <a:pt x="5561416" y="112479"/>
                </a:cubicBezTo>
                <a:cubicBezTo>
                  <a:pt x="5557937" y="113498"/>
                  <a:pt x="5554110" y="114007"/>
                  <a:pt x="5549935" y="114007"/>
                </a:cubicBezTo>
                <a:cubicBezTo>
                  <a:pt x="5547366" y="114007"/>
                  <a:pt x="5544917" y="113807"/>
                  <a:pt x="5542589" y="113405"/>
                </a:cubicBezTo>
                <a:cubicBezTo>
                  <a:pt x="5540260" y="113004"/>
                  <a:pt x="5538173" y="112495"/>
                  <a:pt x="5536326" y="111880"/>
                </a:cubicBezTo>
                <a:cubicBezTo>
                  <a:pt x="5534480" y="111264"/>
                  <a:pt x="5532914" y="110622"/>
                  <a:pt x="5531629" y="109953"/>
                </a:cubicBezTo>
                <a:cubicBezTo>
                  <a:pt x="5530345" y="109284"/>
                  <a:pt x="5529408" y="108682"/>
                  <a:pt x="5528819" y="108146"/>
                </a:cubicBezTo>
                <a:cubicBezTo>
                  <a:pt x="5528231" y="107611"/>
                  <a:pt x="5527802" y="106862"/>
                  <a:pt x="5527535" y="105898"/>
                </a:cubicBezTo>
                <a:cubicBezTo>
                  <a:pt x="5527267" y="104935"/>
                  <a:pt x="5527133" y="103624"/>
                  <a:pt x="5527133" y="101964"/>
                </a:cubicBezTo>
                <a:cubicBezTo>
                  <a:pt x="5527133" y="100947"/>
                  <a:pt x="5527187" y="100091"/>
                  <a:pt x="5527294" y="99395"/>
                </a:cubicBezTo>
                <a:cubicBezTo>
                  <a:pt x="5527401" y="98699"/>
                  <a:pt x="5527535" y="98137"/>
                  <a:pt x="5527695" y="97709"/>
                </a:cubicBezTo>
                <a:cubicBezTo>
                  <a:pt x="5527856" y="97281"/>
                  <a:pt x="5528083" y="96973"/>
                  <a:pt x="5528378" y="96786"/>
                </a:cubicBezTo>
                <a:cubicBezTo>
                  <a:pt x="5528672" y="96599"/>
                  <a:pt x="5529007" y="96505"/>
                  <a:pt x="5529381" y="96505"/>
                </a:cubicBezTo>
                <a:cubicBezTo>
                  <a:pt x="5529970" y="96505"/>
                  <a:pt x="5530840" y="96866"/>
                  <a:pt x="5531991" y="97589"/>
                </a:cubicBezTo>
                <a:cubicBezTo>
                  <a:pt x="5533142" y="98311"/>
                  <a:pt x="5534560" y="99101"/>
                  <a:pt x="5536246" y="99957"/>
                </a:cubicBezTo>
                <a:cubicBezTo>
                  <a:pt x="5537932" y="100814"/>
                  <a:pt x="5539926" y="101603"/>
                  <a:pt x="5542227" y="102326"/>
                </a:cubicBezTo>
                <a:cubicBezTo>
                  <a:pt x="5544529" y="103048"/>
                  <a:pt x="5547178" y="103410"/>
                  <a:pt x="5550176" y="103410"/>
                </a:cubicBezTo>
                <a:cubicBezTo>
                  <a:pt x="5552424" y="103410"/>
                  <a:pt x="5554458" y="103169"/>
                  <a:pt x="5556278" y="102687"/>
                </a:cubicBezTo>
                <a:cubicBezTo>
                  <a:pt x="5558097" y="102204"/>
                  <a:pt x="5559676" y="101493"/>
                  <a:pt x="5561015" y="100554"/>
                </a:cubicBezTo>
                <a:cubicBezTo>
                  <a:pt x="5562353" y="99616"/>
                  <a:pt x="5563383" y="98423"/>
                  <a:pt x="5564106" y="96974"/>
                </a:cubicBezTo>
                <a:cubicBezTo>
                  <a:pt x="5564828" y="95526"/>
                  <a:pt x="5565189" y="93809"/>
                  <a:pt x="5565189" y="91826"/>
                </a:cubicBezTo>
                <a:cubicBezTo>
                  <a:pt x="5565189" y="89790"/>
                  <a:pt x="5564668" y="88076"/>
                  <a:pt x="5563624" y="86682"/>
                </a:cubicBezTo>
                <a:cubicBezTo>
                  <a:pt x="5562580" y="85289"/>
                  <a:pt x="5561202" y="84057"/>
                  <a:pt x="5559489" y="82987"/>
                </a:cubicBezTo>
                <a:cubicBezTo>
                  <a:pt x="5557776" y="81914"/>
                  <a:pt x="5555849" y="80964"/>
                  <a:pt x="5553708" y="80134"/>
                </a:cubicBezTo>
                <a:cubicBezTo>
                  <a:pt x="5551567" y="79303"/>
                  <a:pt x="5549360" y="78432"/>
                  <a:pt x="5547085" y="77522"/>
                </a:cubicBezTo>
                <a:cubicBezTo>
                  <a:pt x="5544810" y="76610"/>
                  <a:pt x="5542589" y="75578"/>
                  <a:pt x="5540421" y="74426"/>
                </a:cubicBezTo>
                <a:cubicBezTo>
                  <a:pt x="5538253" y="73274"/>
                  <a:pt x="5536313" y="71867"/>
                  <a:pt x="5534600" y="70206"/>
                </a:cubicBezTo>
                <a:cubicBezTo>
                  <a:pt x="5532887" y="68545"/>
                  <a:pt x="5531509" y="66563"/>
                  <a:pt x="5530465" y="64260"/>
                </a:cubicBezTo>
                <a:cubicBezTo>
                  <a:pt x="5529422" y="61956"/>
                  <a:pt x="5528900" y="59197"/>
                  <a:pt x="5528900" y="55983"/>
                </a:cubicBezTo>
                <a:cubicBezTo>
                  <a:pt x="5528900" y="53142"/>
                  <a:pt x="5529448" y="50424"/>
                  <a:pt x="5530546" y="47826"/>
                </a:cubicBezTo>
                <a:cubicBezTo>
                  <a:pt x="5531643" y="45227"/>
                  <a:pt x="5533289" y="42949"/>
                  <a:pt x="5535483" y="40994"/>
                </a:cubicBezTo>
                <a:cubicBezTo>
                  <a:pt x="5537678" y="39037"/>
                  <a:pt x="5540421" y="37470"/>
                  <a:pt x="5543713" y="36292"/>
                </a:cubicBezTo>
                <a:cubicBezTo>
                  <a:pt x="5547004" y="35113"/>
                  <a:pt x="5550845" y="34523"/>
                  <a:pt x="5555234" y="34523"/>
                </a:cubicBezTo>
                <a:cubicBezTo>
                  <a:pt x="5557161" y="34523"/>
                  <a:pt x="5559088" y="34686"/>
                  <a:pt x="5561015" y="35013"/>
                </a:cubicBezTo>
                <a:cubicBezTo>
                  <a:pt x="5562941" y="35339"/>
                  <a:pt x="5564681" y="35746"/>
                  <a:pt x="5566233" y="36234"/>
                </a:cubicBezTo>
                <a:cubicBezTo>
                  <a:pt x="5567785" y="36723"/>
                  <a:pt x="5569110" y="37252"/>
                  <a:pt x="5570207" y="37823"/>
                </a:cubicBezTo>
                <a:cubicBezTo>
                  <a:pt x="5571305" y="38393"/>
                  <a:pt x="5572134" y="38896"/>
                  <a:pt x="5572696" y="39331"/>
                </a:cubicBezTo>
                <a:cubicBezTo>
                  <a:pt x="5573258" y="39765"/>
                  <a:pt x="5573633" y="40143"/>
                  <a:pt x="5573820" y="40465"/>
                </a:cubicBezTo>
                <a:cubicBezTo>
                  <a:pt x="5574008" y="40786"/>
                  <a:pt x="5574141" y="41147"/>
                  <a:pt x="5574222" y="41548"/>
                </a:cubicBezTo>
                <a:cubicBezTo>
                  <a:pt x="5574302" y="41950"/>
                  <a:pt x="5574382" y="42445"/>
                  <a:pt x="5574463" y="43034"/>
                </a:cubicBezTo>
                <a:cubicBezTo>
                  <a:pt x="5574543" y="43623"/>
                  <a:pt x="5574583" y="44345"/>
                  <a:pt x="5574583" y="45202"/>
                </a:cubicBezTo>
                <a:cubicBezTo>
                  <a:pt x="5574583" y="46111"/>
                  <a:pt x="5574543" y="46901"/>
                  <a:pt x="5574463" y="47570"/>
                </a:cubicBezTo>
                <a:cubicBezTo>
                  <a:pt x="5574382" y="48239"/>
                  <a:pt x="5574248" y="48788"/>
                  <a:pt x="5574061" y="49216"/>
                </a:cubicBezTo>
                <a:cubicBezTo>
                  <a:pt x="5573874" y="49644"/>
                  <a:pt x="5573646" y="49952"/>
                  <a:pt x="5573379" y="50139"/>
                </a:cubicBezTo>
                <a:cubicBezTo>
                  <a:pt x="5573111" y="50327"/>
                  <a:pt x="5572817" y="50420"/>
                  <a:pt x="5572496" y="50420"/>
                </a:cubicBezTo>
                <a:cubicBezTo>
                  <a:pt x="5572014" y="50420"/>
                  <a:pt x="5571318" y="50122"/>
                  <a:pt x="5570408" y="49524"/>
                </a:cubicBezTo>
                <a:cubicBezTo>
                  <a:pt x="5569498" y="48927"/>
                  <a:pt x="5568321" y="48289"/>
                  <a:pt x="5566875" y="47610"/>
                </a:cubicBezTo>
                <a:cubicBezTo>
                  <a:pt x="5565430" y="46931"/>
                  <a:pt x="5563731" y="46293"/>
                  <a:pt x="5561777" y="45696"/>
                </a:cubicBezTo>
                <a:cubicBezTo>
                  <a:pt x="5559824" y="45099"/>
                  <a:pt x="5557589" y="44800"/>
                  <a:pt x="5555073" y="44800"/>
                </a:cubicBezTo>
                <a:cubicBezTo>
                  <a:pt x="5552825" y="44800"/>
                  <a:pt x="5550845" y="45055"/>
                  <a:pt x="5549132" y="45565"/>
                </a:cubicBezTo>
                <a:cubicBezTo>
                  <a:pt x="5547419" y="46074"/>
                  <a:pt x="5546014" y="46797"/>
                  <a:pt x="5544917" y="47736"/>
                </a:cubicBezTo>
                <a:cubicBezTo>
                  <a:pt x="5543820" y="48674"/>
                  <a:pt x="5542990" y="49787"/>
                  <a:pt x="5542428" y="51075"/>
                </a:cubicBezTo>
                <a:cubicBezTo>
                  <a:pt x="5541866" y="52361"/>
                  <a:pt x="5541585" y="53755"/>
                  <a:pt x="5541585" y="55257"/>
                </a:cubicBezTo>
                <a:cubicBezTo>
                  <a:pt x="5541585" y="57347"/>
                  <a:pt x="5542120" y="59101"/>
                  <a:pt x="5543191" y="60521"/>
                </a:cubicBezTo>
                <a:cubicBezTo>
                  <a:pt x="5544261" y="61941"/>
                  <a:pt x="5545653" y="63187"/>
                  <a:pt x="5547366" y="64260"/>
                </a:cubicBezTo>
                <a:cubicBezTo>
                  <a:pt x="5549079" y="65330"/>
                  <a:pt x="5551032" y="66294"/>
                  <a:pt x="5553227" y="67152"/>
                </a:cubicBezTo>
                <a:cubicBezTo>
                  <a:pt x="5555421" y="68009"/>
                  <a:pt x="5557656" y="68893"/>
                  <a:pt x="5559931" y="69804"/>
                </a:cubicBezTo>
                <a:cubicBezTo>
                  <a:pt x="5562205" y="70714"/>
                  <a:pt x="5564453" y="71732"/>
                  <a:pt x="5566675" y="72858"/>
                </a:cubicBezTo>
                <a:cubicBezTo>
                  <a:pt x="5568896" y="73984"/>
                  <a:pt x="5570863" y="75350"/>
                  <a:pt x="5572576" y="76958"/>
                </a:cubicBezTo>
                <a:cubicBezTo>
                  <a:pt x="5574289" y="78565"/>
                  <a:pt x="5575667" y="80494"/>
                  <a:pt x="5576711" y="82746"/>
                </a:cubicBezTo>
                <a:cubicBezTo>
                  <a:pt x="5577754" y="84995"/>
                  <a:pt x="5578276" y="87674"/>
                  <a:pt x="5578276" y="90782"/>
                </a:cubicBezTo>
                <a:close/>
                <a:moveTo>
                  <a:pt x="5659902" y="73182"/>
                </a:moveTo>
                <a:cubicBezTo>
                  <a:pt x="5659902" y="79502"/>
                  <a:pt x="5659219" y="85181"/>
                  <a:pt x="5657854" y="90217"/>
                </a:cubicBezTo>
                <a:cubicBezTo>
                  <a:pt x="5656490" y="95254"/>
                  <a:pt x="5654482" y="99527"/>
                  <a:pt x="5651833" y="103038"/>
                </a:cubicBezTo>
                <a:cubicBezTo>
                  <a:pt x="5649183" y="106547"/>
                  <a:pt x="5645905" y="109253"/>
                  <a:pt x="5641998" y="111155"/>
                </a:cubicBezTo>
                <a:cubicBezTo>
                  <a:pt x="5638091" y="113057"/>
                  <a:pt x="5633621" y="114007"/>
                  <a:pt x="5628590" y="114007"/>
                </a:cubicBezTo>
                <a:cubicBezTo>
                  <a:pt x="5626449" y="114007"/>
                  <a:pt x="5624468" y="113793"/>
                  <a:pt x="5622649" y="113365"/>
                </a:cubicBezTo>
                <a:cubicBezTo>
                  <a:pt x="5620829" y="112937"/>
                  <a:pt x="5619049" y="112268"/>
                  <a:pt x="5617310" y="111358"/>
                </a:cubicBezTo>
                <a:cubicBezTo>
                  <a:pt x="5615570" y="110446"/>
                  <a:pt x="5613844" y="109294"/>
                  <a:pt x="5612131" y="107901"/>
                </a:cubicBezTo>
                <a:cubicBezTo>
                  <a:pt x="5610418" y="106507"/>
                  <a:pt x="5608598" y="104873"/>
                  <a:pt x="5606672" y="102998"/>
                </a:cubicBezTo>
                <a:lnTo>
                  <a:pt x="5606672" y="139062"/>
                </a:lnTo>
                <a:cubicBezTo>
                  <a:pt x="5606672" y="139489"/>
                  <a:pt x="5606565" y="139862"/>
                  <a:pt x="5606350" y="140183"/>
                </a:cubicBezTo>
                <a:cubicBezTo>
                  <a:pt x="5606136" y="140505"/>
                  <a:pt x="5605788" y="140771"/>
                  <a:pt x="5605307" y="140984"/>
                </a:cubicBezTo>
                <a:cubicBezTo>
                  <a:pt x="5604825" y="141198"/>
                  <a:pt x="5604156" y="141359"/>
                  <a:pt x="5603300" y="141466"/>
                </a:cubicBezTo>
                <a:cubicBezTo>
                  <a:pt x="5602443" y="141573"/>
                  <a:pt x="5601346" y="141626"/>
                  <a:pt x="5600008" y="141626"/>
                </a:cubicBezTo>
                <a:cubicBezTo>
                  <a:pt x="5598723" y="141626"/>
                  <a:pt x="5597653" y="141573"/>
                  <a:pt x="5596796" y="141466"/>
                </a:cubicBezTo>
                <a:cubicBezTo>
                  <a:pt x="5595940" y="141359"/>
                  <a:pt x="5595257" y="141198"/>
                  <a:pt x="5594749" y="140984"/>
                </a:cubicBezTo>
                <a:cubicBezTo>
                  <a:pt x="5594240" y="140770"/>
                  <a:pt x="5593893" y="140502"/>
                  <a:pt x="5593705" y="140181"/>
                </a:cubicBezTo>
                <a:cubicBezTo>
                  <a:pt x="5593518" y="139860"/>
                  <a:pt x="5593424" y="139485"/>
                  <a:pt x="5593424" y="139057"/>
                </a:cubicBezTo>
                <a:lnTo>
                  <a:pt x="5593424" y="38136"/>
                </a:lnTo>
                <a:cubicBezTo>
                  <a:pt x="5593424" y="37655"/>
                  <a:pt x="5593504" y="37267"/>
                  <a:pt x="5593665" y="36972"/>
                </a:cubicBezTo>
                <a:cubicBezTo>
                  <a:pt x="5593826" y="36678"/>
                  <a:pt x="5594147" y="36424"/>
                  <a:pt x="5594629" y="36209"/>
                </a:cubicBezTo>
                <a:cubicBezTo>
                  <a:pt x="5595110" y="35995"/>
                  <a:pt x="5595726" y="35848"/>
                  <a:pt x="5596475" y="35768"/>
                </a:cubicBezTo>
                <a:cubicBezTo>
                  <a:pt x="5597224" y="35688"/>
                  <a:pt x="5598134" y="35647"/>
                  <a:pt x="5599205" y="35647"/>
                </a:cubicBezTo>
                <a:cubicBezTo>
                  <a:pt x="5600329" y="35647"/>
                  <a:pt x="5601252" y="35688"/>
                  <a:pt x="5601975" y="35768"/>
                </a:cubicBezTo>
                <a:cubicBezTo>
                  <a:pt x="5602697" y="35848"/>
                  <a:pt x="5603300" y="35995"/>
                  <a:pt x="5603781" y="36209"/>
                </a:cubicBezTo>
                <a:cubicBezTo>
                  <a:pt x="5604263" y="36424"/>
                  <a:pt x="5604597" y="36679"/>
                  <a:pt x="5604785" y="36975"/>
                </a:cubicBezTo>
                <a:cubicBezTo>
                  <a:pt x="5604972" y="37269"/>
                  <a:pt x="5605066" y="37657"/>
                  <a:pt x="5605066" y="38139"/>
                </a:cubicBezTo>
                <a:lnTo>
                  <a:pt x="5605066" y="47864"/>
                </a:lnTo>
                <a:cubicBezTo>
                  <a:pt x="5607260" y="45614"/>
                  <a:pt x="5609375" y="43659"/>
                  <a:pt x="5611408" y="41998"/>
                </a:cubicBezTo>
                <a:cubicBezTo>
                  <a:pt x="5613442" y="40337"/>
                  <a:pt x="5615490" y="38958"/>
                  <a:pt x="5617550" y="37860"/>
                </a:cubicBezTo>
                <a:cubicBezTo>
                  <a:pt x="5619611" y="36761"/>
                  <a:pt x="5621725" y="35931"/>
                  <a:pt x="5623893" y="35369"/>
                </a:cubicBezTo>
                <a:cubicBezTo>
                  <a:pt x="5626061" y="34805"/>
                  <a:pt x="5628349" y="34523"/>
                  <a:pt x="5630758" y="34523"/>
                </a:cubicBezTo>
                <a:cubicBezTo>
                  <a:pt x="5636003" y="34523"/>
                  <a:pt x="5640472" y="35541"/>
                  <a:pt x="5644166" y="37577"/>
                </a:cubicBezTo>
                <a:cubicBezTo>
                  <a:pt x="5647859" y="39612"/>
                  <a:pt x="5650870" y="42399"/>
                  <a:pt x="5653198" y="45937"/>
                </a:cubicBezTo>
                <a:cubicBezTo>
                  <a:pt x="5655526" y="49473"/>
                  <a:pt x="5657226" y="53585"/>
                  <a:pt x="5658296" y="58273"/>
                </a:cubicBezTo>
                <a:cubicBezTo>
                  <a:pt x="5659367" y="62960"/>
                  <a:pt x="5659902" y="67929"/>
                  <a:pt x="5659902" y="73182"/>
                </a:cubicBezTo>
                <a:moveTo>
                  <a:pt x="5645932" y="74707"/>
                </a:moveTo>
                <a:cubicBezTo>
                  <a:pt x="5645932" y="71009"/>
                  <a:pt x="5645651" y="67431"/>
                  <a:pt x="5645089" y="63974"/>
                </a:cubicBezTo>
                <a:cubicBezTo>
                  <a:pt x="5644527" y="60516"/>
                  <a:pt x="5643563" y="57448"/>
                  <a:pt x="5642199" y="54768"/>
                </a:cubicBezTo>
                <a:cubicBezTo>
                  <a:pt x="5640834" y="52089"/>
                  <a:pt x="5639000" y="49945"/>
                  <a:pt x="5636699" y="48338"/>
                </a:cubicBezTo>
                <a:cubicBezTo>
                  <a:pt x="5634397" y="46729"/>
                  <a:pt x="5631534" y="45924"/>
                  <a:pt x="5628108" y="45924"/>
                </a:cubicBezTo>
                <a:cubicBezTo>
                  <a:pt x="5626395" y="45924"/>
                  <a:pt x="5624709" y="46179"/>
                  <a:pt x="5623050" y="46689"/>
                </a:cubicBezTo>
                <a:cubicBezTo>
                  <a:pt x="5621391" y="47198"/>
                  <a:pt x="5619705" y="48002"/>
                  <a:pt x="5617992" y="49100"/>
                </a:cubicBezTo>
                <a:cubicBezTo>
                  <a:pt x="5616279" y="50199"/>
                  <a:pt x="5614486" y="51647"/>
                  <a:pt x="5612613" y="53443"/>
                </a:cubicBezTo>
                <a:cubicBezTo>
                  <a:pt x="5610739" y="55240"/>
                  <a:pt x="5608759" y="57452"/>
                  <a:pt x="5606672" y="60080"/>
                </a:cubicBezTo>
                <a:lnTo>
                  <a:pt x="5606672" y="88853"/>
                </a:lnTo>
                <a:cubicBezTo>
                  <a:pt x="5610311" y="93303"/>
                  <a:pt x="5613764" y="96709"/>
                  <a:pt x="5617029" y="99069"/>
                </a:cubicBezTo>
                <a:cubicBezTo>
                  <a:pt x="5620294" y="101427"/>
                  <a:pt x="5623719" y="102607"/>
                  <a:pt x="5627305" y="102607"/>
                </a:cubicBezTo>
                <a:cubicBezTo>
                  <a:pt x="5630624" y="102607"/>
                  <a:pt x="5633474" y="101803"/>
                  <a:pt x="5635856" y="100196"/>
                </a:cubicBezTo>
                <a:cubicBezTo>
                  <a:pt x="5638238" y="98586"/>
                  <a:pt x="5640165" y="96442"/>
                  <a:pt x="5641637" y="93763"/>
                </a:cubicBezTo>
                <a:cubicBezTo>
                  <a:pt x="5643108" y="91083"/>
                  <a:pt x="5644192" y="88081"/>
                  <a:pt x="5644888" y="84758"/>
                </a:cubicBezTo>
                <a:cubicBezTo>
                  <a:pt x="5645584" y="81434"/>
                  <a:pt x="5645932" y="78084"/>
                  <a:pt x="5645932" y="74707"/>
                </a:cubicBezTo>
                <a:close/>
                <a:moveTo>
                  <a:pt x="5733032" y="110475"/>
                </a:moveTo>
                <a:cubicBezTo>
                  <a:pt x="5733032" y="111117"/>
                  <a:pt x="5732818" y="111599"/>
                  <a:pt x="5732390" y="111920"/>
                </a:cubicBezTo>
                <a:cubicBezTo>
                  <a:pt x="5731961" y="112241"/>
                  <a:pt x="5731373" y="112482"/>
                  <a:pt x="5730623" y="112643"/>
                </a:cubicBezTo>
                <a:cubicBezTo>
                  <a:pt x="5729874" y="112803"/>
                  <a:pt x="5728777" y="112883"/>
                  <a:pt x="5727332" y="112883"/>
                </a:cubicBezTo>
                <a:cubicBezTo>
                  <a:pt x="5725940" y="112883"/>
                  <a:pt x="5724829" y="112803"/>
                  <a:pt x="5724000" y="112643"/>
                </a:cubicBezTo>
                <a:cubicBezTo>
                  <a:pt x="5723170" y="112482"/>
                  <a:pt x="5722568" y="112241"/>
                  <a:pt x="5722193" y="111920"/>
                </a:cubicBezTo>
                <a:cubicBezTo>
                  <a:pt x="5721819" y="111599"/>
                  <a:pt x="5721631" y="111117"/>
                  <a:pt x="5721631" y="110475"/>
                </a:cubicBezTo>
                <a:lnTo>
                  <a:pt x="5721631" y="103249"/>
                </a:lnTo>
                <a:cubicBezTo>
                  <a:pt x="5718473" y="106621"/>
                  <a:pt x="5714954" y="109257"/>
                  <a:pt x="5711073" y="111157"/>
                </a:cubicBezTo>
                <a:cubicBezTo>
                  <a:pt x="5707193" y="113057"/>
                  <a:pt x="5703085" y="114007"/>
                  <a:pt x="5698749" y="114007"/>
                </a:cubicBezTo>
                <a:cubicBezTo>
                  <a:pt x="5694949" y="114007"/>
                  <a:pt x="5691510" y="113511"/>
                  <a:pt x="5688433" y="112517"/>
                </a:cubicBezTo>
                <a:cubicBezTo>
                  <a:pt x="5685355" y="111524"/>
                  <a:pt x="5682732" y="110087"/>
                  <a:pt x="5680564" y="108207"/>
                </a:cubicBezTo>
                <a:cubicBezTo>
                  <a:pt x="5678397" y="106327"/>
                  <a:pt x="5676711" y="104018"/>
                  <a:pt x="5675506" y="101279"/>
                </a:cubicBezTo>
                <a:cubicBezTo>
                  <a:pt x="5674302" y="98540"/>
                  <a:pt x="5673700" y="95424"/>
                  <a:pt x="5673700" y="91931"/>
                </a:cubicBezTo>
                <a:cubicBezTo>
                  <a:pt x="5673700" y="87850"/>
                  <a:pt x="5674530" y="84305"/>
                  <a:pt x="5676189" y="81298"/>
                </a:cubicBezTo>
                <a:cubicBezTo>
                  <a:pt x="5677848" y="78289"/>
                  <a:pt x="5680230" y="75791"/>
                  <a:pt x="5683334" y="73804"/>
                </a:cubicBezTo>
                <a:cubicBezTo>
                  <a:pt x="5686439" y="71817"/>
                  <a:pt x="5690239" y="70326"/>
                  <a:pt x="5694735" y="69333"/>
                </a:cubicBezTo>
                <a:cubicBezTo>
                  <a:pt x="5699231" y="68339"/>
                  <a:pt x="5704289" y="67842"/>
                  <a:pt x="5709909" y="67842"/>
                </a:cubicBezTo>
                <a:lnTo>
                  <a:pt x="5719865" y="67842"/>
                </a:lnTo>
                <a:lnTo>
                  <a:pt x="5719865" y="62242"/>
                </a:lnTo>
                <a:cubicBezTo>
                  <a:pt x="5719865" y="59469"/>
                  <a:pt x="5719571" y="57016"/>
                  <a:pt x="5718982" y="54884"/>
                </a:cubicBezTo>
                <a:cubicBezTo>
                  <a:pt x="5718393" y="52749"/>
                  <a:pt x="5717443" y="50976"/>
                  <a:pt x="5716132" y="49562"/>
                </a:cubicBezTo>
                <a:cubicBezTo>
                  <a:pt x="5714820" y="48149"/>
                  <a:pt x="5713121" y="47082"/>
                  <a:pt x="5711033" y="46363"/>
                </a:cubicBezTo>
                <a:cubicBezTo>
                  <a:pt x="5708946" y="45642"/>
                  <a:pt x="5706377" y="45282"/>
                  <a:pt x="5703326" y="45282"/>
                </a:cubicBezTo>
                <a:cubicBezTo>
                  <a:pt x="5700061" y="45282"/>
                  <a:pt x="5697130" y="45666"/>
                  <a:pt x="5694534" y="46433"/>
                </a:cubicBezTo>
                <a:cubicBezTo>
                  <a:pt x="5691938" y="47201"/>
                  <a:pt x="5689664" y="48048"/>
                  <a:pt x="5687710" y="48975"/>
                </a:cubicBezTo>
                <a:cubicBezTo>
                  <a:pt x="5685756" y="49902"/>
                  <a:pt x="5684124" y="50749"/>
                  <a:pt x="5682812" y="51517"/>
                </a:cubicBezTo>
                <a:cubicBezTo>
                  <a:pt x="5681501" y="52284"/>
                  <a:pt x="5680524" y="52668"/>
                  <a:pt x="5679882" y="52668"/>
                </a:cubicBezTo>
                <a:cubicBezTo>
                  <a:pt x="5679454" y="52668"/>
                  <a:pt x="5679079" y="52561"/>
                  <a:pt x="5678758" y="52347"/>
                </a:cubicBezTo>
                <a:cubicBezTo>
                  <a:pt x="5678437" y="52133"/>
                  <a:pt x="5678156" y="51812"/>
                  <a:pt x="5677915" y="51384"/>
                </a:cubicBezTo>
                <a:cubicBezTo>
                  <a:pt x="5677674" y="50955"/>
                  <a:pt x="5677500" y="50407"/>
                  <a:pt x="5677393" y="49738"/>
                </a:cubicBezTo>
                <a:cubicBezTo>
                  <a:pt x="5677286" y="49069"/>
                  <a:pt x="5677233" y="48333"/>
                  <a:pt x="5677233" y="47530"/>
                </a:cubicBezTo>
                <a:cubicBezTo>
                  <a:pt x="5677233" y="46192"/>
                  <a:pt x="5677326" y="45135"/>
                  <a:pt x="5677514" y="44359"/>
                </a:cubicBezTo>
                <a:cubicBezTo>
                  <a:pt x="5677701" y="43582"/>
                  <a:pt x="5678156" y="42846"/>
                  <a:pt x="5678878" y="42151"/>
                </a:cubicBezTo>
                <a:cubicBezTo>
                  <a:pt x="5679601" y="41455"/>
                  <a:pt x="5680845" y="40644"/>
                  <a:pt x="5682612" y="39719"/>
                </a:cubicBezTo>
                <a:cubicBezTo>
                  <a:pt x="5684378" y="38793"/>
                  <a:pt x="5686412" y="37946"/>
                  <a:pt x="5688714" y="37180"/>
                </a:cubicBezTo>
                <a:cubicBezTo>
                  <a:pt x="5691015" y="36414"/>
                  <a:pt x="5693531" y="35780"/>
                  <a:pt x="5696261" y="35279"/>
                </a:cubicBezTo>
                <a:cubicBezTo>
                  <a:pt x="5698990" y="34775"/>
                  <a:pt x="5701747" y="34523"/>
                  <a:pt x="5704530" y="34523"/>
                </a:cubicBezTo>
                <a:cubicBezTo>
                  <a:pt x="5709722" y="34523"/>
                  <a:pt x="5714138" y="35112"/>
                  <a:pt x="5717777" y="36290"/>
                </a:cubicBezTo>
                <a:cubicBezTo>
                  <a:pt x="5721417" y="37467"/>
                  <a:pt x="5724361" y="39193"/>
                  <a:pt x="5726609" y="41468"/>
                </a:cubicBezTo>
                <a:cubicBezTo>
                  <a:pt x="5728857" y="43743"/>
                  <a:pt x="5730490" y="46566"/>
                  <a:pt x="5731507" y="49938"/>
                </a:cubicBezTo>
                <a:cubicBezTo>
                  <a:pt x="5732523" y="53311"/>
                  <a:pt x="5733032" y="57245"/>
                  <a:pt x="5733032" y="61741"/>
                </a:cubicBezTo>
                <a:lnTo>
                  <a:pt x="5733032" y="110475"/>
                </a:lnTo>
                <a:moveTo>
                  <a:pt x="5719865" y="77397"/>
                </a:moveTo>
                <a:lnTo>
                  <a:pt x="5708544" y="77397"/>
                </a:lnTo>
                <a:cubicBezTo>
                  <a:pt x="5704905" y="77397"/>
                  <a:pt x="5701747" y="77707"/>
                  <a:pt x="5699071" y="78327"/>
                </a:cubicBezTo>
                <a:cubicBezTo>
                  <a:pt x="5696394" y="78946"/>
                  <a:pt x="5694173" y="79861"/>
                  <a:pt x="5692407" y="81072"/>
                </a:cubicBezTo>
                <a:cubicBezTo>
                  <a:pt x="5690640" y="82283"/>
                  <a:pt x="5689342" y="83738"/>
                  <a:pt x="5688513" y="85435"/>
                </a:cubicBezTo>
                <a:cubicBezTo>
                  <a:pt x="5687683" y="87131"/>
                  <a:pt x="5687268" y="89083"/>
                  <a:pt x="5687268" y="91291"/>
                </a:cubicBezTo>
                <a:cubicBezTo>
                  <a:pt x="5687268" y="95061"/>
                  <a:pt x="5688459" y="98064"/>
                  <a:pt x="5690841" y="100298"/>
                </a:cubicBezTo>
                <a:cubicBezTo>
                  <a:pt x="5693223" y="102533"/>
                  <a:pt x="5696555" y="103650"/>
                  <a:pt x="5700837" y="103650"/>
                </a:cubicBezTo>
                <a:cubicBezTo>
                  <a:pt x="5704316" y="103650"/>
                  <a:pt x="5707541" y="102762"/>
                  <a:pt x="5710511" y="100986"/>
                </a:cubicBezTo>
                <a:cubicBezTo>
                  <a:pt x="5713482" y="99208"/>
                  <a:pt x="5716600" y="96488"/>
                  <a:pt x="5719865" y="92827"/>
                </a:cubicBezTo>
                <a:lnTo>
                  <a:pt x="5719865" y="77397"/>
                </a:lnTo>
                <a:close/>
                <a:moveTo>
                  <a:pt x="5809304" y="99476"/>
                </a:moveTo>
                <a:cubicBezTo>
                  <a:pt x="5809304" y="100385"/>
                  <a:pt x="5809277" y="101175"/>
                  <a:pt x="5809224" y="101844"/>
                </a:cubicBezTo>
                <a:cubicBezTo>
                  <a:pt x="5809170" y="102513"/>
                  <a:pt x="5809077" y="103075"/>
                  <a:pt x="5808943" y="103530"/>
                </a:cubicBezTo>
                <a:cubicBezTo>
                  <a:pt x="5808809" y="103985"/>
                  <a:pt x="5808648" y="104386"/>
                  <a:pt x="5808461" y="104734"/>
                </a:cubicBezTo>
                <a:cubicBezTo>
                  <a:pt x="5808274" y="105082"/>
                  <a:pt x="5807846" y="105591"/>
                  <a:pt x="5807176" y="106260"/>
                </a:cubicBezTo>
                <a:cubicBezTo>
                  <a:pt x="5806507" y="106929"/>
                  <a:pt x="5805370" y="107758"/>
                  <a:pt x="5803764" y="108749"/>
                </a:cubicBezTo>
                <a:cubicBezTo>
                  <a:pt x="5802159" y="109739"/>
                  <a:pt x="5800352" y="110622"/>
                  <a:pt x="5798345" y="111398"/>
                </a:cubicBezTo>
                <a:cubicBezTo>
                  <a:pt x="5796338" y="112174"/>
                  <a:pt x="5794157" y="112803"/>
                  <a:pt x="5791802" y="113285"/>
                </a:cubicBezTo>
                <a:cubicBezTo>
                  <a:pt x="5789446" y="113767"/>
                  <a:pt x="5787011" y="114007"/>
                  <a:pt x="5784495" y="114007"/>
                </a:cubicBezTo>
                <a:cubicBezTo>
                  <a:pt x="5779304" y="114007"/>
                  <a:pt x="5774700" y="113149"/>
                  <a:pt x="5770686" y="111433"/>
                </a:cubicBezTo>
                <a:cubicBezTo>
                  <a:pt x="5766672" y="109717"/>
                  <a:pt x="5763313" y="107210"/>
                  <a:pt x="5760610" y="103911"/>
                </a:cubicBezTo>
                <a:cubicBezTo>
                  <a:pt x="5757907" y="100613"/>
                  <a:pt x="5755846" y="96563"/>
                  <a:pt x="5754428" y="91763"/>
                </a:cubicBezTo>
                <a:cubicBezTo>
                  <a:pt x="5753010" y="86962"/>
                  <a:pt x="5752300" y="81425"/>
                  <a:pt x="5752300" y="75151"/>
                </a:cubicBezTo>
                <a:cubicBezTo>
                  <a:pt x="5752300" y="68017"/>
                  <a:pt x="5753170" y="61890"/>
                  <a:pt x="5754910" y="56768"/>
                </a:cubicBezTo>
                <a:cubicBezTo>
                  <a:pt x="5756649" y="51646"/>
                  <a:pt x="5759031" y="47450"/>
                  <a:pt x="5762055" y="44178"/>
                </a:cubicBezTo>
                <a:cubicBezTo>
                  <a:pt x="5765079" y="40906"/>
                  <a:pt x="5768639" y="38479"/>
                  <a:pt x="5772733" y="36897"/>
                </a:cubicBezTo>
                <a:cubicBezTo>
                  <a:pt x="5776828" y="35315"/>
                  <a:pt x="5781257" y="34523"/>
                  <a:pt x="5786021" y="34523"/>
                </a:cubicBezTo>
                <a:cubicBezTo>
                  <a:pt x="5788322" y="34523"/>
                  <a:pt x="5790557" y="34737"/>
                  <a:pt x="5792725" y="35166"/>
                </a:cubicBezTo>
                <a:cubicBezTo>
                  <a:pt x="5794893" y="35594"/>
                  <a:pt x="5796886" y="36156"/>
                  <a:pt x="5798706" y="36852"/>
                </a:cubicBezTo>
                <a:cubicBezTo>
                  <a:pt x="5800526" y="37548"/>
                  <a:pt x="5802145" y="38350"/>
                  <a:pt x="5803564" y="39260"/>
                </a:cubicBezTo>
                <a:cubicBezTo>
                  <a:pt x="5804982" y="40170"/>
                  <a:pt x="5806012" y="40946"/>
                  <a:pt x="5806655" y="41589"/>
                </a:cubicBezTo>
                <a:cubicBezTo>
                  <a:pt x="5807297" y="42231"/>
                  <a:pt x="5807738" y="42739"/>
                  <a:pt x="5807979" y="43114"/>
                </a:cubicBezTo>
                <a:cubicBezTo>
                  <a:pt x="5808220" y="43489"/>
                  <a:pt x="5808421" y="43930"/>
                  <a:pt x="5808581" y="44439"/>
                </a:cubicBezTo>
                <a:cubicBezTo>
                  <a:pt x="5808742" y="44947"/>
                  <a:pt x="5808849" y="45523"/>
                  <a:pt x="5808903" y="46165"/>
                </a:cubicBezTo>
                <a:cubicBezTo>
                  <a:pt x="5808956" y="46807"/>
                  <a:pt x="5808983" y="47610"/>
                  <a:pt x="5808983" y="48574"/>
                </a:cubicBezTo>
                <a:cubicBezTo>
                  <a:pt x="5808983" y="50661"/>
                  <a:pt x="5808742" y="52120"/>
                  <a:pt x="5808260" y="52949"/>
                </a:cubicBezTo>
                <a:cubicBezTo>
                  <a:pt x="5807779" y="53779"/>
                  <a:pt x="5807190" y="54194"/>
                  <a:pt x="5806494" y="54194"/>
                </a:cubicBezTo>
                <a:cubicBezTo>
                  <a:pt x="5805691" y="54194"/>
                  <a:pt x="5804768" y="53752"/>
                  <a:pt x="5803724" y="52869"/>
                </a:cubicBezTo>
                <a:cubicBezTo>
                  <a:pt x="5802680" y="51986"/>
                  <a:pt x="5801356" y="51009"/>
                  <a:pt x="5799750" y="49938"/>
                </a:cubicBezTo>
                <a:cubicBezTo>
                  <a:pt x="5798144" y="48868"/>
                  <a:pt x="5796204" y="47891"/>
                  <a:pt x="5793929" y="47008"/>
                </a:cubicBezTo>
                <a:cubicBezTo>
                  <a:pt x="5791654" y="46125"/>
                  <a:pt x="5788965" y="45683"/>
                  <a:pt x="5785860" y="45683"/>
                </a:cubicBezTo>
                <a:cubicBezTo>
                  <a:pt x="5779491" y="45683"/>
                  <a:pt x="5774607" y="48140"/>
                  <a:pt x="5771208" y="53052"/>
                </a:cubicBezTo>
                <a:cubicBezTo>
                  <a:pt x="5767809" y="57963"/>
                  <a:pt x="5766110" y="65088"/>
                  <a:pt x="5766110" y="74426"/>
                </a:cubicBezTo>
                <a:cubicBezTo>
                  <a:pt x="5766110" y="79096"/>
                  <a:pt x="5766551" y="83189"/>
                  <a:pt x="5767434" y="86705"/>
                </a:cubicBezTo>
                <a:cubicBezTo>
                  <a:pt x="5768318" y="90221"/>
                  <a:pt x="5769616" y="93160"/>
                  <a:pt x="5771328" y="95521"/>
                </a:cubicBezTo>
                <a:cubicBezTo>
                  <a:pt x="5773041" y="97883"/>
                  <a:pt x="5775142" y="99641"/>
                  <a:pt x="5777631" y="100795"/>
                </a:cubicBezTo>
                <a:cubicBezTo>
                  <a:pt x="5780120" y="101949"/>
                  <a:pt x="5782970" y="102526"/>
                  <a:pt x="5786181" y="102526"/>
                </a:cubicBezTo>
                <a:cubicBezTo>
                  <a:pt x="5789232" y="102526"/>
                  <a:pt x="5791909" y="102045"/>
                  <a:pt x="5794210" y="101081"/>
                </a:cubicBezTo>
                <a:cubicBezTo>
                  <a:pt x="5796512" y="100118"/>
                  <a:pt x="5798505" y="99061"/>
                  <a:pt x="5800191" y="97910"/>
                </a:cubicBezTo>
                <a:cubicBezTo>
                  <a:pt x="5801878" y="96759"/>
                  <a:pt x="5803296" y="95715"/>
                  <a:pt x="5804447" y="94779"/>
                </a:cubicBezTo>
                <a:cubicBezTo>
                  <a:pt x="5805597" y="93842"/>
                  <a:pt x="5806494" y="93374"/>
                  <a:pt x="5807136" y="93374"/>
                </a:cubicBezTo>
                <a:cubicBezTo>
                  <a:pt x="5807511" y="93374"/>
                  <a:pt x="5807832" y="93481"/>
                  <a:pt x="5808100" y="93695"/>
                </a:cubicBezTo>
                <a:cubicBezTo>
                  <a:pt x="5808367" y="93909"/>
                  <a:pt x="5808595" y="94270"/>
                  <a:pt x="5808782" y="94779"/>
                </a:cubicBezTo>
                <a:cubicBezTo>
                  <a:pt x="5808970" y="95287"/>
                  <a:pt x="5809103" y="95930"/>
                  <a:pt x="5809184" y="96706"/>
                </a:cubicBezTo>
                <a:cubicBezTo>
                  <a:pt x="5809264" y="97482"/>
                  <a:pt x="5809304" y="98405"/>
                  <a:pt x="5809304" y="99476"/>
                </a:cubicBezTo>
                <a:close/>
                <a:moveTo>
                  <a:pt x="5837856" y="110395"/>
                </a:moveTo>
                <a:cubicBezTo>
                  <a:pt x="5837856" y="110823"/>
                  <a:pt x="5837749" y="111184"/>
                  <a:pt x="5837535" y="111478"/>
                </a:cubicBezTo>
                <a:cubicBezTo>
                  <a:pt x="5837321" y="111773"/>
                  <a:pt x="5836973" y="112027"/>
                  <a:pt x="5836492" y="112241"/>
                </a:cubicBezTo>
                <a:cubicBezTo>
                  <a:pt x="5836010" y="112455"/>
                  <a:pt x="5835341" y="112616"/>
                  <a:pt x="5834484" y="112723"/>
                </a:cubicBezTo>
                <a:cubicBezTo>
                  <a:pt x="5833628" y="112830"/>
                  <a:pt x="5832531" y="112883"/>
                  <a:pt x="5831193" y="112883"/>
                </a:cubicBezTo>
                <a:cubicBezTo>
                  <a:pt x="5829908" y="112883"/>
                  <a:pt x="5828838" y="112830"/>
                  <a:pt x="5827981" y="112723"/>
                </a:cubicBezTo>
                <a:cubicBezTo>
                  <a:pt x="5827125" y="112616"/>
                  <a:pt x="5826442" y="112455"/>
                  <a:pt x="5825934" y="112241"/>
                </a:cubicBezTo>
                <a:cubicBezTo>
                  <a:pt x="5825425" y="112027"/>
                  <a:pt x="5825077" y="111773"/>
                  <a:pt x="5824890" y="111478"/>
                </a:cubicBezTo>
                <a:cubicBezTo>
                  <a:pt x="5824703" y="111184"/>
                  <a:pt x="5824609" y="110823"/>
                  <a:pt x="5824609" y="110395"/>
                </a:cubicBezTo>
                <a:lnTo>
                  <a:pt x="5824609" y="38136"/>
                </a:lnTo>
                <a:cubicBezTo>
                  <a:pt x="5824609" y="37762"/>
                  <a:pt x="5824703" y="37414"/>
                  <a:pt x="5824890" y="37093"/>
                </a:cubicBezTo>
                <a:cubicBezTo>
                  <a:pt x="5825077" y="36771"/>
                  <a:pt x="5825425" y="36504"/>
                  <a:pt x="5825934" y="36290"/>
                </a:cubicBezTo>
                <a:cubicBezTo>
                  <a:pt x="5826442" y="36076"/>
                  <a:pt x="5827125" y="35915"/>
                  <a:pt x="5827981" y="35808"/>
                </a:cubicBezTo>
                <a:cubicBezTo>
                  <a:pt x="5828838" y="35701"/>
                  <a:pt x="5829908" y="35647"/>
                  <a:pt x="5831193" y="35647"/>
                </a:cubicBezTo>
                <a:cubicBezTo>
                  <a:pt x="5832531" y="35647"/>
                  <a:pt x="5833628" y="35701"/>
                  <a:pt x="5834484" y="35808"/>
                </a:cubicBezTo>
                <a:cubicBezTo>
                  <a:pt x="5835341" y="35915"/>
                  <a:pt x="5836010" y="36076"/>
                  <a:pt x="5836492" y="36290"/>
                </a:cubicBezTo>
                <a:cubicBezTo>
                  <a:pt x="5836973" y="36504"/>
                  <a:pt x="5837321" y="36771"/>
                  <a:pt x="5837535" y="37093"/>
                </a:cubicBezTo>
                <a:cubicBezTo>
                  <a:pt x="5837749" y="37414"/>
                  <a:pt x="5837856" y="37762"/>
                  <a:pt x="5837856" y="38136"/>
                </a:cubicBezTo>
                <a:lnTo>
                  <a:pt x="5837856" y="110395"/>
                </a:lnTo>
                <a:moveTo>
                  <a:pt x="5839382" y="13649"/>
                </a:moveTo>
                <a:cubicBezTo>
                  <a:pt x="5839382" y="16753"/>
                  <a:pt x="5838793" y="18867"/>
                  <a:pt x="5837616" y="19991"/>
                </a:cubicBezTo>
                <a:cubicBezTo>
                  <a:pt x="5836438" y="21115"/>
                  <a:pt x="5834270" y="21677"/>
                  <a:pt x="5831112" y="21677"/>
                </a:cubicBezTo>
                <a:cubicBezTo>
                  <a:pt x="5828008" y="21677"/>
                  <a:pt x="5825880" y="21129"/>
                  <a:pt x="5824730" y="20032"/>
                </a:cubicBezTo>
                <a:cubicBezTo>
                  <a:pt x="5823579" y="18934"/>
                  <a:pt x="5823003" y="16860"/>
                  <a:pt x="5823003" y="13809"/>
                </a:cubicBezTo>
                <a:cubicBezTo>
                  <a:pt x="5823003" y="10705"/>
                  <a:pt x="5823592" y="8591"/>
                  <a:pt x="5824770" y="7467"/>
                </a:cubicBezTo>
                <a:cubicBezTo>
                  <a:pt x="5825947" y="6343"/>
                  <a:pt x="5828115" y="5781"/>
                  <a:pt x="5831273" y="5781"/>
                </a:cubicBezTo>
                <a:cubicBezTo>
                  <a:pt x="5834377" y="5781"/>
                  <a:pt x="5836505" y="6329"/>
                  <a:pt x="5837656" y="7427"/>
                </a:cubicBezTo>
                <a:cubicBezTo>
                  <a:pt x="5838807" y="8524"/>
                  <a:pt x="5839382" y="10598"/>
                  <a:pt x="5839382" y="13649"/>
                </a:cubicBezTo>
                <a:close/>
                <a:moveTo>
                  <a:pt x="5934231" y="73503"/>
                </a:moveTo>
                <a:cubicBezTo>
                  <a:pt x="5934231" y="79395"/>
                  <a:pt x="5933455" y="84820"/>
                  <a:pt x="5931903" y="89776"/>
                </a:cubicBezTo>
                <a:cubicBezTo>
                  <a:pt x="5930351" y="94732"/>
                  <a:pt x="5928036" y="99005"/>
                  <a:pt x="5924958" y="102597"/>
                </a:cubicBezTo>
                <a:cubicBezTo>
                  <a:pt x="5921881" y="106186"/>
                  <a:pt x="5918027" y="108985"/>
                  <a:pt x="5913397" y="110994"/>
                </a:cubicBezTo>
                <a:cubicBezTo>
                  <a:pt x="5908767" y="113003"/>
                  <a:pt x="5903401" y="114007"/>
                  <a:pt x="5897299" y="114007"/>
                </a:cubicBezTo>
                <a:cubicBezTo>
                  <a:pt x="5891358" y="114007"/>
                  <a:pt x="5886180" y="113123"/>
                  <a:pt x="5881764" y="111355"/>
                </a:cubicBezTo>
                <a:cubicBezTo>
                  <a:pt x="5877348" y="109587"/>
                  <a:pt x="5873668" y="107016"/>
                  <a:pt x="5870724" y="103640"/>
                </a:cubicBezTo>
                <a:cubicBezTo>
                  <a:pt x="5867781" y="100265"/>
                  <a:pt x="5865586" y="96166"/>
                  <a:pt x="5864141" y="91344"/>
                </a:cubicBezTo>
                <a:cubicBezTo>
                  <a:pt x="5862696" y="86522"/>
                  <a:pt x="5861973" y="81056"/>
                  <a:pt x="5861973" y="74948"/>
                </a:cubicBezTo>
                <a:cubicBezTo>
                  <a:pt x="5861973" y="69055"/>
                  <a:pt x="5862736" y="63631"/>
                  <a:pt x="5864261" y="58675"/>
                </a:cubicBezTo>
                <a:cubicBezTo>
                  <a:pt x="5865787" y="53719"/>
                  <a:pt x="5868088" y="49446"/>
                  <a:pt x="5871166" y="45856"/>
                </a:cubicBezTo>
                <a:cubicBezTo>
                  <a:pt x="5874244" y="42265"/>
                  <a:pt x="5878084" y="39479"/>
                  <a:pt x="5882687" y="37497"/>
                </a:cubicBezTo>
                <a:cubicBezTo>
                  <a:pt x="5887290" y="35514"/>
                  <a:pt x="5892670" y="34523"/>
                  <a:pt x="5898825" y="34523"/>
                </a:cubicBezTo>
                <a:cubicBezTo>
                  <a:pt x="5904766" y="34523"/>
                  <a:pt x="5909945" y="35407"/>
                  <a:pt x="5914360" y="37175"/>
                </a:cubicBezTo>
                <a:cubicBezTo>
                  <a:pt x="5918776" y="38943"/>
                  <a:pt x="5922456" y="41515"/>
                  <a:pt x="5925400" y="44890"/>
                </a:cubicBezTo>
                <a:cubicBezTo>
                  <a:pt x="5928344" y="48266"/>
                  <a:pt x="5930552" y="52365"/>
                  <a:pt x="5932024" y="57187"/>
                </a:cubicBezTo>
                <a:cubicBezTo>
                  <a:pt x="5933495" y="62009"/>
                  <a:pt x="5934231" y="67448"/>
                  <a:pt x="5934231" y="73503"/>
                </a:cubicBezTo>
                <a:moveTo>
                  <a:pt x="5920262" y="74386"/>
                </a:moveTo>
                <a:cubicBezTo>
                  <a:pt x="5920262" y="70474"/>
                  <a:pt x="5919900" y="66775"/>
                  <a:pt x="5919178" y="63291"/>
                </a:cubicBezTo>
                <a:cubicBezTo>
                  <a:pt x="5918455" y="59807"/>
                  <a:pt x="5917264" y="56752"/>
                  <a:pt x="5915605" y="54126"/>
                </a:cubicBezTo>
                <a:cubicBezTo>
                  <a:pt x="5913946" y="51500"/>
                  <a:pt x="5911698" y="49423"/>
                  <a:pt x="5908861" y="47896"/>
                </a:cubicBezTo>
                <a:cubicBezTo>
                  <a:pt x="5906024" y="46367"/>
                  <a:pt x="5902491" y="45603"/>
                  <a:pt x="5898263" y="45603"/>
                </a:cubicBezTo>
                <a:cubicBezTo>
                  <a:pt x="5894356" y="45603"/>
                  <a:pt x="5890997" y="46300"/>
                  <a:pt x="5888187" y="47693"/>
                </a:cubicBezTo>
                <a:cubicBezTo>
                  <a:pt x="5885377" y="49086"/>
                  <a:pt x="5883062" y="51057"/>
                  <a:pt x="5881242" y="53604"/>
                </a:cubicBezTo>
                <a:cubicBezTo>
                  <a:pt x="5879422" y="56150"/>
                  <a:pt x="5878071" y="59165"/>
                  <a:pt x="5877188" y="62649"/>
                </a:cubicBezTo>
                <a:cubicBezTo>
                  <a:pt x="5876304" y="66131"/>
                  <a:pt x="5875863" y="69937"/>
                  <a:pt x="5875863" y="74065"/>
                </a:cubicBezTo>
                <a:cubicBezTo>
                  <a:pt x="5875863" y="78031"/>
                  <a:pt x="5876224" y="81756"/>
                  <a:pt x="5876947" y="85240"/>
                </a:cubicBezTo>
                <a:cubicBezTo>
                  <a:pt x="5877669" y="88724"/>
                  <a:pt x="5878874" y="91765"/>
                  <a:pt x="5880560" y="94365"/>
                </a:cubicBezTo>
                <a:cubicBezTo>
                  <a:pt x="5882246" y="96964"/>
                  <a:pt x="5884507" y="99028"/>
                  <a:pt x="5887344" y="100557"/>
                </a:cubicBezTo>
                <a:cubicBezTo>
                  <a:pt x="5890181" y="102084"/>
                  <a:pt x="5893713" y="102848"/>
                  <a:pt x="5897942" y="102848"/>
                </a:cubicBezTo>
                <a:cubicBezTo>
                  <a:pt x="5901796" y="102848"/>
                  <a:pt x="5905141" y="102151"/>
                  <a:pt x="5907978" y="100758"/>
                </a:cubicBezTo>
                <a:cubicBezTo>
                  <a:pt x="5910814" y="99364"/>
                  <a:pt x="5913143" y="97408"/>
                  <a:pt x="5914963" y="94889"/>
                </a:cubicBezTo>
                <a:cubicBezTo>
                  <a:pt x="5916782" y="92368"/>
                  <a:pt x="5918121" y="89367"/>
                  <a:pt x="5918977" y="85884"/>
                </a:cubicBezTo>
                <a:cubicBezTo>
                  <a:pt x="5919833" y="82400"/>
                  <a:pt x="5920262" y="78567"/>
                  <a:pt x="5920262" y="74386"/>
                </a:cubicBezTo>
                <a:close/>
                <a:moveTo>
                  <a:pt x="6014106" y="110395"/>
                </a:moveTo>
                <a:cubicBezTo>
                  <a:pt x="6014106" y="110823"/>
                  <a:pt x="6014012" y="111184"/>
                  <a:pt x="6013825" y="111478"/>
                </a:cubicBezTo>
                <a:cubicBezTo>
                  <a:pt x="6013638" y="111773"/>
                  <a:pt x="6013303" y="112027"/>
                  <a:pt x="6012821" y="112241"/>
                </a:cubicBezTo>
                <a:cubicBezTo>
                  <a:pt x="6012340" y="112455"/>
                  <a:pt x="6011711" y="112616"/>
                  <a:pt x="6010935" y="112723"/>
                </a:cubicBezTo>
                <a:cubicBezTo>
                  <a:pt x="6010159" y="112830"/>
                  <a:pt x="6009208" y="112883"/>
                  <a:pt x="6008084" y="112883"/>
                </a:cubicBezTo>
                <a:cubicBezTo>
                  <a:pt x="6006853" y="112883"/>
                  <a:pt x="6005850" y="112830"/>
                  <a:pt x="6005074" y="112723"/>
                </a:cubicBezTo>
                <a:cubicBezTo>
                  <a:pt x="6004298" y="112616"/>
                  <a:pt x="6003682" y="112455"/>
                  <a:pt x="6003227" y="112241"/>
                </a:cubicBezTo>
                <a:cubicBezTo>
                  <a:pt x="6002772" y="112027"/>
                  <a:pt x="6002464" y="111773"/>
                  <a:pt x="6002304" y="111478"/>
                </a:cubicBezTo>
                <a:cubicBezTo>
                  <a:pt x="6002143" y="111184"/>
                  <a:pt x="6002063" y="110823"/>
                  <a:pt x="6002063" y="110395"/>
                </a:cubicBezTo>
                <a:lnTo>
                  <a:pt x="6002063" y="100840"/>
                </a:lnTo>
                <a:cubicBezTo>
                  <a:pt x="5997942" y="105418"/>
                  <a:pt x="5993874" y="108758"/>
                  <a:pt x="5989859" y="110859"/>
                </a:cubicBezTo>
                <a:cubicBezTo>
                  <a:pt x="5985845" y="112958"/>
                  <a:pt x="5981777" y="114007"/>
                  <a:pt x="5977656" y="114007"/>
                </a:cubicBezTo>
                <a:cubicBezTo>
                  <a:pt x="5972839" y="114007"/>
                  <a:pt x="5968784" y="113204"/>
                  <a:pt x="5965492" y="111596"/>
                </a:cubicBezTo>
                <a:cubicBezTo>
                  <a:pt x="5962200" y="109989"/>
                  <a:pt x="5959538" y="107806"/>
                  <a:pt x="5957504" y="105048"/>
                </a:cubicBezTo>
                <a:cubicBezTo>
                  <a:pt x="5955470" y="102288"/>
                  <a:pt x="5954011" y="99073"/>
                  <a:pt x="5953128" y="95403"/>
                </a:cubicBezTo>
                <a:cubicBezTo>
                  <a:pt x="5952245" y="91732"/>
                  <a:pt x="5951803" y="87271"/>
                  <a:pt x="5951803" y="82021"/>
                </a:cubicBezTo>
                <a:lnTo>
                  <a:pt x="5951803" y="38139"/>
                </a:lnTo>
                <a:cubicBezTo>
                  <a:pt x="5951803" y="37711"/>
                  <a:pt x="5951897" y="37349"/>
                  <a:pt x="5952084" y="37055"/>
                </a:cubicBezTo>
                <a:cubicBezTo>
                  <a:pt x="5952272" y="36759"/>
                  <a:pt x="5952633" y="36490"/>
                  <a:pt x="5953168" y="36250"/>
                </a:cubicBezTo>
                <a:cubicBezTo>
                  <a:pt x="5953703" y="36009"/>
                  <a:pt x="5954399" y="35848"/>
                  <a:pt x="5955256" y="35768"/>
                </a:cubicBezTo>
                <a:cubicBezTo>
                  <a:pt x="5956112" y="35688"/>
                  <a:pt x="5957183" y="35647"/>
                  <a:pt x="5958467" y="35647"/>
                </a:cubicBezTo>
                <a:cubicBezTo>
                  <a:pt x="5959752" y="35647"/>
                  <a:pt x="5960822" y="35688"/>
                  <a:pt x="5961679" y="35768"/>
                </a:cubicBezTo>
                <a:cubicBezTo>
                  <a:pt x="5962535" y="35848"/>
                  <a:pt x="5963217" y="36009"/>
                  <a:pt x="5963726" y="36250"/>
                </a:cubicBezTo>
                <a:cubicBezTo>
                  <a:pt x="5964234" y="36490"/>
                  <a:pt x="5964596" y="36759"/>
                  <a:pt x="5964810" y="37055"/>
                </a:cubicBezTo>
                <a:cubicBezTo>
                  <a:pt x="5965024" y="37349"/>
                  <a:pt x="5965131" y="37711"/>
                  <a:pt x="5965131" y="38139"/>
                </a:cubicBezTo>
                <a:lnTo>
                  <a:pt x="5965131" y="80259"/>
                </a:lnTo>
                <a:cubicBezTo>
                  <a:pt x="5965131" y="84493"/>
                  <a:pt x="5965439" y="87882"/>
                  <a:pt x="5966054" y="90428"/>
                </a:cubicBezTo>
                <a:cubicBezTo>
                  <a:pt x="5966670" y="92974"/>
                  <a:pt x="5967606" y="95145"/>
                  <a:pt x="5968864" y="96941"/>
                </a:cubicBezTo>
                <a:cubicBezTo>
                  <a:pt x="5970122" y="98736"/>
                  <a:pt x="5971714" y="100130"/>
                  <a:pt x="5973641" y="101121"/>
                </a:cubicBezTo>
                <a:cubicBezTo>
                  <a:pt x="5975568" y="102112"/>
                  <a:pt x="5977816" y="102607"/>
                  <a:pt x="5980385" y="102607"/>
                </a:cubicBezTo>
                <a:cubicBezTo>
                  <a:pt x="5983704" y="102607"/>
                  <a:pt x="5987009" y="101422"/>
                  <a:pt x="5990301" y="99054"/>
                </a:cubicBezTo>
                <a:cubicBezTo>
                  <a:pt x="5993593" y="96686"/>
                  <a:pt x="5997085" y="93213"/>
                  <a:pt x="6000778" y="88637"/>
                </a:cubicBezTo>
                <a:lnTo>
                  <a:pt x="6000778" y="38136"/>
                </a:lnTo>
                <a:cubicBezTo>
                  <a:pt x="6000778" y="37708"/>
                  <a:pt x="6000872" y="37347"/>
                  <a:pt x="6001059" y="37052"/>
                </a:cubicBezTo>
                <a:cubicBezTo>
                  <a:pt x="6001247" y="36758"/>
                  <a:pt x="6001608" y="36490"/>
                  <a:pt x="6002143" y="36250"/>
                </a:cubicBezTo>
                <a:cubicBezTo>
                  <a:pt x="6002678" y="36009"/>
                  <a:pt x="6003361" y="35848"/>
                  <a:pt x="6004191" y="35768"/>
                </a:cubicBezTo>
                <a:cubicBezTo>
                  <a:pt x="6005020" y="35688"/>
                  <a:pt x="6006104" y="35647"/>
                  <a:pt x="6007442" y="35647"/>
                </a:cubicBezTo>
                <a:cubicBezTo>
                  <a:pt x="6008727" y="35647"/>
                  <a:pt x="6009797" y="35688"/>
                  <a:pt x="6010654" y="35768"/>
                </a:cubicBezTo>
                <a:cubicBezTo>
                  <a:pt x="6011510" y="35848"/>
                  <a:pt x="6012179" y="36009"/>
                  <a:pt x="6012661" y="36250"/>
                </a:cubicBezTo>
                <a:cubicBezTo>
                  <a:pt x="6013143" y="36490"/>
                  <a:pt x="6013504" y="36758"/>
                  <a:pt x="6013745" y="37052"/>
                </a:cubicBezTo>
                <a:cubicBezTo>
                  <a:pt x="6013986" y="37347"/>
                  <a:pt x="6014106" y="37708"/>
                  <a:pt x="6014106" y="38136"/>
                </a:cubicBezTo>
                <a:lnTo>
                  <a:pt x="6014106" y="110395"/>
                </a:lnTo>
                <a:close/>
                <a:moveTo>
                  <a:pt x="6082740" y="90782"/>
                </a:moveTo>
                <a:cubicBezTo>
                  <a:pt x="6082740" y="94478"/>
                  <a:pt x="6082058" y="97774"/>
                  <a:pt x="6080693" y="100667"/>
                </a:cubicBezTo>
                <a:cubicBezTo>
                  <a:pt x="6079328" y="103559"/>
                  <a:pt x="6077388" y="105997"/>
                  <a:pt x="6074872" y="107981"/>
                </a:cubicBezTo>
                <a:cubicBezTo>
                  <a:pt x="6072357" y="109963"/>
                  <a:pt x="6069359" y="111463"/>
                  <a:pt x="6065880" y="112479"/>
                </a:cubicBezTo>
                <a:cubicBezTo>
                  <a:pt x="6062401" y="113498"/>
                  <a:pt x="6058574" y="114007"/>
                  <a:pt x="6054399" y="114007"/>
                </a:cubicBezTo>
                <a:cubicBezTo>
                  <a:pt x="6051830" y="114007"/>
                  <a:pt x="6049381" y="113807"/>
                  <a:pt x="6047053" y="113405"/>
                </a:cubicBezTo>
                <a:cubicBezTo>
                  <a:pt x="6044725" y="113004"/>
                  <a:pt x="6042637" y="112495"/>
                  <a:pt x="6040790" y="111880"/>
                </a:cubicBezTo>
                <a:cubicBezTo>
                  <a:pt x="6038944" y="111264"/>
                  <a:pt x="6037378" y="110622"/>
                  <a:pt x="6036094" y="109953"/>
                </a:cubicBezTo>
                <a:cubicBezTo>
                  <a:pt x="6034809" y="109284"/>
                  <a:pt x="6033872" y="108682"/>
                  <a:pt x="6033284" y="108146"/>
                </a:cubicBezTo>
                <a:cubicBezTo>
                  <a:pt x="6032695" y="107611"/>
                  <a:pt x="6032267" y="106862"/>
                  <a:pt x="6031999" y="105898"/>
                </a:cubicBezTo>
                <a:cubicBezTo>
                  <a:pt x="6031731" y="104935"/>
                  <a:pt x="6031598" y="103624"/>
                  <a:pt x="6031598" y="101964"/>
                </a:cubicBezTo>
                <a:cubicBezTo>
                  <a:pt x="6031598" y="100947"/>
                  <a:pt x="6031651" y="100091"/>
                  <a:pt x="6031758" y="99395"/>
                </a:cubicBezTo>
                <a:cubicBezTo>
                  <a:pt x="6031865" y="98699"/>
                  <a:pt x="6031999" y="98137"/>
                  <a:pt x="6032160" y="97709"/>
                </a:cubicBezTo>
                <a:cubicBezTo>
                  <a:pt x="6032320" y="97281"/>
                  <a:pt x="6032548" y="96973"/>
                  <a:pt x="6032842" y="96786"/>
                </a:cubicBezTo>
                <a:cubicBezTo>
                  <a:pt x="6033136" y="96599"/>
                  <a:pt x="6033471" y="96505"/>
                  <a:pt x="6033846" y="96505"/>
                </a:cubicBezTo>
                <a:cubicBezTo>
                  <a:pt x="6034434" y="96505"/>
                  <a:pt x="6035304" y="96866"/>
                  <a:pt x="6036455" y="97589"/>
                </a:cubicBezTo>
                <a:cubicBezTo>
                  <a:pt x="6037606" y="98311"/>
                  <a:pt x="6039024" y="99101"/>
                  <a:pt x="6040710" y="99957"/>
                </a:cubicBezTo>
                <a:cubicBezTo>
                  <a:pt x="6042396" y="100814"/>
                  <a:pt x="6044390" y="101603"/>
                  <a:pt x="6046692" y="102326"/>
                </a:cubicBezTo>
                <a:cubicBezTo>
                  <a:pt x="6048993" y="103048"/>
                  <a:pt x="6051643" y="103410"/>
                  <a:pt x="6054640" y="103410"/>
                </a:cubicBezTo>
                <a:cubicBezTo>
                  <a:pt x="6056888" y="103410"/>
                  <a:pt x="6058922" y="103169"/>
                  <a:pt x="6060742" y="102687"/>
                </a:cubicBezTo>
                <a:cubicBezTo>
                  <a:pt x="6062562" y="102204"/>
                  <a:pt x="6064141" y="101493"/>
                  <a:pt x="6065479" y="100554"/>
                </a:cubicBezTo>
                <a:cubicBezTo>
                  <a:pt x="6066817" y="99616"/>
                  <a:pt x="6067847" y="98423"/>
                  <a:pt x="6068570" y="96974"/>
                </a:cubicBezTo>
                <a:cubicBezTo>
                  <a:pt x="6069292" y="95526"/>
                  <a:pt x="6069654" y="93809"/>
                  <a:pt x="6069654" y="91826"/>
                </a:cubicBezTo>
                <a:cubicBezTo>
                  <a:pt x="6069654" y="89790"/>
                  <a:pt x="6069132" y="88076"/>
                  <a:pt x="6068088" y="86682"/>
                </a:cubicBezTo>
                <a:cubicBezTo>
                  <a:pt x="6067044" y="85289"/>
                  <a:pt x="6065666" y="84057"/>
                  <a:pt x="6063953" y="82987"/>
                </a:cubicBezTo>
                <a:cubicBezTo>
                  <a:pt x="6062240" y="81914"/>
                  <a:pt x="6060314" y="80964"/>
                  <a:pt x="6058173" y="80134"/>
                </a:cubicBezTo>
                <a:cubicBezTo>
                  <a:pt x="6056032" y="79303"/>
                  <a:pt x="6053824" y="78432"/>
                  <a:pt x="6051549" y="77522"/>
                </a:cubicBezTo>
                <a:cubicBezTo>
                  <a:pt x="6049274" y="76610"/>
                  <a:pt x="6047053" y="75578"/>
                  <a:pt x="6044885" y="74426"/>
                </a:cubicBezTo>
                <a:cubicBezTo>
                  <a:pt x="6042717" y="73274"/>
                  <a:pt x="6040777" y="71867"/>
                  <a:pt x="6039064" y="70206"/>
                </a:cubicBezTo>
                <a:cubicBezTo>
                  <a:pt x="6037352" y="68545"/>
                  <a:pt x="6035973" y="66563"/>
                  <a:pt x="6034930" y="64260"/>
                </a:cubicBezTo>
                <a:cubicBezTo>
                  <a:pt x="6033886" y="61956"/>
                  <a:pt x="6033364" y="59197"/>
                  <a:pt x="6033364" y="55983"/>
                </a:cubicBezTo>
                <a:cubicBezTo>
                  <a:pt x="6033364" y="53142"/>
                  <a:pt x="6033913" y="50424"/>
                  <a:pt x="6035010" y="47826"/>
                </a:cubicBezTo>
                <a:cubicBezTo>
                  <a:pt x="6036107" y="45227"/>
                  <a:pt x="6037753" y="42949"/>
                  <a:pt x="6039947" y="40994"/>
                </a:cubicBezTo>
                <a:cubicBezTo>
                  <a:pt x="6042142" y="39037"/>
                  <a:pt x="6044885" y="37470"/>
                  <a:pt x="6048177" y="36292"/>
                </a:cubicBezTo>
                <a:cubicBezTo>
                  <a:pt x="6051469" y="35113"/>
                  <a:pt x="6055309" y="34523"/>
                  <a:pt x="6059698" y="34523"/>
                </a:cubicBezTo>
                <a:cubicBezTo>
                  <a:pt x="6061625" y="34523"/>
                  <a:pt x="6063552" y="34686"/>
                  <a:pt x="6065479" y="35013"/>
                </a:cubicBezTo>
                <a:cubicBezTo>
                  <a:pt x="6067406" y="35339"/>
                  <a:pt x="6069145" y="35746"/>
                  <a:pt x="6070697" y="36234"/>
                </a:cubicBezTo>
                <a:cubicBezTo>
                  <a:pt x="6072250" y="36723"/>
                  <a:pt x="6073574" y="37252"/>
                  <a:pt x="6074672" y="37823"/>
                </a:cubicBezTo>
                <a:cubicBezTo>
                  <a:pt x="6075769" y="38393"/>
                  <a:pt x="6076598" y="38896"/>
                  <a:pt x="6077160" y="39331"/>
                </a:cubicBezTo>
                <a:cubicBezTo>
                  <a:pt x="6077722" y="39765"/>
                  <a:pt x="6078097" y="40143"/>
                  <a:pt x="6078284" y="40465"/>
                </a:cubicBezTo>
                <a:cubicBezTo>
                  <a:pt x="6078472" y="40786"/>
                  <a:pt x="6078606" y="41147"/>
                  <a:pt x="6078686" y="41548"/>
                </a:cubicBezTo>
                <a:cubicBezTo>
                  <a:pt x="6078766" y="41950"/>
                  <a:pt x="6078846" y="42445"/>
                  <a:pt x="6078927" y="43034"/>
                </a:cubicBezTo>
                <a:cubicBezTo>
                  <a:pt x="6079007" y="43623"/>
                  <a:pt x="6079047" y="44345"/>
                  <a:pt x="6079047" y="45202"/>
                </a:cubicBezTo>
                <a:cubicBezTo>
                  <a:pt x="6079047" y="46111"/>
                  <a:pt x="6079007" y="46901"/>
                  <a:pt x="6078927" y="47570"/>
                </a:cubicBezTo>
                <a:cubicBezTo>
                  <a:pt x="6078846" y="48239"/>
                  <a:pt x="6078713" y="48788"/>
                  <a:pt x="6078525" y="49216"/>
                </a:cubicBezTo>
                <a:cubicBezTo>
                  <a:pt x="6078338" y="49644"/>
                  <a:pt x="6078111" y="49952"/>
                  <a:pt x="6077843" y="50139"/>
                </a:cubicBezTo>
                <a:cubicBezTo>
                  <a:pt x="6077575" y="50327"/>
                  <a:pt x="6077281" y="50420"/>
                  <a:pt x="6076960" y="50420"/>
                </a:cubicBezTo>
                <a:cubicBezTo>
                  <a:pt x="6076478" y="50420"/>
                  <a:pt x="6075782" y="50122"/>
                  <a:pt x="6074872" y="49524"/>
                </a:cubicBezTo>
                <a:cubicBezTo>
                  <a:pt x="6073962" y="48927"/>
                  <a:pt x="6072785" y="48289"/>
                  <a:pt x="6071340" y="47610"/>
                </a:cubicBezTo>
                <a:cubicBezTo>
                  <a:pt x="6069894" y="46931"/>
                  <a:pt x="6068195" y="46293"/>
                  <a:pt x="6066241" y="45696"/>
                </a:cubicBezTo>
                <a:cubicBezTo>
                  <a:pt x="6064288" y="45099"/>
                  <a:pt x="6062053" y="44800"/>
                  <a:pt x="6059537" y="44800"/>
                </a:cubicBezTo>
                <a:cubicBezTo>
                  <a:pt x="6057289" y="44800"/>
                  <a:pt x="6055309" y="45055"/>
                  <a:pt x="6053596" y="45565"/>
                </a:cubicBezTo>
                <a:cubicBezTo>
                  <a:pt x="6051883" y="46074"/>
                  <a:pt x="6050478" y="46797"/>
                  <a:pt x="6049381" y="47736"/>
                </a:cubicBezTo>
                <a:cubicBezTo>
                  <a:pt x="6048284" y="48674"/>
                  <a:pt x="6047454" y="49787"/>
                  <a:pt x="6046892" y="51075"/>
                </a:cubicBezTo>
                <a:cubicBezTo>
                  <a:pt x="6046330" y="52361"/>
                  <a:pt x="6046049" y="53755"/>
                  <a:pt x="6046049" y="55257"/>
                </a:cubicBezTo>
                <a:cubicBezTo>
                  <a:pt x="6046049" y="57347"/>
                  <a:pt x="6046585" y="59101"/>
                  <a:pt x="6047655" y="60521"/>
                </a:cubicBezTo>
                <a:cubicBezTo>
                  <a:pt x="6048725" y="61941"/>
                  <a:pt x="6050117" y="63187"/>
                  <a:pt x="6051830" y="64260"/>
                </a:cubicBezTo>
                <a:cubicBezTo>
                  <a:pt x="6053543" y="65330"/>
                  <a:pt x="6055496" y="66294"/>
                  <a:pt x="6057691" y="67152"/>
                </a:cubicBezTo>
                <a:cubicBezTo>
                  <a:pt x="6059885" y="68009"/>
                  <a:pt x="6062120" y="68893"/>
                  <a:pt x="6064395" y="69804"/>
                </a:cubicBezTo>
                <a:cubicBezTo>
                  <a:pt x="6066670" y="70714"/>
                  <a:pt x="6068918" y="71732"/>
                  <a:pt x="6071139" y="72858"/>
                </a:cubicBezTo>
                <a:cubicBezTo>
                  <a:pt x="6073360" y="73984"/>
                  <a:pt x="6075327" y="75350"/>
                  <a:pt x="6077040" y="76958"/>
                </a:cubicBezTo>
                <a:cubicBezTo>
                  <a:pt x="6078753" y="78565"/>
                  <a:pt x="6080131" y="80494"/>
                  <a:pt x="6081175" y="82746"/>
                </a:cubicBezTo>
                <a:cubicBezTo>
                  <a:pt x="6082219" y="84995"/>
                  <a:pt x="6082740" y="87674"/>
                  <a:pt x="6082740" y="90782"/>
                </a:cubicBezTo>
                <a:close/>
                <a:moveTo>
                  <a:pt x="6180082" y="90782"/>
                </a:moveTo>
                <a:cubicBezTo>
                  <a:pt x="6180082" y="94478"/>
                  <a:pt x="6179399" y="97774"/>
                  <a:pt x="6178034" y="100667"/>
                </a:cubicBezTo>
                <a:cubicBezTo>
                  <a:pt x="6176670" y="103559"/>
                  <a:pt x="6174729" y="105997"/>
                  <a:pt x="6172214" y="107981"/>
                </a:cubicBezTo>
                <a:cubicBezTo>
                  <a:pt x="6169698" y="109963"/>
                  <a:pt x="6166701" y="111463"/>
                  <a:pt x="6163221" y="112479"/>
                </a:cubicBezTo>
                <a:cubicBezTo>
                  <a:pt x="6159742" y="113498"/>
                  <a:pt x="6155915" y="114007"/>
                  <a:pt x="6151740" y="114007"/>
                </a:cubicBezTo>
                <a:cubicBezTo>
                  <a:pt x="6149171" y="114007"/>
                  <a:pt x="6146722" y="113807"/>
                  <a:pt x="6144394" y="113405"/>
                </a:cubicBezTo>
                <a:cubicBezTo>
                  <a:pt x="6142066" y="113004"/>
                  <a:pt x="6139978" y="112495"/>
                  <a:pt x="6138132" y="111880"/>
                </a:cubicBezTo>
                <a:cubicBezTo>
                  <a:pt x="6136285" y="111264"/>
                  <a:pt x="6134720" y="110622"/>
                  <a:pt x="6133435" y="109953"/>
                </a:cubicBezTo>
                <a:cubicBezTo>
                  <a:pt x="6132150" y="109284"/>
                  <a:pt x="6131214" y="108682"/>
                  <a:pt x="6130625" y="108146"/>
                </a:cubicBezTo>
                <a:cubicBezTo>
                  <a:pt x="6130036" y="107611"/>
                  <a:pt x="6129608" y="106862"/>
                  <a:pt x="6129340" y="105898"/>
                </a:cubicBezTo>
                <a:cubicBezTo>
                  <a:pt x="6129073" y="104935"/>
                  <a:pt x="6128939" y="103624"/>
                  <a:pt x="6128939" y="101964"/>
                </a:cubicBezTo>
                <a:cubicBezTo>
                  <a:pt x="6128939" y="100947"/>
                  <a:pt x="6128992" y="100091"/>
                  <a:pt x="6129099" y="99395"/>
                </a:cubicBezTo>
                <a:cubicBezTo>
                  <a:pt x="6129207" y="98699"/>
                  <a:pt x="6129340" y="98137"/>
                  <a:pt x="6129501" y="97709"/>
                </a:cubicBezTo>
                <a:cubicBezTo>
                  <a:pt x="6129662" y="97281"/>
                  <a:pt x="6129889" y="96973"/>
                  <a:pt x="6130183" y="96786"/>
                </a:cubicBezTo>
                <a:cubicBezTo>
                  <a:pt x="6130478" y="96599"/>
                  <a:pt x="6130812" y="96505"/>
                  <a:pt x="6131187" y="96505"/>
                </a:cubicBezTo>
                <a:cubicBezTo>
                  <a:pt x="6131776" y="96505"/>
                  <a:pt x="6132646" y="96866"/>
                  <a:pt x="6133796" y="97589"/>
                </a:cubicBezTo>
                <a:cubicBezTo>
                  <a:pt x="6134947" y="98311"/>
                  <a:pt x="6136365" y="99101"/>
                  <a:pt x="6138051" y="99957"/>
                </a:cubicBezTo>
                <a:cubicBezTo>
                  <a:pt x="6139738" y="100814"/>
                  <a:pt x="6141731" y="101603"/>
                  <a:pt x="6144033" y="102326"/>
                </a:cubicBezTo>
                <a:cubicBezTo>
                  <a:pt x="6146334" y="103048"/>
                  <a:pt x="6148984" y="103410"/>
                  <a:pt x="6151981" y="103410"/>
                </a:cubicBezTo>
                <a:cubicBezTo>
                  <a:pt x="6154229" y="103410"/>
                  <a:pt x="6156263" y="103169"/>
                  <a:pt x="6158083" y="102687"/>
                </a:cubicBezTo>
                <a:cubicBezTo>
                  <a:pt x="6159903" y="102204"/>
                  <a:pt x="6161482" y="101493"/>
                  <a:pt x="6162820" y="100554"/>
                </a:cubicBezTo>
                <a:cubicBezTo>
                  <a:pt x="6164158" y="99616"/>
                  <a:pt x="6165188" y="98423"/>
                  <a:pt x="6165911" y="96974"/>
                </a:cubicBezTo>
                <a:cubicBezTo>
                  <a:pt x="6166634" y="95526"/>
                  <a:pt x="6166995" y="93809"/>
                  <a:pt x="6166995" y="91826"/>
                </a:cubicBezTo>
                <a:cubicBezTo>
                  <a:pt x="6166995" y="89790"/>
                  <a:pt x="6166473" y="88076"/>
                  <a:pt x="6165429" y="86682"/>
                </a:cubicBezTo>
                <a:cubicBezTo>
                  <a:pt x="6164386" y="85289"/>
                  <a:pt x="6163007" y="84057"/>
                  <a:pt x="6161295" y="82987"/>
                </a:cubicBezTo>
                <a:cubicBezTo>
                  <a:pt x="6159582" y="81914"/>
                  <a:pt x="6157655" y="80964"/>
                  <a:pt x="6155514" y="80134"/>
                </a:cubicBezTo>
                <a:cubicBezTo>
                  <a:pt x="6153373" y="79303"/>
                  <a:pt x="6151165" y="78432"/>
                  <a:pt x="6148890" y="77522"/>
                </a:cubicBezTo>
                <a:cubicBezTo>
                  <a:pt x="6146615" y="76610"/>
                  <a:pt x="6144394" y="75578"/>
                  <a:pt x="6142226" y="74426"/>
                </a:cubicBezTo>
                <a:cubicBezTo>
                  <a:pt x="6140059" y="73274"/>
                  <a:pt x="6138118" y="71867"/>
                  <a:pt x="6136406" y="70206"/>
                </a:cubicBezTo>
                <a:cubicBezTo>
                  <a:pt x="6134693" y="68545"/>
                  <a:pt x="6133315" y="66563"/>
                  <a:pt x="6132271" y="64260"/>
                </a:cubicBezTo>
                <a:cubicBezTo>
                  <a:pt x="6131227" y="61956"/>
                  <a:pt x="6130705" y="59197"/>
                  <a:pt x="6130705" y="55983"/>
                </a:cubicBezTo>
                <a:cubicBezTo>
                  <a:pt x="6130705" y="53142"/>
                  <a:pt x="6131254" y="50424"/>
                  <a:pt x="6132351" y="47826"/>
                </a:cubicBezTo>
                <a:cubicBezTo>
                  <a:pt x="6133448" y="45227"/>
                  <a:pt x="6135094" y="42949"/>
                  <a:pt x="6137289" y="40994"/>
                </a:cubicBezTo>
                <a:cubicBezTo>
                  <a:pt x="6139483" y="39037"/>
                  <a:pt x="6142226" y="37470"/>
                  <a:pt x="6145518" y="36292"/>
                </a:cubicBezTo>
                <a:cubicBezTo>
                  <a:pt x="6148810" y="35113"/>
                  <a:pt x="6152650" y="34523"/>
                  <a:pt x="6157039" y="34523"/>
                </a:cubicBezTo>
                <a:cubicBezTo>
                  <a:pt x="6158966" y="34523"/>
                  <a:pt x="6160893" y="34686"/>
                  <a:pt x="6162820" y="35013"/>
                </a:cubicBezTo>
                <a:cubicBezTo>
                  <a:pt x="6164747" y="35339"/>
                  <a:pt x="6166486" y="35746"/>
                  <a:pt x="6168039" y="36234"/>
                </a:cubicBezTo>
                <a:cubicBezTo>
                  <a:pt x="6169591" y="36723"/>
                  <a:pt x="6170916" y="37252"/>
                  <a:pt x="6172013" y="37823"/>
                </a:cubicBezTo>
                <a:cubicBezTo>
                  <a:pt x="6173110" y="38393"/>
                  <a:pt x="6173940" y="38896"/>
                  <a:pt x="6174502" y="39331"/>
                </a:cubicBezTo>
                <a:cubicBezTo>
                  <a:pt x="6175064" y="39765"/>
                  <a:pt x="6175438" y="40143"/>
                  <a:pt x="6175626" y="40465"/>
                </a:cubicBezTo>
                <a:cubicBezTo>
                  <a:pt x="6175813" y="40786"/>
                  <a:pt x="6175947" y="41147"/>
                  <a:pt x="6176027" y="41548"/>
                </a:cubicBezTo>
                <a:cubicBezTo>
                  <a:pt x="6176107" y="41950"/>
                  <a:pt x="6176188" y="42445"/>
                  <a:pt x="6176268" y="43034"/>
                </a:cubicBezTo>
                <a:cubicBezTo>
                  <a:pt x="6176348" y="43623"/>
                  <a:pt x="6176388" y="44345"/>
                  <a:pt x="6176388" y="45202"/>
                </a:cubicBezTo>
                <a:cubicBezTo>
                  <a:pt x="6176388" y="46111"/>
                  <a:pt x="6176348" y="46901"/>
                  <a:pt x="6176268" y="47570"/>
                </a:cubicBezTo>
                <a:cubicBezTo>
                  <a:pt x="6176188" y="48239"/>
                  <a:pt x="6176054" y="48788"/>
                  <a:pt x="6175867" y="49216"/>
                </a:cubicBezTo>
                <a:cubicBezTo>
                  <a:pt x="6175679" y="49644"/>
                  <a:pt x="6175452" y="49952"/>
                  <a:pt x="6175184" y="50139"/>
                </a:cubicBezTo>
                <a:cubicBezTo>
                  <a:pt x="6174917" y="50327"/>
                  <a:pt x="6174622" y="50420"/>
                  <a:pt x="6174301" y="50420"/>
                </a:cubicBezTo>
                <a:cubicBezTo>
                  <a:pt x="6173819" y="50420"/>
                  <a:pt x="6173123" y="50122"/>
                  <a:pt x="6172214" y="49524"/>
                </a:cubicBezTo>
                <a:cubicBezTo>
                  <a:pt x="6171304" y="48927"/>
                  <a:pt x="6170126" y="48289"/>
                  <a:pt x="6168681" y="47610"/>
                </a:cubicBezTo>
                <a:cubicBezTo>
                  <a:pt x="6167236" y="46931"/>
                  <a:pt x="6165536" y="46293"/>
                  <a:pt x="6163583" y="45696"/>
                </a:cubicBezTo>
                <a:cubicBezTo>
                  <a:pt x="6161629" y="45099"/>
                  <a:pt x="6159394" y="44800"/>
                  <a:pt x="6156879" y="44800"/>
                </a:cubicBezTo>
                <a:cubicBezTo>
                  <a:pt x="6154631" y="44800"/>
                  <a:pt x="6152650" y="45055"/>
                  <a:pt x="6150938" y="45565"/>
                </a:cubicBezTo>
                <a:cubicBezTo>
                  <a:pt x="6149225" y="46074"/>
                  <a:pt x="6147820" y="46797"/>
                  <a:pt x="6146722" y="47736"/>
                </a:cubicBezTo>
                <a:cubicBezTo>
                  <a:pt x="6145625" y="48674"/>
                  <a:pt x="6144796" y="49787"/>
                  <a:pt x="6144234" y="51075"/>
                </a:cubicBezTo>
                <a:cubicBezTo>
                  <a:pt x="6143672" y="52361"/>
                  <a:pt x="6143391" y="53755"/>
                  <a:pt x="6143391" y="55257"/>
                </a:cubicBezTo>
                <a:cubicBezTo>
                  <a:pt x="6143391" y="57347"/>
                  <a:pt x="6143926" y="59101"/>
                  <a:pt x="6144996" y="60521"/>
                </a:cubicBezTo>
                <a:cubicBezTo>
                  <a:pt x="6146067" y="61941"/>
                  <a:pt x="6147458" y="63187"/>
                  <a:pt x="6149171" y="64260"/>
                </a:cubicBezTo>
                <a:cubicBezTo>
                  <a:pt x="6150884" y="65330"/>
                  <a:pt x="6152838" y="66294"/>
                  <a:pt x="6155032" y="67152"/>
                </a:cubicBezTo>
                <a:cubicBezTo>
                  <a:pt x="6157227" y="68009"/>
                  <a:pt x="6159461" y="68893"/>
                  <a:pt x="6161736" y="69804"/>
                </a:cubicBezTo>
                <a:cubicBezTo>
                  <a:pt x="6164011" y="70714"/>
                  <a:pt x="6166259" y="71732"/>
                  <a:pt x="6168480" y="72858"/>
                </a:cubicBezTo>
                <a:cubicBezTo>
                  <a:pt x="6170702" y="73984"/>
                  <a:pt x="6172669" y="75350"/>
                  <a:pt x="6174381" y="76958"/>
                </a:cubicBezTo>
                <a:cubicBezTo>
                  <a:pt x="6176094" y="78565"/>
                  <a:pt x="6177472" y="80494"/>
                  <a:pt x="6178516" y="82746"/>
                </a:cubicBezTo>
                <a:cubicBezTo>
                  <a:pt x="6179560" y="84995"/>
                  <a:pt x="6180082" y="87674"/>
                  <a:pt x="6180082" y="90782"/>
                </a:cubicBezTo>
                <a:close/>
                <a:moveTo>
                  <a:pt x="6263138" y="71134"/>
                </a:moveTo>
                <a:cubicBezTo>
                  <a:pt x="6263138" y="73222"/>
                  <a:pt x="6262616" y="74707"/>
                  <a:pt x="6261572" y="75590"/>
                </a:cubicBezTo>
                <a:cubicBezTo>
                  <a:pt x="6260528" y="76473"/>
                  <a:pt x="6259337" y="76915"/>
                  <a:pt x="6257999" y="76915"/>
                </a:cubicBezTo>
                <a:lnTo>
                  <a:pt x="6210630" y="76915"/>
                </a:lnTo>
                <a:cubicBezTo>
                  <a:pt x="6210630" y="80941"/>
                  <a:pt x="6211031" y="84565"/>
                  <a:pt x="6211834" y="87786"/>
                </a:cubicBezTo>
                <a:cubicBezTo>
                  <a:pt x="6212637" y="91008"/>
                  <a:pt x="6213975" y="93773"/>
                  <a:pt x="6215849" y="96081"/>
                </a:cubicBezTo>
                <a:cubicBezTo>
                  <a:pt x="6217722" y="98389"/>
                  <a:pt x="6220157" y="100161"/>
                  <a:pt x="6223155" y="101397"/>
                </a:cubicBezTo>
                <a:cubicBezTo>
                  <a:pt x="6226152" y="102632"/>
                  <a:pt x="6229819" y="103249"/>
                  <a:pt x="6234154" y="103249"/>
                </a:cubicBezTo>
                <a:cubicBezTo>
                  <a:pt x="6237580" y="103249"/>
                  <a:pt x="6240631" y="102968"/>
                  <a:pt x="6243307" y="102406"/>
                </a:cubicBezTo>
                <a:cubicBezTo>
                  <a:pt x="6245983" y="101844"/>
                  <a:pt x="6248298" y="101215"/>
                  <a:pt x="6250252" y="100519"/>
                </a:cubicBezTo>
                <a:cubicBezTo>
                  <a:pt x="6252205" y="99823"/>
                  <a:pt x="6253811" y="99195"/>
                  <a:pt x="6255069" y="98632"/>
                </a:cubicBezTo>
                <a:cubicBezTo>
                  <a:pt x="6256327" y="98070"/>
                  <a:pt x="6257277" y="97789"/>
                  <a:pt x="6257919" y="97789"/>
                </a:cubicBezTo>
                <a:cubicBezTo>
                  <a:pt x="6258294" y="97789"/>
                  <a:pt x="6258628" y="97883"/>
                  <a:pt x="6258923" y="98070"/>
                </a:cubicBezTo>
                <a:cubicBezTo>
                  <a:pt x="6259217" y="98258"/>
                  <a:pt x="6259445" y="98539"/>
                  <a:pt x="6259605" y="98914"/>
                </a:cubicBezTo>
                <a:cubicBezTo>
                  <a:pt x="6259766" y="99288"/>
                  <a:pt x="6259886" y="99810"/>
                  <a:pt x="6259966" y="100479"/>
                </a:cubicBezTo>
                <a:cubicBezTo>
                  <a:pt x="6260047" y="101148"/>
                  <a:pt x="6260087" y="101964"/>
                  <a:pt x="6260087" y="102928"/>
                </a:cubicBezTo>
                <a:cubicBezTo>
                  <a:pt x="6260087" y="103624"/>
                  <a:pt x="6260060" y="104226"/>
                  <a:pt x="6260007" y="104734"/>
                </a:cubicBezTo>
                <a:cubicBezTo>
                  <a:pt x="6259953" y="105243"/>
                  <a:pt x="6259886" y="105698"/>
                  <a:pt x="6259806" y="106099"/>
                </a:cubicBezTo>
                <a:cubicBezTo>
                  <a:pt x="6259726" y="106501"/>
                  <a:pt x="6259592" y="106862"/>
                  <a:pt x="6259404" y="107183"/>
                </a:cubicBezTo>
                <a:cubicBezTo>
                  <a:pt x="6259217" y="107504"/>
                  <a:pt x="6258976" y="107812"/>
                  <a:pt x="6258682" y="108106"/>
                </a:cubicBezTo>
                <a:cubicBezTo>
                  <a:pt x="6258387" y="108401"/>
                  <a:pt x="6257518" y="108882"/>
                  <a:pt x="6256072" y="109552"/>
                </a:cubicBezTo>
                <a:cubicBezTo>
                  <a:pt x="6254627" y="110221"/>
                  <a:pt x="6252754" y="110876"/>
                  <a:pt x="6250452" y="111519"/>
                </a:cubicBezTo>
                <a:cubicBezTo>
                  <a:pt x="6248151" y="112161"/>
                  <a:pt x="6245488" y="112736"/>
                  <a:pt x="6242464" y="113245"/>
                </a:cubicBezTo>
                <a:cubicBezTo>
                  <a:pt x="6239440" y="113753"/>
                  <a:pt x="6236215" y="114007"/>
                  <a:pt x="6232789" y="114007"/>
                </a:cubicBezTo>
                <a:cubicBezTo>
                  <a:pt x="6226848" y="114007"/>
                  <a:pt x="6221643" y="113177"/>
                  <a:pt x="6217173" y="111516"/>
                </a:cubicBezTo>
                <a:cubicBezTo>
                  <a:pt x="6212704" y="109855"/>
                  <a:pt x="6208944" y="107390"/>
                  <a:pt x="6205893" y="104122"/>
                </a:cubicBezTo>
                <a:cubicBezTo>
                  <a:pt x="6202842" y="100854"/>
                  <a:pt x="6200541" y="96755"/>
                  <a:pt x="6198988" y="91826"/>
                </a:cubicBezTo>
                <a:cubicBezTo>
                  <a:pt x="6197436" y="86896"/>
                  <a:pt x="6196660" y="81163"/>
                  <a:pt x="6196660" y="74627"/>
                </a:cubicBezTo>
                <a:cubicBezTo>
                  <a:pt x="6196660" y="68411"/>
                  <a:pt x="6197463" y="62825"/>
                  <a:pt x="6199069" y="57869"/>
                </a:cubicBezTo>
                <a:cubicBezTo>
                  <a:pt x="6200674" y="52913"/>
                  <a:pt x="6202989" y="48707"/>
                  <a:pt x="6206014" y="45252"/>
                </a:cubicBezTo>
                <a:cubicBezTo>
                  <a:pt x="6209038" y="41796"/>
                  <a:pt x="6212691" y="39144"/>
                  <a:pt x="6216973" y="37296"/>
                </a:cubicBezTo>
                <a:cubicBezTo>
                  <a:pt x="6221255" y="35448"/>
                  <a:pt x="6226045" y="34523"/>
                  <a:pt x="6231344" y="34523"/>
                </a:cubicBezTo>
                <a:cubicBezTo>
                  <a:pt x="6237018" y="34523"/>
                  <a:pt x="6241848" y="35433"/>
                  <a:pt x="6245836" y="37253"/>
                </a:cubicBezTo>
                <a:cubicBezTo>
                  <a:pt x="6249823" y="39073"/>
                  <a:pt x="6253102" y="41522"/>
                  <a:pt x="6255671" y="44599"/>
                </a:cubicBezTo>
                <a:cubicBezTo>
                  <a:pt x="6258240" y="47677"/>
                  <a:pt x="6260127" y="51290"/>
                  <a:pt x="6261331" y="55438"/>
                </a:cubicBezTo>
                <a:cubicBezTo>
                  <a:pt x="6262536" y="59586"/>
                  <a:pt x="6263138" y="64015"/>
                  <a:pt x="6263138" y="68726"/>
                </a:cubicBezTo>
                <a:lnTo>
                  <a:pt x="6263138" y="71134"/>
                </a:lnTo>
                <a:moveTo>
                  <a:pt x="6249810" y="67200"/>
                </a:moveTo>
                <a:cubicBezTo>
                  <a:pt x="6249971" y="60242"/>
                  <a:pt x="6248432" y="54782"/>
                  <a:pt x="6245194" y="50822"/>
                </a:cubicBezTo>
                <a:cubicBezTo>
                  <a:pt x="6241955" y="46861"/>
                  <a:pt x="6237152" y="44880"/>
                  <a:pt x="6230782" y="44880"/>
                </a:cubicBezTo>
                <a:cubicBezTo>
                  <a:pt x="6227517" y="44880"/>
                  <a:pt x="6224654" y="45496"/>
                  <a:pt x="6222191" y="46727"/>
                </a:cubicBezTo>
                <a:cubicBezTo>
                  <a:pt x="6219729" y="47958"/>
                  <a:pt x="6217669" y="49591"/>
                  <a:pt x="6216009" y="51625"/>
                </a:cubicBezTo>
                <a:cubicBezTo>
                  <a:pt x="6214350" y="53658"/>
                  <a:pt x="6213065" y="56027"/>
                  <a:pt x="6212156" y="58730"/>
                </a:cubicBezTo>
                <a:cubicBezTo>
                  <a:pt x="6211246" y="61433"/>
                  <a:pt x="6210737" y="64256"/>
                  <a:pt x="6210630" y="67200"/>
                </a:cubicBezTo>
                <a:lnTo>
                  <a:pt x="6249810" y="67200"/>
                </a:lnTo>
                <a:close/>
                <a:moveTo>
                  <a:pt x="6335001" y="110475"/>
                </a:moveTo>
                <a:cubicBezTo>
                  <a:pt x="6335001" y="111117"/>
                  <a:pt x="6334787" y="111599"/>
                  <a:pt x="6334359" y="111920"/>
                </a:cubicBezTo>
                <a:cubicBezTo>
                  <a:pt x="6333931" y="112241"/>
                  <a:pt x="6333342" y="112482"/>
                  <a:pt x="6332593" y="112643"/>
                </a:cubicBezTo>
                <a:cubicBezTo>
                  <a:pt x="6331844" y="112803"/>
                  <a:pt x="6330746" y="112883"/>
                  <a:pt x="6329301" y="112883"/>
                </a:cubicBezTo>
                <a:cubicBezTo>
                  <a:pt x="6327909" y="112883"/>
                  <a:pt x="6326799" y="112803"/>
                  <a:pt x="6325969" y="112643"/>
                </a:cubicBezTo>
                <a:cubicBezTo>
                  <a:pt x="6325140" y="112482"/>
                  <a:pt x="6324537" y="112241"/>
                  <a:pt x="6324163" y="111920"/>
                </a:cubicBezTo>
                <a:cubicBezTo>
                  <a:pt x="6323788" y="111599"/>
                  <a:pt x="6323601" y="111117"/>
                  <a:pt x="6323601" y="110475"/>
                </a:cubicBezTo>
                <a:lnTo>
                  <a:pt x="6323601" y="103249"/>
                </a:lnTo>
                <a:cubicBezTo>
                  <a:pt x="6320443" y="106621"/>
                  <a:pt x="6316924" y="109257"/>
                  <a:pt x="6313043" y="111157"/>
                </a:cubicBezTo>
                <a:cubicBezTo>
                  <a:pt x="6309162" y="113057"/>
                  <a:pt x="6305054" y="114007"/>
                  <a:pt x="6300719" y="114007"/>
                </a:cubicBezTo>
                <a:cubicBezTo>
                  <a:pt x="6296919" y="114007"/>
                  <a:pt x="6293480" y="113511"/>
                  <a:pt x="6290402" y="112517"/>
                </a:cubicBezTo>
                <a:cubicBezTo>
                  <a:pt x="6287324" y="111524"/>
                  <a:pt x="6284702" y="110087"/>
                  <a:pt x="6282534" y="108207"/>
                </a:cubicBezTo>
                <a:cubicBezTo>
                  <a:pt x="6280366" y="106327"/>
                  <a:pt x="6278680" y="104018"/>
                  <a:pt x="6277476" y="101279"/>
                </a:cubicBezTo>
                <a:cubicBezTo>
                  <a:pt x="6276272" y="98540"/>
                  <a:pt x="6275669" y="95424"/>
                  <a:pt x="6275669" y="91931"/>
                </a:cubicBezTo>
                <a:cubicBezTo>
                  <a:pt x="6275669" y="87850"/>
                  <a:pt x="6276499" y="84305"/>
                  <a:pt x="6278158" y="81298"/>
                </a:cubicBezTo>
                <a:cubicBezTo>
                  <a:pt x="6279818" y="78289"/>
                  <a:pt x="6282199" y="75791"/>
                  <a:pt x="6285304" y="73804"/>
                </a:cubicBezTo>
                <a:cubicBezTo>
                  <a:pt x="6288408" y="71817"/>
                  <a:pt x="6292209" y="70326"/>
                  <a:pt x="6296705" y="69333"/>
                </a:cubicBezTo>
                <a:cubicBezTo>
                  <a:pt x="6301201" y="68339"/>
                  <a:pt x="6306259" y="67842"/>
                  <a:pt x="6311879" y="67842"/>
                </a:cubicBezTo>
                <a:lnTo>
                  <a:pt x="6321834" y="67842"/>
                </a:lnTo>
                <a:lnTo>
                  <a:pt x="6321834" y="62242"/>
                </a:lnTo>
                <a:cubicBezTo>
                  <a:pt x="6321834" y="59469"/>
                  <a:pt x="6321540" y="57016"/>
                  <a:pt x="6320951" y="54884"/>
                </a:cubicBezTo>
                <a:cubicBezTo>
                  <a:pt x="6320363" y="52749"/>
                  <a:pt x="6319412" y="50976"/>
                  <a:pt x="6318101" y="49562"/>
                </a:cubicBezTo>
                <a:cubicBezTo>
                  <a:pt x="6316790" y="48149"/>
                  <a:pt x="6315090" y="47082"/>
                  <a:pt x="6313003" y="46363"/>
                </a:cubicBezTo>
                <a:cubicBezTo>
                  <a:pt x="6310915" y="45642"/>
                  <a:pt x="6308346" y="45282"/>
                  <a:pt x="6305295" y="45282"/>
                </a:cubicBezTo>
                <a:cubicBezTo>
                  <a:pt x="6302030" y="45282"/>
                  <a:pt x="6299100" y="45666"/>
                  <a:pt x="6296504" y="46433"/>
                </a:cubicBezTo>
                <a:cubicBezTo>
                  <a:pt x="6293908" y="47201"/>
                  <a:pt x="6291633" y="48048"/>
                  <a:pt x="6289680" y="48975"/>
                </a:cubicBezTo>
                <a:cubicBezTo>
                  <a:pt x="6287726" y="49902"/>
                  <a:pt x="6286093" y="50749"/>
                  <a:pt x="6284782" y="51517"/>
                </a:cubicBezTo>
                <a:cubicBezTo>
                  <a:pt x="6283471" y="52284"/>
                  <a:pt x="6282494" y="52668"/>
                  <a:pt x="6281852" y="52668"/>
                </a:cubicBezTo>
                <a:cubicBezTo>
                  <a:pt x="6281423" y="52668"/>
                  <a:pt x="6281049" y="52561"/>
                  <a:pt x="6280728" y="52347"/>
                </a:cubicBezTo>
                <a:cubicBezTo>
                  <a:pt x="6280406" y="52133"/>
                  <a:pt x="6280125" y="51812"/>
                  <a:pt x="6279885" y="51384"/>
                </a:cubicBezTo>
                <a:cubicBezTo>
                  <a:pt x="6279644" y="50955"/>
                  <a:pt x="6279470" y="50407"/>
                  <a:pt x="6279363" y="49738"/>
                </a:cubicBezTo>
                <a:cubicBezTo>
                  <a:pt x="6279256" y="49069"/>
                  <a:pt x="6279202" y="48333"/>
                  <a:pt x="6279202" y="47530"/>
                </a:cubicBezTo>
                <a:cubicBezTo>
                  <a:pt x="6279202" y="46192"/>
                  <a:pt x="6279296" y="45135"/>
                  <a:pt x="6279483" y="44359"/>
                </a:cubicBezTo>
                <a:cubicBezTo>
                  <a:pt x="6279670" y="43582"/>
                  <a:pt x="6280125" y="42846"/>
                  <a:pt x="6280848" y="42151"/>
                </a:cubicBezTo>
                <a:cubicBezTo>
                  <a:pt x="6281571" y="41455"/>
                  <a:pt x="6282815" y="40644"/>
                  <a:pt x="6284581" y="39719"/>
                </a:cubicBezTo>
                <a:cubicBezTo>
                  <a:pt x="6286348" y="38793"/>
                  <a:pt x="6288382" y="37946"/>
                  <a:pt x="6290683" y="37180"/>
                </a:cubicBezTo>
                <a:cubicBezTo>
                  <a:pt x="6292985" y="36414"/>
                  <a:pt x="6295500" y="35780"/>
                  <a:pt x="6298230" y="35279"/>
                </a:cubicBezTo>
                <a:cubicBezTo>
                  <a:pt x="6300960" y="34775"/>
                  <a:pt x="6303716" y="34523"/>
                  <a:pt x="6306500" y="34523"/>
                </a:cubicBezTo>
                <a:cubicBezTo>
                  <a:pt x="6311692" y="34523"/>
                  <a:pt x="6316107" y="35112"/>
                  <a:pt x="6319747" y="36290"/>
                </a:cubicBezTo>
                <a:cubicBezTo>
                  <a:pt x="6323387" y="37467"/>
                  <a:pt x="6326331" y="39193"/>
                  <a:pt x="6328579" y="41468"/>
                </a:cubicBezTo>
                <a:cubicBezTo>
                  <a:pt x="6330827" y="43743"/>
                  <a:pt x="6332459" y="46566"/>
                  <a:pt x="6333476" y="49938"/>
                </a:cubicBezTo>
                <a:cubicBezTo>
                  <a:pt x="6334493" y="53311"/>
                  <a:pt x="6335001" y="57245"/>
                  <a:pt x="6335001" y="61741"/>
                </a:cubicBezTo>
                <a:lnTo>
                  <a:pt x="6335001" y="110475"/>
                </a:lnTo>
                <a:moveTo>
                  <a:pt x="6321834" y="77397"/>
                </a:moveTo>
                <a:lnTo>
                  <a:pt x="6310514" y="77397"/>
                </a:lnTo>
                <a:cubicBezTo>
                  <a:pt x="6306874" y="77397"/>
                  <a:pt x="6303716" y="77707"/>
                  <a:pt x="6301040" y="78327"/>
                </a:cubicBezTo>
                <a:cubicBezTo>
                  <a:pt x="6298364" y="78946"/>
                  <a:pt x="6296143" y="79861"/>
                  <a:pt x="6294376" y="81072"/>
                </a:cubicBezTo>
                <a:cubicBezTo>
                  <a:pt x="6292610" y="82283"/>
                  <a:pt x="6291312" y="83738"/>
                  <a:pt x="6290482" y="85435"/>
                </a:cubicBezTo>
                <a:cubicBezTo>
                  <a:pt x="6289653" y="87131"/>
                  <a:pt x="6289238" y="89083"/>
                  <a:pt x="6289238" y="91291"/>
                </a:cubicBezTo>
                <a:cubicBezTo>
                  <a:pt x="6289238" y="95061"/>
                  <a:pt x="6290429" y="98064"/>
                  <a:pt x="6292811" y="100298"/>
                </a:cubicBezTo>
                <a:cubicBezTo>
                  <a:pt x="6295193" y="102533"/>
                  <a:pt x="6298524" y="103650"/>
                  <a:pt x="6302806" y="103650"/>
                </a:cubicBezTo>
                <a:cubicBezTo>
                  <a:pt x="6306286" y="103650"/>
                  <a:pt x="6309510" y="102762"/>
                  <a:pt x="6312481" y="100986"/>
                </a:cubicBezTo>
                <a:cubicBezTo>
                  <a:pt x="6315452" y="99208"/>
                  <a:pt x="6318569" y="96488"/>
                  <a:pt x="6321834" y="92827"/>
                </a:cubicBezTo>
                <a:lnTo>
                  <a:pt x="6321834" y="77397"/>
                </a:lnTo>
                <a:close/>
                <a:moveTo>
                  <a:pt x="6391148" y="105176"/>
                </a:moveTo>
                <a:cubicBezTo>
                  <a:pt x="6391148" y="106728"/>
                  <a:pt x="6391040" y="107959"/>
                  <a:pt x="6390826" y="108869"/>
                </a:cubicBezTo>
                <a:cubicBezTo>
                  <a:pt x="6390612" y="109779"/>
                  <a:pt x="6390291" y="110448"/>
                  <a:pt x="6389863" y="110876"/>
                </a:cubicBezTo>
                <a:cubicBezTo>
                  <a:pt x="6389435" y="111304"/>
                  <a:pt x="6388792" y="111706"/>
                  <a:pt x="6387936" y="112081"/>
                </a:cubicBezTo>
                <a:cubicBezTo>
                  <a:pt x="6387080" y="112455"/>
                  <a:pt x="6386103" y="112763"/>
                  <a:pt x="6385006" y="113004"/>
                </a:cubicBezTo>
                <a:cubicBezTo>
                  <a:pt x="6383908" y="113245"/>
                  <a:pt x="6382744" y="113445"/>
                  <a:pt x="6381513" y="113606"/>
                </a:cubicBezTo>
                <a:cubicBezTo>
                  <a:pt x="6380282" y="113767"/>
                  <a:pt x="6379051" y="113847"/>
                  <a:pt x="6377820" y="113847"/>
                </a:cubicBezTo>
                <a:cubicBezTo>
                  <a:pt x="6374073" y="113847"/>
                  <a:pt x="6370862" y="113351"/>
                  <a:pt x="6368185" y="112359"/>
                </a:cubicBezTo>
                <a:cubicBezTo>
                  <a:pt x="6365509" y="111366"/>
                  <a:pt x="6363315" y="109863"/>
                  <a:pt x="6361602" y="107850"/>
                </a:cubicBezTo>
                <a:cubicBezTo>
                  <a:pt x="6359889" y="105838"/>
                  <a:pt x="6358645" y="103290"/>
                  <a:pt x="6357869" y="100206"/>
                </a:cubicBezTo>
                <a:cubicBezTo>
                  <a:pt x="6357092" y="97121"/>
                  <a:pt x="6356704" y="93487"/>
                  <a:pt x="6356704" y="89302"/>
                </a:cubicBezTo>
                <a:lnTo>
                  <a:pt x="6356704" y="46968"/>
                </a:lnTo>
                <a:lnTo>
                  <a:pt x="6346588" y="46968"/>
                </a:lnTo>
                <a:cubicBezTo>
                  <a:pt x="6345785" y="46968"/>
                  <a:pt x="6345143" y="46540"/>
                  <a:pt x="6344661" y="45683"/>
                </a:cubicBezTo>
                <a:cubicBezTo>
                  <a:pt x="6344180" y="44827"/>
                  <a:pt x="6343939" y="43435"/>
                  <a:pt x="6343939" y="41508"/>
                </a:cubicBezTo>
                <a:cubicBezTo>
                  <a:pt x="6343939" y="40491"/>
                  <a:pt x="6344006" y="39635"/>
                  <a:pt x="6344140" y="38939"/>
                </a:cubicBezTo>
                <a:cubicBezTo>
                  <a:pt x="6344273" y="38243"/>
                  <a:pt x="6344447" y="37668"/>
                  <a:pt x="6344661" y="37213"/>
                </a:cubicBezTo>
                <a:cubicBezTo>
                  <a:pt x="6344875" y="36758"/>
                  <a:pt x="6345156" y="36437"/>
                  <a:pt x="6345504" y="36250"/>
                </a:cubicBezTo>
                <a:cubicBezTo>
                  <a:pt x="6345852" y="36062"/>
                  <a:pt x="6346240" y="35969"/>
                  <a:pt x="6346669" y="35969"/>
                </a:cubicBezTo>
                <a:lnTo>
                  <a:pt x="6356704" y="35969"/>
                </a:lnTo>
                <a:lnTo>
                  <a:pt x="6356704" y="18787"/>
                </a:lnTo>
                <a:cubicBezTo>
                  <a:pt x="6356704" y="18412"/>
                  <a:pt x="6356798" y="18065"/>
                  <a:pt x="6356985" y="17743"/>
                </a:cubicBezTo>
                <a:cubicBezTo>
                  <a:pt x="6357173" y="17422"/>
                  <a:pt x="6357521" y="17141"/>
                  <a:pt x="6358029" y="16900"/>
                </a:cubicBezTo>
                <a:cubicBezTo>
                  <a:pt x="6358538" y="16660"/>
                  <a:pt x="6359220" y="16486"/>
                  <a:pt x="6360076" y="16379"/>
                </a:cubicBezTo>
                <a:cubicBezTo>
                  <a:pt x="6360933" y="16271"/>
                  <a:pt x="6362003" y="16218"/>
                  <a:pt x="6363288" y="16218"/>
                </a:cubicBezTo>
                <a:cubicBezTo>
                  <a:pt x="6364626" y="16218"/>
                  <a:pt x="6365723" y="16271"/>
                  <a:pt x="6366580" y="16379"/>
                </a:cubicBezTo>
                <a:cubicBezTo>
                  <a:pt x="6367436" y="16486"/>
                  <a:pt x="6368105" y="16660"/>
                  <a:pt x="6368587" y="16900"/>
                </a:cubicBezTo>
                <a:cubicBezTo>
                  <a:pt x="6369069" y="17141"/>
                  <a:pt x="6369417" y="17422"/>
                  <a:pt x="6369631" y="17743"/>
                </a:cubicBezTo>
                <a:cubicBezTo>
                  <a:pt x="6369845" y="18065"/>
                  <a:pt x="6369952" y="18412"/>
                  <a:pt x="6369952" y="18787"/>
                </a:cubicBezTo>
                <a:lnTo>
                  <a:pt x="6369952" y="35969"/>
                </a:lnTo>
                <a:lnTo>
                  <a:pt x="6388498" y="35969"/>
                </a:lnTo>
                <a:cubicBezTo>
                  <a:pt x="6388926" y="35969"/>
                  <a:pt x="6389301" y="36062"/>
                  <a:pt x="6389622" y="36250"/>
                </a:cubicBezTo>
                <a:cubicBezTo>
                  <a:pt x="6389943" y="36437"/>
                  <a:pt x="6390224" y="36758"/>
                  <a:pt x="6390465" y="37213"/>
                </a:cubicBezTo>
                <a:cubicBezTo>
                  <a:pt x="6390706" y="37668"/>
                  <a:pt x="6390880" y="38243"/>
                  <a:pt x="6390987" y="38939"/>
                </a:cubicBezTo>
                <a:cubicBezTo>
                  <a:pt x="6391094" y="39635"/>
                  <a:pt x="6391148" y="40491"/>
                  <a:pt x="6391148" y="41508"/>
                </a:cubicBezTo>
                <a:cubicBezTo>
                  <a:pt x="6391148" y="43435"/>
                  <a:pt x="6390907" y="44827"/>
                  <a:pt x="6390425" y="45683"/>
                </a:cubicBezTo>
                <a:cubicBezTo>
                  <a:pt x="6389943" y="46540"/>
                  <a:pt x="6389301" y="46968"/>
                  <a:pt x="6388498" y="46968"/>
                </a:cubicBezTo>
                <a:lnTo>
                  <a:pt x="6369952" y="46968"/>
                </a:lnTo>
                <a:lnTo>
                  <a:pt x="6369952" y="87390"/>
                </a:lnTo>
                <a:cubicBezTo>
                  <a:pt x="6369952" y="92381"/>
                  <a:pt x="6370688" y="96152"/>
                  <a:pt x="6372160" y="98703"/>
                </a:cubicBezTo>
                <a:cubicBezTo>
                  <a:pt x="6373632" y="101252"/>
                  <a:pt x="6376268" y="102526"/>
                  <a:pt x="6380068" y="102526"/>
                </a:cubicBezTo>
                <a:cubicBezTo>
                  <a:pt x="6381299" y="102526"/>
                  <a:pt x="6382396" y="102406"/>
                  <a:pt x="6383360" y="102165"/>
                </a:cubicBezTo>
                <a:cubicBezTo>
                  <a:pt x="6384323" y="101924"/>
                  <a:pt x="6385180" y="101670"/>
                  <a:pt x="6385929" y="101402"/>
                </a:cubicBezTo>
                <a:cubicBezTo>
                  <a:pt x="6386678" y="101135"/>
                  <a:pt x="6387320" y="100881"/>
                  <a:pt x="6387856" y="100640"/>
                </a:cubicBezTo>
                <a:cubicBezTo>
                  <a:pt x="6388391" y="100399"/>
                  <a:pt x="6388873" y="100278"/>
                  <a:pt x="6389301" y="100278"/>
                </a:cubicBezTo>
                <a:cubicBezTo>
                  <a:pt x="6389569" y="100278"/>
                  <a:pt x="6389823" y="100345"/>
                  <a:pt x="6390064" y="100479"/>
                </a:cubicBezTo>
                <a:cubicBezTo>
                  <a:pt x="6390304" y="100613"/>
                  <a:pt x="6390492" y="100867"/>
                  <a:pt x="6390626" y="101242"/>
                </a:cubicBezTo>
                <a:cubicBezTo>
                  <a:pt x="6390759" y="101616"/>
                  <a:pt x="6390880" y="102125"/>
                  <a:pt x="6390987" y="102767"/>
                </a:cubicBezTo>
                <a:cubicBezTo>
                  <a:pt x="6391094" y="103410"/>
                  <a:pt x="6391148" y="104212"/>
                  <a:pt x="6391148" y="105176"/>
                </a:cubicBezTo>
                <a:close/>
                <a:moveTo>
                  <a:pt x="6421904" y="110395"/>
                </a:moveTo>
                <a:cubicBezTo>
                  <a:pt x="6421904" y="110823"/>
                  <a:pt x="6421797" y="111184"/>
                  <a:pt x="6421583" y="111478"/>
                </a:cubicBezTo>
                <a:cubicBezTo>
                  <a:pt x="6421368" y="111773"/>
                  <a:pt x="6421021" y="112027"/>
                  <a:pt x="6420539" y="112241"/>
                </a:cubicBezTo>
                <a:cubicBezTo>
                  <a:pt x="6420057" y="112455"/>
                  <a:pt x="6419388" y="112616"/>
                  <a:pt x="6418532" y="112723"/>
                </a:cubicBezTo>
                <a:cubicBezTo>
                  <a:pt x="6417675" y="112830"/>
                  <a:pt x="6416578" y="112883"/>
                  <a:pt x="6415240" y="112883"/>
                </a:cubicBezTo>
                <a:cubicBezTo>
                  <a:pt x="6413955" y="112883"/>
                  <a:pt x="6412885" y="112830"/>
                  <a:pt x="6412028" y="112723"/>
                </a:cubicBezTo>
                <a:cubicBezTo>
                  <a:pt x="6411172" y="112616"/>
                  <a:pt x="6410490" y="112455"/>
                  <a:pt x="6409981" y="112241"/>
                </a:cubicBezTo>
                <a:cubicBezTo>
                  <a:pt x="6409473" y="112027"/>
                  <a:pt x="6409125" y="111773"/>
                  <a:pt x="6408937" y="111478"/>
                </a:cubicBezTo>
                <a:cubicBezTo>
                  <a:pt x="6408750" y="111184"/>
                  <a:pt x="6408656" y="110823"/>
                  <a:pt x="6408656" y="110395"/>
                </a:cubicBezTo>
                <a:lnTo>
                  <a:pt x="6408656" y="38136"/>
                </a:lnTo>
                <a:cubicBezTo>
                  <a:pt x="6408656" y="37762"/>
                  <a:pt x="6408750" y="37414"/>
                  <a:pt x="6408937" y="37093"/>
                </a:cubicBezTo>
                <a:cubicBezTo>
                  <a:pt x="6409125" y="36771"/>
                  <a:pt x="6409473" y="36504"/>
                  <a:pt x="6409981" y="36290"/>
                </a:cubicBezTo>
                <a:cubicBezTo>
                  <a:pt x="6410490" y="36076"/>
                  <a:pt x="6411172" y="35915"/>
                  <a:pt x="6412028" y="35808"/>
                </a:cubicBezTo>
                <a:cubicBezTo>
                  <a:pt x="6412885" y="35701"/>
                  <a:pt x="6413955" y="35647"/>
                  <a:pt x="6415240" y="35647"/>
                </a:cubicBezTo>
                <a:cubicBezTo>
                  <a:pt x="6416578" y="35647"/>
                  <a:pt x="6417675" y="35701"/>
                  <a:pt x="6418532" y="35808"/>
                </a:cubicBezTo>
                <a:cubicBezTo>
                  <a:pt x="6419388" y="35915"/>
                  <a:pt x="6420057" y="36076"/>
                  <a:pt x="6420539" y="36290"/>
                </a:cubicBezTo>
                <a:cubicBezTo>
                  <a:pt x="6421021" y="36504"/>
                  <a:pt x="6421368" y="36771"/>
                  <a:pt x="6421583" y="37093"/>
                </a:cubicBezTo>
                <a:cubicBezTo>
                  <a:pt x="6421797" y="37414"/>
                  <a:pt x="6421904" y="37762"/>
                  <a:pt x="6421904" y="38136"/>
                </a:cubicBezTo>
                <a:lnTo>
                  <a:pt x="6421904" y="110395"/>
                </a:lnTo>
                <a:moveTo>
                  <a:pt x="6423429" y="13649"/>
                </a:moveTo>
                <a:cubicBezTo>
                  <a:pt x="6423429" y="16753"/>
                  <a:pt x="6422840" y="18867"/>
                  <a:pt x="6421663" y="19991"/>
                </a:cubicBezTo>
                <a:cubicBezTo>
                  <a:pt x="6420485" y="21115"/>
                  <a:pt x="6418318" y="21677"/>
                  <a:pt x="6415160" y="21677"/>
                </a:cubicBezTo>
                <a:cubicBezTo>
                  <a:pt x="6412055" y="21677"/>
                  <a:pt x="6409928" y="21129"/>
                  <a:pt x="6408777" y="20032"/>
                </a:cubicBezTo>
                <a:cubicBezTo>
                  <a:pt x="6407626" y="18934"/>
                  <a:pt x="6407051" y="16860"/>
                  <a:pt x="6407051" y="13809"/>
                </a:cubicBezTo>
                <a:cubicBezTo>
                  <a:pt x="6407051" y="10705"/>
                  <a:pt x="6407639" y="8591"/>
                  <a:pt x="6408817" y="7467"/>
                </a:cubicBezTo>
                <a:cubicBezTo>
                  <a:pt x="6409995" y="6343"/>
                  <a:pt x="6412162" y="5781"/>
                  <a:pt x="6415320" y="5781"/>
                </a:cubicBezTo>
                <a:cubicBezTo>
                  <a:pt x="6418425" y="5781"/>
                  <a:pt x="6420552" y="6329"/>
                  <a:pt x="6421703" y="7427"/>
                </a:cubicBezTo>
                <a:cubicBezTo>
                  <a:pt x="6422854" y="8524"/>
                  <a:pt x="6423429" y="10598"/>
                  <a:pt x="6423429" y="13649"/>
                </a:cubicBezTo>
                <a:close/>
                <a:moveTo>
                  <a:pt x="6512972" y="110395"/>
                </a:moveTo>
                <a:cubicBezTo>
                  <a:pt x="6512972" y="110823"/>
                  <a:pt x="6512865" y="111184"/>
                  <a:pt x="6512651" y="111478"/>
                </a:cubicBezTo>
                <a:cubicBezTo>
                  <a:pt x="6512437" y="111773"/>
                  <a:pt x="6512089" y="112027"/>
                  <a:pt x="6511607" y="112241"/>
                </a:cubicBezTo>
                <a:cubicBezTo>
                  <a:pt x="6511126" y="112455"/>
                  <a:pt x="6510457" y="112616"/>
                  <a:pt x="6509600" y="112723"/>
                </a:cubicBezTo>
                <a:cubicBezTo>
                  <a:pt x="6508744" y="112830"/>
                  <a:pt x="6507673" y="112883"/>
                  <a:pt x="6506389" y="112883"/>
                </a:cubicBezTo>
                <a:cubicBezTo>
                  <a:pt x="6505051" y="112883"/>
                  <a:pt x="6503953" y="112830"/>
                  <a:pt x="6503097" y="112723"/>
                </a:cubicBezTo>
                <a:cubicBezTo>
                  <a:pt x="6502241" y="112616"/>
                  <a:pt x="6501572" y="112455"/>
                  <a:pt x="6501090" y="112241"/>
                </a:cubicBezTo>
                <a:cubicBezTo>
                  <a:pt x="6500608" y="112027"/>
                  <a:pt x="6500260" y="111773"/>
                  <a:pt x="6500046" y="111478"/>
                </a:cubicBezTo>
                <a:cubicBezTo>
                  <a:pt x="6499832" y="111184"/>
                  <a:pt x="6499725" y="110823"/>
                  <a:pt x="6499725" y="110395"/>
                </a:cubicBezTo>
                <a:lnTo>
                  <a:pt x="6499725" y="68083"/>
                </a:lnTo>
                <a:cubicBezTo>
                  <a:pt x="6499725" y="63962"/>
                  <a:pt x="6499404" y="60643"/>
                  <a:pt x="6498762" y="58128"/>
                </a:cubicBezTo>
                <a:cubicBezTo>
                  <a:pt x="6498119" y="55612"/>
                  <a:pt x="6497183" y="53444"/>
                  <a:pt x="6495951" y="51625"/>
                </a:cubicBezTo>
                <a:cubicBezTo>
                  <a:pt x="6494720" y="49805"/>
                  <a:pt x="6493128" y="48413"/>
                  <a:pt x="6491174" y="47450"/>
                </a:cubicBezTo>
                <a:cubicBezTo>
                  <a:pt x="6489221" y="46486"/>
                  <a:pt x="6486959" y="46004"/>
                  <a:pt x="6484390" y="46004"/>
                </a:cubicBezTo>
                <a:cubicBezTo>
                  <a:pt x="6481072" y="46004"/>
                  <a:pt x="6477753" y="47182"/>
                  <a:pt x="6474435" y="49537"/>
                </a:cubicBezTo>
                <a:cubicBezTo>
                  <a:pt x="6471116" y="51892"/>
                  <a:pt x="6467637" y="55344"/>
                  <a:pt x="6463997" y="59894"/>
                </a:cubicBezTo>
                <a:lnTo>
                  <a:pt x="6463997" y="110395"/>
                </a:lnTo>
                <a:cubicBezTo>
                  <a:pt x="6463997" y="110823"/>
                  <a:pt x="6463890" y="111184"/>
                  <a:pt x="6463676" y="111478"/>
                </a:cubicBezTo>
                <a:cubicBezTo>
                  <a:pt x="6463462" y="111773"/>
                  <a:pt x="6463114" y="112027"/>
                  <a:pt x="6462632" y="112241"/>
                </a:cubicBezTo>
                <a:cubicBezTo>
                  <a:pt x="6462151" y="112455"/>
                  <a:pt x="6461482" y="112616"/>
                  <a:pt x="6460625" y="112723"/>
                </a:cubicBezTo>
                <a:cubicBezTo>
                  <a:pt x="6459769" y="112830"/>
                  <a:pt x="6458672" y="112883"/>
                  <a:pt x="6457333" y="112883"/>
                </a:cubicBezTo>
                <a:cubicBezTo>
                  <a:pt x="6456049" y="112883"/>
                  <a:pt x="6454978" y="112830"/>
                  <a:pt x="6454122" y="112723"/>
                </a:cubicBezTo>
                <a:cubicBezTo>
                  <a:pt x="6453266" y="112616"/>
                  <a:pt x="6452583" y="112455"/>
                  <a:pt x="6452075" y="112241"/>
                </a:cubicBezTo>
                <a:cubicBezTo>
                  <a:pt x="6451566" y="112027"/>
                  <a:pt x="6451218" y="111773"/>
                  <a:pt x="6451031" y="111478"/>
                </a:cubicBezTo>
                <a:cubicBezTo>
                  <a:pt x="6450844" y="111184"/>
                  <a:pt x="6450750" y="110823"/>
                  <a:pt x="6450750" y="110395"/>
                </a:cubicBezTo>
                <a:lnTo>
                  <a:pt x="6450750" y="38136"/>
                </a:lnTo>
                <a:cubicBezTo>
                  <a:pt x="6450750" y="37708"/>
                  <a:pt x="6450830" y="37347"/>
                  <a:pt x="6450991" y="37052"/>
                </a:cubicBezTo>
                <a:cubicBezTo>
                  <a:pt x="6451151" y="36758"/>
                  <a:pt x="6451473" y="36490"/>
                  <a:pt x="6451954" y="36250"/>
                </a:cubicBezTo>
                <a:cubicBezTo>
                  <a:pt x="6452436" y="36009"/>
                  <a:pt x="6453051" y="35848"/>
                  <a:pt x="6453801" y="35768"/>
                </a:cubicBezTo>
                <a:cubicBezTo>
                  <a:pt x="6454550" y="35688"/>
                  <a:pt x="6455540" y="35647"/>
                  <a:pt x="6456771" y="35647"/>
                </a:cubicBezTo>
                <a:cubicBezTo>
                  <a:pt x="6457949" y="35647"/>
                  <a:pt x="6458926" y="35688"/>
                  <a:pt x="6459702" y="35768"/>
                </a:cubicBezTo>
                <a:cubicBezTo>
                  <a:pt x="6460478" y="35848"/>
                  <a:pt x="6461080" y="36009"/>
                  <a:pt x="6461508" y="36250"/>
                </a:cubicBezTo>
                <a:cubicBezTo>
                  <a:pt x="6461937" y="36490"/>
                  <a:pt x="6462244" y="36758"/>
                  <a:pt x="6462432" y="37052"/>
                </a:cubicBezTo>
                <a:cubicBezTo>
                  <a:pt x="6462619" y="37347"/>
                  <a:pt x="6462713" y="37708"/>
                  <a:pt x="6462713" y="38136"/>
                </a:cubicBezTo>
                <a:lnTo>
                  <a:pt x="6462713" y="47690"/>
                </a:lnTo>
                <a:cubicBezTo>
                  <a:pt x="6466781" y="43141"/>
                  <a:pt x="6470835" y="39809"/>
                  <a:pt x="6474876" y="37695"/>
                </a:cubicBezTo>
                <a:cubicBezTo>
                  <a:pt x="6478917" y="35580"/>
                  <a:pt x="6482999" y="34523"/>
                  <a:pt x="6487120" y="34523"/>
                </a:cubicBezTo>
                <a:cubicBezTo>
                  <a:pt x="6491937" y="34523"/>
                  <a:pt x="6495992" y="35340"/>
                  <a:pt x="6499283" y="36972"/>
                </a:cubicBezTo>
                <a:cubicBezTo>
                  <a:pt x="6502575" y="38605"/>
                  <a:pt x="6505238" y="40786"/>
                  <a:pt x="6507272" y="43516"/>
                </a:cubicBezTo>
                <a:cubicBezTo>
                  <a:pt x="6509306" y="46245"/>
                  <a:pt x="6510764" y="49443"/>
                  <a:pt x="6511648" y="53110"/>
                </a:cubicBezTo>
                <a:cubicBezTo>
                  <a:pt x="6512531" y="56776"/>
                  <a:pt x="6512972" y="61179"/>
                  <a:pt x="6512972" y="66317"/>
                </a:cubicBezTo>
                <a:lnTo>
                  <a:pt x="6512972" y="110395"/>
                </a:lnTo>
                <a:close/>
                <a:moveTo>
                  <a:pt x="6596299" y="41348"/>
                </a:moveTo>
                <a:cubicBezTo>
                  <a:pt x="6596299" y="43221"/>
                  <a:pt x="6596045" y="44573"/>
                  <a:pt x="6595536" y="45402"/>
                </a:cubicBezTo>
                <a:cubicBezTo>
                  <a:pt x="6595028" y="46232"/>
                  <a:pt x="6594372" y="46647"/>
                  <a:pt x="6593569" y="46647"/>
                </a:cubicBezTo>
                <a:lnTo>
                  <a:pt x="6583212" y="46647"/>
                </a:lnTo>
                <a:cubicBezTo>
                  <a:pt x="6585086" y="48579"/>
                  <a:pt x="6586397" y="50713"/>
                  <a:pt x="6587147" y="53050"/>
                </a:cubicBezTo>
                <a:cubicBezTo>
                  <a:pt x="6587896" y="55385"/>
                  <a:pt x="6588271" y="57813"/>
                  <a:pt x="6588271" y="60336"/>
                </a:cubicBezTo>
                <a:cubicBezTo>
                  <a:pt x="6588271" y="64504"/>
                  <a:pt x="6587601" y="68191"/>
                  <a:pt x="6586263" y="71398"/>
                </a:cubicBezTo>
                <a:cubicBezTo>
                  <a:pt x="6584925" y="74604"/>
                  <a:pt x="6583012" y="77316"/>
                  <a:pt x="6580523" y="79534"/>
                </a:cubicBezTo>
                <a:cubicBezTo>
                  <a:pt x="6578034" y="81752"/>
                  <a:pt x="6575077" y="83449"/>
                  <a:pt x="6571651" y="84625"/>
                </a:cubicBezTo>
                <a:cubicBezTo>
                  <a:pt x="6568226" y="85801"/>
                  <a:pt x="6564425" y="86389"/>
                  <a:pt x="6560250" y="86389"/>
                </a:cubicBezTo>
                <a:cubicBezTo>
                  <a:pt x="6557307" y="86389"/>
                  <a:pt x="6554510" y="86002"/>
                  <a:pt x="6551860" y="85227"/>
                </a:cubicBezTo>
                <a:cubicBezTo>
                  <a:pt x="6549211" y="84453"/>
                  <a:pt x="6547164" y="83478"/>
                  <a:pt x="6545718" y="82302"/>
                </a:cubicBezTo>
                <a:cubicBezTo>
                  <a:pt x="6544755" y="83265"/>
                  <a:pt x="6543966" y="84362"/>
                  <a:pt x="6543350" y="85593"/>
                </a:cubicBezTo>
                <a:cubicBezTo>
                  <a:pt x="6542734" y="86823"/>
                  <a:pt x="6542427" y="88240"/>
                  <a:pt x="6542427" y="89844"/>
                </a:cubicBezTo>
                <a:cubicBezTo>
                  <a:pt x="6542427" y="91717"/>
                  <a:pt x="6543296" y="93269"/>
                  <a:pt x="6545036" y="94500"/>
                </a:cubicBezTo>
                <a:cubicBezTo>
                  <a:pt x="6546776" y="95730"/>
                  <a:pt x="6549090" y="96398"/>
                  <a:pt x="6551981" y="96505"/>
                </a:cubicBezTo>
                <a:lnTo>
                  <a:pt x="6570848" y="97310"/>
                </a:lnTo>
                <a:cubicBezTo>
                  <a:pt x="6574434" y="97417"/>
                  <a:pt x="6577726" y="97914"/>
                  <a:pt x="6580724" y="98801"/>
                </a:cubicBezTo>
                <a:cubicBezTo>
                  <a:pt x="6583721" y="99687"/>
                  <a:pt x="6586317" y="100950"/>
                  <a:pt x="6588511" y="102589"/>
                </a:cubicBezTo>
                <a:cubicBezTo>
                  <a:pt x="6590706" y="104227"/>
                  <a:pt x="6592419" y="106241"/>
                  <a:pt x="6593650" y="108631"/>
                </a:cubicBezTo>
                <a:cubicBezTo>
                  <a:pt x="6594881" y="111021"/>
                  <a:pt x="6595496" y="113801"/>
                  <a:pt x="6595496" y="116971"/>
                </a:cubicBezTo>
                <a:cubicBezTo>
                  <a:pt x="6595496" y="120301"/>
                  <a:pt x="6594801" y="123470"/>
                  <a:pt x="6593409" y="126477"/>
                </a:cubicBezTo>
                <a:cubicBezTo>
                  <a:pt x="6592017" y="129486"/>
                  <a:pt x="6589890" y="132131"/>
                  <a:pt x="6587026" y="134413"/>
                </a:cubicBezTo>
                <a:cubicBezTo>
                  <a:pt x="6584163" y="136696"/>
                  <a:pt x="6580509" y="138496"/>
                  <a:pt x="6576067" y="139812"/>
                </a:cubicBezTo>
                <a:cubicBezTo>
                  <a:pt x="6571624" y="141129"/>
                  <a:pt x="6566379" y="141787"/>
                  <a:pt x="6560331" y="141787"/>
                </a:cubicBezTo>
                <a:cubicBezTo>
                  <a:pt x="6554496" y="141787"/>
                  <a:pt x="6549532" y="141291"/>
                  <a:pt x="6545437" y="140299"/>
                </a:cubicBezTo>
                <a:cubicBezTo>
                  <a:pt x="6541343" y="139309"/>
                  <a:pt x="6537984" y="137956"/>
                  <a:pt x="6535361" y="136242"/>
                </a:cubicBezTo>
                <a:cubicBezTo>
                  <a:pt x="6532739" y="134529"/>
                  <a:pt x="6530839" y="132481"/>
                  <a:pt x="6529661" y="130097"/>
                </a:cubicBezTo>
                <a:cubicBezTo>
                  <a:pt x="6528484" y="127714"/>
                  <a:pt x="6527895" y="125129"/>
                  <a:pt x="6527895" y="122342"/>
                </a:cubicBezTo>
                <a:cubicBezTo>
                  <a:pt x="6527895" y="120576"/>
                  <a:pt x="6528109" y="118862"/>
                  <a:pt x="6528537" y="117201"/>
                </a:cubicBezTo>
                <a:cubicBezTo>
                  <a:pt x="6528965" y="115540"/>
                  <a:pt x="6529621" y="113960"/>
                  <a:pt x="6530504" y="112459"/>
                </a:cubicBezTo>
                <a:cubicBezTo>
                  <a:pt x="6531387" y="110961"/>
                  <a:pt x="6532484" y="109529"/>
                  <a:pt x="6533796" y="108164"/>
                </a:cubicBezTo>
                <a:cubicBezTo>
                  <a:pt x="6535107" y="106798"/>
                  <a:pt x="6536619" y="105444"/>
                  <a:pt x="6538332" y="104105"/>
                </a:cubicBezTo>
                <a:cubicBezTo>
                  <a:pt x="6535709" y="102761"/>
                  <a:pt x="6533769" y="101069"/>
                  <a:pt x="6532511" y="99026"/>
                </a:cubicBezTo>
                <a:cubicBezTo>
                  <a:pt x="6531253" y="96982"/>
                  <a:pt x="6530625" y="94778"/>
                  <a:pt x="6530625" y="92413"/>
                </a:cubicBezTo>
                <a:cubicBezTo>
                  <a:pt x="6530625" y="89134"/>
                  <a:pt x="6531294" y="86205"/>
                  <a:pt x="6532632" y="83624"/>
                </a:cubicBezTo>
                <a:cubicBezTo>
                  <a:pt x="6533970" y="81043"/>
                  <a:pt x="6535629" y="78731"/>
                  <a:pt x="6537609" y="76689"/>
                </a:cubicBezTo>
                <a:cubicBezTo>
                  <a:pt x="6535950" y="74712"/>
                  <a:pt x="6534639" y="72481"/>
                  <a:pt x="6533675" y="69995"/>
                </a:cubicBezTo>
                <a:cubicBezTo>
                  <a:pt x="6532712" y="67510"/>
                  <a:pt x="6532230" y="64504"/>
                  <a:pt x="6532230" y="60978"/>
                </a:cubicBezTo>
                <a:cubicBezTo>
                  <a:pt x="6532230" y="56863"/>
                  <a:pt x="6532926" y="53176"/>
                  <a:pt x="6534318" y="49916"/>
                </a:cubicBezTo>
                <a:cubicBezTo>
                  <a:pt x="6535709" y="46656"/>
                  <a:pt x="6537636" y="43904"/>
                  <a:pt x="6540098" y="41659"/>
                </a:cubicBezTo>
                <a:cubicBezTo>
                  <a:pt x="6542560" y="39414"/>
                  <a:pt x="6545518" y="37691"/>
                  <a:pt x="6548970" y="36488"/>
                </a:cubicBezTo>
                <a:cubicBezTo>
                  <a:pt x="6552422" y="35285"/>
                  <a:pt x="6556183" y="34684"/>
                  <a:pt x="6560250" y="34684"/>
                </a:cubicBezTo>
                <a:cubicBezTo>
                  <a:pt x="6562445" y="34684"/>
                  <a:pt x="6564492" y="34798"/>
                  <a:pt x="6566392" y="35025"/>
                </a:cubicBezTo>
                <a:cubicBezTo>
                  <a:pt x="6568292" y="35251"/>
                  <a:pt x="6570072" y="35565"/>
                  <a:pt x="6571731" y="35969"/>
                </a:cubicBezTo>
                <a:lnTo>
                  <a:pt x="6593569" y="35969"/>
                </a:lnTo>
                <a:cubicBezTo>
                  <a:pt x="6594479" y="35969"/>
                  <a:pt x="6595162" y="36410"/>
                  <a:pt x="6595617" y="37293"/>
                </a:cubicBezTo>
                <a:cubicBezTo>
                  <a:pt x="6596072" y="38176"/>
                  <a:pt x="6596299" y="39528"/>
                  <a:pt x="6596299" y="41348"/>
                </a:cubicBezTo>
                <a:moveTo>
                  <a:pt x="6575585" y="60416"/>
                </a:moveTo>
                <a:cubicBezTo>
                  <a:pt x="6575585" y="55505"/>
                  <a:pt x="6574234" y="51675"/>
                  <a:pt x="6571531" y="48925"/>
                </a:cubicBezTo>
                <a:cubicBezTo>
                  <a:pt x="6568828" y="46175"/>
                  <a:pt x="6564987" y="44800"/>
                  <a:pt x="6560010" y="44800"/>
                </a:cubicBezTo>
                <a:cubicBezTo>
                  <a:pt x="6557440" y="44800"/>
                  <a:pt x="6555206" y="45227"/>
                  <a:pt x="6553306" y="46082"/>
                </a:cubicBezTo>
                <a:cubicBezTo>
                  <a:pt x="6551405" y="46935"/>
                  <a:pt x="6549826" y="48109"/>
                  <a:pt x="6548569" y="49605"/>
                </a:cubicBezTo>
                <a:cubicBezTo>
                  <a:pt x="6547311" y="51100"/>
                  <a:pt x="6546374" y="52822"/>
                  <a:pt x="6545759" y="54771"/>
                </a:cubicBezTo>
                <a:cubicBezTo>
                  <a:pt x="6545143" y="56719"/>
                  <a:pt x="6544835" y="58762"/>
                  <a:pt x="6544835" y="60898"/>
                </a:cubicBezTo>
                <a:cubicBezTo>
                  <a:pt x="6544835" y="65648"/>
                  <a:pt x="6546187" y="69385"/>
                  <a:pt x="6548890" y="72108"/>
                </a:cubicBezTo>
                <a:cubicBezTo>
                  <a:pt x="6551593" y="74831"/>
                  <a:pt x="6555380" y="76192"/>
                  <a:pt x="6560250" y="76192"/>
                </a:cubicBezTo>
                <a:cubicBezTo>
                  <a:pt x="6562873" y="76192"/>
                  <a:pt x="6565148" y="75779"/>
                  <a:pt x="6567075" y="74953"/>
                </a:cubicBezTo>
                <a:cubicBezTo>
                  <a:pt x="6569002" y="74125"/>
                  <a:pt x="6570594" y="72977"/>
                  <a:pt x="6571852" y="71508"/>
                </a:cubicBezTo>
                <a:cubicBezTo>
                  <a:pt x="6573110" y="70039"/>
                  <a:pt x="6574046" y="68344"/>
                  <a:pt x="6574662" y="66422"/>
                </a:cubicBezTo>
                <a:cubicBezTo>
                  <a:pt x="6575277" y="64501"/>
                  <a:pt x="6575585" y="62498"/>
                  <a:pt x="6575585" y="60416"/>
                </a:cubicBezTo>
                <a:moveTo>
                  <a:pt x="6582249" y="117691"/>
                </a:moveTo>
                <a:cubicBezTo>
                  <a:pt x="6582249" y="114564"/>
                  <a:pt x="6580978" y="112153"/>
                  <a:pt x="6578435" y="110457"/>
                </a:cubicBezTo>
                <a:cubicBezTo>
                  <a:pt x="6575893" y="108760"/>
                  <a:pt x="6572454" y="107857"/>
                  <a:pt x="6568118" y="107750"/>
                </a:cubicBezTo>
                <a:lnTo>
                  <a:pt x="6549412" y="107103"/>
                </a:lnTo>
                <a:cubicBezTo>
                  <a:pt x="6547699" y="108449"/>
                  <a:pt x="6546294" y="109729"/>
                  <a:pt x="6545197" y="110941"/>
                </a:cubicBezTo>
                <a:cubicBezTo>
                  <a:pt x="6544099" y="112154"/>
                  <a:pt x="6543230" y="113312"/>
                  <a:pt x="6542587" y="114416"/>
                </a:cubicBezTo>
                <a:cubicBezTo>
                  <a:pt x="6541945" y="115520"/>
                  <a:pt x="6541503" y="116611"/>
                  <a:pt x="6541263" y="117688"/>
                </a:cubicBezTo>
                <a:cubicBezTo>
                  <a:pt x="6541022" y="118767"/>
                  <a:pt x="6540901" y="119872"/>
                  <a:pt x="6540901" y="121002"/>
                </a:cubicBezTo>
                <a:cubicBezTo>
                  <a:pt x="6540901" y="124505"/>
                  <a:pt x="6542668" y="127159"/>
                  <a:pt x="6546200" y="128963"/>
                </a:cubicBezTo>
                <a:cubicBezTo>
                  <a:pt x="6549733" y="130768"/>
                  <a:pt x="6554657" y="131671"/>
                  <a:pt x="6560973" y="131671"/>
                </a:cubicBezTo>
                <a:cubicBezTo>
                  <a:pt x="6564987" y="131671"/>
                  <a:pt x="6568346" y="131280"/>
                  <a:pt x="6571049" y="130499"/>
                </a:cubicBezTo>
                <a:cubicBezTo>
                  <a:pt x="6573752" y="129718"/>
                  <a:pt x="6575933" y="128681"/>
                  <a:pt x="6577592" y="127388"/>
                </a:cubicBezTo>
                <a:cubicBezTo>
                  <a:pt x="6579252" y="126095"/>
                  <a:pt x="6580443" y="124613"/>
                  <a:pt x="6581165" y="122942"/>
                </a:cubicBezTo>
                <a:cubicBezTo>
                  <a:pt x="6581888" y="121273"/>
                  <a:pt x="6582249" y="119522"/>
                  <a:pt x="6582249" y="117691"/>
                </a:cubicBezTo>
                <a:close/>
                <a:moveTo>
                  <a:pt x="6699867" y="110475"/>
                </a:moveTo>
                <a:cubicBezTo>
                  <a:pt x="6699867" y="111117"/>
                  <a:pt x="6699653" y="111599"/>
                  <a:pt x="6699225" y="111920"/>
                </a:cubicBezTo>
                <a:cubicBezTo>
                  <a:pt x="6698797" y="112241"/>
                  <a:pt x="6698208" y="112482"/>
                  <a:pt x="6697458" y="112643"/>
                </a:cubicBezTo>
                <a:cubicBezTo>
                  <a:pt x="6696709" y="112803"/>
                  <a:pt x="6695612" y="112883"/>
                  <a:pt x="6694167" y="112883"/>
                </a:cubicBezTo>
                <a:cubicBezTo>
                  <a:pt x="6692775" y="112883"/>
                  <a:pt x="6691664" y="112803"/>
                  <a:pt x="6690835" y="112643"/>
                </a:cubicBezTo>
                <a:cubicBezTo>
                  <a:pt x="6690005" y="112482"/>
                  <a:pt x="6689403" y="112241"/>
                  <a:pt x="6689028" y="111920"/>
                </a:cubicBezTo>
                <a:cubicBezTo>
                  <a:pt x="6688654" y="111599"/>
                  <a:pt x="6688466" y="111117"/>
                  <a:pt x="6688466" y="110475"/>
                </a:cubicBezTo>
                <a:lnTo>
                  <a:pt x="6688466" y="103249"/>
                </a:lnTo>
                <a:cubicBezTo>
                  <a:pt x="6685308" y="106621"/>
                  <a:pt x="6681789" y="109257"/>
                  <a:pt x="6677909" y="111157"/>
                </a:cubicBezTo>
                <a:cubicBezTo>
                  <a:pt x="6674028" y="113057"/>
                  <a:pt x="6669920" y="114007"/>
                  <a:pt x="6665585" y="114007"/>
                </a:cubicBezTo>
                <a:cubicBezTo>
                  <a:pt x="6661784" y="114007"/>
                  <a:pt x="6658345" y="113511"/>
                  <a:pt x="6655268" y="112517"/>
                </a:cubicBezTo>
                <a:cubicBezTo>
                  <a:pt x="6652190" y="111524"/>
                  <a:pt x="6649567" y="110087"/>
                  <a:pt x="6647400" y="108207"/>
                </a:cubicBezTo>
                <a:cubicBezTo>
                  <a:pt x="6645232" y="106327"/>
                  <a:pt x="6643546" y="104018"/>
                  <a:pt x="6642342" y="101279"/>
                </a:cubicBezTo>
                <a:cubicBezTo>
                  <a:pt x="6641137" y="98540"/>
                  <a:pt x="6640535" y="95424"/>
                  <a:pt x="6640535" y="91931"/>
                </a:cubicBezTo>
                <a:cubicBezTo>
                  <a:pt x="6640535" y="87850"/>
                  <a:pt x="6641365" y="84305"/>
                  <a:pt x="6643024" y="81298"/>
                </a:cubicBezTo>
                <a:cubicBezTo>
                  <a:pt x="6644683" y="78289"/>
                  <a:pt x="6647065" y="75791"/>
                  <a:pt x="6650169" y="73804"/>
                </a:cubicBezTo>
                <a:cubicBezTo>
                  <a:pt x="6653274" y="71817"/>
                  <a:pt x="6657074" y="70326"/>
                  <a:pt x="6661570" y="69333"/>
                </a:cubicBezTo>
                <a:cubicBezTo>
                  <a:pt x="6666066" y="68339"/>
                  <a:pt x="6671124" y="67842"/>
                  <a:pt x="6676744" y="67842"/>
                </a:cubicBezTo>
                <a:lnTo>
                  <a:pt x="6686700" y="67842"/>
                </a:lnTo>
                <a:lnTo>
                  <a:pt x="6686700" y="62242"/>
                </a:lnTo>
                <a:cubicBezTo>
                  <a:pt x="6686700" y="59469"/>
                  <a:pt x="6686406" y="57016"/>
                  <a:pt x="6685817" y="54884"/>
                </a:cubicBezTo>
                <a:cubicBezTo>
                  <a:pt x="6685228" y="52749"/>
                  <a:pt x="6684278" y="50976"/>
                  <a:pt x="6682967" y="49562"/>
                </a:cubicBezTo>
                <a:cubicBezTo>
                  <a:pt x="6681655" y="48149"/>
                  <a:pt x="6679956" y="47082"/>
                  <a:pt x="6677868" y="46363"/>
                </a:cubicBezTo>
                <a:cubicBezTo>
                  <a:pt x="6675781" y="45642"/>
                  <a:pt x="6673212" y="45282"/>
                  <a:pt x="6670161" y="45282"/>
                </a:cubicBezTo>
                <a:cubicBezTo>
                  <a:pt x="6666896" y="45282"/>
                  <a:pt x="6663965" y="45666"/>
                  <a:pt x="6661370" y="46433"/>
                </a:cubicBezTo>
                <a:cubicBezTo>
                  <a:pt x="6658774" y="47201"/>
                  <a:pt x="6656499" y="48048"/>
                  <a:pt x="6654545" y="48975"/>
                </a:cubicBezTo>
                <a:cubicBezTo>
                  <a:pt x="6652591" y="49902"/>
                  <a:pt x="6650959" y="50749"/>
                  <a:pt x="6649648" y="51517"/>
                </a:cubicBezTo>
                <a:cubicBezTo>
                  <a:pt x="6648336" y="52284"/>
                  <a:pt x="6647359" y="52668"/>
                  <a:pt x="6646717" y="52668"/>
                </a:cubicBezTo>
                <a:cubicBezTo>
                  <a:pt x="6646289" y="52668"/>
                  <a:pt x="6645914" y="52561"/>
                  <a:pt x="6645593" y="52347"/>
                </a:cubicBezTo>
                <a:cubicBezTo>
                  <a:pt x="6645272" y="52133"/>
                  <a:pt x="6644991" y="51812"/>
                  <a:pt x="6644750" y="51384"/>
                </a:cubicBezTo>
                <a:cubicBezTo>
                  <a:pt x="6644509" y="50955"/>
                  <a:pt x="6644335" y="50407"/>
                  <a:pt x="6644228" y="49738"/>
                </a:cubicBezTo>
                <a:cubicBezTo>
                  <a:pt x="6644121" y="49069"/>
                  <a:pt x="6644068" y="48333"/>
                  <a:pt x="6644068" y="47530"/>
                </a:cubicBezTo>
                <a:cubicBezTo>
                  <a:pt x="6644068" y="46192"/>
                  <a:pt x="6644161" y="45135"/>
                  <a:pt x="6644349" y="44359"/>
                </a:cubicBezTo>
                <a:cubicBezTo>
                  <a:pt x="6644536" y="43582"/>
                  <a:pt x="6644991" y="42846"/>
                  <a:pt x="6645714" y="42151"/>
                </a:cubicBezTo>
                <a:cubicBezTo>
                  <a:pt x="6646436" y="41455"/>
                  <a:pt x="6647681" y="40644"/>
                  <a:pt x="6649447" y="39719"/>
                </a:cubicBezTo>
                <a:cubicBezTo>
                  <a:pt x="6651213" y="38793"/>
                  <a:pt x="6653247" y="37946"/>
                  <a:pt x="6655549" y="37180"/>
                </a:cubicBezTo>
                <a:cubicBezTo>
                  <a:pt x="6657850" y="36414"/>
                  <a:pt x="6660366" y="35780"/>
                  <a:pt x="6663096" y="35279"/>
                </a:cubicBezTo>
                <a:cubicBezTo>
                  <a:pt x="6665825" y="34775"/>
                  <a:pt x="6668582" y="34523"/>
                  <a:pt x="6671365" y="34523"/>
                </a:cubicBezTo>
                <a:cubicBezTo>
                  <a:pt x="6676557" y="34523"/>
                  <a:pt x="6680973" y="35112"/>
                  <a:pt x="6684613" y="36290"/>
                </a:cubicBezTo>
                <a:cubicBezTo>
                  <a:pt x="6688252" y="37467"/>
                  <a:pt x="6691196" y="39193"/>
                  <a:pt x="6693444" y="41468"/>
                </a:cubicBezTo>
                <a:cubicBezTo>
                  <a:pt x="6695692" y="43743"/>
                  <a:pt x="6697325" y="46566"/>
                  <a:pt x="6698342" y="49938"/>
                </a:cubicBezTo>
                <a:cubicBezTo>
                  <a:pt x="6699359" y="53311"/>
                  <a:pt x="6699867" y="57245"/>
                  <a:pt x="6699867" y="61741"/>
                </a:cubicBezTo>
                <a:lnTo>
                  <a:pt x="6699867" y="110475"/>
                </a:lnTo>
                <a:moveTo>
                  <a:pt x="6686700" y="77397"/>
                </a:moveTo>
                <a:lnTo>
                  <a:pt x="6675380" y="77397"/>
                </a:lnTo>
                <a:cubicBezTo>
                  <a:pt x="6671740" y="77397"/>
                  <a:pt x="6668582" y="77707"/>
                  <a:pt x="6665906" y="78327"/>
                </a:cubicBezTo>
                <a:cubicBezTo>
                  <a:pt x="6663229" y="78946"/>
                  <a:pt x="6661008" y="79861"/>
                  <a:pt x="6659242" y="81072"/>
                </a:cubicBezTo>
                <a:cubicBezTo>
                  <a:pt x="6657476" y="82283"/>
                  <a:pt x="6656178" y="83738"/>
                  <a:pt x="6655348" y="85435"/>
                </a:cubicBezTo>
                <a:cubicBezTo>
                  <a:pt x="6654518" y="87131"/>
                  <a:pt x="6654104" y="89083"/>
                  <a:pt x="6654104" y="91291"/>
                </a:cubicBezTo>
                <a:cubicBezTo>
                  <a:pt x="6654104" y="95061"/>
                  <a:pt x="6655294" y="98064"/>
                  <a:pt x="6657676" y="100298"/>
                </a:cubicBezTo>
                <a:cubicBezTo>
                  <a:pt x="6660058" y="102533"/>
                  <a:pt x="6663390" y="103650"/>
                  <a:pt x="6667672" y="103650"/>
                </a:cubicBezTo>
                <a:cubicBezTo>
                  <a:pt x="6671151" y="103650"/>
                  <a:pt x="6674376" y="102762"/>
                  <a:pt x="6677347" y="100986"/>
                </a:cubicBezTo>
                <a:cubicBezTo>
                  <a:pt x="6680317" y="99208"/>
                  <a:pt x="6683435" y="96488"/>
                  <a:pt x="6686700" y="92827"/>
                </a:cubicBezTo>
                <a:lnTo>
                  <a:pt x="6686700" y="77397"/>
                </a:lnTo>
                <a:close/>
                <a:moveTo>
                  <a:pt x="6766424" y="42873"/>
                </a:moveTo>
                <a:cubicBezTo>
                  <a:pt x="6766424" y="44051"/>
                  <a:pt x="6766397" y="45041"/>
                  <a:pt x="6766344" y="45844"/>
                </a:cubicBezTo>
                <a:cubicBezTo>
                  <a:pt x="6766290" y="46647"/>
                  <a:pt x="6766183" y="47276"/>
                  <a:pt x="6766022" y="47731"/>
                </a:cubicBezTo>
                <a:cubicBezTo>
                  <a:pt x="6765862" y="48186"/>
                  <a:pt x="6765661" y="48533"/>
                  <a:pt x="6765420" y="48774"/>
                </a:cubicBezTo>
                <a:cubicBezTo>
                  <a:pt x="6765179" y="49015"/>
                  <a:pt x="6764845" y="49136"/>
                  <a:pt x="6764417" y="49136"/>
                </a:cubicBezTo>
                <a:cubicBezTo>
                  <a:pt x="6763989" y="49136"/>
                  <a:pt x="6763467" y="49015"/>
                  <a:pt x="6762851" y="48774"/>
                </a:cubicBezTo>
                <a:cubicBezTo>
                  <a:pt x="6762236" y="48533"/>
                  <a:pt x="6761540" y="48293"/>
                  <a:pt x="6760764" y="48052"/>
                </a:cubicBezTo>
                <a:cubicBezTo>
                  <a:pt x="6759988" y="47811"/>
                  <a:pt x="6759118" y="47583"/>
                  <a:pt x="6758154" y="47369"/>
                </a:cubicBezTo>
                <a:cubicBezTo>
                  <a:pt x="6757191" y="47155"/>
                  <a:pt x="6756147" y="47048"/>
                  <a:pt x="6755023" y="47048"/>
                </a:cubicBezTo>
                <a:cubicBezTo>
                  <a:pt x="6753685" y="47048"/>
                  <a:pt x="6752374" y="47316"/>
                  <a:pt x="6751089" y="47851"/>
                </a:cubicBezTo>
                <a:cubicBezTo>
                  <a:pt x="6749805" y="48386"/>
                  <a:pt x="6748453" y="49269"/>
                  <a:pt x="6747035" y="50500"/>
                </a:cubicBezTo>
                <a:cubicBezTo>
                  <a:pt x="6745616" y="51732"/>
                  <a:pt x="6744131" y="53364"/>
                  <a:pt x="6742579" y="55398"/>
                </a:cubicBezTo>
                <a:cubicBezTo>
                  <a:pt x="6741026" y="57432"/>
                  <a:pt x="6739314" y="59921"/>
                  <a:pt x="6737440" y="62865"/>
                </a:cubicBezTo>
                <a:lnTo>
                  <a:pt x="6737440" y="110395"/>
                </a:lnTo>
                <a:cubicBezTo>
                  <a:pt x="6737440" y="110823"/>
                  <a:pt x="6737333" y="111184"/>
                  <a:pt x="6737119" y="111478"/>
                </a:cubicBezTo>
                <a:cubicBezTo>
                  <a:pt x="6736905" y="111773"/>
                  <a:pt x="6736557" y="112027"/>
                  <a:pt x="6736075" y="112241"/>
                </a:cubicBezTo>
                <a:cubicBezTo>
                  <a:pt x="6735594" y="112455"/>
                  <a:pt x="6734925" y="112616"/>
                  <a:pt x="6734068" y="112723"/>
                </a:cubicBezTo>
                <a:cubicBezTo>
                  <a:pt x="6733212" y="112830"/>
                  <a:pt x="6732115" y="112883"/>
                  <a:pt x="6730776" y="112883"/>
                </a:cubicBezTo>
                <a:cubicBezTo>
                  <a:pt x="6729492" y="112883"/>
                  <a:pt x="6728421" y="112830"/>
                  <a:pt x="6727565" y="112723"/>
                </a:cubicBezTo>
                <a:cubicBezTo>
                  <a:pt x="6726709" y="112616"/>
                  <a:pt x="6726026" y="112455"/>
                  <a:pt x="6725518" y="112241"/>
                </a:cubicBezTo>
                <a:cubicBezTo>
                  <a:pt x="6725009" y="112027"/>
                  <a:pt x="6724661" y="111773"/>
                  <a:pt x="6724474" y="111478"/>
                </a:cubicBezTo>
                <a:cubicBezTo>
                  <a:pt x="6724287" y="111184"/>
                  <a:pt x="6724193" y="110823"/>
                  <a:pt x="6724193" y="110395"/>
                </a:cubicBezTo>
                <a:lnTo>
                  <a:pt x="6724193" y="38136"/>
                </a:lnTo>
                <a:cubicBezTo>
                  <a:pt x="6724193" y="37708"/>
                  <a:pt x="6724273" y="37347"/>
                  <a:pt x="6724434" y="37052"/>
                </a:cubicBezTo>
                <a:cubicBezTo>
                  <a:pt x="6724594" y="36758"/>
                  <a:pt x="6724916" y="36490"/>
                  <a:pt x="6725397" y="36250"/>
                </a:cubicBezTo>
                <a:cubicBezTo>
                  <a:pt x="6725879" y="36009"/>
                  <a:pt x="6726495" y="35848"/>
                  <a:pt x="6727244" y="35768"/>
                </a:cubicBezTo>
                <a:cubicBezTo>
                  <a:pt x="6727993" y="35688"/>
                  <a:pt x="6728983" y="35647"/>
                  <a:pt x="6730214" y="35647"/>
                </a:cubicBezTo>
                <a:cubicBezTo>
                  <a:pt x="6731392" y="35647"/>
                  <a:pt x="6732369" y="35688"/>
                  <a:pt x="6733145" y="35768"/>
                </a:cubicBezTo>
                <a:cubicBezTo>
                  <a:pt x="6733921" y="35848"/>
                  <a:pt x="6734523" y="36009"/>
                  <a:pt x="6734951" y="36250"/>
                </a:cubicBezTo>
                <a:cubicBezTo>
                  <a:pt x="6735380" y="36490"/>
                  <a:pt x="6735687" y="36758"/>
                  <a:pt x="6735875" y="37052"/>
                </a:cubicBezTo>
                <a:cubicBezTo>
                  <a:pt x="6736062" y="37347"/>
                  <a:pt x="6736156" y="37708"/>
                  <a:pt x="6736156" y="38136"/>
                </a:cubicBezTo>
                <a:lnTo>
                  <a:pt x="6736156" y="48654"/>
                </a:lnTo>
                <a:cubicBezTo>
                  <a:pt x="6738136" y="45764"/>
                  <a:pt x="6739996" y="43408"/>
                  <a:pt x="6741736" y="41589"/>
                </a:cubicBezTo>
                <a:cubicBezTo>
                  <a:pt x="6743475" y="39769"/>
                  <a:pt x="6745121" y="38337"/>
                  <a:pt x="6746673" y="37293"/>
                </a:cubicBezTo>
                <a:cubicBezTo>
                  <a:pt x="6748226" y="36250"/>
                  <a:pt x="6749764" y="35527"/>
                  <a:pt x="6751290" y="35126"/>
                </a:cubicBezTo>
                <a:cubicBezTo>
                  <a:pt x="6752815" y="34724"/>
                  <a:pt x="6754354" y="34523"/>
                  <a:pt x="6755906" y="34523"/>
                </a:cubicBezTo>
                <a:cubicBezTo>
                  <a:pt x="6756602" y="34523"/>
                  <a:pt x="6757392" y="34564"/>
                  <a:pt x="6758275" y="34644"/>
                </a:cubicBezTo>
                <a:cubicBezTo>
                  <a:pt x="6759158" y="34724"/>
                  <a:pt x="6760081" y="34871"/>
                  <a:pt x="6761045" y="35085"/>
                </a:cubicBezTo>
                <a:cubicBezTo>
                  <a:pt x="6762008" y="35299"/>
                  <a:pt x="6762878" y="35540"/>
                  <a:pt x="6763654" y="35808"/>
                </a:cubicBezTo>
                <a:cubicBezTo>
                  <a:pt x="6764430" y="36076"/>
                  <a:pt x="6764979" y="36343"/>
                  <a:pt x="6765300" y="36611"/>
                </a:cubicBezTo>
                <a:cubicBezTo>
                  <a:pt x="6765621" y="36878"/>
                  <a:pt x="6765835" y="37133"/>
                  <a:pt x="6765942" y="37374"/>
                </a:cubicBezTo>
                <a:cubicBezTo>
                  <a:pt x="6766049" y="37614"/>
                  <a:pt x="6766143" y="37922"/>
                  <a:pt x="6766223" y="38297"/>
                </a:cubicBezTo>
                <a:cubicBezTo>
                  <a:pt x="6766303" y="38672"/>
                  <a:pt x="6766357" y="39220"/>
                  <a:pt x="6766384" y="39943"/>
                </a:cubicBezTo>
                <a:cubicBezTo>
                  <a:pt x="6766411" y="40665"/>
                  <a:pt x="6766424" y="41642"/>
                  <a:pt x="6766424" y="42873"/>
                </a:cubicBezTo>
                <a:close/>
                <a:moveTo>
                  <a:pt x="6840937" y="71134"/>
                </a:moveTo>
                <a:cubicBezTo>
                  <a:pt x="6840937" y="73222"/>
                  <a:pt x="6840415" y="74707"/>
                  <a:pt x="6839371" y="75590"/>
                </a:cubicBezTo>
                <a:cubicBezTo>
                  <a:pt x="6838328" y="76473"/>
                  <a:pt x="6837137" y="76915"/>
                  <a:pt x="6835799" y="76915"/>
                </a:cubicBezTo>
                <a:lnTo>
                  <a:pt x="6788429" y="76915"/>
                </a:lnTo>
                <a:cubicBezTo>
                  <a:pt x="6788429" y="80941"/>
                  <a:pt x="6788831" y="84565"/>
                  <a:pt x="6789634" y="87786"/>
                </a:cubicBezTo>
                <a:cubicBezTo>
                  <a:pt x="6790437" y="91008"/>
                  <a:pt x="6791775" y="93773"/>
                  <a:pt x="6793648" y="96081"/>
                </a:cubicBezTo>
                <a:cubicBezTo>
                  <a:pt x="6795521" y="98389"/>
                  <a:pt x="6797957" y="100161"/>
                  <a:pt x="6800954" y="101397"/>
                </a:cubicBezTo>
                <a:cubicBezTo>
                  <a:pt x="6803952" y="102632"/>
                  <a:pt x="6807618" y="103249"/>
                  <a:pt x="6811953" y="103249"/>
                </a:cubicBezTo>
                <a:cubicBezTo>
                  <a:pt x="6815379" y="103249"/>
                  <a:pt x="6818430" y="102968"/>
                  <a:pt x="6821106" y="102406"/>
                </a:cubicBezTo>
                <a:cubicBezTo>
                  <a:pt x="6823782" y="101844"/>
                  <a:pt x="6826097" y="101215"/>
                  <a:pt x="6828051" y="100519"/>
                </a:cubicBezTo>
                <a:cubicBezTo>
                  <a:pt x="6830005" y="99823"/>
                  <a:pt x="6831610" y="99195"/>
                  <a:pt x="6832868" y="98632"/>
                </a:cubicBezTo>
                <a:cubicBezTo>
                  <a:pt x="6834126" y="98070"/>
                  <a:pt x="6835076" y="97789"/>
                  <a:pt x="6835718" y="97789"/>
                </a:cubicBezTo>
                <a:cubicBezTo>
                  <a:pt x="6836093" y="97789"/>
                  <a:pt x="6836428" y="97883"/>
                  <a:pt x="6836722" y="98070"/>
                </a:cubicBezTo>
                <a:cubicBezTo>
                  <a:pt x="6837016" y="98258"/>
                  <a:pt x="6837244" y="98539"/>
                  <a:pt x="6837404" y="98914"/>
                </a:cubicBezTo>
                <a:cubicBezTo>
                  <a:pt x="6837565" y="99288"/>
                  <a:pt x="6837685" y="99810"/>
                  <a:pt x="6837766" y="100479"/>
                </a:cubicBezTo>
                <a:cubicBezTo>
                  <a:pt x="6837846" y="101148"/>
                  <a:pt x="6837886" y="101964"/>
                  <a:pt x="6837886" y="102928"/>
                </a:cubicBezTo>
                <a:cubicBezTo>
                  <a:pt x="6837886" y="103624"/>
                  <a:pt x="6837859" y="104226"/>
                  <a:pt x="6837806" y="104734"/>
                </a:cubicBezTo>
                <a:cubicBezTo>
                  <a:pt x="6837752" y="105243"/>
                  <a:pt x="6837685" y="105698"/>
                  <a:pt x="6837605" y="106099"/>
                </a:cubicBezTo>
                <a:cubicBezTo>
                  <a:pt x="6837525" y="106501"/>
                  <a:pt x="6837391" y="106862"/>
                  <a:pt x="6837204" y="107183"/>
                </a:cubicBezTo>
                <a:cubicBezTo>
                  <a:pt x="6837016" y="107504"/>
                  <a:pt x="6836776" y="107812"/>
                  <a:pt x="6836481" y="108106"/>
                </a:cubicBezTo>
                <a:cubicBezTo>
                  <a:pt x="6836187" y="108401"/>
                  <a:pt x="6835317" y="108882"/>
                  <a:pt x="6833872" y="109552"/>
                </a:cubicBezTo>
                <a:cubicBezTo>
                  <a:pt x="6832427" y="110221"/>
                  <a:pt x="6830553" y="110876"/>
                  <a:pt x="6828252" y="111519"/>
                </a:cubicBezTo>
                <a:cubicBezTo>
                  <a:pt x="6825950" y="112161"/>
                  <a:pt x="6823287" y="112736"/>
                  <a:pt x="6820263" y="113245"/>
                </a:cubicBezTo>
                <a:cubicBezTo>
                  <a:pt x="6817239" y="113753"/>
                  <a:pt x="6814014" y="114007"/>
                  <a:pt x="6810589" y="114007"/>
                </a:cubicBezTo>
                <a:cubicBezTo>
                  <a:pt x="6804647" y="114007"/>
                  <a:pt x="6799442" y="113177"/>
                  <a:pt x="6794973" y="111516"/>
                </a:cubicBezTo>
                <a:cubicBezTo>
                  <a:pt x="6790504" y="109855"/>
                  <a:pt x="6786743" y="107390"/>
                  <a:pt x="6783692" y="104122"/>
                </a:cubicBezTo>
                <a:cubicBezTo>
                  <a:pt x="6780642" y="100854"/>
                  <a:pt x="6778340" y="96755"/>
                  <a:pt x="6776788" y="91826"/>
                </a:cubicBezTo>
                <a:cubicBezTo>
                  <a:pt x="6775236" y="86896"/>
                  <a:pt x="6774459" y="81163"/>
                  <a:pt x="6774459" y="74627"/>
                </a:cubicBezTo>
                <a:cubicBezTo>
                  <a:pt x="6774459" y="68411"/>
                  <a:pt x="6775262" y="62825"/>
                  <a:pt x="6776868" y="57869"/>
                </a:cubicBezTo>
                <a:cubicBezTo>
                  <a:pt x="6778474" y="52913"/>
                  <a:pt x="6780789" y="48707"/>
                  <a:pt x="6783813" y="45252"/>
                </a:cubicBezTo>
                <a:cubicBezTo>
                  <a:pt x="6786837" y="41796"/>
                  <a:pt x="6790490" y="39144"/>
                  <a:pt x="6794772" y="37296"/>
                </a:cubicBezTo>
                <a:cubicBezTo>
                  <a:pt x="6799054" y="35448"/>
                  <a:pt x="6803845" y="34523"/>
                  <a:pt x="6809143" y="34523"/>
                </a:cubicBezTo>
                <a:cubicBezTo>
                  <a:pt x="6814817" y="34523"/>
                  <a:pt x="6819648" y="35433"/>
                  <a:pt x="6823635" y="37253"/>
                </a:cubicBezTo>
                <a:cubicBezTo>
                  <a:pt x="6827623" y="39073"/>
                  <a:pt x="6830901" y="41522"/>
                  <a:pt x="6833470" y="44599"/>
                </a:cubicBezTo>
                <a:cubicBezTo>
                  <a:pt x="6836040" y="47677"/>
                  <a:pt x="6837926" y="51290"/>
                  <a:pt x="6839131" y="55438"/>
                </a:cubicBezTo>
                <a:cubicBezTo>
                  <a:pt x="6840335" y="59586"/>
                  <a:pt x="6840937" y="64015"/>
                  <a:pt x="6840937" y="68726"/>
                </a:cubicBezTo>
                <a:lnTo>
                  <a:pt x="6840937" y="71134"/>
                </a:lnTo>
                <a:moveTo>
                  <a:pt x="6827609" y="67200"/>
                </a:moveTo>
                <a:cubicBezTo>
                  <a:pt x="6827770" y="60242"/>
                  <a:pt x="6826231" y="54782"/>
                  <a:pt x="6822993" y="50822"/>
                </a:cubicBezTo>
                <a:cubicBezTo>
                  <a:pt x="6819755" y="46861"/>
                  <a:pt x="6814951" y="44880"/>
                  <a:pt x="6808581" y="44880"/>
                </a:cubicBezTo>
                <a:cubicBezTo>
                  <a:pt x="6805316" y="44880"/>
                  <a:pt x="6802453" y="45496"/>
                  <a:pt x="6799991" y="46727"/>
                </a:cubicBezTo>
                <a:cubicBezTo>
                  <a:pt x="6797529" y="47958"/>
                  <a:pt x="6795468" y="49591"/>
                  <a:pt x="6793809" y="51625"/>
                </a:cubicBezTo>
                <a:cubicBezTo>
                  <a:pt x="6792149" y="53658"/>
                  <a:pt x="6790865" y="56027"/>
                  <a:pt x="6789955" y="58730"/>
                </a:cubicBezTo>
                <a:cubicBezTo>
                  <a:pt x="6789045" y="61433"/>
                  <a:pt x="6788536" y="64256"/>
                  <a:pt x="6788429" y="67200"/>
                </a:cubicBezTo>
                <a:lnTo>
                  <a:pt x="6827609" y="67200"/>
                </a:lnTo>
                <a:close/>
                <a:moveTo>
                  <a:pt x="6912800" y="110475"/>
                </a:moveTo>
                <a:cubicBezTo>
                  <a:pt x="6912800" y="111117"/>
                  <a:pt x="6912586" y="111599"/>
                  <a:pt x="6912158" y="111920"/>
                </a:cubicBezTo>
                <a:cubicBezTo>
                  <a:pt x="6911730" y="112241"/>
                  <a:pt x="6911141" y="112482"/>
                  <a:pt x="6910391" y="112643"/>
                </a:cubicBezTo>
                <a:cubicBezTo>
                  <a:pt x="6909642" y="112803"/>
                  <a:pt x="6908545" y="112883"/>
                  <a:pt x="6907100" y="112883"/>
                </a:cubicBezTo>
                <a:cubicBezTo>
                  <a:pt x="6905708" y="112883"/>
                  <a:pt x="6904597" y="112803"/>
                  <a:pt x="6903768" y="112643"/>
                </a:cubicBezTo>
                <a:cubicBezTo>
                  <a:pt x="6902938" y="112482"/>
                  <a:pt x="6902336" y="112241"/>
                  <a:pt x="6901961" y="111920"/>
                </a:cubicBezTo>
                <a:cubicBezTo>
                  <a:pt x="6901587" y="111599"/>
                  <a:pt x="6901399" y="111117"/>
                  <a:pt x="6901399" y="110475"/>
                </a:cubicBezTo>
                <a:lnTo>
                  <a:pt x="6901399" y="103249"/>
                </a:lnTo>
                <a:cubicBezTo>
                  <a:pt x="6898241" y="106621"/>
                  <a:pt x="6894722" y="109257"/>
                  <a:pt x="6890842" y="111157"/>
                </a:cubicBezTo>
                <a:cubicBezTo>
                  <a:pt x="6886961" y="113057"/>
                  <a:pt x="6882853" y="114007"/>
                  <a:pt x="6878517" y="114007"/>
                </a:cubicBezTo>
                <a:cubicBezTo>
                  <a:pt x="6874717" y="114007"/>
                  <a:pt x="6871278" y="113511"/>
                  <a:pt x="6868201" y="112517"/>
                </a:cubicBezTo>
                <a:cubicBezTo>
                  <a:pt x="6865123" y="111524"/>
                  <a:pt x="6862500" y="110087"/>
                  <a:pt x="6860332" y="108207"/>
                </a:cubicBezTo>
                <a:cubicBezTo>
                  <a:pt x="6858165" y="106327"/>
                  <a:pt x="6856479" y="104018"/>
                  <a:pt x="6855274" y="101279"/>
                </a:cubicBezTo>
                <a:cubicBezTo>
                  <a:pt x="6854070" y="98540"/>
                  <a:pt x="6853468" y="95424"/>
                  <a:pt x="6853468" y="91931"/>
                </a:cubicBezTo>
                <a:cubicBezTo>
                  <a:pt x="6853468" y="87850"/>
                  <a:pt x="6854298" y="84305"/>
                  <a:pt x="6855957" y="81298"/>
                </a:cubicBezTo>
                <a:cubicBezTo>
                  <a:pt x="6857616" y="78289"/>
                  <a:pt x="6859998" y="75791"/>
                  <a:pt x="6863102" y="73804"/>
                </a:cubicBezTo>
                <a:cubicBezTo>
                  <a:pt x="6866207" y="71817"/>
                  <a:pt x="6870007" y="70326"/>
                  <a:pt x="6874503" y="69333"/>
                </a:cubicBezTo>
                <a:cubicBezTo>
                  <a:pt x="6878999" y="68339"/>
                  <a:pt x="6884057" y="67842"/>
                  <a:pt x="6889677" y="67842"/>
                </a:cubicBezTo>
                <a:lnTo>
                  <a:pt x="6899633" y="67842"/>
                </a:lnTo>
                <a:lnTo>
                  <a:pt x="6899633" y="62242"/>
                </a:lnTo>
                <a:cubicBezTo>
                  <a:pt x="6899633" y="59469"/>
                  <a:pt x="6899339" y="57016"/>
                  <a:pt x="6898750" y="54884"/>
                </a:cubicBezTo>
                <a:cubicBezTo>
                  <a:pt x="6898161" y="52749"/>
                  <a:pt x="6897211" y="50976"/>
                  <a:pt x="6895900" y="49562"/>
                </a:cubicBezTo>
                <a:cubicBezTo>
                  <a:pt x="6894588" y="48149"/>
                  <a:pt x="6892889" y="47082"/>
                  <a:pt x="6890801" y="46363"/>
                </a:cubicBezTo>
                <a:cubicBezTo>
                  <a:pt x="6888714" y="45642"/>
                  <a:pt x="6886145" y="45282"/>
                  <a:pt x="6883094" y="45282"/>
                </a:cubicBezTo>
                <a:cubicBezTo>
                  <a:pt x="6879829" y="45282"/>
                  <a:pt x="6876898" y="45666"/>
                  <a:pt x="6874302" y="46433"/>
                </a:cubicBezTo>
                <a:cubicBezTo>
                  <a:pt x="6871706" y="47201"/>
                  <a:pt x="6869432" y="48048"/>
                  <a:pt x="6867478" y="48975"/>
                </a:cubicBezTo>
                <a:cubicBezTo>
                  <a:pt x="6865524" y="49902"/>
                  <a:pt x="6863892" y="50749"/>
                  <a:pt x="6862581" y="51517"/>
                </a:cubicBezTo>
                <a:cubicBezTo>
                  <a:pt x="6861269" y="52284"/>
                  <a:pt x="6860292" y="52668"/>
                  <a:pt x="6859650" y="52668"/>
                </a:cubicBezTo>
                <a:cubicBezTo>
                  <a:pt x="6859222" y="52668"/>
                  <a:pt x="6858847" y="52561"/>
                  <a:pt x="6858526" y="52347"/>
                </a:cubicBezTo>
                <a:cubicBezTo>
                  <a:pt x="6858205" y="52133"/>
                  <a:pt x="6857924" y="51812"/>
                  <a:pt x="6857683" y="51384"/>
                </a:cubicBezTo>
                <a:cubicBezTo>
                  <a:pt x="6857442" y="50955"/>
                  <a:pt x="6857268" y="50407"/>
                  <a:pt x="6857161" y="49738"/>
                </a:cubicBezTo>
                <a:cubicBezTo>
                  <a:pt x="6857054" y="49069"/>
                  <a:pt x="6857001" y="48333"/>
                  <a:pt x="6857001" y="47530"/>
                </a:cubicBezTo>
                <a:cubicBezTo>
                  <a:pt x="6857001" y="46192"/>
                  <a:pt x="6857094" y="45135"/>
                  <a:pt x="6857282" y="44359"/>
                </a:cubicBezTo>
                <a:cubicBezTo>
                  <a:pt x="6857469" y="43582"/>
                  <a:pt x="6857924" y="42846"/>
                  <a:pt x="6858646" y="42151"/>
                </a:cubicBezTo>
                <a:cubicBezTo>
                  <a:pt x="6859369" y="41455"/>
                  <a:pt x="6860613" y="40644"/>
                  <a:pt x="6862380" y="39719"/>
                </a:cubicBezTo>
                <a:cubicBezTo>
                  <a:pt x="6864146" y="38793"/>
                  <a:pt x="6866180" y="37946"/>
                  <a:pt x="6868482" y="37180"/>
                </a:cubicBezTo>
                <a:cubicBezTo>
                  <a:pt x="6870783" y="36414"/>
                  <a:pt x="6873299" y="35780"/>
                  <a:pt x="6876029" y="35279"/>
                </a:cubicBezTo>
                <a:cubicBezTo>
                  <a:pt x="6878758" y="34775"/>
                  <a:pt x="6881515" y="34523"/>
                  <a:pt x="6884298" y="34523"/>
                </a:cubicBezTo>
                <a:cubicBezTo>
                  <a:pt x="6889490" y="34523"/>
                  <a:pt x="6893906" y="35112"/>
                  <a:pt x="6897545" y="36290"/>
                </a:cubicBezTo>
                <a:cubicBezTo>
                  <a:pt x="6901185" y="37467"/>
                  <a:pt x="6904129" y="39193"/>
                  <a:pt x="6906377" y="41468"/>
                </a:cubicBezTo>
                <a:cubicBezTo>
                  <a:pt x="6908625" y="43743"/>
                  <a:pt x="6910258" y="46566"/>
                  <a:pt x="6911275" y="49938"/>
                </a:cubicBezTo>
                <a:cubicBezTo>
                  <a:pt x="6912292" y="53311"/>
                  <a:pt x="6912800" y="57245"/>
                  <a:pt x="6912800" y="61741"/>
                </a:cubicBezTo>
                <a:lnTo>
                  <a:pt x="6912800" y="110475"/>
                </a:lnTo>
                <a:moveTo>
                  <a:pt x="6899633" y="77397"/>
                </a:moveTo>
                <a:lnTo>
                  <a:pt x="6888312" y="77397"/>
                </a:lnTo>
                <a:cubicBezTo>
                  <a:pt x="6884673" y="77397"/>
                  <a:pt x="6881515" y="77707"/>
                  <a:pt x="6878839" y="78327"/>
                </a:cubicBezTo>
                <a:cubicBezTo>
                  <a:pt x="6876162" y="78946"/>
                  <a:pt x="6873941" y="79861"/>
                  <a:pt x="6872175" y="81072"/>
                </a:cubicBezTo>
                <a:cubicBezTo>
                  <a:pt x="6870408" y="82283"/>
                  <a:pt x="6869111" y="83738"/>
                  <a:pt x="6868281" y="85435"/>
                </a:cubicBezTo>
                <a:cubicBezTo>
                  <a:pt x="6867451" y="87131"/>
                  <a:pt x="6867036" y="89083"/>
                  <a:pt x="6867036" y="91291"/>
                </a:cubicBezTo>
                <a:cubicBezTo>
                  <a:pt x="6867036" y="95061"/>
                  <a:pt x="6868227" y="98064"/>
                  <a:pt x="6870609" y="100298"/>
                </a:cubicBezTo>
                <a:cubicBezTo>
                  <a:pt x="6872991" y="102533"/>
                  <a:pt x="6876323" y="103650"/>
                  <a:pt x="6880605" y="103650"/>
                </a:cubicBezTo>
                <a:cubicBezTo>
                  <a:pt x="6884084" y="103650"/>
                  <a:pt x="6887309" y="102762"/>
                  <a:pt x="6890280" y="100986"/>
                </a:cubicBezTo>
                <a:cubicBezTo>
                  <a:pt x="6893250" y="99208"/>
                  <a:pt x="6896368" y="96488"/>
                  <a:pt x="6899633" y="92827"/>
                </a:cubicBezTo>
                <a:lnTo>
                  <a:pt x="6899633" y="77397"/>
                </a:lnTo>
                <a:close/>
                <a:moveTo>
                  <a:pt x="7028722" y="110475"/>
                </a:moveTo>
                <a:cubicBezTo>
                  <a:pt x="7028722" y="111117"/>
                  <a:pt x="7028508" y="111599"/>
                  <a:pt x="7028079" y="111920"/>
                </a:cubicBezTo>
                <a:cubicBezTo>
                  <a:pt x="7027651" y="112241"/>
                  <a:pt x="7027062" y="112482"/>
                  <a:pt x="7026313" y="112643"/>
                </a:cubicBezTo>
                <a:cubicBezTo>
                  <a:pt x="7025564" y="112803"/>
                  <a:pt x="7024466" y="112883"/>
                  <a:pt x="7023021" y="112883"/>
                </a:cubicBezTo>
                <a:cubicBezTo>
                  <a:pt x="7021630" y="112883"/>
                  <a:pt x="7020519" y="112803"/>
                  <a:pt x="7019689" y="112643"/>
                </a:cubicBezTo>
                <a:cubicBezTo>
                  <a:pt x="7018860" y="112482"/>
                  <a:pt x="7018258" y="112241"/>
                  <a:pt x="7017883" y="111920"/>
                </a:cubicBezTo>
                <a:cubicBezTo>
                  <a:pt x="7017508" y="111599"/>
                  <a:pt x="7017321" y="111117"/>
                  <a:pt x="7017321" y="110475"/>
                </a:cubicBezTo>
                <a:lnTo>
                  <a:pt x="7017321" y="103249"/>
                </a:lnTo>
                <a:cubicBezTo>
                  <a:pt x="7014163" y="106621"/>
                  <a:pt x="7010644" y="109257"/>
                  <a:pt x="7006763" y="111157"/>
                </a:cubicBezTo>
                <a:cubicBezTo>
                  <a:pt x="7002883" y="113057"/>
                  <a:pt x="6998775" y="114007"/>
                  <a:pt x="6994439" y="114007"/>
                </a:cubicBezTo>
                <a:cubicBezTo>
                  <a:pt x="6990639" y="114007"/>
                  <a:pt x="6987200" y="113511"/>
                  <a:pt x="6984122" y="112517"/>
                </a:cubicBezTo>
                <a:cubicBezTo>
                  <a:pt x="6981045" y="111524"/>
                  <a:pt x="6978422" y="110087"/>
                  <a:pt x="6976254" y="108207"/>
                </a:cubicBezTo>
                <a:cubicBezTo>
                  <a:pt x="6974086" y="106327"/>
                  <a:pt x="6972400" y="104018"/>
                  <a:pt x="6971196" y="101279"/>
                </a:cubicBezTo>
                <a:cubicBezTo>
                  <a:pt x="6969992" y="98540"/>
                  <a:pt x="6969390" y="95424"/>
                  <a:pt x="6969390" y="91931"/>
                </a:cubicBezTo>
                <a:cubicBezTo>
                  <a:pt x="6969390" y="87850"/>
                  <a:pt x="6970219" y="84305"/>
                  <a:pt x="6971878" y="81298"/>
                </a:cubicBezTo>
                <a:cubicBezTo>
                  <a:pt x="6973538" y="78289"/>
                  <a:pt x="6975920" y="75791"/>
                  <a:pt x="6979024" y="73804"/>
                </a:cubicBezTo>
                <a:cubicBezTo>
                  <a:pt x="6982128" y="71817"/>
                  <a:pt x="6985929" y="70326"/>
                  <a:pt x="6990425" y="69333"/>
                </a:cubicBezTo>
                <a:cubicBezTo>
                  <a:pt x="6994921" y="68339"/>
                  <a:pt x="6999979" y="67842"/>
                  <a:pt x="7005599" y="67842"/>
                </a:cubicBezTo>
                <a:lnTo>
                  <a:pt x="7015555" y="67842"/>
                </a:lnTo>
                <a:lnTo>
                  <a:pt x="7015555" y="62242"/>
                </a:lnTo>
                <a:cubicBezTo>
                  <a:pt x="7015555" y="59469"/>
                  <a:pt x="7015260" y="57016"/>
                  <a:pt x="7014671" y="54884"/>
                </a:cubicBezTo>
                <a:cubicBezTo>
                  <a:pt x="7014083" y="52749"/>
                  <a:pt x="7013133" y="50976"/>
                  <a:pt x="7011821" y="49562"/>
                </a:cubicBezTo>
                <a:cubicBezTo>
                  <a:pt x="7010510" y="48149"/>
                  <a:pt x="7008810" y="47082"/>
                  <a:pt x="7006723" y="46363"/>
                </a:cubicBezTo>
                <a:cubicBezTo>
                  <a:pt x="7004636" y="45642"/>
                  <a:pt x="7002066" y="45282"/>
                  <a:pt x="6999015" y="45282"/>
                </a:cubicBezTo>
                <a:cubicBezTo>
                  <a:pt x="6995750" y="45282"/>
                  <a:pt x="6992820" y="45666"/>
                  <a:pt x="6990224" y="46433"/>
                </a:cubicBezTo>
                <a:cubicBezTo>
                  <a:pt x="6987628" y="47201"/>
                  <a:pt x="6985353" y="48048"/>
                  <a:pt x="6983400" y="48975"/>
                </a:cubicBezTo>
                <a:cubicBezTo>
                  <a:pt x="6981446" y="49902"/>
                  <a:pt x="6979814" y="50749"/>
                  <a:pt x="6978502" y="51517"/>
                </a:cubicBezTo>
                <a:cubicBezTo>
                  <a:pt x="6977191" y="52284"/>
                  <a:pt x="6976214" y="52668"/>
                  <a:pt x="6975572" y="52668"/>
                </a:cubicBezTo>
                <a:cubicBezTo>
                  <a:pt x="6975143" y="52668"/>
                  <a:pt x="6974769" y="52561"/>
                  <a:pt x="6974448" y="52347"/>
                </a:cubicBezTo>
                <a:cubicBezTo>
                  <a:pt x="6974127" y="52133"/>
                  <a:pt x="6973846" y="51812"/>
                  <a:pt x="6973605" y="51384"/>
                </a:cubicBezTo>
                <a:cubicBezTo>
                  <a:pt x="6973364" y="50955"/>
                  <a:pt x="6973190" y="50407"/>
                  <a:pt x="6973083" y="49738"/>
                </a:cubicBezTo>
                <a:cubicBezTo>
                  <a:pt x="6972976" y="49069"/>
                  <a:pt x="6972922" y="48333"/>
                  <a:pt x="6972922" y="47530"/>
                </a:cubicBezTo>
                <a:cubicBezTo>
                  <a:pt x="6972922" y="46192"/>
                  <a:pt x="6973016" y="45135"/>
                  <a:pt x="6973203" y="44359"/>
                </a:cubicBezTo>
                <a:cubicBezTo>
                  <a:pt x="6973391" y="43582"/>
                  <a:pt x="6973846" y="42846"/>
                  <a:pt x="6974568" y="42151"/>
                </a:cubicBezTo>
                <a:cubicBezTo>
                  <a:pt x="6975291" y="41455"/>
                  <a:pt x="6976535" y="40644"/>
                  <a:pt x="6978301" y="39719"/>
                </a:cubicBezTo>
                <a:cubicBezTo>
                  <a:pt x="6980068" y="38793"/>
                  <a:pt x="6982102" y="37946"/>
                  <a:pt x="6984403" y="37180"/>
                </a:cubicBezTo>
                <a:cubicBezTo>
                  <a:pt x="6986705" y="36414"/>
                  <a:pt x="6989220" y="35780"/>
                  <a:pt x="6991950" y="35279"/>
                </a:cubicBezTo>
                <a:cubicBezTo>
                  <a:pt x="6994680" y="34775"/>
                  <a:pt x="6997436" y="34523"/>
                  <a:pt x="7000220" y="34523"/>
                </a:cubicBezTo>
                <a:cubicBezTo>
                  <a:pt x="7005412" y="34523"/>
                  <a:pt x="7009827" y="35112"/>
                  <a:pt x="7013467" y="36290"/>
                </a:cubicBezTo>
                <a:cubicBezTo>
                  <a:pt x="7017107" y="37467"/>
                  <a:pt x="7020051" y="39193"/>
                  <a:pt x="7022299" y="41468"/>
                </a:cubicBezTo>
                <a:cubicBezTo>
                  <a:pt x="7024547" y="43743"/>
                  <a:pt x="7026179" y="46566"/>
                  <a:pt x="7027196" y="49938"/>
                </a:cubicBezTo>
                <a:cubicBezTo>
                  <a:pt x="7028213" y="53311"/>
                  <a:pt x="7028722" y="57245"/>
                  <a:pt x="7028722" y="61741"/>
                </a:cubicBezTo>
                <a:lnTo>
                  <a:pt x="7028722" y="110475"/>
                </a:lnTo>
                <a:moveTo>
                  <a:pt x="7015555" y="77397"/>
                </a:moveTo>
                <a:lnTo>
                  <a:pt x="7004234" y="77397"/>
                </a:lnTo>
                <a:cubicBezTo>
                  <a:pt x="7000594" y="77397"/>
                  <a:pt x="6997436" y="77707"/>
                  <a:pt x="6994760" y="78327"/>
                </a:cubicBezTo>
                <a:cubicBezTo>
                  <a:pt x="6992084" y="78946"/>
                  <a:pt x="6989863" y="79861"/>
                  <a:pt x="6988096" y="81072"/>
                </a:cubicBezTo>
                <a:cubicBezTo>
                  <a:pt x="6986330" y="82283"/>
                  <a:pt x="6985032" y="83738"/>
                  <a:pt x="6984203" y="85435"/>
                </a:cubicBezTo>
                <a:cubicBezTo>
                  <a:pt x="6983373" y="87131"/>
                  <a:pt x="6982958" y="89083"/>
                  <a:pt x="6982958" y="91291"/>
                </a:cubicBezTo>
                <a:cubicBezTo>
                  <a:pt x="6982958" y="95061"/>
                  <a:pt x="6984149" y="98064"/>
                  <a:pt x="6986531" y="100298"/>
                </a:cubicBezTo>
                <a:cubicBezTo>
                  <a:pt x="6988913" y="102533"/>
                  <a:pt x="6992245" y="103650"/>
                  <a:pt x="6996527" y="103650"/>
                </a:cubicBezTo>
                <a:cubicBezTo>
                  <a:pt x="7000006" y="103650"/>
                  <a:pt x="7003231" y="102762"/>
                  <a:pt x="7006201" y="100986"/>
                </a:cubicBezTo>
                <a:cubicBezTo>
                  <a:pt x="7009172" y="99208"/>
                  <a:pt x="7012290" y="96488"/>
                  <a:pt x="7015555" y="92827"/>
                </a:cubicBezTo>
                <a:lnTo>
                  <a:pt x="7015555" y="77397"/>
                </a:lnTo>
                <a:close/>
                <a:moveTo>
                  <a:pt x="7115271" y="110395"/>
                </a:moveTo>
                <a:cubicBezTo>
                  <a:pt x="7115271" y="110823"/>
                  <a:pt x="7115164" y="111184"/>
                  <a:pt x="7114950" y="111478"/>
                </a:cubicBezTo>
                <a:cubicBezTo>
                  <a:pt x="7114735" y="111773"/>
                  <a:pt x="7114388" y="112027"/>
                  <a:pt x="7113906" y="112241"/>
                </a:cubicBezTo>
                <a:cubicBezTo>
                  <a:pt x="7113424" y="112455"/>
                  <a:pt x="7112755" y="112616"/>
                  <a:pt x="7111899" y="112723"/>
                </a:cubicBezTo>
                <a:cubicBezTo>
                  <a:pt x="7111042" y="112830"/>
                  <a:pt x="7109972" y="112883"/>
                  <a:pt x="7108687" y="112883"/>
                </a:cubicBezTo>
                <a:cubicBezTo>
                  <a:pt x="7107349" y="112883"/>
                  <a:pt x="7106252" y="112830"/>
                  <a:pt x="7105395" y="112723"/>
                </a:cubicBezTo>
                <a:cubicBezTo>
                  <a:pt x="7104539" y="112616"/>
                  <a:pt x="7103870" y="112455"/>
                  <a:pt x="7103388" y="112241"/>
                </a:cubicBezTo>
                <a:cubicBezTo>
                  <a:pt x="7102907" y="112027"/>
                  <a:pt x="7102559" y="111773"/>
                  <a:pt x="7102345" y="111478"/>
                </a:cubicBezTo>
                <a:cubicBezTo>
                  <a:pt x="7102130" y="111184"/>
                  <a:pt x="7102023" y="110823"/>
                  <a:pt x="7102023" y="110395"/>
                </a:cubicBezTo>
                <a:lnTo>
                  <a:pt x="7102023" y="68083"/>
                </a:lnTo>
                <a:cubicBezTo>
                  <a:pt x="7102023" y="63962"/>
                  <a:pt x="7101702" y="60643"/>
                  <a:pt x="7101060" y="58128"/>
                </a:cubicBezTo>
                <a:cubicBezTo>
                  <a:pt x="7100418" y="55612"/>
                  <a:pt x="7099481" y="53444"/>
                  <a:pt x="7098250" y="51625"/>
                </a:cubicBezTo>
                <a:cubicBezTo>
                  <a:pt x="7097019" y="49805"/>
                  <a:pt x="7095426" y="48413"/>
                  <a:pt x="7093473" y="47450"/>
                </a:cubicBezTo>
                <a:cubicBezTo>
                  <a:pt x="7091519" y="46486"/>
                  <a:pt x="7089258" y="46004"/>
                  <a:pt x="7086689" y="46004"/>
                </a:cubicBezTo>
                <a:cubicBezTo>
                  <a:pt x="7083370" y="46004"/>
                  <a:pt x="7080052" y="47182"/>
                  <a:pt x="7076733" y="49537"/>
                </a:cubicBezTo>
                <a:cubicBezTo>
                  <a:pt x="7073414" y="51892"/>
                  <a:pt x="7069935" y="55344"/>
                  <a:pt x="7066296" y="59894"/>
                </a:cubicBezTo>
                <a:lnTo>
                  <a:pt x="7066296" y="110395"/>
                </a:lnTo>
                <a:cubicBezTo>
                  <a:pt x="7066296" y="110823"/>
                  <a:pt x="7066189" y="111184"/>
                  <a:pt x="7065975" y="111478"/>
                </a:cubicBezTo>
                <a:cubicBezTo>
                  <a:pt x="7065760" y="111773"/>
                  <a:pt x="7065413" y="112027"/>
                  <a:pt x="7064931" y="112241"/>
                </a:cubicBezTo>
                <a:cubicBezTo>
                  <a:pt x="7064449" y="112455"/>
                  <a:pt x="7063780" y="112616"/>
                  <a:pt x="7062924" y="112723"/>
                </a:cubicBezTo>
                <a:cubicBezTo>
                  <a:pt x="7062067" y="112830"/>
                  <a:pt x="7060970" y="112883"/>
                  <a:pt x="7059632" y="112883"/>
                </a:cubicBezTo>
                <a:cubicBezTo>
                  <a:pt x="7058347" y="112883"/>
                  <a:pt x="7057277" y="112830"/>
                  <a:pt x="7056420" y="112723"/>
                </a:cubicBezTo>
                <a:cubicBezTo>
                  <a:pt x="7055564" y="112616"/>
                  <a:pt x="7054882" y="112455"/>
                  <a:pt x="7054373" y="112241"/>
                </a:cubicBezTo>
                <a:cubicBezTo>
                  <a:pt x="7053865" y="112027"/>
                  <a:pt x="7053517" y="111773"/>
                  <a:pt x="7053329" y="111478"/>
                </a:cubicBezTo>
                <a:cubicBezTo>
                  <a:pt x="7053142" y="111184"/>
                  <a:pt x="7053048" y="110823"/>
                  <a:pt x="7053048" y="110395"/>
                </a:cubicBezTo>
                <a:lnTo>
                  <a:pt x="7053048" y="38136"/>
                </a:lnTo>
                <a:cubicBezTo>
                  <a:pt x="7053048" y="37708"/>
                  <a:pt x="7053129" y="37347"/>
                  <a:pt x="7053289" y="37052"/>
                </a:cubicBezTo>
                <a:cubicBezTo>
                  <a:pt x="7053450" y="36758"/>
                  <a:pt x="7053771" y="36490"/>
                  <a:pt x="7054253" y="36250"/>
                </a:cubicBezTo>
                <a:cubicBezTo>
                  <a:pt x="7054734" y="36009"/>
                  <a:pt x="7055350" y="35848"/>
                  <a:pt x="7056099" y="35768"/>
                </a:cubicBezTo>
                <a:cubicBezTo>
                  <a:pt x="7056849" y="35688"/>
                  <a:pt x="7057839" y="35647"/>
                  <a:pt x="7059070" y="35647"/>
                </a:cubicBezTo>
                <a:cubicBezTo>
                  <a:pt x="7060247" y="35647"/>
                  <a:pt x="7061224" y="35688"/>
                  <a:pt x="7062000" y="35768"/>
                </a:cubicBezTo>
                <a:cubicBezTo>
                  <a:pt x="7062776" y="35848"/>
                  <a:pt x="7063379" y="36009"/>
                  <a:pt x="7063807" y="36250"/>
                </a:cubicBezTo>
                <a:cubicBezTo>
                  <a:pt x="7064235" y="36490"/>
                  <a:pt x="7064543" y="36758"/>
                  <a:pt x="7064730" y="37052"/>
                </a:cubicBezTo>
                <a:cubicBezTo>
                  <a:pt x="7064917" y="37347"/>
                  <a:pt x="7065011" y="37708"/>
                  <a:pt x="7065011" y="38136"/>
                </a:cubicBezTo>
                <a:lnTo>
                  <a:pt x="7065011" y="47690"/>
                </a:lnTo>
                <a:cubicBezTo>
                  <a:pt x="7069079" y="43141"/>
                  <a:pt x="7073133" y="39809"/>
                  <a:pt x="7077175" y="37695"/>
                </a:cubicBezTo>
                <a:cubicBezTo>
                  <a:pt x="7081216" y="35580"/>
                  <a:pt x="7085297" y="34523"/>
                  <a:pt x="7089418" y="34523"/>
                </a:cubicBezTo>
                <a:cubicBezTo>
                  <a:pt x="7094236" y="34523"/>
                  <a:pt x="7098290" y="35340"/>
                  <a:pt x="7101582" y="36972"/>
                </a:cubicBezTo>
                <a:cubicBezTo>
                  <a:pt x="7104874" y="38605"/>
                  <a:pt x="7107536" y="40786"/>
                  <a:pt x="7109570" y="43516"/>
                </a:cubicBezTo>
                <a:cubicBezTo>
                  <a:pt x="7111604" y="46245"/>
                  <a:pt x="7113063" y="49443"/>
                  <a:pt x="7113946" y="53110"/>
                </a:cubicBezTo>
                <a:cubicBezTo>
                  <a:pt x="7114829" y="56776"/>
                  <a:pt x="7115271" y="61179"/>
                  <a:pt x="7115271" y="66317"/>
                </a:cubicBezTo>
                <a:lnTo>
                  <a:pt x="7115271" y="110395"/>
                </a:lnTo>
                <a:close/>
                <a:moveTo>
                  <a:pt x="7200123" y="110392"/>
                </a:moveTo>
                <a:cubicBezTo>
                  <a:pt x="7200123" y="110820"/>
                  <a:pt x="7200029" y="111196"/>
                  <a:pt x="7199842" y="111519"/>
                </a:cubicBezTo>
                <a:cubicBezTo>
                  <a:pt x="7199654" y="111840"/>
                  <a:pt x="7199333" y="112094"/>
                  <a:pt x="7198878" y="112281"/>
                </a:cubicBezTo>
                <a:cubicBezTo>
                  <a:pt x="7198423" y="112469"/>
                  <a:pt x="7197821" y="112616"/>
                  <a:pt x="7197072" y="112723"/>
                </a:cubicBezTo>
                <a:cubicBezTo>
                  <a:pt x="7196322" y="112830"/>
                  <a:pt x="7195412" y="112883"/>
                  <a:pt x="7194342" y="112883"/>
                </a:cubicBezTo>
                <a:cubicBezTo>
                  <a:pt x="7193218" y="112883"/>
                  <a:pt x="7192281" y="112830"/>
                  <a:pt x="7191532" y="112723"/>
                </a:cubicBezTo>
                <a:cubicBezTo>
                  <a:pt x="7190782" y="112617"/>
                  <a:pt x="7190167" y="112472"/>
                  <a:pt x="7189685" y="112286"/>
                </a:cubicBezTo>
                <a:cubicBezTo>
                  <a:pt x="7189203" y="112099"/>
                  <a:pt x="7188856" y="111846"/>
                  <a:pt x="7188641" y="111526"/>
                </a:cubicBezTo>
                <a:cubicBezTo>
                  <a:pt x="7188427" y="111207"/>
                  <a:pt x="7188320" y="110834"/>
                  <a:pt x="7188320" y="110410"/>
                </a:cubicBezTo>
                <a:lnTo>
                  <a:pt x="7188320" y="100908"/>
                </a:lnTo>
                <a:cubicBezTo>
                  <a:pt x="7184520" y="105033"/>
                  <a:pt x="7180573" y="108248"/>
                  <a:pt x="7176478" y="110553"/>
                </a:cubicBezTo>
                <a:cubicBezTo>
                  <a:pt x="7172383" y="112856"/>
                  <a:pt x="7167901" y="114007"/>
                  <a:pt x="7163030" y="114007"/>
                </a:cubicBezTo>
                <a:cubicBezTo>
                  <a:pt x="7157731" y="114007"/>
                  <a:pt x="7153208" y="112976"/>
                  <a:pt x="7149461" y="110914"/>
                </a:cubicBezTo>
                <a:cubicBezTo>
                  <a:pt x="7145715" y="108852"/>
                  <a:pt x="7142677" y="106066"/>
                  <a:pt x="7140349" y="102557"/>
                </a:cubicBezTo>
                <a:cubicBezTo>
                  <a:pt x="7138021" y="99046"/>
                  <a:pt x="7136321" y="94920"/>
                  <a:pt x="7135251" y="90180"/>
                </a:cubicBezTo>
                <a:cubicBezTo>
                  <a:pt x="7134180" y="85438"/>
                  <a:pt x="7133645" y="80441"/>
                  <a:pt x="7133645" y="75189"/>
                </a:cubicBezTo>
                <a:cubicBezTo>
                  <a:pt x="7133645" y="68975"/>
                  <a:pt x="7134314" y="63363"/>
                  <a:pt x="7135652" y="58354"/>
                </a:cubicBezTo>
                <a:cubicBezTo>
                  <a:pt x="7136990" y="53344"/>
                  <a:pt x="7138971" y="49071"/>
                  <a:pt x="7141593" y="45535"/>
                </a:cubicBezTo>
                <a:cubicBezTo>
                  <a:pt x="7144216" y="41998"/>
                  <a:pt x="7147468" y="39278"/>
                  <a:pt x="7151348" y="37376"/>
                </a:cubicBezTo>
                <a:cubicBezTo>
                  <a:pt x="7155229" y="35474"/>
                  <a:pt x="7159711" y="34523"/>
                  <a:pt x="7164796" y="34523"/>
                </a:cubicBezTo>
                <a:cubicBezTo>
                  <a:pt x="7169025" y="34523"/>
                  <a:pt x="7172892" y="35448"/>
                  <a:pt x="7176398" y="37296"/>
                </a:cubicBezTo>
                <a:cubicBezTo>
                  <a:pt x="7179904" y="39144"/>
                  <a:pt x="7183369" y="41863"/>
                  <a:pt x="7186795" y="45452"/>
                </a:cubicBezTo>
                <a:lnTo>
                  <a:pt x="7186795" y="3377"/>
                </a:lnTo>
                <a:cubicBezTo>
                  <a:pt x="7186795" y="3002"/>
                  <a:pt x="7186889" y="2641"/>
                  <a:pt x="7187076" y="2293"/>
                </a:cubicBezTo>
                <a:cubicBezTo>
                  <a:pt x="7187263" y="1944"/>
                  <a:pt x="7187625" y="1675"/>
                  <a:pt x="7188160" y="1488"/>
                </a:cubicBezTo>
                <a:cubicBezTo>
                  <a:pt x="7188695" y="1299"/>
                  <a:pt x="7189377" y="1137"/>
                  <a:pt x="7190207" y="1004"/>
                </a:cubicBezTo>
                <a:cubicBezTo>
                  <a:pt x="7191037" y="870"/>
                  <a:pt x="7192094" y="803"/>
                  <a:pt x="7193378" y="803"/>
                </a:cubicBezTo>
                <a:cubicBezTo>
                  <a:pt x="7194717" y="803"/>
                  <a:pt x="7195814" y="870"/>
                  <a:pt x="7196670" y="1004"/>
                </a:cubicBezTo>
                <a:cubicBezTo>
                  <a:pt x="7197527" y="1137"/>
                  <a:pt x="7198196" y="1298"/>
                  <a:pt x="7198677" y="1485"/>
                </a:cubicBezTo>
                <a:cubicBezTo>
                  <a:pt x="7199159" y="1673"/>
                  <a:pt x="7199520" y="1941"/>
                  <a:pt x="7199761" y="2291"/>
                </a:cubicBezTo>
                <a:cubicBezTo>
                  <a:pt x="7200002" y="2639"/>
                  <a:pt x="7200123" y="3000"/>
                  <a:pt x="7200123" y="3375"/>
                </a:cubicBezTo>
                <a:lnTo>
                  <a:pt x="7200123" y="110392"/>
                </a:lnTo>
                <a:moveTo>
                  <a:pt x="7186795" y="59598"/>
                </a:moveTo>
                <a:cubicBezTo>
                  <a:pt x="7183209" y="55147"/>
                  <a:pt x="7179743" y="51756"/>
                  <a:pt x="7176398" y="49424"/>
                </a:cubicBezTo>
                <a:cubicBezTo>
                  <a:pt x="7173052" y="47091"/>
                  <a:pt x="7169560" y="45924"/>
                  <a:pt x="7165920" y="45924"/>
                </a:cubicBezTo>
                <a:cubicBezTo>
                  <a:pt x="7162548" y="45924"/>
                  <a:pt x="7159685" y="46729"/>
                  <a:pt x="7157330" y="48338"/>
                </a:cubicBezTo>
                <a:cubicBezTo>
                  <a:pt x="7154974" y="49945"/>
                  <a:pt x="7153061" y="52062"/>
                  <a:pt x="7151589" y="54688"/>
                </a:cubicBezTo>
                <a:cubicBezTo>
                  <a:pt x="7150117" y="57314"/>
                  <a:pt x="7149047" y="60289"/>
                  <a:pt x="7148378" y="63612"/>
                </a:cubicBezTo>
                <a:cubicBezTo>
                  <a:pt x="7147709" y="66936"/>
                  <a:pt x="7147374" y="70313"/>
                  <a:pt x="7147374" y="73744"/>
                </a:cubicBezTo>
                <a:cubicBezTo>
                  <a:pt x="7147374" y="77388"/>
                  <a:pt x="7147655" y="80953"/>
                  <a:pt x="7148217" y="84437"/>
                </a:cubicBezTo>
                <a:cubicBezTo>
                  <a:pt x="7148779" y="87921"/>
                  <a:pt x="7149756" y="91016"/>
                  <a:pt x="7151147" y="93722"/>
                </a:cubicBezTo>
                <a:cubicBezTo>
                  <a:pt x="7152539" y="96429"/>
                  <a:pt x="7154386" y="98600"/>
                  <a:pt x="7156687" y="100236"/>
                </a:cubicBezTo>
                <a:cubicBezTo>
                  <a:pt x="7158989" y="101870"/>
                  <a:pt x="7161879" y="102687"/>
                  <a:pt x="7165358" y="102687"/>
                </a:cubicBezTo>
                <a:cubicBezTo>
                  <a:pt x="7167125" y="102687"/>
                  <a:pt x="7168824" y="102446"/>
                  <a:pt x="7170456" y="101964"/>
                </a:cubicBezTo>
                <a:cubicBezTo>
                  <a:pt x="7172089" y="101481"/>
                  <a:pt x="7173762" y="100676"/>
                  <a:pt x="7175474" y="99551"/>
                </a:cubicBezTo>
                <a:cubicBezTo>
                  <a:pt x="7177187" y="98425"/>
                  <a:pt x="7178980" y="96964"/>
                  <a:pt x="7180854" y="95168"/>
                </a:cubicBezTo>
                <a:cubicBezTo>
                  <a:pt x="7182727" y="93371"/>
                  <a:pt x="7184707" y="91159"/>
                  <a:pt x="7186795" y="88531"/>
                </a:cubicBezTo>
                <a:lnTo>
                  <a:pt x="7186795" y="59598"/>
                </a:lnTo>
                <a:close/>
                <a:moveTo>
                  <a:pt x="7314332" y="110475"/>
                </a:moveTo>
                <a:cubicBezTo>
                  <a:pt x="7314332" y="111117"/>
                  <a:pt x="7314118" y="111599"/>
                  <a:pt x="7313690" y="111920"/>
                </a:cubicBezTo>
                <a:cubicBezTo>
                  <a:pt x="7313262" y="112241"/>
                  <a:pt x="7312673" y="112482"/>
                  <a:pt x="7311924" y="112643"/>
                </a:cubicBezTo>
                <a:cubicBezTo>
                  <a:pt x="7311175" y="112803"/>
                  <a:pt x="7310077" y="112883"/>
                  <a:pt x="7308632" y="112883"/>
                </a:cubicBezTo>
                <a:cubicBezTo>
                  <a:pt x="7307240" y="112883"/>
                  <a:pt x="7306130" y="112803"/>
                  <a:pt x="7305300" y="112643"/>
                </a:cubicBezTo>
                <a:cubicBezTo>
                  <a:pt x="7304471" y="112482"/>
                  <a:pt x="7303868" y="112241"/>
                  <a:pt x="7303494" y="111920"/>
                </a:cubicBezTo>
                <a:cubicBezTo>
                  <a:pt x="7303119" y="111599"/>
                  <a:pt x="7302932" y="111117"/>
                  <a:pt x="7302932" y="110475"/>
                </a:cubicBezTo>
                <a:lnTo>
                  <a:pt x="7302932" y="103249"/>
                </a:lnTo>
                <a:cubicBezTo>
                  <a:pt x="7299774" y="106621"/>
                  <a:pt x="7296255" y="109257"/>
                  <a:pt x="7292374" y="111157"/>
                </a:cubicBezTo>
                <a:cubicBezTo>
                  <a:pt x="7288493" y="113057"/>
                  <a:pt x="7284385" y="114007"/>
                  <a:pt x="7280050" y="114007"/>
                </a:cubicBezTo>
                <a:cubicBezTo>
                  <a:pt x="7276250" y="114007"/>
                  <a:pt x="7272811" y="113511"/>
                  <a:pt x="7269733" y="112517"/>
                </a:cubicBezTo>
                <a:cubicBezTo>
                  <a:pt x="7266655" y="111524"/>
                  <a:pt x="7264033" y="110087"/>
                  <a:pt x="7261865" y="108207"/>
                </a:cubicBezTo>
                <a:cubicBezTo>
                  <a:pt x="7259697" y="106327"/>
                  <a:pt x="7258011" y="104018"/>
                  <a:pt x="7256807" y="101279"/>
                </a:cubicBezTo>
                <a:cubicBezTo>
                  <a:pt x="7255603" y="98540"/>
                  <a:pt x="7255000" y="95424"/>
                  <a:pt x="7255000" y="91931"/>
                </a:cubicBezTo>
                <a:cubicBezTo>
                  <a:pt x="7255000" y="87850"/>
                  <a:pt x="7255830" y="84305"/>
                  <a:pt x="7257489" y="81298"/>
                </a:cubicBezTo>
                <a:cubicBezTo>
                  <a:pt x="7259149" y="78289"/>
                  <a:pt x="7261530" y="75791"/>
                  <a:pt x="7264635" y="73804"/>
                </a:cubicBezTo>
                <a:cubicBezTo>
                  <a:pt x="7267739" y="71817"/>
                  <a:pt x="7271540" y="70326"/>
                  <a:pt x="7276036" y="69333"/>
                </a:cubicBezTo>
                <a:cubicBezTo>
                  <a:pt x="7280532" y="68339"/>
                  <a:pt x="7285590" y="67842"/>
                  <a:pt x="7291210" y="67842"/>
                </a:cubicBezTo>
                <a:lnTo>
                  <a:pt x="7301165" y="67842"/>
                </a:lnTo>
                <a:lnTo>
                  <a:pt x="7301165" y="62242"/>
                </a:lnTo>
                <a:cubicBezTo>
                  <a:pt x="7301165" y="59469"/>
                  <a:pt x="7300871" y="57016"/>
                  <a:pt x="7300282" y="54884"/>
                </a:cubicBezTo>
                <a:cubicBezTo>
                  <a:pt x="7299693" y="52749"/>
                  <a:pt x="7298743" y="50976"/>
                  <a:pt x="7297432" y="49562"/>
                </a:cubicBezTo>
                <a:cubicBezTo>
                  <a:pt x="7296121" y="48149"/>
                  <a:pt x="7294421" y="47082"/>
                  <a:pt x="7292334" y="46363"/>
                </a:cubicBezTo>
                <a:cubicBezTo>
                  <a:pt x="7290246" y="45642"/>
                  <a:pt x="7287677" y="45282"/>
                  <a:pt x="7284626" y="45282"/>
                </a:cubicBezTo>
                <a:cubicBezTo>
                  <a:pt x="7281361" y="45282"/>
                  <a:pt x="7278431" y="45666"/>
                  <a:pt x="7275835" y="46433"/>
                </a:cubicBezTo>
                <a:cubicBezTo>
                  <a:pt x="7273239" y="47201"/>
                  <a:pt x="7270964" y="48048"/>
                  <a:pt x="7269010" y="48975"/>
                </a:cubicBezTo>
                <a:cubicBezTo>
                  <a:pt x="7267057" y="49902"/>
                  <a:pt x="7265424" y="50749"/>
                  <a:pt x="7264113" y="51517"/>
                </a:cubicBezTo>
                <a:cubicBezTo>
                  <a:pt x="7262802" y="52284"/>
                  <a:pt x="7261825" y="52668"/>
                  <a:pt x="7261183" y="52668"/>
                </a:cubicBezTo>
                <a:cubicBezTo>
                  <a:pt x="7260754" y="52668"/>
                  <a:pt x="7260380" y="52561"/>
                  <a:pt x="7260058" y="52347"/>
                </a:cubicBezTo>
                <a:cubicBezTo>
                  <a:pt x="7259737" y="52133"/>
                  <a:pt x="7259456" y="51812"/>
                  <a:pt x="7259215" y="51384"/>
                </a:cubicBezTo>
                <a:cubicBezTo>
                  <a:pt x="7258975" y="50955"/>
                  <a:pt x="7258801" y="50407"/>
                  <a:pt x="7258694" y="49738"/>
                </a:cubicBezTo>
                <a:cubicBezTo>
                  <a:pt x="7258587" y="49069"/>
                  <a:pt x="7258533" y="48333"/>
                  <a:pt x="7258533" y="47530"/>
                </a:cubicBezTo>
                <a:cubicBezTo>
                  <a:pt x="7258533" y="46192"/>
                  <a:pt x="7258627" y="45135"/>
                  <a:pt x="7258814" y="44359"/>
                </a:cubicBezTo>
                <a:cubicBezTo>
                  <a:pt x="7259001" y="43582"/>
                  <a:pt x="7259456" y="42846"/>
                  <a:pt x="7260179" y="42151"/>
                </a:cubicBezTo>
                <a:cubicBezTo>
                  <a:pt x="7260902" y="41455"/>
                  <a:pt x="7262146" y="40644"/>
                  <a:pt x="7263912" y="39719"/>
                </a:cubicBezTo>
                <a:cubicBezTo>
                  <a:pt x="7265679" y="38793"/>
                  <a:pt x="7267713" y="37946"/>
                  <a:pt x="7270014" y="37180"/>
                </a:cubicBezTo>
                <a:cubicBezTo>
                  <a:pt x="7272316" y="36414"/>
                  <a:pt x="7274831" y="35780"/>
                  <a:pt x="7277561" y="35279"/>
                </a:cubicBezTo>
                <a:cubicBezTo>
                  <a:pt x="7280291" y="34775"/>
                  <a:pt x="7283047" y="34523"/>
                  <a:pt x="7285831" y="34523"/>
                </a:cubicBezTo>
                <a:cubicBezTo>
                  <a:pt x="7291022" y="34523"/>
                  <a:pt x="7295438" y="35112"/>
                  <a:pt x="7299078" y="36290"/>
                </a:cubicBezTo>
                <a:cubicBezTo>
                  <a:pt x="7302718" y="37467"/>
                  <a:pt x="7305661" y="39193"/>
                  <a:pt x="7307910" y="41468"/>
                </a:cubicBezTo>
                <a:cubicBezTo>
                  <a:pt x="7310158" y="43743"/>
                  <a:pt x="7311790" y="46566"/>
                  <a:pt x="7312807" y="49938"/>
                </a:cubicBezTo>
                <a:cubicBezTo>
                  <a:pt x="7313824" y="53311"/>
                  <a:pt x="7314332" y="57245"/>
                  <a:pt x="7314332" y="61741"/>
                </a:cubicBezTo>
                <a:lnTo>
                  <a:pt x="7314332" y="110475"/>
                </a:lnTo>
                <a:moveTo>
                  <a:pt x="7301165" y="77397"/>
                </a:moveTo>
                <a:lnTo>
                  <a:pt x="7289845" y="77397"/>
                </a:lnTo>
                <a:cubicBezTo>
                  <a:pt x="7286205" y="77397"/>
                  <a:pt x="7283047" y="77707"/>
                  <a:pt x="7280371" y="78327"/>
                </a:cubicBezTo>
                <a:cubicBezTo>
                  <a:pt x="7277695" y="78946"/>
                  <a:pt x="7275474" y="79861"/>
                  <a:pt x="7273707" y="81072"/>
                </a:cubicBezTo>
                <a:cubicBezTo>
                  <a:pt x="7271941" y="82283"/>
                  <a:pt x="7270643" y="83738"/>
                  <a:pt x="7269813" y="85435"/>
                </a:cubicBezTo>
                <a:cubicBezTo>
                  <a:pt x="7268984" y="87131"/>
                  <a:pt x="7268569" y="89083"/>
                  <a:pt x="7268569" y="91291"/>
                </a:cubicBezTo>
                <a:cubicBezTo>
                  <a:pt x="7268569" y="95061"/>
                  <a:pt x="7269760" y="98064"/>
                  <a:pt x="7272142" y="100298"/>
                </a:cubicBezTo>
                <a:cubicBezTo>
                  <a:pt x="7274524" y="102533"/>
                  <a:pt x="7277855" y="103650"/>
                  <a:pt x="7282137" y="103650"/>
                </a:cubicBezTo>
                <a:cubicBezTo>
                  <a:pt x="7285617" y="103650"/>
                  <a:pt x="7288841" y="102762"/>
                  <a:pt x="7291812" y="100986"/>
                </a:cubicBezTo>
                <a:cubicBezTo>
                  <a:pt x="7294783" y="99208"/>
                  <a:pt x="7297900" y="96488"/>
                  <a:pt x="7301165" y="92827"/>
                </a:cubicBezTo>
                <a:lnTo>
                  <a:pt x="7301165" y="77397"/>
                </a:lnTo>
                <a:close/>
                <a:moveTo>
                  <a:pt x="7421182" y="90782"/>
                </a:moveTo>
                <a:cubicBezTo>
                  <a:pt x="7421182" y="94478"/>
                  <a:pt x="7420500" y="97774"/>
                  <a:pt x="7419135" y="100667"/>
                </a:cubicBezTo>
                <a:cubicBezTo>
                  <a:pt x="7417770" y="103559"/>
                  <a:pt x="7415830" y="105997"/>
                  <a:pt x="7413314" y="107981"/>
                </a:cubicBezTo>
                <a:cubicBezTo>
                  <a:pt x="7410798" y="109963"/>
                  <a:pt x="7407801" y="111463"/>
                  <a:pt x="7404322" y="112479"/>
                </a:cubicBezTo>
                <a:cubicBezTo>
                  <a:pt x="7400843" y="113498"/>
                  <a:pt x="7397016" y="114007"/>
                  <a:pt x="7392841" y="114007"/>
                </a:cubicBezTo>
                <a:cubicBezTo>
                  <a:pt x="7390272" y="114007"/>
                  <a:pt x="7387823" y="113807"/>
                  <a:pt x="7385495" y="113405"/>
                </a:cubicBezTo>
                <a:cubicBezTo>
                  <a:pt x="7383166" y="113004"/>
                  <a:pt x="7381079" y="112495"/>
                  <a:pt x="7379232" y="111880"/>
                </a:cubicBezTo>
                <a:cubicBezTo>
                  <a:pt x="7377386" y="111264"/>
                  <a:pt x="7375820" y="110622"/>
                  <a:pt x="7374536" y="109953"/>
                </a:cubicBezTo>
                <a:cubicBezTo>
                  <a:pt x="7373251" y="109284"/>
                  <a:pt x="7372314" y="108682"/>
                  <a:pt x="7371725" y="108146"/>
                </a:cubicBezTo>
                <a:cubicBezTo>
                  <a:pt x="7371137" y="107611"/>
                  <a:pt x="7370709" y="106862"/>
                  <a:pt x="7370441" y="105898"/>
                </a:cubicBezTo>
                <a:cubicBezTo>
                  <a:pt x="7370173" y="104935"/>
                  <a:pt x="7370039" y="103624"/>
                  <a:pt x="7370039" y="101964"/>
                </a:cubicBezTo>
                <a:cubicBezTo>
                  <a:pt x="7370039" y="100947"/>
                  <a:pt x="7370093" y="100091"/>
                  <a:pt x="7370200" y="99395"/>
                </a:cubicBezTo>
                <a:cubicBezTo>
                  <a:pt x="7370307" y="98699"/>
                  <a:pt x="7370441" y="98137"/>
                  <a:pt x="7370601" y="97709"/>
                </a:cubicBezTo>
                <a:cubicBezTo>
                  <a:pt x="7370762" y="97281"/>
                  <a:pt x="7370990" y="96973"/>
                  <a:pt x="7371284" y="96786"/>
                </a:cubicBezTo>
                <a:cubicBezTo>
                  <a:pt x="7371578" y="96599"/>
                  <a:pt x="7371913" y="96505"/>
                  <a:pt x="7372288" y="96505"/>
                </a:cubicBezTo>
                <a:cubicBezTo>
                  <a:pt x="7372876" y="96505"/>
                  <a:pt x="7373746" y="96866"/>
                  <a:pt x="7374897" y="97589"/>
                </a:cubicBezTo>
                <a:cubicBezTo>
                  <a:pt x="7376048" y="98311"/>
                  <a:pt x="7377466" y="99101"/>
                  <a:pt x="7379152" y="99957"/>
                </a:cubicBezTo>
                <a:cubicBezTo>
                  <a:pt x="7380838" y="100814"/>
                  <a:pt x="7382832" y="101603"/>
                  <a:pt x="7385133" y="102326"/>
                </a:cubicBezTo>
                <a:cubicBezTo>
                  <a:pt x="7387435" y="103048"/>
                  <a:pt x="7390084" y="103410"/>
                  <a:pt x="7393082" y="103410"/>
                </a:cubicBezTo>
                <a:cubicBezTo>
                  <a:pt x="7395330" y="103410"/>
                  <a:pt x="7397364" y="103169"/>
                  <a:pt x="7399184" y="102687"/>
                </a:cubicBezTo>
                <a:cubicBezTo>
                  <a:pt x="7401003" y="102204"/>
                  <a:pt x="7402582" y="101493"/>
                  <a:pt x="7403921" y="100554"/>
                </a:cubicBezTo>
                <a:cubicBezTo>
                  <a:pt x="7405259" y="99616"/>
                  <a:pt x="7406289" y="98423"/>
                  <a:pt x="7407012" y="96974"/>
                </a:cubicBezTo>
                <a:cubicBezTo>
                  <a:pt x="7407734" y="95526"/>
                  <a:pt x="7408095" y="93809"/>
                  <a:pt x="7408095" y="91826"/>
                </a:cubicBezTo>
                <a:cubicBezTo>
                  <a:pt x="7408095" y="89790"/>
                  <a:pt x="7407574" y="88076"/>
                  <a:pt x="7406530" y="86682"/>
                </a:cubicBezTo>
                <a:cubicBezTo>
                  <a:pt x="7405486" y="85289"/>
                  <a:pt x="7404108" y="84057"/>
                  <a:pt x="7402395" y="82987"/>
                </a:cubicBezTo>
                <a:cubicBezTo>
                  <a:pt x="7400682" y="81914"/>
                  <a:pt x="7398755" y="80964"/>
                  <a:pt x="7396614" y="80134"/>
                </a:cubicBezTo>
                <a:cubicBezTo>
                  <a:pt x="7394473" y="79303"/>
                  <a:pt x="7392266" y="78432"/>
                  <a:pt x="7389991" y="77522"/>
                </a:cubicBezTo>
                <a:cubicBezTo>
                  <a:pt x="7387716" y="76610"/>
                  <a:pt x="7385495" y="75578"/>
                  <a:pt x="7383327" y="74426"/>
                </a:cubicBezTo>
                <a:cubicBezTo>
                  <a:pt x="7381159" y="73274"/>
                  <a:pt x="7379219" y="71867"/>
                  <a:pt x="7377506" y="70206"/>
                </a:cubicBezTo>
                <a:cubicBezTo>
                  <a:pt x="7375793" y="68545"/>
                  <a:pt x="7374415" y="66563"/>
                  <a:pt x="7373371" y="64260"/>
                </a:cubicBezTo>
                <a:cubicBezTo>
                  <a:pt x="7372328" y="61956"/>
                  <a:pt x="7371806" y="59197"/>
                  <a:pt x="7371806" y="55983"/>
                </a:cubicBezTo>
                <a:cubicBezTo>
                  <a:pt x="7371806" y="53142"/>
                  <a:pt x="7372354" y="50424"/>
                  <a:pt x="7373452" y="47826"/>
                </a:cubicBezTo>
                <a:cubicBezTo>
                  <a:pt x="7374549" y="45227"/>
                  <a:pt x="7376195" y="42949"/>
                  <a:pt x="7378389" y="40994"/>
                </a:cubicBezTo>
                <a:cubicBezTo>
                  <a:pt x="7380584" y="39037"/>
                  <a:pt x="7383327" y="37470"/>
                  <a:pt x="7386619" y="36292"/>
                </a:cubicBezTo>
                <a:cubicBezTo>
                  <a:pt x="7389910" y="35113"/>
                  <a:pt x="7393751" y="34523"/>
                  <a:pt x="7398140" y="34523"/>
                </a:cubicBezTo>
                <a:cubicBezTo>
                  <a:pt x="7400067" y="34523"/>
                  <a:pt x="7401994" y="34686"/>
                  <a:pt x="7403921" y="35013"/>
                </a:cubicBezTo>
                <a:cubicBezTo>
                  <a:pt x="7405847" y="35339"/>
                  <a:pt x="7407587" y="35746"/>
                  <a:pt x="7409139" y="36234"/>
                </a:cubicBezTo>
                <a:cubicBezTo>
                  <a:pt x="7410691" y="36723"/>
                  <a:pt x="7412016" y="37252"/>
                  <a:pt x="7413113" y="37823"/>
                </a:cubicBezTo>
                <a:cubicBezTo>
                  <a:pt x="7414211" y="38393"/>
                  <a:pt x="7415040" y="38896"/>
                  <a:pt x="7415602" y="39331"/>
                </a:cubicBezTo>
                <a:cubicBezTo>
                  <a:pt x="7416164" y="39765"/>
                  <a:pt x="7416539" y="40143"/>
                  <a:pt x="7416726" y="40465"/>
                </a:cubicBezTo>
                <a:cubicBezTo>
                  <a:pt x="7416914" y="40786"/>
                  <a:pt x="7417047" y="41147"/>
                  <a:pt x="7417128" y="41548"/>
                </a:cubicBezTo>
                <a:cubicBezTo>
                  <a:pt x="7417208" y="41950"/>
                  <a:pt x="7417288" y="42445"/>
                  <a:pt x="7417369" y="43034"/>
                </a:cubicBezTo>
                <a:cubicBezTo>
                  <a:pt x="7417449" y="43623"/>
                  <a:pt x="7417489" y="44345"/>
                  <a:pt x="7417489" y="45202"/>
                </a:cubicBezTo>
                <a:cubicBezTo>
                  <a:pt x="7417489" y="46111"/>
                  <a:pt x="7417449" y="46901"/>
                  <a:pt x="7417369" y="47570"/>
                </a:cubicBezTo>
                <a:cubicBezTo>
                  <a:pt x="7417288" y="48239"/>
                  <a:pt x="7417155" y="48788"/>
                  <a:pt x="7416967" y="49216"/>
                </a:cubicBezTo>
                <a:cubicBezTo>
                  <a:pt x="7416780" y="49644"/>
                  <a:pt x="7416552" y="49952"/>
                  <a:pt x="7416285" y="50139"/>
                </a:cubicBezTo>
                <a:cubicBezTo>
                  <a:pt x="7416017" y="50327"/>
                  <a:pt x="7415723" y="50420"/>
                  <a:pt x="7415402" y="50420"/>
                </a:cubicBezTo>
                <a:cubicBezTo>
                  <a:pt x="7414920" y="50420"/>
                  <a:pt x="7414224" y="50122"/>
                  <a:pt x="7413314" y="49524"/>
                </a:cubicBezTo>
                <a:cubicBezTo>
                  <a:pt x="7412404" y="48927"/>
                  <a:pt x="7411227" y="48289"/>
                  <a:pt x="7409781" y="47610"/>
                </a:cubicBezTo>
                <a:cubicBezTo>
                  <a:pt x="7408336" y="46931"/>
                  <a:pt x="7406637" y="46293"/>
                  <a:pt x="7404683" y="45696"/>
                </a:cubicBezTo>
                <a:cubicBezTo>
                  <a:pt x="7402730" y="45099"/>
                  <a:pt x="7400495" y="44800"/>
                  <a:pt x="7397979" y="44800"/>
                </a:cubicBezTo>
                <a:cubicBezTo>
                  <a:pt x="7395731" y="44800"/>
                  <a:pt x="7393751" y="45055"/>
                  <a:pt x="7392038" y="45565"/>
                </a:cubicBezTo>
                <a:cubicBezTo>
                  <a:pt x="7390325" y="46074"/>
                  <a:pt x="7388920" y="46797"/>
                  <a:pt x="7387823" y="47736"/>
                </a:cubicBezTo>
                <a:cubicBezTo>
                  <a:pt x="7386726" y="48674"/>
                  <a:pt x="7385896" y="49787"/>
                  <a:pt x="7385334" y="51075"/>
                </a:cubicBezTo>
                <a:cubicBezTo>
                  <a:pt x="7384772" y="52361"/>
                  <a:pt x="7384491" y="53755"/>
                  <a:pt x="7384491" y="55257"/>
                </a:cubicBezTo>
                <a:cubicBezTo>
                  <a:pt x="7384491" y="57347"/>
                  <a:pt x="7385026" y="59101"/>
                  <a:pt x="7386097" y="60521"/>
                </a:cubicBezTo>
                <a:cubicBezTo>
                  <a:pt x="7387167" y="61941"/>
                  <a:pt x="7388559" y="63187"/>
                  <a:pt x="7390272" y="64260"/>
                </a:cubicBezTo>
                <a:cubicBezTo>
                  <a:pt x="7391985" y="65330"/>
                  <a:pt x="7393938" y="66294"/>
                  <a:pt x="7396133" y="67152"/>
                </a:cubicBezTo>
                <a:cubicBezTo>
                  <a:pt x="7398327" y="68009"/>
                  <a:pt x="7400562" y="68893"/>
                  <a:pt x="7402837" y="69804"/>
                </a:cubicBezTo>
                <a:cubicBezTo>
                  <a:pt x="7405111" y="70714"/>
                  <a:pt x="7407360" y="71732"/>
                  <a:pt x="7409581" y="72858"/>
                </a:cubicBezTo>
                <a:cubicBezTo>
                  <a:pt x="7411802" y="73984"/>
                  <a:pt x="7413769" y="75350"/>
                  <a:pt x="7415482" y="76958"/>
                </a:cubicBezTo>
                <a:cubicBezTo>
                  <a:pt x="7417195" y="78565"/>
                  <a:pt x="7418573" y="80494"/>
                  <a:pt x="7419617" y="82746"/>
                </a:cubicBezTo>
                <a:cubicBezTo>
                  <a:pt x="7420660" y="84995"/>
                  <a:pt x="7421182" y="87674"/>
                  <a:pt x="7421182" y="90782"/>
                </a:cubicBezTo>
                <a:close/>
                <a:moveTo>
                  <a:pt x="7498230" y="110395"/>
                </a:moveTo>
                <a:cubicBezTo>
                  <a:pt x="7498230" y="110823"/>
                  <a:pt x="7498137" y="111184"/>
                  <a:pt x="7497949" y="111478"/>
                </a:cubicBezTo>
                <a:cubicBezTo>
                  <a:pt x="7497762" y="111773"/>
                  <a:pt x="7497427" y="112027"/>
                  <a:pt x="7496946" y="112241"/>
                </a:cubicBezTo>
                <a:cubicBezTo>
                  <a:pt x="7496464" y="112455"/>
                  <a:pt x="7495835" y="112616"/>
                  <a:pt x="7495059" y="112723"/>
                </a:cubicBezTo>
                <a:cubicBezTo>
                  <a:pt x="7494283" y="112830"/>
                  <a:pt x="7493333" y="112883"/>
                  <a:pt x="7492209" y="112883"/>
                </a:cubicBezTo>
                <a:cubicBezTo>
                  <a:pt x="7490978" y="112883"/>
                  <a:pt x="7489974" y="112830"/>
                  <a:pt x="7489198" y="112723"/>
                </a:cubicBezTo>
                <a:cubicBezTo>
                  <a:pt x="7488422" y="112616"/>
                  <a:pt x="7487806" y="112455"/>
                  <a:pt x="7487351" y="112241"/>
                </a:cubicBezTo>
                <a:cubicBezTo>
                  <a:pt x="7486897" y="112027"/>
                  <a:pt x="7486589" y="111773"/>
                  <a:pt x="7486428" y="111478"/>
                </a:cubicBezTo>
                <a:cubicBezTo>
                  <a:pt x="7486268" y="111184"/>
                  <a:pt x="7486187" y="110823"/>
                  <a:pt x="7486187" y="110395"/>
                </a:cubicBezTo>
                <a:lnTo>
                  <a:pt x="7486187" y="100840"/>
                </a:lnTo>
                <a:cubicBezTo>
                  <a:pt x="7482066" y="105418"/>
                  <a:pt x="7477998" y="108758"/>
                  <a:pt x="7473984" y="110859"/>
                </a:cubicBezTo>
                <a:cubicBezTo>
                  <a:pt x="7469969" y="112958"/>
                  <a:pt x="7465901" y="114007"/>
                  <a:pt x="7461780" y="114007"/>
                </a:cubicBezTo>
                <a:cubicBezTo>
                  <a:pt x="7456963" y="114007"/>
                  <a:pt x="7452908" y="113204"/>
                  <a:pt x="7449617" y="111596"/>
                </a:cubicBezTo>
                <a:cubicBezTo>
                  <a:pt x="7446325" y="109989"/>
                  <a:pt x="7443662" y="107806"/>
                  <a:pt x="7441628" y="105048"/>
                </a:cubicBezTo>
                <a:cubicBezTo>
                  <a:pt x="7439594" y="102288"/>
                  <a:pt x="7438136" y="99073"/>
                  <a:pt x="7437252" y="95403"/>
                </a:cubicBezTo>
                <a:cubicBezTo>
                  <a:pt x="7436369" y="91732"/>
                  <a:pt x="7435928" y="87271"/>
                  <a:pt x="7435928" y="82021"/>
                </a:cubicBezTo>
                <a:lnTo>
                  <a:pt x="7435928" y="38139"/>
                </a:lnTo>
                <a:cubicBezTo>
                  <a:pt x="7435928" y="37711"/>
                  <a:pt x="7436021" y="37349"/>
                  <a:pt x="7436209" y="37055"/>
                </a:cubicBezTo>
                <a:cubicBezTo>
                  <a:pt x="7436396" y="36759"/>
                  <a:pt x="7436757" y="36490"/>
                  <a:pt x="7437293" y="36250"/>
                </a:cubicBezTo>
                <a:cubicBezTo>
                  <a:pt x="7437828" y="36009"/>
                  <a:pt x="7438524" y="35848"/>
                  <a:pt x="7439380" y="35768"/>
                </a:cubicBezTo>
                <a:cubicBezTo>
                  <a:pt x="7440236" y="35688"/>
                  <a:pt x="7441307" y="35647"/>
                  <a:pt x="7442591" y="35647"/>
                </a:cubicBezTo>
                <a:cubicBezTo>
                  <a:pt x="7443876" y="35647"/>
                  <a:pt x="7444947" y="35688"/>
                  <a:pt x="7445803" y="35768"/>
                </a:cubicBezTo>
                <a:cubicBezTo>
                  <a:pt x="7446659" y="35848"/>
                  <a:pt x="7447342" y="36009"/>
                  <a:pt x="7447850" y="36250"/>
                </a:cubicBezTo>
                <a:cubicBezTo>
                  <a:pt x="7448359" y="36490"/>
                  <a:pt x="7448720" y="36759"/>
                  <a:pt x="7448934" y="37055"/>
                </a:cubicBezTo>
                <a:cubicBezTo>
                  <a:pt x="7449148" y="37349"/>
                  <a:pt x="7449255" y="37711"/>
                  <a:pt x="7449255" y="38139"/>
                </a:cubicBezTo>
                <a:lnTo>
                  <a:pt x="7449255" y="80259"/>
                </a:lnTo>
                <a:cubicBezTo>
                  <a:pt x="7449255" y="84493"/>
                  <a:pt x="7449563" y="87882"/>
                  <a:pt x="7450179" y="90428"/>
                </a:cubicBezTo>
                <a:cubicBezTo>
                  <a:pt x="7450794" y="92974"/>
                  <a:pt x="7451731" y="95145"/>
                  <a:pt x="7452989" y="96941"/>
                </a:cubicBezTo>
                <a:cubicBezTo>
                  <a:pt x="7454246" y="98736"/>
                  <a:pt x="7455839" y="100130"/>
                  <a:pt x="7457766" y="101121"/>
                </a:cubicBezTo>
                <a:cubicBezTo>
                  <a:pt x="7459693" y="102112"/>
                  <a:pt x="7461941" y="102607"/>
                  <a:pt x="7464510" y="102607"/>
                </a:cubicBezTo>
                <a:cubicBezTo>
                  <a:pt x="7467828" y="102607"/>
                  <a:pt x="7471134" y="101422"/>
                  <a:pt x="7474425" y="99054"/>
                </a:cubicBezTo>
                <a:cubicBezTo>
                  <a:pt x="7477717" y="96686"/>
                  <a:pt x="7481210" y="93213"/>
                  <a:pt x="7484903" y="88637"/>
                </a:cubicBezTo>
                <a:lnTo>
                  <a:pt x="7484903" y="38136"/>
                </a:lnTo>
                <a:cubicBezTo>
                  <a:pt x="7484903" y="37708"/>
                  <a:pt x="7484996" y="37347"/>
                  <a:pt x="7485184" y="37052"/>
                </a:cubicBezTo>
                <a:cubicBezTo>
                  <a:pt x="7485371" y="36758"/>
                  <a:pt x="7485732" y="36490"/>
                  <a:pt x="7486268" y="36250"/>
                </a:cubicBezTo>
                <a:cubicBezTo>
                  <a:pt x="7486803" y="36009"/>
                  <a:pt x="7487485" y="35848"/>
                  <a:pt x="7488315" y="35768"/>
                </a:cubicBezTo>
                <a:cubicBezTo>
                  <a:pt x="7489145" y="35688"/>
                  <a:pt x="7490228" y="35647"/>
                  <a:pt x="7491567" y="35647"/>
                </a:cubicBezTo>
                <a:cubicBezTo>
                  <a:pt x="7492851" y="35647"/>
                  <a:pt x="7493922" y="35688"/>
                  <a:pt x="7494778" y="35768"/>
                </a:cubicBezTo>
                <a:cubicBezTo>
                  <a:pt x="7495634" y="35848"/>
                  <a:pt x="7496303" y="36009"/>
                  <a:pt x="7496785" y="36250"/>
                </a:cubicBezTo>
                <a:cubicBezTo>
                  <a:pt x="7497267" y="36490"/>
                  <a:pt x="7497628" y="36758"/>
                  <a:pt x="7497869" y="37052"/>
                </a:cubicBezTo>
                <a:cubicBezTo>
                  <a:pt x="7498110" y="37347"/>
                  <a:pt x="7498230" y="37708"/>
                  <a:pt x="7498230" y="38136"/>
                </a:cubicBezTo>
                <a:lnTo>
                  <a:pt x="7498230" y="110395"/>
                </a:lnTo>
                <a:close/>
                <a:moveTo>
                  <a:pt x="7587980" y="73182"/>
                </a:moveTo>
                <a:cubicBezTo>
                  <a:pt x="7587980" y="79502"/>
                  <a:pt x="7587298" y="85181"/>
                  <a:pt x="7585933" y="90217"/>
                </a:cubicBezTo>
                <a:cubicBezTo>
                  <a:pt x="7584568" y="95254"/>
                  <a:pt x="7582561" y="99527"/>
                  <a:pt x="7579912" y="103038"/>
                </a:cubicBezTo>
                <a:cubicBezTo>
                  <a:pt x="7577262" y="106547"/>
                  <a:pt x="7573984" y="109253"/>
                  <a:pt x="7570077" y="111155"/>
                </a:cubicBezTo>
                <a:cubicBezTo>
                  <a:pt x="7566169" y="113057"/>
                  <a:pt x="7561700" y="114007"/>
                  <a:pt x="7556669" y="114007"/>
                </a:cubicBezTo>
                <a:cubicBezTo>
                  <a:pt x="7554528" y="114007"/>
                  <a:pt x="7552547" y="113793"/>
                  <a:pt x="7550727" y="113365"/>
                </a:cubicBezTo>
                <a:cubicBezTo>
                  <a:pt x="7548908" y="112937"/>
                  <a:pt x="7547128" y="112268"/>
                  <a:pt x="7545388" y="111358"/>
                </a:cubicBezTo>
                <a:cubicBezTo>
                  <a:pt x="7543649" y="110446"/>
                  <a:pt x="7541923" y="109294"/>
                  <a:pt x="7540210" y="107901"/>
                </a:cubicBezTo>
                <a:cubicBezTo>
                  <a:pt x="7538497" y="106507"/>
                  <a:pt x="7536677" y="104873"/>
                  <a:pt x="7534750" y="102998"/>
                </a:cubicBezTo>
                <a:lnTo>
                  <a:pt x="7534750" y="139062"/>
                </a:lnTo>
                <a:cubicBezTo>
                  <a:pt x="7534750" y="139489"/>
                  <a:pt x="7534643" y="139862"/>
                  <a:pt x="7534429" y="140183"/>
                </a:cubicBezTo>
                <a:cubicBezTo>
                  <a:pt x="7534215" y="140505"/>
                  <a:pt x="7533867" y="140771"/>
                  <a:pt x="7533385" y="140984"/>
                </a:cubicBezTo>
                <a:cubicBezTo>
                  <a:pt x="7532904" y="141198"/>
                  <a:pt x="7532235" y="141359"/>
                  <a:pt x="7531378" y="141466"/>
                </a:cubicBezTo>
                <a:cubicBezTo>
                  <a:pt x="7530522" y="141573"/>
                  <a:pt x="7529425" y="141626"/>
                  <a:pt x="7528086" y="141626"/>
                </a:cubicBezTo>
                <a:cubicBezTo>
                  <a:pt x="7526802" y="141626"/>
                  <a:pt x="7525731" y="141573"/>
                  <a:pt x="7524875" y="141466"/>
                </a:cubicBezTo>
                <a:cubicBezTo>
                  <a:pt x="7524019" y="141359"/>
                  <a:pt x="7523336" y="141198"/>
                  <a:pt x="7522828" y="140984"/>
                </a:cubicBezTo>
                <a:cubicBezTo>
                  <a:pt x="7522319" y="140770"/>
                  <a:pt x="7521971" y="140502"/>
                  <a:pt x="7521784" y="140181"/>
                </a:cubicBezTo>
                <a:cubicBezTo>
                  <a:pt x="7521597" y="139860"/>
                  <a:pt x="7521503" y="139485"/>
                  <a:pt x="7521503" y="139057"/>
                </a:cubicBezTo>
                <a:lnTo>
                  <a:pt x="7521503" y="38136"/>
                </a:lnTo>
                <a:cubicBezTo>
                  <a:pt x="7521503" y="37655"/>
                  <a:pt x="7521583" y="37267"/>
                  <a:pt x="7521744" y="36972"/>
                </a:cubicBezTo>
                <a:cubicBezTo>
                  <a:pt x="7521904" y="36678"/>
                  <a:pt x="7522225" y="36424"/>
                  <a:pt x="7522707" y="36209"/>
                </a:cubicBezTo>
                <a:cubicBezTo>
                  <a:pt x="7523189" y="35995"/>
                  <a:pt x="7523804" y="35848"/>
                  <a:pt x="7524554" y="35768"/>
                </a:cubicBezTo>
                <a:cubicBezTo>
                  <a:pt x="7525303" y="35688"/>
                  <a:pt x="7526213" y="35647"/>
                  <a:pt x="7527284" y="35647"/>
                </a:cubicBezTo>
                <a:cubicBezTo>
                  <a:pt x="7528408" y="35647"/>
                  <a:pt x="7529331" y="35688"/>
                  <a:pt x="7530053" y="35768"/>
                </a:cubicBezTo>
                <a:cubicBezTo>
                  <a:pt x="7530776" y="35848"/>
                  <a:pt x="7531378" y="35995"/>
                  <a:pt x="7531860" y="36209"/>
                </a:cubicBezTo>
                <a:cubicBezTo>
                  <a:pt x="7532342" y="36424"/>
                  <a:pt x="7532676" y="36679"/>
                  <a:pt x="7532864" y="36975"/>
                </a:cubicBezTo>
                <a:cubicBezTo>
                  <a:pt x="7533051" y="37269"/>
                  <a:pt x="7533145" y="37657"/>
                  <a:pt x="7533145" y="38139"/>
                </a:cubicBezTo>
                <a:lnTo>
                  <a:pt x="7533145" y="47864"/>
                </a:lnTo>
                <a:cubicBezTo>
                  <a:pt x="7535339" y="45614"/>
                  <a:pt x="7537453" y="43659"/>
                  <a:pt x="7539487" y="41998"/>
                </a:cubicBezTo>
                <a:cubicBezTo>
                  <a:pt x="7541521" y="40337"/>
                  <a:pt x="7543568" y="38958"/>
                  <a:pt x="7545629" y="37860"/>
                </a:cubicBezTo>
                <a:cubicBezTo>
                  <a:pt x="7547690" y="36761"/>
                  <a:pt x="7549804" y="35931"/>
                  <a:pt x="7551972" y="35369"/>
                </a:cubicBezTo>
                <a:cubicBezTo>
                  <a:pt x="7554140" y="34805"/>
                  <a:pt x="7556428" y="34523"/>
                  <a:pt x="7558836" y="34523"/>
                </a:cubicBezTo>
                <a:cubicBezTo>
                  <a:pt x="7564082" y="34523"/>
                  <a:pt x="7568551" y="35541"/>
                  <a:pt x="7572244" y="37577"/>
                </a:cubicBezTo>
                <a:cubicBezTo>
                  <a:pt x="7575937" y="39612"/>
                  <a:pt x="7578948" y="42399"/>
                  <a:pt x="7581277" y="45937"/>
                </a:cubicBezTo>
                <a:cubicBezTo>
                  <a:pt x="7583605" y="49473"/>
                  <a:pt x="7585304" y="53585"/>
                  <a:pt x="7586375" y="58273"/>
                </a:cubicBezTo>
                <a:cubicBezTo>
                  <a:pt x="7587445" y="62960"/>
                  <a:pt x="7587980" y="67929"/>
                  <a:pt x="7587980" y="73182"/>
                </a:cubicBezTo>
                <a:moveTo>
                  <a:pt x="7574011" y="74707"/>
                </a:moveTo>
                <a:cubicBezTo>
                  <a:pt x="7574011" y="71009"/>
                  <a:pt x="7573730" y="67431"/>
                  <a:pt x="7573168" y="63974"/>
                </a:cubicBezTo>
                <a:cubicBezTo>
                  <a:pt x="7572606" y="60516"/>
                  <a:pt x="7571642" y="57448"/>
                  <a:pt x="7570277" y="54768"/>
                </a:cubicBezTo>
                <a:cubicBezTo>
                  <a:pt x="7568912" y="52089"/>
                  <a:pt x="7567079" y="49945"/>
                  <a:pt x="7564778" y="48338"/>
                </a:cubicBezTo>
                <a:cubicBezTo>
                  <a:pt x="7562476" y="46729"/>
                  <a:pt x="7559612" y="45924"/>
                  <a:pt x="7556187" y="45924"/>
                </a:cubicBezTo>
                <a:cubicBezTo>
                  <a:pt x="7554474" y="45924"/>
                  <a:pt x="7552788" y="46179"/>
                  <a:pt x="7551129" y="46689"/>
                </a:cubicBezTo>
                <a:cubicBezTo>
                  <a:pt x="7549470" y="47198"/>
                  <a:pt x="7547783" y="48002"/>
                  <a:pt x="7546071" y="49100"/>
                </a:cubicBezTo>
                <a:cubicBezTo>
                  <a:pt x="7544358" y="50199"/>
                  <a:pt x="7542565" y="51647"/>
                  <a:pt x="7540691" y="53443"/>
                </a:cubicBezTo>
                <a:cubicBezTo>
                  <a:pt x="7538818" y="55240"/>
                  <a:pt x="7536838" y="57452"/>
                  <a:pt x="7534750" y="60080"/>
                </a:cubicBezTo>
                <a:lnTo>
                  <a:pt x="7534750" y="88853"/>
                </a:lnTo>
                <a:cubicBezTo>
                  <a:pt x="7538390" y="93303"/>
                  <a:pt x="7541842" y="96709"/>
                  <a:pt x="7545107" y="99069"/>
                </a:cubicBezTo>
                <a:cubicBezTo>
                  <a:pt x="7548372" y="101427"/>
                  <a:pt x="7551798" y="102607"/>
                  <a:pt x="7555384" y="102607"/>
                </a:cubicBezTo>
                <a:cubicBezTo>
                  <a:pt x="7558703" y="102607"/>
                  <a:pt x="7561553" y="101803"/>
                  <a:pt x="7563935" y="100196"/>
                </a:cubicBezTo>
                <a:cubicBezTo>
                  <a:pt x="7566316" y="98586"/>
                  <a:pt x="7568243" y="96442"/>
                  <a:pt x="7569715" y="93763"/>
                </a:cubicBezTo>
                <a:cubicBezTo>
                  <a:pt x="7571187" y="91083"/>
                  <a:pt x="7572271" y="88081"/>
                  <a:pt x="7572967" y="84758"/>
                </a:cubicBezTo>
                <a:cubicBezTo>
                  <a:pt x="7573663" y="81434"/>
                  <a:pt x="7574011" y="78084"/>
                  <a:pt x="7574011" y="74707"/>
                </a:cubicBezTo>
                <a:close/>
                <a:moveTo>
                  <a:pt x="7673153" y="73182"/>
                </a:moveTo>
                <a:cubicBezTo>
                  <a:pt x="7673153" y="79502"/>
                  <a:pt x="7672471" y="85181"/>
                  <a:pt x="7671106" y="90217"/>
                </a:cubicBezTo>
                <a:cubicBezTo>
                  <a:pt x="7669741" y="95254"/>
                  <a:pt x="7667734" y="99527"/>
                  <a:pt x="7665085" y="103038"/>
                </a:cubicBezTo>
                <a:cubicBezTo>
                  <a:pt x="7662435" y="106547"/>
                  <a:pt x="7659157" y="109253"/>
                  <a:pt x="7655249" y="111155"/>
                </a:cubicBezTo>
                <a:cubicBezTo>
                  <a:pt x="7651342" y="113057"/>
                  <a:pt x="7646873" y="114007"/>
                  <a:pt x="7641842" y="114007"/>
                </a:cubicBezTo>
                <a:cubicBezTo>
                  <a:pt x="7639701" y="114007"/>
                  <a:pt x="7637720" y="113793"/>
                  <a:pt x="7635900" y="113365"/>
                </a:cubicBezTo>
                <a:cubicBezTo>
                  <a:pt x="7634080" y="112937"/>
                  <a:pt x="7632301" y="112268"/>
                  <a:pt x="7630561" y="111358"/>
                </a:cubicBezTo>
                <a:cubicBezTo>
                  <a:pt x="7628822" y="110446"/>
                  <a:pt x="7627095" y="109294"/>
                  <a:pt x="7625383" y="107901"/>
                </a:cubicBezTo>
                <a:cubicBezTo>
                  <a:pt x="7623670" y="106507"/>
                  <a:pt x="7621850" y="104873"/>
                  <a:pt x="7619923" y="102998"/>
                </a:cubicBezTo>
                <a:lnTo>
                  <a:pt x="7619923" y="139062"/>
                </a:lnTo>
                <a:cubicBezTo>
                  <a:pt x="7619923" y="139489"/>
                  <a:pt x="7619816" y="139862"/>
                  <a:pt x="7619602" y="140183"/>
                </a:cubicBezTo>
                <a:cubicBezTo>
                  <a:pt x="7619388" y="140505"/>
                  <a:pt x="7619040" y="140771"/>
                  <a:pt x="7618558" y="140984"/>
                </a:cubicBezTo>
                <a:cubicBezTo>
                  <a:pt x="7618077" y="141198"/>
                  <a:pt x="7617408" y="141359"/>
                  <a:pt x="7616551" y="141466"/>
                </a:cubicBezTo>
                <a:cubicBezTo>
                  <a:pt x="7615695" y="141573"/>
                  <a:pt x="7614597" y="141626"/>
                  <a:pt x="7613259" y="141626"/>
                </a:cubicBezTo>
                <a:cubicBezTo>
                  <a:pt x="7611975" y="141626"/>
                  <a:pt x="7610904" y="141573"/>
                  <a:pt x="7610048" y="141466"/>
                </a:cubicBezTo>
                <a:cubicBezTo>
                  <a:pt x="7609191" y="141359"/>
                  <a:pt x="7608509" y="141198"/>
                  <a:pt x="7608001" y="140984"/>
                </a:cubicBezTo>
                <a:cubicBezTo>
                  <a:pt x="7607492" y="140770"/>
                  <a:pt x="7607144" y="140502"/>
                  <a:pt x="7606957" y="140181"/>
                </a:cubicBezTo>
                <a:cubicBezTo>
                  <a:pt x="7606770" y="139860"/>
                  <a:pt x="7606676" y="139485"/>
                  <a:pt x="7606676" y="139057"/>
                </a:cubicBezTo>
                <a:lnTo>
                  <a:pt x="7606676" y="38136"/>
                </a:lnTo>
                <a:cubicBezTo>
                  <a:pt x="7606676" y="37655"/>
                  <a:pt x="7606756" y="37267"/>
                  <a:pt x="7606917" y="36972"/>
                </a:cubicBezTo>
                <a:cubicBezTo>
                  <a:pt x="7607077" y="36678"/>
                  <a:pt x="7607398" y="36424"/>
                  <a:pt x="7607880" y="36209"/>
                </a:cubicBezTo>
                <a:cubicBezTo>
                  <a:pt x="7608362" y="35995"/>
                  <a:pt x="7608977" y="35848"/>
                  <a:pt x="7609727" y="35768"/>
                </a:cubicBezTo>
                <a:cubicBezTo>
                  <a:pt x="7610476" y="35688"/>
                  <a:pt x="7611386" y="35647"/>
                  <a:pt x="7612456" y="35647"/>
                </a:cubicBezTo>
                <a:cubicBezTo>
                  <a:pt x="7613581" y="35647"/>
                  <a:pt x="7614504" y="35688"/>
                  <a:pt x="7615226" y="35768"/>
                </a:cubicBezTo>
                <a:cubicBezTo>
                  <a:pt x="7615949" y="35848"/>
                  <a:pt x="7616551" y="35995"/>
                  <a:pt x="7617033" y="36209"/>
                </a:cubicBezTo>
                <a:cubicBezTo>
                  <a:pt x="7617515" y="36424"/>
                  <a:pt x="7617849" y="36679"/>
                  <a:pt x="7618036" y="36975"/>
                </a:cubicBezTo>
                <a:cubicBezTo>
                  <a:pt x="7618224" y="37269"/>
                  <a:pt x="7618317" y="37657"/>
                  <a:pt x="7618317" y="38139"/>
                </a:cubicBezTo>
                <a:lnTo>
                  <a:pt x="7618317" y="47864"/>
                </a:lnTo>
                <a:cubicBezTo>
                  <a:pt x="7620512" y="45614"/>
                  <a:pt x="7622626" y="43659"/>
                  <a:pt x="7624660" y="41998"/>
                </a:cubicBezTo>
                <a:cubicBezTo>
                  <a:pt x="7626694" y="40337"/>
                  <a:pt x="7628741" y="38958"/>
                  <a:pt x="7630802" y="37860"/>
                </a:cubicBezTo>
                <a:cubicBezTo>
                  <a:pt x="7632863" y="36761"/>
                  <a:pt x="7634977" y="35931"/>
                  <a:pt x="7637145" y="35369"/>
                </a:cubicBezTo>
                <a:cubicBezTo>
                  <a:pt x="7639312" y="34805"/>
                  <a:pt x="7641601" y="34523"/>
                  <a:pt x="7644009" y="34523"/>
                </a:cubicBezTo>
                <a:cubicBezTo>
                  <a:pt x="7649255" y="34523"/>
                  <a:pt x="7653724" y="35541"/>
                  <a:pt x="7657417" y="37577"/>
                </a:cubicBezTo>
                <a:cubicBezTo>
                  <a:pt x="7661110" y="39612"/>
                  <a:pt x="7664121" y="42399"/>
                  <a:pt x="7666449" y="45937"/>
                </a:cubicBezTo>
                <a:cubicBezTo>
                  <a:pt x="7668778" y="49473"/>
                  <a:pt x="7670477" y="53585"/>
                  <a:pt x="7671548" y="58273"/>
                </a:cubicBezTo>
                <a:cubicBezTo>
                  <a:pt x="7672618" y="62960"/>
                  <a:pt x="7673153" y="67929"/>
                  <a:pt x="7673153" y="73182"/>
                </a:cubicBezTo>
                <a:moveTo>
                  <a:pt x="7659183" y="74707"/>
                </a:moveTo>
                <a:cubicBezTo>
                  <a:pt x="7659183" y="71009"/>
                  <a:pt x="7658902" y="67431"/>
                  <a:pt x="7658340" y="63974"/>
                </a:cubicBezTo>
                <a:cubicBezTo>
                  <a:pt x="7657778" y="60516"/>
                  <a:pt x="7656815" y="57448"/>
                  <a:pt x="7655450" y="54768"/>
                </a:cubicBezTo>
                <a:cubicBezTo>
                  <a:pt x="7654085" y="52089"/>
                  <a:pt x="7652252" y="49945"/>
                  <a:pt x="7649950" y="48338"/>
                </a:cubicBezTo>
                <a:cubicBezTo>
                  <a:pt x="7647649" y="46729"/>
                  <a:pt x="7644785" y="45924"/>
                  <a:pt x="7641360" y="45924"/>
                </a:cubicBezTo>
                <a:cubicBezTo>
                  <a:pt x="7639647" y="45924"/>
                  <a:pt x="7637961" y="46179"/>
                  <a:pt x="7636302" y="46689"/>
                </a:cubicBezTo>
                <a:cubicBezTo>
                  <a:pt x="7634642" y="47198"/>
                  <a:pt x="7632956" y="48002"/>
                  <a:pt x="7631244" y="49100"/>
                </a:cubicBezTo>
                <a:cubicBezTo>
                  <a:pt x="7629531" y="50199"/>
                  <a:pt x="7627738" y="51647"/>
                  <a:pt x="7625864" y="53443"/>
                </a:cubicBezTo>
                <a:cubicBezTo>
                  <a:pt x="7623991" y="55240"/>
                  <a:pt x="7622011" y="57452"/>
                  <a:pt x="7619923" y="60080"/>
                </a:cubicBezTo>
                <a:lnTo>
                  <a:pt x="7619923" y="88853"/>
                </a:lnTo>
                <a:cubicBezTo>
                  <a:pt x="7623563" y="93303"/>
                  <a:pt x="7627015" y="96709"/>
                  <a:pt x="7630280" y="99069"/>
                </a:cubicBezTo>
                <a:cubicBezTo>
                  <a:pt x="7633545" y="101427"/>
                  <a:pt x="7636971" y="102607"/>
                  <a:pt x="7640557" y="102607"/>
                </a:cubicBezTo>
                <a:cubicBezTo>
                  <a:pt x="7643875" y="102607"/>
                  <a:pt x="7646726" y="101803"/>
                  <a:pt x="7649107" y="100196"/>
                </a:cubicBezTo>
                <a:cubicBezTo>
                  <a:pt x="7651489" y="98586"/>
                  <a:pt x="7653416" y="96442"/>
                  <a:pt x="7654888" y="93763"/>
                </a:cubicBezTo>
                <a:cubicBezTo>
                  <a:pt x="7656360" y="91083"/>
                  <a:pt x="7657444" y="88081"/>
                  <a:pt x="7658140" y="84758"/>
                </a:cubicBezTo>
                <a:cubicBezTo>
                  <a:pt x="7658836" y="81434"/>
                  <a:pt x="7659183" y="78084"/>
                  <a:pt x="7659183" y="74707"/>
                </a:cubicBezTo>
                <a:close/>
                <a:moveTo>
                  <a:pt x="7759050" y="73503"/>
                </a:moveTo>
                <a:cubicBezTo>
                  <a:pt x="7759050" y="79395"/>
                  <a:pt x="7758274" y="84820"/>
                  <a:pt x="7756722" y="89776"/>
                </a:cubicBezTo>
                <a:cubicBezTo>
                  <a:pt x="7755170" y="94732"/>
                  <a:pt x="7752855" y="99005"/>
                  <a:pt x="7749777" y="102597"/>
                </a:cubicBezTo>
                <a:cubicBezTo>
                  <a:pt x="7746699" y="106186"/>
                  <a:pt x="7742845" y="108985"/>
                  <a:pt x="7738216" y="110994"/>
                </a:cubicBezTo>
                <a:cubicBezTo>
                  <a:pt x="7733586" y="113003"/>
                  <a:pt x="7728220" y="114007"/>
                  <a:pt x="7722118" y="114007"/>
                </a:cubicBezTo>
                <a:cubicBezTo>
                  <a:pt x="7716177" y="114007"/>
                  <a:pt x="7710998" y="113123"/>
                  <a:pt x="7706583" y="111355"/>
                </a:cubicBezTo>
                <a:cubicBezTo>
                  <a:pt x="7702167" y="109587"/>
                  <a:pt x="7698487" y="107016"/>
                  <a:pt x="7695543" y="103640"/>
                </a:cubicBezTo>
                <a:cubicBezTo>
                  <a:pt x="7692599" y="100265"/>
                  <a:pt x="7690405" y="96166"/>
                  <a:pt x="7688960" y="91344"/>
                </a:cubicBezTo>
                <a:cubicBezTo>
                  <a:pt x="7687514" y="86522"/>
                  <a:pt x="7686792" y="81056"/>
                  <a:pt x="7686792" y="74948"/>
                </a:cubicBezTo>
                <a:cubicBezTo>
                  <a:pt x="7686792" y="69055"/>
                  <a:pt x="7687555" y="63631"/>
                  <a:pt x="7689080" y="58675"/>
                </a:cubicBezTo>
                <a:cubicBezTo>
                  <a:pt x="7690605" y="53719"/>
                  <a:pt x="7692907" y="49446"/>
                  <a:pt x="7695985" y="45856"/>
                </a:cubicBezTo>
                <a:cubicBezTo>
                  <a:pt x="7699062" y="42265"/>
                  <a:pt x="7702903" y="39479"/>
                  <a:pt x="7707506" y="37497"/>
                </a:cubicBezTo>
                <a:cubicBezTo>
                  <a:pt x="7712109" y="35514"/>
                  <a:pt x="7717488" y="34523"/>
                  <a:pt x="7723644" y="34523"/>
                </a:cubicBezTo>
                <a:cubicBezTo>
                  <a:pt x="7729585" y="34523"/>
                  <a:pt x="7734763" y="35407"/>
                  <a:pt x="7739179" y="37175"/>
                </a:cubicBezTo>
                <a:cubicBezTo>
                  <a:pt x="7743595" y="38943"/>
                  <a:pt x="7747275" y="41515"/>
                  <a:pt x="7750219" y="44890"/>
                </a:cubicBezTo>
                <a:cubicBezTo>
                  <a:pt x="7753162" y="48266"/>
                  <a:pt x="7755370" y="52365"/>
                  <a:pt x="7756842" y="57187"/>
                </a:cubicBezTo>
                <a:cubicBezTo>
                  <a:pt x="7758314" y="62009"/>
                  <a:pt x="7759050" y="67448"/>
                  <a:pt x="7759050" y="73503"/>
                </a:cubicBezTo>
                <a:moveTo>
                  <a:pt x="7745080" y="74386"/>
                </a:moveTo>
                <a:cubicBezTo>
                  <a:pt x="7745080" y="70474"/>
                  <a:pt x="7744719" y="66775"/>
                  <a:pt x="7743996" y="63291"/>
                </a:cubicBezTo>
                <a:cubicBezTo>
                  <a:pt x="7743274" y="59807"/>
                  <a:pt x="7742083" y="56752"/>
                  <a:pt x="7740424" y="54126"/>
                </a:cubicBezTo>
                <a:cubicBezTo>
                  <a:pt x="7738764" y="51500"/>
                  <a:pt x="7736516" y="49423"/>
                  <a:pt x="7733679" y="47896"/>
                </a:cubicBezTo>
                <a:cubicBezTo>
                  <a:pt x="7730843" y="46367"/>
                  <a:pt x="7727310" y="45603"/>
                  <a:pt x="7723082" y="45603"/>
                </a:cubicBezTo>
                <a:cubicBezTo>
                  <a:pt x="7719174" y="45603"/>
                  <a:pt x="7715816" y="46300"/>
                  <a:pt x="7713006" y="47693"/>
                </a:cubicBezTo>
                <a:cubicBezTo>
                  <a:pt x="7710195" y="49086"/>
                  <a:pt x="7707881" y="51057"/>
                  <a:pt x="7706061" y="53604"/>
                </a:cubicBezTo>
                <a:cubicBezTo>
                  <a:pt x="7704241" y="56150"/>
                  <a:pt x="7702889" y="59165"/>
                  <a:pt x="7702006" y="62649"/>
                </a:cubicBezTo>
                <a:cubicBezTo>
                  <a:pt x="7701123" y="66131"/>
                  <a:pt x="7700681" y="69937"/>
                  <a:pt x="7700681" y="74065"/>
                </a:cubicBezTo>
                <a:cubicBezTo>
                  <a:pt x="7700681" y="78031"/>
                  <a:pt x="7701043" y="81756"/>
                  <a:pt x="7701765" y="85240"/>
                </a:cubicBezTo>
                <a:cubicBezTo>
                  <a:pt x="7702488" y="88724"/>
                  <a:pt x="7703692" y="91765"/>
                  <a:pt x="7705378" y="94365"/>
                </a:cubicBezTo>
                <a:cubicBezTo>
                  <a:pt x="7707064" y="96964"/>
                  <a:pt x="7709326" y="99028"/>
                  <a:pt x="7712163" y="100557"/>
                </a:cubicBezTo>
                <a:cubicBezTo>
                  <a:pt x="7714999" y="102084"/>
                  <a:pt x="7718532" y="102848"/>
                  <a:pt x="7722760" y="102848"/>
                </a:cubicBezTo>
                <a:cubicBezTo>
                  <a:pt x="7726614" y="102848"/>
                  <a:pt x="7729959" y="102151"/>
                  <a:pt x="7732796" y="100758"/>
                </a:cubicBezTo>
                <a:cubicBezTo>
                  <a:pt x="7735633" y="99364"/>
                  <a:pt x="7737961" y="97408"/>
                  <a:pt x="7739781" y="94889"/>
                </a:cubicBezTo>
                <a:cubicBezTo>
                  <a:pt x="7741601" y="92368"/>
                  <a:pt x="7742939" y="89367"/>
                  <a:pt x="7743796" y="85884"/>
                </a:cubicBezTo>
                <a:cubicBezTo>
                  <a:pt x="7744652" y="82400"/>
                  <a:pt x="7745080" y="78567"/>
                  <a:pt x="7745080" y="74386"/>
                </a:cubicBezTo>
                <a:close/>
                <a:moveTo>
                  <a:pt x="7819254" y="42873"/>
                </a:moveTo>
                <a:cubicBezTo>
                  <a:pt x="7819254" y="44051"/>
                  <a:pt x="7819227" y="45041"/>
                  <a:pt x="7819173" y="45844"/>
                </a:cubicBezTo>
                <a:cubicBezTo>
                  <a:pt x="7819120" y="46647"/>
                  <a:pt x="7819013" y="47276"/>
                  <a:pt x="7818852" y="47731"/>
                </a:cubicBezTo>
                <a:cubicBezTo>
                  <a:pt x="7818692" y="48186"/>
                  <a:pt x="7818491" y="48533"/>
                  <a:pt x="7818250" y="48774"/>
                </a:cubicBezTo>
                <a:cubicBezTo>
                  <a:pt x="7818009" y="49015"/>
                  <a:pt x="7817675" y="49136"/>
                  <a:pt x="7817247" y="49136"/>
                </a:cubicBezTo>
                <a:cubicBezTo>
                  <a:pt x="7816818" y="49136"/>
                  <a:pt x="7816297" y="49015"/>
                  <a:pt x="7815681" y="48774"/>
                </a:cubicBezTo>
                <a:cubicBezTo>
                  <a:pt x="7815065" y="48533"/>
                  <a:pt x="7814370" y="48293"/>
                  <a:pt x="7813594" y="48052"/>
                </a:cubicBezTo>
                <a:cubicBezTo>
                  <a:pt x="7812817" y="47811"/>
                  <a:pt x="7811948" y="47583"/>
                  <a:pt x="7810984" y="47369"/>
                </a:cubicBezTo>
                <a:cubicBezTo>
                  <a:pt x="7810021" y="47155"/>
                  <a:pt x="7808977" y="47048"/>
                  <a:pt x="7807853" y="47048"/>
                </a:cubicBezTo>
                <a:cubicBezTo>
                  <a:pt x="7806515" y="47048"/>
                  <a:pt x="7805204" y="47316"/>
                  <a:pt x="7803919" y="47851"/>
                </a:cubicBezTo>
                <a:cubicBezTo>
                  <a:pt x="7802634" y="48386"/>
                  <a:pt x="7801283" y="49269"/>
                  <a:pt x="7799864" y="50500"/>
                </a:cubicBezTo>
                <a:cubicBezTo>
                  <a:pt x="7798446" y="51732"/>
                  <a:pt x="7796961" y="53364"/>
                  <a:pt x="7795409" y="55398"/>
                </a:cubicBezTo>
                <a:cubicBezTo>
                  <a:pt x="7793856" y="57432"/>
                  <a:pt x="7792144" y="59921"/>
                  <a:pt x="7790270" y="62865"/>
                </a:cubicBezTo>
                <a:lnTo>
                  <a:pt x="7790270" y="110395"/>
                </a:lnTo>
                <a:cubicBezTo>
                  <a:pt x="7790270" y="110823"/>
                  <a:pt x="7790163" y="111184"/>
                  <a:pt x="7789949" y="111478"/>
                </a:cubicBezTo>
                <a:cubicBezTo>
                  <a:pt x="7789735" y="111773"/>
                  <a:pt x="7789387" y="112027"/>
                  <a:pt x="7788905" y="112241"/>
                </a:cubicBezTo>
                <a:cubicBezTo>
                  <a:pt x="7788424" y="112455"/>
                  <a:pt x="7787755" y="112616"/>
                  <a:pt x="7786898" y="112723"/>
                </a:cubicBezTo>
                <a:cubicBezTo>
                  <a:pt x="7786042" y="112830"/>
                  <a:pt x="7784944" y="112883"/>
                  <a:pt x="7783606" y="112883"/>
                </a:cubicBezTo>
                <a:cubicBezTo>
                  <a:pt x="7782322" y="112883"/>
                  <a:pt x="7781251" y="112830"/>
                  <a:pt x="7780395" y="112723"/>
                </a:cubicBezTo>
                <a:cubicBezTo>
                  <a:pt x="7779539" y="112616"/>
                  <a:pt x="7778856" y="112455"/>
                  <a:pt x="7778348" y="112241"/>
                </a:cubicBezTo>
                <a:cubicBezTo>
                  <a:pt x="7777839" y="112027"/>
                  <a:pt x="7777491" y="111773"/>
                  <a:pt x="7777304" y="111478"/>
                </a:cubicBezTo>
                <a:cubicBezTo>
                  <a:pt x="7777117" y="111184"/>
                  <a:pt x="7777023" y="110823"/>
                  <a:pt x="7777023" y="110395"/>
                </a:cubicBezTo>
                <a:lnTo>
                  <a:pt x="7777023" y="38136"/>
                </a:lnTo>
                <a:cubicBezTo>
                  <a:pt x="7777023" y="37708"/>
                  <a:pt x="7777103" y="37347"/>
                  <a:pt x="7777264" y="37052"/>
                </a:cubicBezTo>
                <a:cubicBezTo>
                  <a:pt x="7777424" y="36758"/>
                  <a:pt x="7777745" y="36490"/>
                  <a:pt x="7778227" y="36250"/>
                </a:cubicBezTo>
                <a:cubicBezTo>
                  <a:pt x="7778709" y="36009"/>
                  <a:pt x="7779324" y="35848"/>
                  <a:pt x="7780074" y="35768"/>
                </a:cubicBezTo>
                <a:cubicBezTo>
                  <a:pt x="7780823" y="35688"/>
                  <a:pt x="7781813" y="35647"/>
                  <a:pt x="7783044" y="35647"/>
                </a:cubicBezTo>
                <a:cubicBezTo>
                  <a:pt x="7784222" y="35647"/>
                  <a:pt x="7785199" y="35688"/>
                  <a:pt x="7785975" y="35768"/>
                </a:cubicBezTo>
                <a:cubicBezTo>
                  <a:pt x="7786751" y="35848"/>
                  <a:pt x="7787353" y="36009"/>
                  <a:pt x="7787781" y="36250"/>
                </a:cubicBezTo>
                <a:cubicBezTo>
                  <a:pt x="7788209" y="36490"/>
                  <a:pt x="7788517" y="36758"/>
                  <a:pt x="7788705" y="37052"/>
                </a:cubicBezTo>
                <a:cubicBezTo>
                  <a:pt x="7788892" y="37347"/>
                  <a:pt x="7788986" y="37708"/>
                  <a:pt x="7788986" y="38136"/>
                </a:cubicBezTo>
                <a:lnTo>
                  <a:pt x="7788986" y="48654"/>
                </a:lnTo>
                <a:cubicBezTo>
                  <a:pt x="7790966" y="45764"/>
                  <a:pt x="7792826" y="43408"/>
                  <a:pt x="7794566" y="41589"/>
                </a:cubicBezTo>
                <a:cubicBezTo>
                  <a:pt x="7796305" y="39769"/>
                  <a:pt x="7797951" y="38337"/>
                  <a:pt x="7799503" y="37293"/>
                </a:cubicBezTo>
                <a:cubicBezTo>
                  <a:pt x="7801055" y="36250"/>
                  <a:pt x="7802594" y="35527"/>
                  <a:pt x="7804120" y="35126"/>
                </a:cubicBezTo>
                <a:cubicBezTo>
                  <a:pt x="7805645" y="34724"/>
                  <a:pt x="7807184" y="34523"/>
                  <a:pt x="7808736" y="34523"/>
                </a:cubicBezTo>
                <a:cubicBezTo>
                  <a:pt x="7809432" y="34523"/>
                  <a:pt x="7810221" y="34564"/>
                  <a:pt x="7811105" y="34644"/>
                </a:cubicBezTo>
                <a:cubicBezTo>
                  <a:pt x="7811988" y="34724"/>
                  <a:pt x="7812911" y="34871"/>
                  <a:pt x="7813875" y="35085"/>
                </a:cubicBezTo>
                <a:cubicBezTo>
                  <a:pt x="7814838" y="35299"/>
                  <a:pt x="7815708" y="35540"/>
                  <a:pt x="7816484" y="35808"/>
                </a:cubicBezTo>
                <a:cubicBezTo>
                  <a:pt x="7817260" y="36076"/>
                  <a:pt x="7817809" y="36343"/>
                  <a:pt x="7818130" y="36611"/>
                </a:cubicBezTo>
                <a:cubicBezTo>
                  <a:pt x="7818451" y="36878"/>
                  <a:pt x="7818665" y="37133"/>
                  <a:pt x="7818772" y="37374"/>
                </a:cubicBezTo>
                <a:cubicBezTo>
                  <a:pt x="7818879" y="37614"/>
                  <a:pt x="7818973" y="37922"/>
                  <a:pt x="7819053" y="38297"/>
                </a:cubicBezTo>
                <a:cubicBezTo>
                  <a:pt x="7819133" y="38672"/>
                  <a:pt x="7819187" y="39220"/>
                  <a:pt x="7819214" y="39943"/>
                </a:cubicBezTo>
                <a:cubicBezTo>
                  <a:pt x="7819240" y="40665"/>
                  <a:pt x="7819254" y="41642"/>
                  <a:pt x="7819254" y="42873"/>
                </a:cubicBezTo>
                <a:close/>
                <a:moveTo>
                  <a:pt x="7875271" y="105176"/>
                </a:moveTo>
                <a:cubicBezTo>
                  <a:pt x="7875271" y="106728"/>
                  <a:pt x="7875164" y="107959"/>
                  <a:pt x="7874950" y="108869"/>
                </a:cubicBezTo>
                <a:cubicBezTo>
                  <a:pt x="7874736" y="109779"/>
                  <a:pt x="7874415" y="110448"/>
                  <a:pt x="7873986" y="110876"/>
                </a:cubicBezTo>
                <a:cubicBezTo>
                  <a:pt x="7873558" y="111304"/>
                  <a:pt x="7872916" y="111706"/>
                  <a:pt x="7872060" y="112081"/>
                </a:cubicBezTo>
                <a:cubicBezTo>
                  <a:pt x="7871203" y="112455"/>
                  <a:pt x="7870226" y="112763"/>
                  <a:pt x="7869129" y="113004"/>
                </a:cubicBezTo>
                <a:cubicBezTo>
                  <a:pt x="7868032" y="113245"/>
                  <a:pt x="7866868" y="113445"/>
                  <a:pt x="7865637" y="113606"/>
                </a:cubicBezTo>
                <a:cubicBezTo>
                  <a:pt x="7864405" y="113767"/>
                  <a:pt x="7863174" y="113847"/>
                  <a:pt x="7861943" y="113847"/>
                </a:cubicBezTo>
                <a:cubicBezTo>
                  <a:pt x="7858197" y="113847"/>
                  <a:pt x="7854985" y="113351"/>
                  <a:pt x="7852309" y="112359"/>
                </a:cubicBezTo>
                <a:cubicBezTo>
                  <a:pt x="7849633" y="111366"/>
                  <a:pt x="7847438" y="109863"/>
                  <a:pt x="7845725" y="107850"/>
                </a:cubicBezTo>
                <a:cubicBezTo>
                  <a:pt x="7844013" y="105838"/>
                  <a:pt x="7842768" y="103290"/>
                  <a:pt x="7841992" y="100206"/>
                </a:cubicBezTo>
                <a:cubicBezTo>
                  <a:pt x="7841216" y="97121"/>
                  <a:pt x="7840828" y="93487"/>
                  <a:pt x="7840828" y="89302"/>
                </a:cubicBezTo>
                <a:lnTo>
                  <a:pt x="7840828" y="46968"/>
                </a:lnTo>
                <a:lnTo>
                  <a:pt x="7830712" y="46968"/>
                </a:lnTo>
                <a:cubicBezTo>
                  <a:pt x="7829909" y="46968"/>
                  <a:pt x="7829267" y="46540"/>
                  <a:pt x="7828785" y="45683"/>
                </a:cubicBezTo>
                <a:cubicBezTo>
                  <a:pt x="7828303" y="44827"/>
                  <a:pt x="7828062" y="43435"/>
                  <a:pt x="7828062" y="41508"/>
                </a:cubicBezTo>
                <a:cubicBezTo>
                  <a:pt x="7828062" y="40491"/>
                  <a:pt x="7828129" y="39635"/>
                  <a:pt x="7828263" y="38939"/>
                </a:cubicBezTo>
                <a:cubicBezTo>
                  <a:pt x="7828397" y="38243"/>
                  <a:pt x="7828571" y="37668"/>
                  <a:pt x="7828785" y="37213"/>
                </a:cubicBezTo>
                <a:cubicBezTo>
                  <a:pt x="7828999" y="36758"/>
                  <a:pt x="7829280" y="36437"/>
                  <a:pt x="7829628" y="36250"/>
                </a:cubicBezTo>
                <a:cubicBezTo>
                  <a:pt x="7829976" y="36062"/>
                  <a:pt x="7830364" y="35969"/>
                  <a:pt x="7830792" y="35969"/>
                </a:cubicBezTo>
                <a:lnTo>
                  <a:pt x="7840828" y="35969"/>
                </a:lnTo>
                <a:lnTo>
                  <a:pt x="7840828" y="18787"/>
                </a:lnTo>
                <a:cubicBezTo>
                  <a:pt x="7840828" y="18412"/>
                  <a:pt x="7840922" y="18065"/>
                  <a:pt x="7841109" y="17743"/>
                </a:cubicBezTo>
                <a:cubicBezTo>
                  <a:pt x="7841296" y="17422"/>
                  <a:pt x="7841644" y="17141"/>
                  <a:pt x="7842153" y="16900"/>
                </a:cubicBezTo>
                <a:cubicBezTo>
                  <a:pt x="7842661" y="16660"/>
                  <a:pt x="7843344" y="16486"/>
                  <a:pt x="7844200" y="16379"/>
                </a:cubicBezTo>
                <a:cubicBezTo>
                  <a:pt x="7845056" y="16271"/>
                  <a:pt x="7846127" y="16218"/>
                  <a:pt x="7847411" y="16218"/>
                </a:cubicBezTo>
                <a:cubicBezTo>
                  <a:pt x="7848750" y="16218"/>
                  <a:pt x="7849847" y="16271"/>
                  <a:pt x="7850703" y="16379"/>
                </a:cubicBezTo>
                <a:cubicBezTo>
                  <a:pt x="7851560" y="16486"/>
                  <a:pt x="7852229" y="16660"/>
                  <a:pt x="7852710" y="16900"/>
                </a:cubicBezTo>
                <a:cubicBezTo>
                  <a:pt x="7853192" y="17141"/>
                  <a:pt x="7853540" y="17422"/>
                  <a:pt x="7853754" y="17743"/>
                </a:cubicBezTo>
                <a:cubicBezTo>
                  <a:pt x="7853968" y="18065"/>
                  <a:pt x="7854075" y="18412"/>
                  <a:pt x="7854075" y="18787"/>
                </a:cubicBezTo>
                <a:lnTo>
                  <a:pt x="7854075" y="35969"/>
                </a:lnTo>
                <a:lnTo>
                  <a:pt x="7872622" y="35969"/>
                </a:lnTo>
                <a:cubicBezTo>
                  <a:pt x="7873050" y="35969"/>
                  <a:pt x="7873424" y="36062"/>
                  <a:pt x="7873746" y="36250"/>
                </a:cubicBezTo>
                <a:cubicBezTo>
                  <a:pt x="7874067" y="36437"/>
                  <a:pt x="7874348" y="36758"/>
                  <a:pt x="7874589" y="37213"/>
                </a:cubicBezTo>
                <a:cubicBezTo>
                  <a:pt x="7874829" y="37668"/>
                  <a:pt x="7875003" y="38243"/>
                  <a:pt x="7875110" y="38939"/>
                </a:cubicBezTo>
                <a:cubicBezTo>
                  <a:pt x="7875217" y="39635"/>
                  <a:pt x="7875271" y="40491"/>
                  <a:pt x="7875271" y="41508"/>
                </a:cubicBezTo>
                <a:cubicBezTo>
                  <a:pt x="7875271" y="43435"/>
                  <a:pt x="7875030" y="44827"/>
                  <a:pt x="7874548" y="45683"/>
                </a:cubicBezTo>
                <a:cubicBezTo>
                  <a:pt x="7874067" y="46540"/>
                  <a:pt x="7873424" y="46968"/>
                  <a:pt x="7872622" y="46968"/>
                </a:cubicBezTo>
                <a:lnTo>
                  <a:pt x="7854075" y="46968"/>
                </a:lnTo>
                <a:lnTo>
                  <a:pt x="7854075" y="87390"/>
                </a:lnTo>
                <a:cubicBezTo>
                  <a:pt x="7854075" y="92381"/>
                  <a:pt x="7854811" y="96152"/>
                  <a:pt x="7856283" y="98703"/>
                </a:cubicBezTo>
                <a:cubicBezTo>
                  <a:pt x="7857755" y="101252"/>
                  <a:pt x="7860391" y="102526"/>
                  <a:pt x="7864191" y="102526"/>
                </a:cubicBezTo>
                <a:cubicBezTo>
                  <a:pt x="7865422" y="102526"/>
                  <a:pt x="7866520" y="102406"/>
                  <a:pt x="7867483" y="102165"/>
                </a:cubicBezTo>
                <a:cubicBezTo>
                  <a:pt x="7868447" y="101924"/>
                  <a:pt x="7869303" y="101670"/>
                  <a:pt x="7870052" y="101402"/>
                </a:cubicBezTo>
                <a:cubicBezTo>
                  <a:pt x="7870802" y="101135"/>
                  <a:pt x="7871444" y="100881"/>
                  <a:pt x="7871979" y="100640"/>
                </a:cubicBezTo>
                <a:cubicBezTo>
                  <a:pt x="7872514" y="100399"/>
                  <a:pt x="7872996" y="100278"/>
                  <a:pt x="7873424" y="100278"/>
                </a:cubicBezTo>
                <a:cubicBezTo>
                  <a:pt x="7873692" y="100278"/>
                  <a:pt x="7873946" y="100345"/>
                  <a:pt x="7874187" y="100479"/>
                </a:cubicBezTo>
                <a:cubicBezTo>
                  <a:pt x="7874428" y="100613"/>
                  <a:pt x="7874615" y="100867"/>
                  <a:pt x="7874749" y="101242"/>
                </a:cubicBezTo>
                <a:cubicBezTo>
                  <a:pt x="7874883" y="101616"/>
                  <a:pt x="7875003" y="102125"/>
                  <a:pt x="7875110" y="102767"/>
                </a:cubicBezTo>
                <a:cubicBezTo>
                  <a:pt x="7875217" y="103410"/>
                  <a:pt x="7875271" y="104212"/>
                  <a:pt x="7875271" y="105176"/>
                </a:cubicBezTo>
                <a:close/>
                <a:moveTo>
                  <a:pt x="7906027" y="110395"/>
                </a:moveTo>
                <a:cubicBezTo>
                  <a:pt x="7906027" y="110823"/>
                  <a:pt x="7905920" y="111184"/>
                  <a:pt x="7905706" y="111478"/>
                </a:cubicBezTo>
                <a:cubicBezTo>
                  <a:pt x="7905492" y="111773"/>
                  <a:pt x="7905144" y="112027"/>
                  <a:pt x="7904662" y="112241"/>
                </a:cubicBezTo>
                <a:cubicBezTo>
                  <a:pt x="7904181" y="112455"/>
                  <a:pt x="7903512" y="112616"/>
                  <a:pt x="7902655" y="112723"/>
                </a:cubicBezTo>
                <a:cubicBezTo>
                  <a:pt x="7901799" y="112830"/>
                  <a:pt x="7900702" y="112883"/>
                  <a:pt x="7899363" y="112883"/>
                </a:cubicBezTo>
                <a:cubicBezTo>
                  <a:pt x="7898079" y="112883"/>
                  <a:pt x="7897008" y="112830"/>
                  <a:pt x="7896152" y="112723"/>
                </a:cubicBezTo>
                <a:cubicBezTo>
                  <a:pt x="7895296" y="112616"/>
                  <a:pt x="7894613" y="112455"/>
                  <a:pt x="7894105" y="112241"/>
                </a:cubicBezTo>
                <a:cubicBezTo>
                  <a:pt x="7893596" y="112027"/>
                  <a:pt x="7893248" y="111773"/>
                  <a:pt x="7893061" y="111478"/>
                </a:cubicBezTo>
                <a:cubicBezTo>
                  <a:pt x="7892874" y="111184"/>
                  <a:pt x="7892780" y="110823"/>
                  <a:pt x="7892780" y="110395"/>
                </a:cubicBezTo>
                <a:lnTo>
                  <a:pt x="7892780" y="38136"/>
                </a:lnTo>
                <a:cubicBezTo>
                  <a:pt x="7892780" y="37762"/>
                  <a:pt x="7892874" y="37414"/>
                  <a:pt x="7893061" y="37093"/>
                </a:cubicBezTo>
                <a:cubicBezTo>
                  <a:pt x="7893248" y="36771"/>
                  <a:pt x="7893596" y="36504"/>
                  <a:pt x="7894105" y="36290"/>
                </a:cubicBezTo>
                <a:cubicBezTo>
                  <a:pt x="7894613" y="36076"/>
                  <a:pt x="7895296" y="35915"/>
                  <a:pt x="7896152" y="35808"/>
                </a:cubicBezTo>
                <a:cubicBezTo>
                  <a:pt x="7897008" y="35701"/>
                  <a:pt x="7898079" y="35647"/>
                  <a:pt x="7899363" y="35647"/>
                </a:cubicBezTo>
                <a:cubicBezTo>
                  <a:pt x="7900702" y="35647"/>
                  <a:pt x="7901799" y="35701"/>
                  <a:pt x="7902655" y="35808"/>
                </a:cubicBezTo>
                <a:cubicBezTo>
                  <a:pt x="7903512" y="35915"/>
                  <a:pt x="7904181" y="36076"/>
                  <a:pt x="7904662" y="36290"/>
                </a:cubicBezTo>
                <a:cubicBezTo>
                  <a:pt x="7905144" y="36504"/>
                  <a:pt x="7905492" y="36771"/>
                  <a:pt x="7905706" y="37093"/>
                </a:cubicBezTo>
                <a:cubicBezTo>
                  <a:pt x="7905920" y="37414"/>
                  <a:pt x="7906027" y="37762"/>
                  <a:pt x="7906027" y="38136"/>
                </a:cubicBezTo>
                <a:lnTo>
                  <a:pt x="7906027" y="110395"/>
                </a:lnTo>
                <a:moveTo>
                  <a:pt x="7907553" y="13649"/>
                </a:moveTo>
                <a:cubicBezTo>
                  <a:pt x="7907553" y="16753"/>
                  <a:pt x="7906964" y="18867"/>
                  <a:pt x="7905786" y="19991"/>
                </a:cubicBezTo>
                <a:cubicBezTo>
                  <a:pt x="7904609" y="21115"/>
                  <a:pt x="7902441" y="21677"/>
                  <a:pt x="7899283" y="21677"/>
                </a:cubicBezTo>
                <a:cubicBezTo>
                  <a:pt x="7896179" y="21677"/>
                  <a:pt x="7894051" y="21129"/>
                  <a:pt x="7892900" y="20032"/>
                </a:cubicBezTo>
                <a:cubicBezTo>
                  <a:pt x="7891750" y="18934"/>
                  <a:pt x="7891174" y="16860"/>
                  <a:pt x="7891174" y="13809"/>
                </a:cubicBezTo>
                <a:cubicBezTo>
                  <a:pt x="7891174" y="10705"/>
                  <a:pt x="7891763" y="8591"/>
                  <a:pt x="7892940" y="7467"/>
                </a:cubicBezTo>
                <a:cubicBezTo>
                  <a:pt x="7894118" y="6343"/>
                  <a:pt x="7896286" y="5781"/>
                  <a:pt x="7899444" y="5781"/>
                </a:cubicBezTo>
                <a:cubicBezTo>
                  <a:pt x="7902548" y="5781"/>
                  <a:pt x="7904676" y="6329"/>
                  <a:pt x="7905827" y="7427"/>
                </a:cubicBezTo>
                <a:cubicBezTo>
                  <a:pt x="7906977" y="8524"/>
                  <a:pt x="7907553" y="10598"/>
                  <a:pt x="7907553" y="13649"/>
                </a:cubicBezTo>
                <a:close/>
                <a:moveTo>
                  <a:pt x="7988205" y="37976"/>
                </a:moveTo>
                <a:cubicBezTo>
                  <a:pt x="7988205" y="38190"/>
                  <a:pt x="7988191" y="38417"/>
                  <a:pt x="7988165" y="38658"/>
                </a:cubicBezTo>
                <a:cubicBezTo>
                  <a:pt x="7988138" y="38899"/>
                  <a:pt x="7988098" y="39153"/>
                  <a:pt x="7988044" y="39421"/>
                </a:cubicBezTo>
                <a:cubicBezTo>
                  <a:pt x="7987991" y="39689"/>
                  <a:pt x="7987924" y="39983"/>
                  <a:pt x="7987843" y="40304"/>
                </a:cubicBezTo>
                <a:cubicBezTo>
                  <a:pt x="7987763" y="40625"/>
                  <a:pt x="7987669" y="40973"/>
                  <a:pt x="7987562" y="41348"/>
                </a:cubicBezTo>
                <a:lnTo>
                  <a:pt x="7962914" y="109993"/>
                </a:lnTo>
                <a:cubicBezTo>
                  <a:pt x="7962700" y="110582"/>
                  <a:pt x="7962419" y="111064"/>
                  <a:pt x="7962071" y="111438"/>
                </a:cubicBezTo>
                <a:cubicBezTo>
                  <a:pt x="7961723" y="111813"/>
                  <a:pt x="7961202" y="112107"/>
                  <a:pt x="7960506" y="112321"/>
                </a:cubicBezTo>
                <a:cubicBezTo>
                  <a:pt x="7959810" y="112536"/>
                  <a:pt x="7958927" y="112683"/>
                  <a:pt x="7957856" y="112763"/>
                </a:cubicBezTo>
                <a:cubicBezTo>
                  <a:pt x="7956786" y="112843"/>
                  <a:pt x="7955448" y="112883"/>
                  <a:pt x="7953842" y="112883"/>
                </a:cubicBezTo>
                <a:cubicBezTo>
                  <a:pt x="7952236" y="112883"/>
                  <a:pt x="7950898" y="112830"/>
                  <a:pt x="7949828" y="112723"/>
                </a:cubicBezTo>
                <a:cubicBezTo>
                  <a:pt x="7948757" y="112616"/>
                  <a:pt x="7947887" y="112455"/>
                  <a:pt x="7947218" y="112241"/>
                </a:cubicBezTo>
                <a:cubicBezTo>
                  <a:pt x="7946549" y="112027"/>
                  <a:pt x="7946027" y="111733"/>
                  <a:pt x="7945653" y="111358"/>
                </a:cubicBezTo>
                <a:cubicBezTo>
                  <a:pt x="7945278" y="110983"/>
                  <a:pt x="7944984" y="110528"/>
                  <a:pt x="7944770" y="109993"/>
                </a:cubicBezTo>
                <a:lnTo>
                  <a:pt x="7920202" y="41348"/>
                </a:lnTo>
                <a:cubicBezTo>
                  <a:pt x="7919988" y="40705"/>
                  <a:pt x="7919814" y="40143"/>
                  <a:pt x="7919680" y="39662"/>
                </a:cubicBezTo>
                <a:cubicBezTo>
                  <a:pt x="7919546" y="39180"/>
                  <a:pt x="7919466" y="38819"/>
                  <a:pt x="7919439" y="38578"/>
                </a:cubicBezTo>
                <a:cubicBezTo>
                  <a:pt x="7919412" y="38337"/>
                  <a:pt x="7919399" y="38136"/>
                  <a:pt x="7919399" y="37976"/>
                </a:cubicBezTo>
                <a:cubicBezTo>
                  <a:pt x="7919399" y="37548"/>
                  <a:pt x="7919506" y="37173"/>
                  <a:pt x="7919720" y="36852"/>
                </a:cubicBezTo>
                <a:cubicBezTo>
                  <a:pt x="7919934" y="36531"/>
                  <a:pt x="7920295" y="36276"/>
                  <a:pt x="7920804" y="36089"/>
                </a:cubicBezTo>
                <a:cubicBezTo>
                  <a:pt x="7921312" y="35902"/>
                  <a:pt x="7921981" y="35781"/>
                  <a:pt x="7922811" y="35728"/>
                </a:cubicBezTo>
                <a:cubicBezTo>
                  <a:pt x="7923641" y="35674"/>
                  <a:pt x="7924671" y="35647"/>
                  <a:pt x="7925902" y="35647"/>
                </a:cubicBezTo>
                <a:cubicBezTo>
                  <a:pt x="7927454" y="35647"/>
                  <a:pt x="7928699" y="35688"/>
                  <a:pt x="7929635" y="35768"/>
                </a:cubicBezTo>
                <a:cubicBezTo>
                  <a:pt x="7930572" y="35848"/>
                  <a:pt x="7931295" y="35995"/>
                  <a:pt x="7931803" y="36209"/>
                </a:cubicBezTo>
                <a:cubicBezTo>
                  <a:pt x="7932312" y="36424"/>
                  <a:pt x="7932686" y="36691"/>
                  <a:pt x="7932927" y="37012"/>
                </a:cubicBezTo>
                <a:cubicBezTo>
                  <a:pt x="7933168" y="37333"/>
                  <a:pt x="7933396" y="37735"/>
                  <a:pt x="7933610" y="38217"/>
                </a:cubicBezTo>
                <a:lnTo>
                  <a:pt x="7954002" y="97789"/>
                </a:lnTo>
                <a:lnTo>
                  <a:pt x="7954324" y="98753"/>
                </a:lnTo>
                <a:lnTo>
                  <a:pt x="7954565" y="97789"/>
                </a:lnTo>
                <a:lnTo>
                  <a:pt x="7974717" y="38217"/>
                </a:lnTo>
                <a:cubicBezTo>
                  <a:pt x="7974824" y="37735"/>
                  <a:pt x="7975011" y="37333"/>
                  <a:pt x="7975279" y="37012"/>
                </a:cubicBezTo>
                <a:cubicBezTo>
                  <a:pt x="7975546" y="36691"/>
                  <a:pt x="7975934" y="36424"/>
                  <a:pt x="7976443" y="36209"/>
                </a:cubicBezTo>
                <a:cubicBezTo>
                  <a:pt x="7976951" y="35995"/>
                  <a:pt x="7977647" y="35848"/>
                  <a:pt x="7978530" y="35768"/>
                </a:cubicBezTo>
                <a:cubicBezTo>
                  <a:pt x="7979413" y="35688"/>
                  <a:pt x="7980577" y="35647"/>
                  <a:pt x="7982023" y="35647"/>
                </a:cubicBezTo>
                <a:cubicBezTo>
                  <a:pt x="7983254" y="35647"/>
                  <a:pt x="7984271" y="35674"/>
                  <a:pt x="7985074" y="35728"/>
                </a:cubicBezTo>
                <a:cubicBezTo>
                  <a:pt x="7985876" y="35781"/>
                  <a:pt x="7986505" y="35915"/>
                  <a:pt x="7986960" y="36129"/>
                </a:cubicBezTo>
                <a:cubicBezTo>
                  <a:pt x="7987415" y="36343"/>
                  <a:pt x="7987736" y="36597"/>
                  <a:pt x="7987924" y="36892"/>
                </a:cubicBezTo>
                <a:cubicBezTo>
                  <a:pt x="7988111" y="37186"/>
                  <a:pt x="7988205" y="37548"/>
                  <a:pt x="7988205" y="37976"/>
                </a:cubicBezTo>
                <a:close/>
                <a:moveTo>
                  <a:pt x="8063620" y="71134"/>
                </a:moveTo>
                <a:cubicBezTo>
                  <a:pt x="8063620" y="73222"/>
                  <a:pt x="8063098" y="74707"/>
                  <a:pt x="8062054" y="75590"/>
                </a:cubicBezTo>
                <a:cubicBezTo>
                  <a:pt x="8061011" y="76473"/>
                  <a:pt x="8059820" y="76915"/>
                  <a:pt x="8058482" y="76915"/>
                </a:cubicBezTo>
                <a:lnTo>
                  <a:pt x="8011112" y="76915"/>
                </a:lnTo>
                <a:cubicBezTo>
                  <a:pt x="8011112" y="80941"/>
                  <a:pt x="8011514" y="84565"/>
                  <a:pt x="8012317" y="87786"/>
                </a:cubicBezTo>
                <a:cubicBezTo>
                  <a:pt x="8013119" y="91008"/>
                  <a:pt x="8014458" y="93773"/>
                  <a:pt x="8016331" y="96081"/>
                </a:cubicBezTo>
                <a:cubicBezTo>
                  <a:pt x="8018204" y="98389"/>
                  <a:pt x="8020640" y="100161"/>
                  <a:pt x="8023637" y="101397"/>
                </a:cubicBezTo>
                <a:cubicBezTo>
                  <a:pt x="8026634" y="102632"/>
                  <a:pt x="8030301" y="103249"/>
                  <a:pt x="8034636" y="103249"/>
                </a:cubicBezTo>
                <a:cubicBezTo>
                  <a:pt x="8038062" y="103249"/>
                  <a:pt x="8041113" y="102968"/>
                  <a:pt x="8043789" y="102406"/>
                </a:cubicBezTo>
                <a:cubicBezTo>
                  <a:pt x="8046465" y="101844"/>
                  <a:pt x="8048780" y="101215"/>
                  <a:pt x="8050734" y="100519"/>
                </a:cubicBezTo>
                <a:cubicBezTo>
                  <a:pt x="8052687" y="99823"/>
                  <a:pt x="8054293" y="99195"/>
                  <a:pt x="8055551" y="98632"/>
                </a:cubicBezTo>
                <a:cubicBezTo>
                  <a:pt x="8056809" y="98070"/>
                  <a:pt x="8057759" y="97789"/>
                  <a:pt x="8058401" y="97789"/>
                </a:cubicBezTo>
                <a:cubicBezTo>
                  <a:pt x="8058776" y="97789"/>
                  <a:pt x="8059110" y="97883"/>
                  <a:pt x="8059405" y="98070"/>
                </a:cubicBezTo>
                <a:cubicBezTo>
                  <a:pt x="8059699" y="98258"/>
                  <a:pt x="8059927" y="98539"/>
                  <a:pt x="8060087" y="98914"/>
                </a:cubicBezTo>
                <a:cubicBezTo>
                  <a:pt x="8060248" y="99288"/>
                  <a:pt x="8060368" y="99810"/>
                  <a:pt x="8060449" y="100479"/>
                </a:cubicBezTo>
                <a:cubicBezTo>
                  <a:pt x="8060529" y="101148"/>
                  <a:pt x="8060569" y="101964"/>
                  <a:pt x="8060569" y="102928"/>
                </a:cubicBezTo>
                <a:cubicBezTo>
                  <a:pt x="8060569" y="103624"/>
                  <a:pt x="8060542" y="104226"/>
                  <a:pt x="8060489" y="104734"/>
                </a:cubicBezTo>
                <a:cubicBezTo>
                  <a:pt x="8060435" y="105243"/>
                  <a:pt x="8060368" y="105698"/>
                  <a:pt x="8060288" y="106099"/>
                </a:cubicBezTo>
                <a:cubicBezTo>
                  <a:pt x="8060208" y="106501"/>
                  <a:pt x="8060074" y="106862"/>
                  <a:pt x="8059887" y="107183"/>
                </a:cubicBezTo>
                <a:cubicBezTo>
                  <a:pt x="8059699" y="107504"/>
                  <a:pt x="8059458" y="107812"/>
                  <a:pt x="8059164" y="108106"/>
                </a:cubicBezTo>
                <a:cubicBezTo>
                  <a:pt x="8058870" y="108401"/>
                  <a:pt x="8058000" y="108882"/>
                  <a:pt x="8056555" y="109552"/>
                </a:cubicBezTo>
                <a:cubicBezTo>
                  <a:pt x="8055109" y="110221"/>
                  <a:pt x="8053236" y="110876"/>
                  <a:pt x="8050935" y="111519"/>
                </a:cubicBezTo>
                <a:cubicBezTo>
                  <a:pt x="8048633" y="112161"/>
                  <a:pt x="8045970" y="112736"/>
                  <a:pt x="8042946" y="113245"/>
                </a:cubicBezTo>
                <a:cubicBezTo>
                  <a:pt x="8039922" y="113753"/>
                  <a:pt x="8036697" y="114007"/>
                  <a:pt x="8033271" y="114007"/>
                </a:cubicBezTo>
                <a:cubicBezTo>
                  <a:pt x="8027330" y="114007"/>
                  <a:pt x="8022125" y="113177"/>
                  <a:pt x="8017656" y="111516"/>
                </a:cubicBezTo>
                <a:cubicBezTo>
                  <a:pt x="8013186" y="109855"/>
                  <a:pt x="8009426" y="107390"/>
                  <a:pt x="8006375" y="104122"/>
                </a:cubicBezTo>
                <a:cubicBezTo>
                  <a:pt x="8003324" y="100854"/>
                  <a:pt x="8001023" y="96755"/>
                  <a:pt x="7999471" y="91826"/>
                </a:cubicBezTo>
                <a:cubicBezTo>
                  <a:pt x="7997918" y="86896"/>
                  <a:pt x="7997142" y="81163"/>
                  <a:pt x="7997142" y="74627"/>
                </a:cubicBezTo>
                <a:cubicBezTo>
                  <a:pt x="7997142" y="68411"/>
                  <a:pt x="7997945" y="62825"/>
                  <a:pt x="7999551" y="57869"/>
                </a:cubicBezTo>
                <a:cubicBezTo>
                  <a:pt x="8001157" y="52913"/>
                  <a:pt x="8003472" y="48707"/>
                  <a:pt x="8006496" y="45252"/>
                </a:cubicBezTo>
                <a:cubicBezTo>
                  <a:pt x="8009520" y="41796"/>
                  <a:pt x="8013173" y="39144"/>
                  <a:pt x="8017455" y="37296"/>
                </a:cubicBezTo>
                <a:cubicBezTo>
                  <a:pt x="8021737" y="35448"/>
                  <a:pt x="8026527" y="34523"/>
                  <a:pt x="8031826" y="34523"/>
                </a:cubicBezTo>
                <a:cubicBezTo>
                  <a:pt x="8037500" y="34523"/>
                  <a:pt x="8042330" y="35433"/>
                  <a:pt x="8046318" y="37253"/>
                </a:cubicBezTo>
                <a:cubicBezTo>
                  <a:pt x="8050306" y="39073"/>
                  <a:pt x="8053584" y="41522"/>
                  <a:pt x="8056153" y="44599"/>
                </a:cubicBezTo>
                <a:cubicBezTo>
                  <a:pt x="8058722" y="47677"/>
                  <a:pt x="8060609" y="51290"/>
                  <a:pt x="8061813" y="55438"/>
                </a:cubicBezTo>
                <a:cubicBezTo>
                  <a:pt x="8063018" y="59586"/>
                  <a:pt x="8063620" y="64015"/>
                  <a:pt x="8063620" y="68726"/>
                </a:cubicBezTo>
                <a:lnTo>
                  <a:pt x="8063620" y="71134"/>
                </a:lnTo>
                <a:moveTo>
                  <a:pt x="8050292" y="67200"/>
                </a:moveTo>
                <a:cubicBezTo>
                  <a:pt x="8050453" y="60242"/>
                  <a:pt x="8048914" y="54782"/>
                  <a:pt x="8045676" y="50822"/>
                </a:cubicBezTo>
                <a:cubicBezTo>
                  <a:pt x="8042438" y="46861"/>
                  <a:pt x="8037634" y="44880"/>
                  <a:pt x="8031264" y="44880"/>
                </a:cubicBezTo>
                <a:cubicBezTo>
                  <a:pt x="8027999" y="44880"/>
                  <a:pt x="8025136" y="45496"/>
                  <a:pt x="8022674" y="46727"/>
                </a:cubicBezTo>
                <a:cubicBezTo>
                  <a:pt x="8020211" y="47958"/>
                  <a:pt x="8018151" y="49591"/>
                  <a:pt x="8016491" y="51625"/>
                </a:cubicBezTo>
                <a:cubicBezTo>
                  <a:pt x="8014832" y="53658"/>
                  <a:pt x="8013548" y="56027"/>
                  <a:pt x="8012638" y="58730"/>
                </a:cubicBezTo>
                <a:cubicBezTo>
                  <a:pt x="8011728" y="61433"/>
                  <a:pt x="8011219" y="64256"/>
                  <a:pt x="8011112" y="67200"/>
                </a:cubicBezTo>
                <a:lnTo>
                  <a:pt x="8050292" y="67200"/>
                </a:lnTo>
                <a:close/>
                <a:moveTo>
                  <a:pt x="8186201" y="73342"/>
                </a:moveTo>
                <a:cubicBezTo>
                  <a:pt x="8186201" y="79610"/>
                  <a:pt x="8185518" y="85248"/>
                  <a:pt x="8184153" y="90258"/>
                </a:cubicBezTo>
                <a:cubicBezTo>
                  <a:pt x="8182788" y="95267"/>
                  <a:pt x="8180781" y="99541"/>
                  <a:pt x="8178132" y="103078"/>
                </a:cubicBezTo>
                <a:cubicBezTo>
                  <a:pt x="8175482" y="106614"/>
                  <a:pt x="8172231" y="109320"/>
                  <a:pt x="8168377" y="111195"/>
                </a:cubicBezTo>
                <a:cubicBezTo>
                  <a:pt x="8164523" y="113070"/>
                  <a:pt x="8160107" y="114007"/>
                  <a:pt x="8155130" y="114007"/>
                </a:cubicBezTo>
                <a:cubicBezTo>
                  <a:pt x="8152828" y="114007"/>
                  <a:pt x="8150700" y="113779"/>
                  <a:pt x="8148747" y="113322"/>
                </a:cubicBezTo>
                <a:cubicBezTo>
                  <a:pt x="8146793" y="112868"/>
                  <a:pt x="8144880" y="112132"/>
                  <a:pt x="8143006" y="111115"/>
                </a:cubicBezTo>
                <a:cubicBezTo>
                  <a:pt x="8141133" y="110096"/>
                  <a:pt x="8139260" y="108810"/>
                  <a:pt x="8137386" y="107256"/>
                </a:cubicBezTo>
                <a:cubicBezTo>
                  <a:pt x="8135513" y="105702"/>
                  <a:pt x="8133532" y="103827"/>
                  <a:pt x="8131445" y="101631"/>
                </a:cubicBezTo>
                <a:lnTo>
                  <a:pt x="8131445" y="110410"/>
                </a:lnTo>
                <a:cubicBezTo>
                  <a:pt x="8131445" y="110834"/>
                  <a:pt x="8131338" y="111207"/>
                  <a:pt x="8131124" y="111526"/>
                </a:cubicBezTo>
                <a:cubicBezTo>
                  <a:pt x="8130910" y="111846"/>
                  <a:pt x="8130562" y="112099"/>
                  <a:pt x="8130080" y="112286"/>
                </a:cubicBezTo>
                <a:cubicBezTo>
                  <a:pt x="8129598" y="112472"/>
                  <a:pt x="8128996" y="112617"/>
                  <a:pt x="8128274" y="112723"/>
                </a:cubicBezTo>
                <a:cubicBezTo>
                  <a:pt x="8127551" y="112830"/>
                  <a:pt x="8126628" y="112883"/>
                  <a:pt x="8125504" y="112883"/>
                </a:cubicBezTo>
                <a:cubicBezTo>
                  <a:pt x="8124433" y="112883"/>
                  <a:pt x="8123523" y="112830"/>
                  <a:pt x="8122774" y="112723"/>
                </a:cubicBezTo>
                <a:cubicBezTo>
                  <a:pt x="8122025" y="112616"/>
                  <a:pt x="8121409" y="112469"/>
                  <a:pt x="8120927" y="112281"/>
                </a:cubicBezTo>
                <a:cubicBezTo>
                  <a:pt x="8120446" y="112094"/>
                  <a:pt x="8120125" y="111840"/>
                  <a:pt x="8119964" y="111519"/>
                </a:cubicBezTo>
                <a:cubicBezTo>
                  <a:pt x="8119803" y="111196"/>
                  <a:pt x="8119723" y="110820"/>
                  <a:pt x="8119723" y="110392"/>
                </a:cubicBezTo>
                <a:lnTo>
                  <a:pt x="8119723" y="3053"/>
                </a:lnTo>
                <a:cubicBezTo>
                  <a:pt x="8119723" y="2625"/>
                  <a:pt x="8119817" y="2251"/>
                  <a:pt x="8120004" y="1929"/>
                </a:cubicBezTo>
                <a:cubicBezTo>
                  <a:pt x="8120191" y="1607"/>
                  <a:pt x="8120539" y="1338"/>
                  <a:pt x="8121048" y="1124"/>
                </a:cubicBezTo>
                <a:cubicBezTo>
                  <a:pt x="8121556" y="910"/>
                  <a:pt x="8122239" y="749"/>
                  <a:pt x="8123095" y="642"/>
                </a:cubicBezTo>
                <a:cubicBezTo>
                  <a:pt x="8123952" y="535"/>
                  <a:pt x="8125022" y="482"/>
                  <a:pt x="8126307" y="482"/>
                </a:cubicBezTo>
                <a:cubicBezTo>
                  <a:pt x="8127645" y="482"/>
                  <a:pt x="8128742" y="535"/>
                  <a:pt x="8129598" y="642"/>
                </a:cubicBezTo>
                <a:cubicBezTo>
                  <a:pt x="8130455" y="749"/>
                  <a:pt x="8131124" y="911"/>
                  <a:pt x="8131606" y="1127"/>
                </a:cubicBezTo>
                <a:cubicBezTo>
                  <a:pt x="8132087" y="1341"/>
                  <a:pt x="8132435" y="1609"/>
                  <a:pt x="8132649" y="1932"/>
                </a:cubicBezTo>
                <a:cubicBezTo>
                  <a:pt x="8132863" y="2253"/>
                  <a:pt x="8132970" y="2628"/>
                  <a:pt x="8132970" y="3056"/>
                </a:cubicBezTo>
                <a:lnTo>
                  <a:pt x="8132970" y="46418"/>
                </a:lnTo>
                <a:cubicBezTo>
                  <a:pt x="8135111" y="44222"/>
                  <a:pt x="8137186" y="42374"/>
                  <a:pt x="8139193" y="40874"/>
                </a:cubicBezTo>
                <a:cubicBezTo>
                  <a:pt x="8141200" y="39373"/>
                  <a:pt x="8143167" y="38155"/>
                  <a:pt x="8145094" y="37218"/>
                </a:cubicBezTo>
                <a:cubicBezTo>
                  <a:pt x="8147021" y="36280"/>
                  <a:pt x="8148948" y="35596"/>
                  <a:pt x="8150874" y="35168"/>
                </a:cubicBezTo>
                <a:cubicBezTo>
                  <a:pt x="8152801" y="34738"/>
                  <a:pt x="8154835" y="34523"/>
                  <a:pt x="8156976" y="34523"/>
                </a:cubicBezTo>
                <a:cubicBezTo>
                  <a:pt x="8162222" y="34523"/>
                  <a:pt x="8166704" y="35569"/>
                  <a:pt x="8170424" y="37660"/>
                </a:cubicBezTo>
                <a:cubicBezTo>
                  <a:pt x="8174144" y="39749"/>
                  <a:pt x="8177168" y="42548"/>
                  <a:pt x="8179497" y="46057"/>
                </a:cubicBezTo>
                <a:cubicBezTo>
                  <a:pt x="8181825" y="49566"/>
                  <a:pt x="8183524" y="53679"/>
                  <a:pt x="8184595" y="58394"/>
                </a:cubicBezTo>
                <a:cubicBezTo>
                  <a:pt x="8185665" y="63107"/>
                  <a:pt x="8186201" y="68090"/>
                  <a:pt x="8186201" y="73342"/>
                </a:cubicBezTo>
                <a:moveTo>
                  <a:pt x="8172231" y="74868"/>
                </a:moveTo>
                <a:cubicBezTo>
                  <a:pt x="8172231" y="71169"/>
                  <a:pt x="8171950" y="67578"/>
                  <a:pt x="8171388" y="64094"/>
                </a:cubicBezTo>
                <a:cubicBezTo>
                  <a:pt x="8170826" y="60610"/>
                  <a:pt x="8169849" y="57528"/>
                  <a:pt x="8168457" y="54849"/>
                </a:cubicBezTo>
                <a:cubicBezTo>
                  <a:pt x="8167066" y="52169"/>
                  <a:pt x="8165219" y="50012"/>
                  <a:pt x="8162917" y="48378"/>
                </a:cubicBezTo>
                <a:cubicBezTo>
                  <a:pt x="8160616" y="46742"/>
                  <a:pt x="8157752" y="45924"/>
                  <a:pt x="8154327" y="45924"/>
                </a:cubicBezTo>
                <a:cubicBezTo>
                  <a:pt x="8152614" y="45924"/>
                  <a:pt x="8150928" y="46166"/>
                  <a:pt x="8149269" y="46649"/>
                </a:cubicBezTo>
                <a:cubicBezTo>
                  <a:pt x="8147609" y="47131"/>
                  <a:pt x="8145923" y="47935"/>
                  <a:pt x="8144211" y="49060"/>
                </a:cubicBezTo>
                <a:cubicBezTo>
                  <a:pt x="8142498" y="50186"/>
                  <a:pt x="8140718" y="51634"/>
                  <a:pt x="8138872" y="53403"/>
                </a:cubicBezTo>
                <a:cubicBezTo>
                  <a:pt x="8137025" y="55173"/>
                  <a:pt x="8135058" y="57398"/>
                  <a:pt x="8132970" y="60080"/>
                </a:cubicBezTo>
                <a:lnTo>
                  <a:pt x="8132970" y="88933"/>
                </a:lnTo>
                <a:cubicBezTo>
                  <a:pt x="8136610" y="93384"/>
                  <a:pt x="8140089" y="96776"/>
                  <a:pt x="8143408" y="99109"/>
                </a:cubicBezTo>
                <a:cubicBezTo>
                  <a:pt x="8146726" y="101441"/>
                  <a:pt x="8150179" y="102607"/>
                  <a:pt x="8153765" y="102607"/>
                </a:cubicBezTo>
                <a:cubicBezTo>
                  <a:pt x="8157083" y="102607"/>
                  <a:pt x="8159920" y="101803"/>
                  <a:pt x="8162275" y="100196"/>
                </a:cubicBezTo>
                <a:cubicBezTo>
                  <a:pt x="8164630" y="98586"/>
                  <a:pt x="8166544" y="96456"/>
                  <a:pt x="8168016" y="93803"/>
                </a:cubicBezTo>
                <a:cubicBezTo>
                  <a:pt x="8169488" y="91150"/>
                  <a:pt x="8170558" y="88175"/>
                  <a:pt x="8171227" y="84878"/>
                </a:cubicBezTo>
                <a:cubicBezTo>
                  <a:pt x="8171896" y="81582"/>
                  <a:pt x="8172231" y="78245"/>
                  <a:pt x="8172231" y="74868"/>
                </a:cubicBezTo>
                <a:close/>
                <a:moveTo>
                  <a:pt x="8272097" y="73503"/>
                </a:moveTo>
                <a:cubicBezTo>
                  <a:pt x="8272097" y="79395"/>
                  <a:pt x="8271321" y="84820"/>
                  <a:pt x="8269769" y="89776"/>
                </a:cubicBezTo>
                <a:cubicBezTo>
                  <a:pt x="8268217" y="94732"/>
                  <a:pt x="8265902" y="99005"/>
                  <a:pt x="8262824" y="102597"/>
                </a:cubicBezTo>
                <a:cubicBezTo>
                  <a:pt x="8259746" y="106186"/>
                  <a:pt x="8255892" y="108985"/>
                  <a:pt x="8251263" y="110994"/>
                </a:cubicBezTo>
                <a:cubicBezTo>
                  <a:pt x="8246633" y="113003"/>
                  <a:pt x="8241267" y="114007"/>
                  <a:pt x="8235165" y="114007"/>
                </a:cubicBezTo>
                <a:cubicBezTo>
                  <a:pt x="8229224" y="114007"/>
                  <a:pt x="8224045" y="113123"/>
                  <a:pt x="8219630" y="111355"/>
                </a:cubicBezTo>
                <a:cubicBezTo>
                  <a:pt x="8215214" y="109587"/>
                  <a:pt x="8211534" y="107016"/>
                  <a:pt x="8208590" y="103640"/>
                </a:cubicBezTo>
                <a:cubicBezTo>
                  <a:pt x="8205646" y="100265"/>
                  <a:pt x="8203452" y="96166"/>
                  <a:pt x="8202007" y="91344"/>
                </a:cubicBezTo>
                <a:cubicBezTo>
                  <a:pt x="8200561" y="86522"/>
                  <a:pt x="8199839" y="81056"/>
                  <a:pt x="8199839" y="74948"/>
                </a:cubicBezTo>
                <a:cubicBezTo>
                  <a:pt x="8199839" y="69055"/>
                  <a:pt x="8200602" y="63631"/>
                  <a:pt x="8202127" y="58675"/>
                </a:cubicBezTo>
                <a:cubicBezTo>
                  <a:pt x="8203652" y="53719"/>
                  <a:pt x="8205954" y="49446"/>
                  <a:pt x="8209032" y="45856"/>
                </a:cubicBezTo>
                <a:cubicBezTo>
                  <a:pt x="8212109" y="42265"/>
                  <a:pt x="8215950" y="39479"/>
                  <a:pt x="8220553" y="37497"/>
                </a:cubicBezTo>
                <a:cubicBezTo>
                  <a:pt x="8225156" y="35514"/>
                  <a:pt x="8230535" y="34523"/>
                  <a:pt x="8236691" y="34523"/>
                </a:cubicBezTo>
                <a:cubicBezTo>
                  <a:pt x="8242632" y="34523"/>
                  <a:pt x="8247810" y="35407"/>
                  <a:pt x="8252226" y="37175"/>
                </a:cubicBezTo>
                <a:cubicBezTo>
                  <a:pt x="8256642" y="38943"/>
                  <a:pt x="8260322" y="41515"/>
                  <a:pt x="8263265" y="44890"/>
                </a:cubicBezTo>
                <a:cubicBezTo>
                  <a:pt x="8266209" y="48266"/>
                  <a:pt x="8268417" y="52365"/>
                  <a:pt x="8269889" y="57187"/>
                </a:cubicBezTo>
                <a:cubicBezTo>
                  <a:pt x="8271361" y="62009"/>
                  <a:pt x="8272097" y="67448"/>
                  <a:pt x="8272097" y="73503"/>
                </a:cubicBezTo>
                <a:moveTo>
                  <a:pt x="8258127" y="74386"/>
                </a:moveTo>
                <a:cubicBezTo>
                  <a:pt x="8258127" y="70474"/>
                  <a:pt x="8257766" y="66775"/>
                  <a:pt x="8257043" y="63291"/>
                </a:cubicBezTo>
                <a:cubicBezTo>
                  <a:pt x="8256321" y="59807"/>
                  <a:pt x="8255130" y="56752"/>
                  <a:pt x="8253470" y="54126"/>
                </a:cubicBezTo>
                <a:cubicBezTo>
                  <a:pt x="8251811" y="51500"/>
                  <a:pt x="8249563" y="49423"/>
                  <a:pt x="8246726" y="47896"/>
                </a:cubicBezTo>
                <a:cubicBezTo>
                  <a:pt x="8243890" y="46367"/>
                  <a:pt x="8240357" y="45603"/>
                  <a:pt x="8236129" y="45603"/>
                </a:cubicBezTo>
                <a:cubicBezTo>
                  <a:pt x="8232221" y="45603"/>
                  <a:pt x="8228863" y="46300"/>
                  <a:pt x="8226052" y="47693"/>
                </a:cubicBezTo>
                <a:cubicBezTo>
                  <a:pt x="8223242" y="49086"/>
                  <a:pt x="8220928" y="51057"/>
                  <a:pt x="8219108" y="53604"/>
                </a:cubicBezTo>
                <a:cubicBezTo>
                  <a:pt x="8217288" y="56150"/>
                  <a:pt x="8215936" y="59165"/>
                  <a:pt x="8215053" y="62649"/>
                </a:cubicBezTo>
                <a:cubicBezTo>
                  <a:pt x="8214170" y="66131"/>
                  <a:pt x="8213728" y="69937"/>
                  <a:pt x="8213728" y="74065"/>
                </a:cubicBezTo>
                <a:cubicBezTo>
                  <a:pt x="8213728" y="78031"/>
                  <a:pt x="8214090" y="81756"/>
                  <a:pt x="8214812" y="85240"/>
                </a:cubicBezTo>
                <a:cubicBezTo>
                  <a:pt x="8215535" y="88724"/>
                  <a:pt x="8216739" y="91765"/>
                  <a:pt x="8218425" y="94365"/>
                </a:cubicBezTo>
                <a:cubicBezTo>
                  <a:pt x="8220111" y="96964"/>
                  <a:pt x="8222373" y="99028"/>
                  <a:pt x="8225209" y="100557"/>
                </a:cubicBezTo>
                <a:cubicBezTo>
                  <a:pt x="8228046" y="102084"/>
                  <a:pt x="8231579" y="102848"/>
                  <a:pt x="8235807" y="102848"/>
                </a:cubicBezTo>
                <a:cubicBezTo>
                  <a:pt x="8239661" y="102848"/>
                  <a:pt x="8243006" y="102151"/>
                  <a:pt x="8245843" y="100758"/>
                </a:cubicBezTo>
                <a:cubicBezTo>
                  <a:pt x="8248680" y="99364"/>
                  <a:pt x="8251008" y="97408"/>
                  <a:pt x="8252828" y="94889"/>
                </a:cubicBezTo>
                <a:cubicBezTo>
                  <a:pt x="8254648" y="92368"/>
                  <a:pt x="8255986" y="89367"/>
                  <a:pt x="8256843" y="85884"/>
                </a:cubicBezTo>
                <a:cubicBezTo>
                  <a:pt x="8257699" y="82400"/>
                  <a:pt x="8258127" y="78567"/>
                  <a:pt x="8258127" y="74386"/>
                </a:cubicBezTo>
                <a:close/>
                <a:moveTo>
                  <a:pt x="8338742" y="108869"/>
                </a:moveTo>
                <a:cubicBezTo>
                  <a:pt x="8339170" y="109618"/>
                  <a:pt x="8339384" y="110247"/>
                  <a:pt x="8339384" y="110756"/>
                </a:cubicBezTo>
                <a:cubicBezTo>
                  <a:pt x="8339384" y="111264"/>
                  <a:pt x="8339130" y="111679"/>
                  <a:pt x="8338621" y="112000"/>
                </a:cubicBezTo>
                <a:cubicBezTo>
                  <a:pt x="8338113" y="112321"/>
                  <a:pt x="8337337" y="112549"/>
                  <a:pt x="8336293" y="112683"/>
                </a:cubicBezTo>
                <a:cubicBezTo>
                  <a:pt x="8335249" y="112817"/>
                  <a:pt x="8333898" y="112883"/>
                  <a:pt x="8332238" y="112883"/>
                </a:cubicBezTo>
                <a:cubicBezTo>
                  <a:pt x="8330633" y="112883"/>
                  <a:pt x="8329361" y="112843"/>
                  <a:pt x="8328425" y="112763"/>
                </a:cubicBezTo>
                <a:cubicBezTo>
                  <a:pt x="8327488" y="112683"/>
                  <a:pt x="8326739" y="112549"/>
                  <a:pt x="8326177" y="112362"/>
                </a:cubicBezTo>
                <a:cubicBezTo>
                  <a:pt x="8325615" y="112174"/>
                  <a:pt x="8325186" y="111933"/>
                  <a:pt x="8324892" y="111639"/>
                </a:cubicBezTo>
                <a:cubicBezTo>
                  <a:pt x="8324598" y="111345"/>
                  <a:pt x="8324343" y="111010"/>
                  <a:pt x="8324129" y="110635"/>
                </a:cubicBezTo>
                <a:lnTo>
                  <a:pt x="8306787" y="81973"/>
                </a:lnTo>
                <a:lnTo>
                  <a:pt x="8289526" y="110635"/>
                </a:lnTo>
                <a:cubicBezTo>
                  <a:pt x="8289312" y="111010"/>
                  <a:pt x="8289057" y="111345"/>
                  <a:pt x="8288763" y="111639"/>
                </a:cubicBezTo>
                <a:cubicBezTo>
                  <a:pt x="8288469" y="111933"/>
                  <a:pt x="8288040" y="112174"/>
                  <a:pt x="8287478" y="112362"/>
                </a:cubicBezTo>
                <a:cubicBezTo>
                  <a:pt x="8286916" y="112549"/>
                  <a:pt x="8286180" y="112683"/>
                  <a:pt x="8285271" y="112763"/>
                </a:cubicBezTo>
                <a:cubicBezTo>
                  <a:pt x="8284361" y="112843"/>
                  <a:pt x="8283156" y="112883"/>
                  <a:pt x="8281658" y="112883"/>
                </a:cubicBezTo>
                <a:cubicBezTo>
                  <a:pt x="8280105" y="112883"/>
                  <a:pt x="8278834" y="112817"/>
                  <a:pt x="8277844" y="112683"/>
                </a:cubicBezTo>
                <a:cubicBezTo>
                  <a:pt x="8276854" y="112549"/>
                  <a:pt x="8276131" y="112321"/>
                  <a:pt x="8275676" y="112000"/>
                </a:cubicBezTo>
                <a:cubicBezTo>
                  <a:pt x="8275221" y="111679"/>
                  <a:pt x="8275007" y="111264"/>
                  <a:pt x="8275034" y="110756"/>
                </a:cubicBezTo>
                <a:cubicBezTo>
                  <a:pt x="8275061" y="110247"/>
                  <a:pt x="8275315" y="109618"/>
                  <a:pt x="8275797" y="108869"/>
                </a:cubicBezTo>
                <a:lnTo>
                  <a:pt x="8298277" y="73623"/>
                </a:lnTo>
                <a:lnTo>
                  <a:pt x="8277001" y="39662"/>
                </a:lnTo>
                <a:cubicBezTo>
                  <a:pt x="8276573" y="38912"/>
                  <a:pt x="8276345" y="38283"/>
                  <a:pt x="8276319" y="37775"/>
                </a:cubicBezTo>
                <a:cubicBezTo>
                  <a:pt x="8276292" y="37267"/>
                  <a:pt x="8276533" y="36838"/>
                  <a:pt x="8277041" y="36490"/>
                </a:cubicBezTo>
                <a:cubicBezTo>
                  <a:pt x="8277550" y="36143"/>
                  <a:pt x="8278326" y="35915"/>
                  <a:pt x="8279369" y="35808"/>
                </a:cubicBezTo>
                <a:cubicBezTo>
                  <a:pt x="8280413" y="35701"/>
                  <a:pt x="8281791" y="35647"/>
                  <a:pt x="8283504" y="35647"/>
                </a:cubicBezTo>
                <a:cubicBezTo>
                  <a:pt x="8285056" y="35647"/>
                  <a:pt x="8286301" y="35688"/>
                  <a:pt x="8287238" y="35768"/>
                </a:cubicBezTo>
                <a:cubicBezTo>
                  <a:pt x="8288174" y="35848"/>
                  <a:pt x="8288910" y="35969"/>
                  <a:pt x="8289445" y="36129"/>
                </a:cubicBezTo>
                <a:cubicBezTo>
                  <a:pt x="8289981" y="36290"/>
                  <a:pt x="8290382" y="36504"/>
                  <a:pt x="8290650" y="36771"/>
                </a:cubicBezTo>
                <a:cubicBezTo>
                  <a:pt x="8290917" y="37039"/>
                  <a:pt x="8291158" y="37360"/>
                  <a:pt x="8291372" y="37735"/>
                </a:cubicBezTo>
                <a:lnTo>
                  <a:pt x="8307831" y="64631"/>
                </a:lnTo>
                <a:lnTo>
                  <a:pt x="8324531" y="37735"/>
                </a:lnTo>
                <a:cubicBezTo>
                  <a:pt x="8324745" y="37414"/>
                  <a:pt x="8324986" y="37119"/>
                  <a:pt x="8325253" y="36852"/>
                </a:cubicBezTo>
                <a:cubicBezTo>
                  <a:pt x="8325521" y="36584"/>
                  <a:pt x="8325882" y="36357"/>
                  <a:pt x="8326337" y="36169"/>
                </a:cubicBezTo>
                <a:cubicBezTo>
                  <a:pt x="8326792" y="35982"/>
                  <a:pt x="8327435" y="35848"/>
                  <a:pt x="8328264" y="35768"/>
                </a:cubicBezTo>
                <a:cubicBezTo>
                  <a:pt x="8329094" y="35688"/>
                  <a:pt x="8330231" y="35647"/>
                  <a:pt x="8331676" y="35647"/>
                </a:cubicBezTo>
                <a:cubicBezTo>
                  <a:pt x="8333229" y="35647"/>
                  <a:pt x="8334500" y="35701"/>
                  <a:pt x="8335490" y="35808"/>
                </a:cubicBezTo>
                <a:cubicBezTo>
                  <a:pt x="8336480" y="35915"/>
                  <a:pt x="8337216" y="36116"/>
                  <a:pt x="8337698" y="36410"/>
                </a:cubicBezTo>
                <a:cubicBezTo>
                  <a:pt x="8338180" y="36705"/>
                  <a:pt x="8338394" y="37119"/>
                  <a:pt x="8338340" y="37655"/>
                </a:cubicBezTo>
                <a:cubicBezTo>
                  <a:pt x="8338287" y="38190"/>
                  <a:pt x="8338019" y="38859"/>
                  <a:pt x="8337537" y="39662"/>
                </a:cubicBezTo>
                <a:lnTo>
                  <a:pt x="8316422" y="73222"/>
                </a:lnTo>
                <a:lnTo>
                  <a:pt x="8338742" y="108869"/>
                </a:lnTo>
                <a:close/>
                <a:moveTo>
                  <a:pt x="8389453" y="71857"/>
                </a:moveTo>
                <a:cubicBezTo>
                  <a:pt x="8389453" y="73944"/>
                  <a:pt x="8389212" y="75389"/>
                  <a:pt x="8388731" y="76192"/>
                </a:cubicBezTo>
                <a:cubicBezTo>
                  <a:pt x="8388249" y="76995"/>
                  <a:pt x="8387553" y="77397"/>
                  <a:pt x="8386643" y="77397"/>
                </a:cubicBezTo>
                <a:lnTo>
                  <a:pt x="8353083" y="77397"/>
                </a:lnTo>
                <a:cubicBezTo>
                  <a:pt x="8352120" y="77397"/>
                  <a:pt x="8351397" y="76982"/>
                  <a:pt x="8350916" y="76152"/>
                </a:cubicBezTo>
                <a:cubicBezTo>
                  <a:pt x="8350434" y="75323"/>
                  <a:pt x="8350193" y="73891"/>
                  <a:pt x="8350193" y="71857"/>
                </a:cubicBezTo>
                <a:cubicBezTo>
                  <a:pt x="8350193" y="69823"/>
                  <a:pt x="8350434" y="68404"/>
                  <a:pt x="8350916" y="67602"/>
                </a:cubicBezTo>
                <a:cubicBezTo>
                  <a:pt x="8351397" y="66799"/>
                  <a:pt x="8352120" y="66397"/>
                  <a:pt x="8353083" y="66397"/>
                </a:cubicBezTo>
                <a:lnTo>
                  <a:pt x="8386643" y="66397"/>
                </a:lnTo>
                <a:cubicBezTo>
                  <a:pt x="8387071" y="66397"/>
                  <a:pt x="8387459" y="66478"/>
                  <a:pt x="8387807" y="66638"/>
                </a:cubicBezTo>
                <a:cubicBezTo>
                  <a:pt x="8388155" y="66799"/>
                  <a:pt x="8388450" y="67106"/>
                  <a:pt x="8388691" y="67561"/>
                </a:cubicBezTo>
                <a:cubicBezTo>
                  <a:pt x="8388931" y="68016"/>
                  <a:pt x="8389119" y="68592"/>
                  <a:pt x="8389253" y="69288"/>
                </a:cubicBezTo>
                <a:cubicBezTo>
                  <a:pt x="8389386" y="69983"/>
                  <a:pt x="8389453" y="70840"/>
                  <a:pt x="8389453" y="71857"/>
                </a:cubicBezTo>
                <a:close/>
                <a:moveTo>
                  <a:pt x="8419816" y="110392"/>
                </a:moveTo>
                <a:cubicBezTo>
                  <a:pt x="8419816" y="110820"/>
                  <a:pt x="8419709" y="111182"/>
                  <a:pt x="8419495" y="111478"/>
                </a:cubicBezTo>
                <a:cubicBezTo>
                  <a:pt x="8419281" y="111773"/>
                  <a:pt x="8418933" y="112027"/>
                  <a:pt x="8418451" y="112241"/>
                </a:cubicBezTo>
                <a:cubicBezTo>
                  <a:pt x="8417970" y="112455"/>
                  <a:pt x="8417301" y="112616"/>
                  <a:pt x="8416444" y="112723"/>
                </a:cubicBezTo>
                <a:cubicBezTo>
                  <a:pt x="8415588" y="112830"/>
                  <a:pt x="8414491" y="112883"/>
                  <a:pt x="8413152" y="112883"/>
                </a:cubicBezTo>
                <a:cubicBezTo>
                  <a:pt x="8411868" y="112883"/>
                  <a:pt x="8410797" y="112830"/>
                  <a:pt x="8409941" y="112723"/>
                </a:cubicBezTo>
                <a:cubicBezTo>
                  <a:pt x="8409085" y="112616"/>
                  <a:pt x="8408402" y="112455"/>
                  <a:pt x="8407894" y="112241"/>
                </a:cubicBezTo>
                <a:cubicBezTo>
                  <a:pt x="8407385" y="112027"/>
                  <a:pt x="8407037" y="111773"/>
                  <a:pt x="8406850" y="111478"/>
                </a:cubicBezTo>
                <a:cubicBezTo>
                  <a:pt x="8406663" y="111182"/>
                  <a:pt x="8406569" y="110820"/>
                  <a:pt x="8406569" y="110392"/>
                </a:cubicBezTo>
                <a:lnTo>
                  <a:pt x="8406569" y="3053"/>
                </a:lnTo>
                <a:cubicBezTo>
                  <a:pt x="8406569" y="2625"/>
                  <a:pt x="8406663" y="2251"/>
                  <a:pt x="8406850" y="1929"/>
                </a:cubicBezTo>
                <a:cubicBezTo>
                  <a:pt x="8407037" y="1607"/>
                  <a:pt x="8407385" y="1338"/>
                  <a:pt x="8407894" y="1124"/>
                </a:cubicBezTo>
                <a:cubicBezTo>
                  <a:pt x="8408402" y="910"/>
                  <a:pt x="8409085" y="749"/>
                  <a:pt x="8409941" y="642"/>
                </a:cubicBezTo>
                <a:cubicBezTo>
                  <a:pt x="8410797" y="535"/>
                  <a:pt x="8411868" y="482"/>
                  <a:pt x="8413152" y="482"/>
                </a:cubicBezTo>
                <a:cubicBezTo>
                  <a:pt x="8414491" y="482"/>
                  <a:pt x="8415588" y="535"/>
                  <a:pt x="8416444" y="642"/>
                </a:cubicBezTo>
                <a:cubicBezTo>
                  <a:pt x="8417301" y="749"/>
                  <a:pt x="8417970" y="910"/>
                  <a:pt x="8418451" y="1124"/>
                </a:cubicBezTo>
                <a:cubicBezTo>
                  <a:pt x="8418933" y="1338"/>
                  <a:pt x="8419281" y="1607"/>
                  <a:pt x="8419495" y="1929"/>
                </a:cubicBezTo>
                <a:cubicBezTo>
                  <a:pt x="8419709" y="2251"/>
                  <a:pt x="8419816" y="2625"/>
                  <a:pt x="8419816" y="3053"/>
                </a:cubicBezTo>
                <a:lnTo>
                  <a:pt x="8419816" y="110392"/>
                </a:lnTo>
                <a:close/>
                <a:moveTo>
                  <a:pt x="8456319" y="110395"/>
                </a:moveTo>
                <a:cubicBezTo>
                  <a:pt x="8456319" y="110823"/>
                  <a:pt x="8456212" y="111184"/>
                  <a:pt x="8455998" y="111478"/>
                </a:cubicBezTo>
                <a:cubicBezTo>
                  <a:pt x="8455784" y="111773"/>
                  <a:pt x="8455436" y="112027"/>
                  <a:pt x="8454955" y="112241"/>
                </a:cubicBezTo>
                <a:cubicBezTo>
                  <a:pt x="8454473" y="112455"/>
                  <a:pt x="8453804" y="112616"/>
                  <a:pt x="8452947" y="112723"/>
                </a:cubicBezTo>
                <a:cubicBezTo>
                  <a:pt x="8452091" y="112830"/>
                  <a:pt x="8450994" y="112883"/>
                  <a:pt x="8449656" y="112883"/>
                </a:cubicBezTo>
                <a:cubicBezTo>
                  <a:pt x="8448371" y="112883"/>
                  <a:pt x="8447301" y="112830"/>
                  <a:pt x="8446444" y="112723"/>
                </a:cubicBezTo>
                <a:cubicBezTo>
                  <a:pt x="8445588" y="112616"/>
                  <a:pt x="8444905" y="112455"/>
                  <a:pt x="8444397" y="112241"/>
                </a:cubicBezTo>
                <a:cubicBezTo>
                  <a:pt x="8443888" y="112027"/>
                  <a:pt x="8443540" y="111773"/>
                  <a:pt x="8443353" y="111478"/>
                </a:cubicBezTo>
                <a:cubicBezTo>
                  <a:pt x="8443166" y="111184"/>
                  <a:pt x="8443072" y="110823"/>
                  <a:pt x="8443072" y="110395"/>
                </a:cubicBezTo>
                <a:lnTo>
                  <a:pt x="8443072" y="38136"/>
                </a:lnTo>
                <a:cubicBezTo>
                  <a:pt x="8443072" y="37762"/>
                  <a:pt x="8443166" y="37414"/>
                  <a:pt x="8443353" y="37093"/>
                </a:cubicBezTo>
                <a:cubicBezTo>
                  <a:pt x="8443540" y="36771"/>
                  <a:pt x="8443888" y="36504"/>
                  <a:pt x="8444397" y="36290"/>
                </a:cubicBezTo>
                <a:cubicBezTo>
                  <a:pt x="8444905" y="36076"/>
                  <a:pt x="8445588" y="35915"/>
                  <a:pt x="8446444" y="35808"/>
                </a:cubicBezTo>
                <a:cubicBezTo>
                  <a:pt x="8447301" y="35701"/>
                  <a:pt x="8448371" y="35647"/>
                  <a:pt x="8449656" y="35647"/>
                </a:cubicBezTo>
                <a:cubicBezTo>
                  <a:pt x="8450994" y="35647"/>
                  <a:pt x="8452091" y="35701"/>
                  <a:pt x="8452947" y="35808"/>
                </a:cubicBezTo>
                <a:cubicBezTo>
                  <a:pt x="8453804" y="35915"/>
                  <a:pt x="8454473" y="36076"/>
                  <a:pt x="8454955" y="36290"/>
                </a:cubicBezTo>
                <a:cubicBezTo>
                  <a:pt x="8455436" y="36504"/>
                  <a:pt x="8455784" y="36771"/>
                  <a:pt x="8455998" y="37093"/>
                </a:cubicBezTo>
                <a:cubicBezTo>
                  <a:pt x="8456212" y="37414"/>
                  <a:pt x="8456319" y="37762"/>
                  <a:pt x="8456319" y="38136"/>
                </a:cubicBezTo>
                <a:lnTo>
                  <a:pt x="8456319" y="110395"/>
                </a:lnTo>
                <a:moveTo>
                  <a:pt x="8457845" y="13649"/>
                </a:moveTo>
                <a:cubicBezTo>
                  <a:pt x="8457845" y="16753"/>
                  <a:pt x="8457256" y="18867"/>
                  <a:pt x="8456079" y="19991"/>
                </a:cubicBezTo>
                <a:cubicBezTo>
                  <a:pt x="8454901" y="21115"/>
                  <a:pt x="8452733" y="21677"/>
                  <a:pt x="8449575" y="21677"/>
                </a:cubicBezTo>
                <a:cubicBezTo>
                  <a:pt x="8446471" y="21677"/>
                  <a:pt x="8444343" y="21129"/>
                  <a:pt x="8443193" y="20032"/>
                </a:cubicBezTo>
                <a:cubicBezTo>
                  <a:pt x="8442042" y="18934"/>
                  <a:pt x="8441466" y="16860"/>
                  <a:pt x="8441466" y="13809"/>
                </a:cubicBezTo>
                <a:cubicBezTo>
                  <a:pt x="8441466" y="10705"/>
                  <a:pt x="8442055" y="8591"/>
                  <a:pt x="8443233" y="7467"/>
                </a:cubicBezTo>
                <a:cubicBezTo>
                  <a:pt x="8444410" y="6343"/>
                  <a:pt x="8446578" y="5781"/>
                  <a:pt x="8449736" y="5781"/>
                </a:cubicBezTo>
                <a:cubicBezTo>
                  <a:pt x="8452840" y="5781"/>
                  <a:pt x="8454968" y="6329"/>
                  <a:pt x="8456119" y="7427"/>
                </a:cubicBezTo>
                <a:cubicBezTo>
                  <a:pt x="8457269" y="8524"/>
                  <a:pt x="8457845" y="10598"/>
                  <a:pt x="8457845" y="13649"/>
                </a:cubicBezTo>
                <a:close/>
                <a:moveTo>
                  <a:pt x="8538906" y="110314"/>
                </a:moveTo>
                <a:cubicBezTo>
                  <a:pt x="8538906" y="110742"/>
                  <a:pt x="8538799" y="111117"/>
                  <a:pt x="8538585" y="111438"/>
                </a:cubicBezTo>
                <a:cubicBezTo>
                  <a:pt x="8538371" y="111759"/>
                  <a:pt x="8538009" y="112027"/>
                  <a:pt x="8537501" y="112241"/>
                </a:cubicBezTo>
                <a:cubicBezTo>
                  <a:pt x="8536992" y="112455"/>
                  <a:pt x="8536283" y="112616"/>
                  <a:pt x="8535373" y="112723"/>
                </a:cubicBezTo>
                <a:cubicBezTo>
                  <a:pt x="8534463" y="112830"/>
                  <a:pt x="8533313" y="112883"/>
                  <a:pt x="8531921" y="112883"/>
                </a:cubicBezTo>
                <a:cubicBezTo>
                  <a:pt x="8530476" y="112883"/>
                  <a:pt x="8529285" y="112843"/>
                  <a:pt x="8528348" y="112763"/>
                </a:cubicBezTo>
                <a:cubicBezTo>
                  <a:pt x="8527411" y="112683"/>
                  <a:pt x="8526622" y="112549"/>
                  <a:pt x="8525980" y="112362"/>
                </a:cubicBezTo>
                <a:cubicBezTo>
                  <a:pt x="8525337" y="112174"/>
                  <a:pt x="8524815" y="111907"/>
                  <a:pt x="8524414" y="111559"/>
                </a:cubicBezTo>
                <a:cubicBezTo>
                  <a:pt x="8524013" y="111211"/>
                  <a:pt x="8523651" y="110796"/>
                  <a:pt x="8523330" y="110314"/>
                </a:cubicBezTo>
                <a:lnTo>
                  <a:pt x="8492821" y="70331"/>
                </a:lnTo>
                <a:lnTo>
                  <a:pt x="8492821" y="110395"/>
                </a:lnTo>
                <a:cubicBezTo>
                  <a:pt x="8492821" y="110823"/>
                  <a:pt x="8492714" y="111184"/>
                  <a:pt x="8492500" y="111478"/>
                </a:cubicBezTo>
                <a:cubicBezTo>
                  <a:pt x="8492286" y="111773"/>
                  <a:pt x="8491938" y="112027"/>
                  <a:pt x="8491456" y="112241"/>
                </a:cubicBezTo>
                <a:cubicBezTo>
                  <a:pt x="8490975" y="112455"/>
                  <a:pt x="8490305" y="112616"/>
                  <a:pt x="8489449" y="112723"/>
                </a:cubicBezTo>
                <a:cubicBezTo>
                  <a:pt x="8488593" y="112830"/>
                  <a:pt x="8487495" y="112883"/>
                  <a:pt x="8486157" y="112883"/>
                </a:cubicBezTo>
                <a:cubicBezTo>
                  <a:pt x="8484873" y="112883"/>
                  <a:pt x="8483802" y="112830"/>
                  <a:pt x="8482946" y="112723"/>
                </a:cubicBezTo>
                <a:cubicBezTo>
                  <a:pt x="8482089" y="112616"/>
                  <a:pt x="8481407" y="112455"/>
                  <a:pt x="8480899" y="112241"/>
                </a:cubicBezTo>
                <a:cubicBezTo>
                  <a:pt x="8480390" y="112027"/>
                  <a:pt x="8480042" y="111773"/>
                  <a:pt x="8479855" y="111478"/>
                </a:cubicBezTo>
                <a:cubicBezTo>
                  <a:pt x="8479667" y="111182"/>
                  <a:pt x="8479574" y="110820"/>
                  <a:pt x="8479574" y="110392"/>
                </a:cubicBezTo>
                <a:lnTo>
                  <a:pt x="8479574" y="3053"/>
                </a:lnTo>
                <a:cubicBezTo>
                  <a:pt x="8479574" y="2625"/>
                  <a:pt x="8479667" y="2251"/>
                  <a:pt x="8479855" y="1929"/>
                </a:cubicBezTo>
                <a:cubicBezTo>
                  <a:pt x="8480042" y="1607"/>
                  <a:pt x="8480390" y="1338"/>
                  <a:pt x="8480899" y="1124"/>
                </a:cubicBezTo>
                <a:cubicBezTo>
                  <a:pt x="8481407" y="910"/>
                  <a:pt x="8482089" y="749"/>
                  <a:pt x="8482946" y="642"/>
                </a:cubicBezTo>
                <a:cubicBezTo>
                  <a:pt x="8483802" y="535"/>
                  <a:pt x="8484873" y="482"/>
                  <a:pt x="8486157" y="482"/>
                </a:cubicBezTo>
                <a:cubicBezTo>
                  <a:pt x="8487495" y="482"/>
                  <a:pt x="8488593" y="535"/>
                  <a:pt x="8489449" y="642"/>
                </a:cubicBezTo>
                <a:cubicBezTo>
                  <a:pt x="8490305" y="749"/>
                  <a:pt x="8490975" y="910"/>
                  <a:pt x="8491456" y="1124"/>
                </a:cubicBezTo>
                <a:cubicBezTo>
                  <a:pt x="8491938" y="1338"/>
                  <a:pt x="8492286" y="1607"/>
                  <a:pt x="8492500" y="1929"/>
                </a:cubicBezTo>
                <a:cubicBezTo>
                  <a:pt x="8492714" y="2251"/>
                  <a:pt x="8492821" y="2625"/>
                  <a:pt x="8492821" y="3053"/>
                </a:cubicBezTo>
                <a:lnTo>
                  <a:pt x="8492821" y="68485"/>
                </a:lnTo>
                <a:lnTo>
                  <a:pt x="8520119" y="38457"/>
                </a:lnTo>
                <a:cubicBezTo>
                  <a:pt x="8520547" y="37922"/>
                  <a:pt x="8521002" y="37481"/>
                  <a:pt x="8521484" y="37133"/>
                </a:cubicBezTo>
                <a:cubicBezTo>
                  <a:pt x="8521965" y="36785"/>
                  <a:pt x="8522541" y="36490"/>
                  <a:pt x="8523210" y="36250"/>
                </a:cubicBezTo>
                <a:cubicBezTo>
                  <a:pt x="8523879" y="36009"/>
                  <a:pt x="8524668" y="35848"/>
                  <a:pt x="8525578" y="35768"/>
                </a:cubicBezTo>
                <a:cubicBezTo>
                  <a:pt x="8526488" y="35688"/>
                  <a:pt x="8527585" y="35647"/>
                  <a:pt x="8528870" y="35647"/>
                </a:cubicBezTo>
                <a:cubicBezTo>
                  <a:pt x="8530208" y="35647"/>
                  <a:pt x="8531332" y="35688"/>
                  <a:pt x="8532242" y="35768"/>
                </a:cubicBezTo>
                <a:cubicBezTo>
                  <a:pt x="8533152" y="35848"/>
                  <a:pt x="8533888" y="35982"/>
                  <a:pt x="8534450" y="36169"/>
                </a:cubicBezTo>
                <a:cubicBezTo>
                  <a:pt x="8535012" y="36357"/>
                  <a:pt x="8535413" y="36597"/>
                  <a:pt x="8535654" y="36892"/>
                </a:cubicBezTo>
                <a:cubicBezTo>
                  <a:pt x="8535895" y="37186"/>
                  <a:pt x="8536016" y="37574"/>
                  <a:pt x="8536016" y="38056"/>
                </a:cubicBezTo>
                <a:cubicBezTo>
                  <a:pt x="8536016" y="38698"/>
                  <a:pt x="8535842" y="39341"/>
                  <a:pt x="8535494" y="39983"/>
                </a:cubicBezTo>
                <a:cubicBezTo>
                  <a:pt x="8535146" y="40625"/>
                  <a:pt x="8534570" y="41375"/>
                  <a:pt x="8533767" y="42231"/>
                </a:cubicBezTo>
                <a:lnTo>
                  <a:pt x="8507594" y="68404"/>
                </a:lnTo>
                <a:lnTo>
                  <a:pt x="8536979" y="106541"/>
                </a:lnTo>
                <a:cubicBezTo>
                  <a:pt x="8537675" y="107451"/>
                  <a:pt x="8538170" y="108187"/>
                  <a:pt x="8538464" y="108749"/>
                </a:cubicBezTo>
                <a:cubicBezTo>
                  <a:pt x="8538759" y="109311"/>
                  <a:pt x="8538906" y="109833"/>
                  <a:pt x="8538906" y="110314"/>
                </a:cubicBezTo>
                <a:close/>
                <a:moveTo>
                  <a:pt x="8614240" y="71134"/>
                </a:moveTo>
                <a:cubicBezTo>
                  <a:pt x="8614240" y="73222"/>
                  <a:pt x="8613719" y="74707"/>
                  <a:pt x="8612675" y="75590"/>
                </a:cubicBezTo>
                <a:cubicBezTo>
                  <a:pt x="8611631" y="76473"/>
                  <a:pt x="8610440" y="76915"/>
                  <a:pt x="8609102" y="76915"/>
                </a:cubicBezTo>
                <a:lnTo>
                  <a:pt x="8561733" y="76915"/>
                </a:lnTo>
                <a:cubicBezTo>
                  <a:pt x="8561733" y="80941"/>
                  <a:pt x="8562134" y="84565"/>
                  <a:pt x="8562937" y="87786"/>
                </a:cubicBezTo>
                <a:cubicBezTo>
                  <a:pt x="8563740" y="91008"/>
                  <a:pt x="8565078" y="93773"/>
                  <a:pt x="8566951" y="96081"/>
                </a:cubicBezTo>
                <a:cubicBezTo>
                  <a:pt x="8568825" y="98389"/>
                  <a:pt x="8571260" y="100161"/>
                  <a:pt x="8574258" y="101397"/>
                </a:cubicBezTo>
                <a:cubicBezTo>
                  <a:pt x="8577255" y="102632"/>
                  <a:pt x="8580921" y="103249"/>
                  <a:pt x="8585257" y="103249"/>
                </a:cubicBezTo>
                <a:cubicBezTo>
                  <a:pt x="8588682" y="103249"/>
                  <a:pt x="8591733" y="102968"/>
                  <a:pt x="8594410" y="102406"/>
                </a:cubicBezTo>
                <a:cubicBezTo>
                  <a:pt x="8597086" y="101844"/>
                  <a:pt x="8599401" y="101215"/>
                  <a:pt x="8601354" y="100519"/>
                </a:cubicBezTo>
                <a:cubicBezTo>
                  <a:pt x="8603308" y="99823"/>
                  <a:pt x="8604914" y="99195"/>
                  <a:pt x="8606172" y="98632"/>
                </a:cubicBezTo>
                <a:cubicBezTo>
                  <a:pt x="8607429" y="98070"/>
                  <a:pt x="8608379" y="97789"/>
                  <a:pt x="8609022" y="97789"/>
                </a:cubicBezTo>
                <a:cubicBezTo>
                  <a:pt x="8609396" y="97789"/>
                  <a:pt x="8609731" y="97883"/>
                  <a:pt x="8610025" y="98070"/>
                </a:cubicBezTo>
                <a:cubicBezTo>
                  <a:pt x="8610320" y="98258"/>
                  <a:pt x="8610547" y="98539"/>
                  <a:pt x="8610708" y="98914"/>
                </a:cubicBezTo>
                <a:cubicBezTo>
                  <a:pt x="8610868" y="99288"/>
                  <a:pt x="8610989" y="99810"/>
                  <a:pt x="8611069" y="100479"/>
                </a:cubicBezTo>
                <a:cubicBezTo>
                  <a:pt x="8611149" y="101148"/>
                  <a:pt x="8611190" y="101964"/>
                  <a:pt x="8611190" y="102928"/>
                </a:cubicBezTo>
                <a:cubicBezTo>
                  <a:pt x="8611190" y="103624"/>
                  <a:pt x="8611163" y="104226"/>
                  <a:pt x="8611109" y="104734"/>
                </a:cubicBezTo>
                <a:cubicBezTo>
                  <a:pt x="8611056" y="105243"/>
                  <a:pt x="8610989" y="105698"/>
                  <a:pt x="8610909" y="106099"/>
                </a:cubicBezTo>
                <a:cubicBezTo>
                  <a:pt x="8610828" y="106501"/>
                  <a:pt x="8610694" y="106862"/>
                  <a:pt x="8610507" y="107183"/>
                </a:cubicBezTo>
                <a:cubicBezTo>
                  <a:pt x="8610320" y="107504"/>
                  <a:pt x="8610079" y="107812"/>
                  <a:pt x="8609785" y="108106"/>
                </a:cubicBezTo>
                <a:cubicBezTo>
                  <a:pt x="8609490" y="108401"/>
                  <a:pt x="8608620" y="108882"/>
                  <a:pt x="8607175" y="109552"/>
                </a:cubicBezTo>
                <a:cubicBezTo>
                  <a:pt x="8605730" y="110221"/>
                  <a:pt x="8603857" y="110876"/>
                  <a:pt x="8601555" y="111519"/>
                </a:cubicBezTo>
                <a:cubicBezTo>
                  <a:pt x="8599254" y="112161"/>
                  <a:pt x="8596591" y="112736"/>
                  <a:pt x="8593567" y="113245"/>
                </a:cubicBezTo>
                <a:cubicBezTo>
                  <a:pt x="8590542" y="113753"/>
                  <a:pt x="8587318" y="114007"/>
                  <a:pt x="8583892" y="114007"/>
                </a:cubicBezTo>
                <a:cubicBezTo>
                  <a:pt x="8577951" y="114007"/>
                  <a:pt x="8572745" y="113177"/>
                  <a:pt x="8568276" y="111516"/>
                </a:cubicBezTo>
                <a:cubicBezTo>
                  <a:pt x="8563807" y="109855"/>
                  <a:pt x="8560047" y="107390"/>
                  <a:pt x="8556996" y="104122"/>
                </a:cubicBezTo>
                <a:cubicBezTo>
                  <a:pt x="8553945" y="100854"/>
                  <a:pt x="8551643" y="96755"/>
                  <a:pt x="8550091" y="91826"/>
                </a:cubicBezTo>
                <a:cubicBezTo>
                  <a:pt x="8548539" y="86896"/>
                  <a:pt x="8547763" y="81163"/>
                  <a:pt x="8547763" y="74627"/>
                </a:cubicBezTo>
                <a:cubicBezTo>
                  <a:pt x="8547763" y="68411"/>
                  <a:pt x="8548566" y="62825"/>
                  <a:pt x="8550171" y="57869"/>
                </a:cubicBezTo>
                <a:cubicBezTo>
                  <a:pt x="8551777" y="52913"/>
                  <a:pt x="8554092" y="48707"/>
                  <a:pt x="8557116" y="45252"/>
                </a:cubicBezTo>
                <a:cubicBezTo>
                  <a:pt x="8560140" y="41796"/>
                  <a:pt x="8563793" y="39144"/>
                  <a:pt x="8568075" y="37296"/>
                </a:cubicBezTo>
                <a:cubicBezTo>
                  <a:pt x="8572357" y="35448"/>
                  <a:pt x="8577148" y="34523"/>
                  <a:pt x="8582447" y="34523"/>
                </a:cubicBezTo>
                <a:cubicBezTo>
                  <a:pt x="8588120" y="34523"/>
                  <a:pt x="8592951" y="35433"/>
                  <a:pt x="8596939" y="37253"/>
                </a:cubicBezTo>
                <a:cubicBezTo>
                  <a:pt x="8600926" y="39073"/>
                  <a:pt x="8604205" y="41522"/>
                  <a:pt x="8606774" y="44599"/>
                </a:cubicBezTo>
                <a:cubicBezTo>
                  <a:pt x="8609343" y="47677"/>
                  <a:pt x="8611230" y="51290"/>
                  <a:pt x="8612434" y="55438"/>
                </a:cubicBezTo>
                <a:cubicBezTo>
                  <a:pt x="8613638" y="59586"/>
                  <a:pt x="8614240" y="64015"/>
                  <a:pt x="8614240" y="68726"/>
                </a:cubicBezTo>
                <a:lnTo>
                  <a:pt x="8614240" y="71134"/>
                </a:lnTo>
                <a:moveTo>
                  <a:pt x="8600913" y="67200"/>
                </a:moveTo>
                <a:cubicBezTo>
                  <a:pt x="8601073" y="60242"/>
                  <a:pt x="8599535" y="54782"/>
                  <a:pt x="8596296" y="50822"/>
                </a:cubicBezTo>
                <a:cubicBezTo>
                  <a:pt x="8593058" y="46861"/>
                  <a:pt x="8588254" y="44880"/>
                  <a:pt x="8581885" y="44880"/>
                </a:cubicBezTo>
                <a:cubicBezTo>
                  <a:pt x="8578620" y="44880"/>
                  <a:pt x="8575756" y="45496"/>
                  <a:pt x="8573294" y="46727"/>
                </a:cubicBezTo>
                <a:cubicBezTo>
                  <a:pt x="8570832" y="47958"/>
                  <a:pt x="8568771" y="49591"/>
                  <a:pt x="8567112" y="51625"/>
                </a:cubicBezTo>
                <a:cubicBezTo>
                  <a:pt x="8565453" y="53658"/>
                  <a:pt x="8564168" y="56027"/>
                  <a:pt x="8563258" y="58730"/>
                </a:cubicBezTo>
                <a:cubicBezTo>
                  <a:pt x="8562348" y="61433"/>
                  <a:pt x="8561840" y="64256"/>
                  <a:pt x="8561733" y="67200"/>
                </a:cubicBezTo>
                <a:lnTo>
                  <a:pt x="8600913" y="67200"/>
                </a:lnTo>
                <a:close/>
                <a:moveTo>
                  <a:pt x="8734650" y="73342"/>
                </a:moveTo>
                <a:cubicBezTo>
                  <a:pt x="8734650" y="79610"/>
                  <a:pt x="8733968" y="85248"/>
                  <a:pt x="8732603" y="90258"/>
                </a:cubicBezTo>
                <a:cubicBezTo>
                  <a:pt x="8731238" y="95267"/>
                  <a:pt x="8729231" y="99541"/>
                  <a:pt x="8726581" y="103078"/>
                </a:cubicBezTo>
                <a:cubicBezTo>
                  <a:pt x="8723932" y="106614"/>
                  <a:pt x="8720680" y="109320"/>
                  <a:pt x="8716826" y="111195"/>
                </a:cubicBezTo>
                <a:cubicBezTo>
                  <a:pt x="8712973" y="113070"/>
                  <a:pt x="8708557" y="114007"/>
                  <a:pt x="8703579" y="114007"/>
                </a:cubicBezTo>
                <a:cubicBezTo>
                  <a:pt x="8701277" y="114007"/>
                  <a:pt x="8699150" y="113779"/>
                  <a:pt x="8697196" y="113322"/>
                </a:cubicBezTo>
                <a:cubicBezTo>
                  <a:pt x="8695243" y="112868"/>
                  <a:pt x="8693329" y="112132"/>
                  <a:pt x="8691456" y="111115"/>
                </a:cubicBezTo>
                <a:cubicBezTo>
                  <a:pt x="8689582" y="110096"/>
                  <a:pt x="8687709" y="108810"/>
                  <a:pt x="8685836" y="107256"/>
                </a:cubicBezTo>
                <a:cubicBezTo>
                  <a:pt x="8683962" y="105702"/>
                  <a:pt x="8681982" y="103827"/>
                  <a:pt x="8679894" y="101631"/>
                </a:cubicBezTo>
                <a:lnTo>
                  <a:pt x="8679894" y="110410"/>
                </a:lnTo>
                <a:cubicBezTo>
                  <a:pt x="8679894" y="110834"/>
                  <a:pt x="8679787" y="111207"/>
                  <a:pt x="8679573" y="111526"/>
                </a:cubicBezTo>
                <a:cubicBezTo>
                  <a:pt x="8679359" y="111846"/>
                  <a:pt x="8679011" y="112099"/>
                  <a:pt x="8678530" y="112286"/>
                </a:cubicBezTo>
                <a:cubicBezTo>
                  <a:pt x="8678048" y="112472"/>
                  <a:pt x="8677446" y="112617"/>
                  <a:pt x="8676723" y="112723"/>
                </a:cubicBezTo>
                <a:cubicBezTo>
                  <a:pt x="8676000" y="112830"/>
                  <a:pt x="8675077" y="112883"/>
                  <a:pt x="8673953" y="112883"/>
                </a:cubicBezTo>
                <a:cubicBezTo>
                  <a:pt x="8672883" y="112883"/>
                  <a:pt x="8671973" y="112830"/>
                  <a:pt x="8671223" y="112723"/>
                </a:cubicBezTo>
                <a:cubicBezTo>
                  <a:pt x="8670474" y="112616"/>
                  <a:pt x="8669859" y="112469"/>
                  <a:pt x="8669377" y="112281"/>
                </a:cubicBezTo>
                <a:cubicBezTo>
                  <a:pt x="8668895" y="112094"/>
                  <a:pt x="8668574" y="111840"/>
                  <a:pt x="8668413" y="111519"/>
                </a:cubicBezTo>
                <a:cubicBezTo>
                  <a:pt x="8668253" y="111196"/>
                  <a:pt x="8668173" y="110820"/>
                  <a:pt x="8668173" y="110392"/>
                </a:cubicBezTo>
                <a:lnTo>
                  <a:pt x="8668173" y="3053"/>
                </a:lnTo>
                <a:cubicBezTo>
                  <a:pt x="8668173" y="2625"/>
                  <a:pt x="8668266" y="2251"/>
                  <a:pt x="8668454" y="1929"/>
                </a:cubicBezTo>
                <a:cubicBezTo>
                  <a:pt x="8668641" y="1607"/>
                  <a:pt x="8668989" y="1338"/>
                  <a:pt x="8669497" y="1124"/>
                </a:cubicBezTo>
                <a:cubicBezTo>
                  <a:pt x="8670006" y="910"/>
                  <a:pt x="8670688" y="749"/>
                  <a:pt x="8671545" y="642"/>
                </a:cubicBezTo>
                <a:cubicBezTo>
                  <a:pt x="8672401" y="535"/>
                  <a:pt x="8673471" y="482"/>
                  <a:pt x="8674756" y="482"/>
                </a:cubicBezTo>
                <a:cubicBezTo>
                  <a:pt x="8676094" y="482"/>
                  <a:pt x="8677191" y="535"/>
                  <a:pt x="8678048" y="642"/>
                </a:cubicBezTo>
                <a:cubicBezTo>
                  <a:pt x="8678904" y="749"/>
                  <a:pt x="8679573" y="911"/>
                  <a:pt x="8680055" y="1127"/>
                </a:cubicBezTo>
                <a:cubicBezTo>
                  <a:pt x="8680537" y="1341"/>
                  <a:pt x="8680885" y="1609"/>
                  <a:pt x="8681099" y="1932"/>
                </a:cubicBezTo>
                <a:cubicBezTo>
                  <a:pt x="8681313" y="2253"/>
                  <a:pt x="8681420" y="2628"/>
                  <a:pt x="8681420" y="3056"/>
                </a:cubicBezTo>
                <a:lnTo>
                  <a:pt x="8681420" y="46418"/>
                </a:lnTo>
                <a:cubicBezTo>
                  <a:pt x="8683561" y="44222"/>
                  <a:pt x="8685635" y="42374"/>
                  <a:pt x="8687642" y="40874"/>
                </a:cubicBezTo>
                <a:cubicBezTo>
                  <a:pt x="8689649" y="39373"/>
                  <a:pt x="8691616" y="38155"/>
                  <a:pt x="8693543" y="37218"/>
                </a:cubicBezTo>
                <a:cubicBezTo>
                  <a:pt x="8695470" y="36280"/>
                  <a:pt x="8697397" y="35596"/>
                  <a:pt x="8699324" y="35168"/>
                </a:cubicBezTo>
                <a:cubicBezTo>
                  <a:pt x="8701251" y="34738"/>
                  <a:pt x="8703285" y="34523"/>
                  <a:pt x="8705426" y="34523"/>
                </a:cubicBezTo>
                <a:cubicBezTo>
                  <a:pt x="8710671" y="34523"/>
                  <a:pt x="8715154" y="35569"/>
                  <a:pt x="8718874" y="37660"/>
                </a:cubicBezTo>
                <a:cubicBezTo>
                  <a:pt x="8722594" y="39749"/>
                  <a:pt x="8725618" y="42548"/>
                  <a:pt x="8727946" y="46057"/>
                </a:cubicBezTo>
                <a:cubicBezTo>
                  <a:pt x="8730274" y="49566"/>
                  <a:pt x="8731974" y="53679"/>
                  <a:pt x="8733044" y="58394"/>
                </a:cubicBezTo>
                <a:cubicBezTo>
                  <a:pt x="8734115" y="63107"/>
                  <a:pt x="8734650" y="68090"/>
                  <a:pt x="8734650" y="73342"/>
                </a:cubicBezTo>
                <a:moveTo>
                  <a:pt x="8720680" y="74868"/>
                </a:moveTo>
                <a:cubicBezTo>
                  <a:pt x="8720680" y="71169"/>
                  <a:pt x="8720399" y="67578"/>
                  <a:pt x="8719837" y="64094"/>
                </a:cubicBezTo>
                <a:cubicBezTo>
                  <a:pt x="8719275" y="60610"/>
                  <a:pt x="8718298" y="57528"/>
                  <a:pt x="8716907" y="54849"/>
                </a:cubicBezTo>
                <a:cubicBezTo>
                  <a:pt x="8715515" y="52169"/>
                  <a:pt x="8713668" y="50012"/>
                  <a:pt x="8711367" y="48378"/>
                </a:cubicBezTo>
                <a:cubicBezTo>
                  <a:pt x="8709065" y="46742"/>
                  <a:pt x="8706202" y="45924"/>
                  <a:pt x="8702776" y="45924"/>
                </a:cubicBezTo>
                <a:cubicBezTo>
                  <a:pt x="8701063" y="45924"/>
                  <a:pt x="8699377" y="46166"/>
                  <a:pt x="8697718" y="46649"/>
                </a:cubicBezTo>
                <a:cubicBezTo>
                  <a:pt x="8696059" y="47131"/>
                  <a:pt x="8694373" y="47935"/>
                  <a:pt x="8692660" y="49060"/>
                </a:cubicBezTo>
                <a:cubicBezTo>
                  <a:pt x="8690947" y="50186"/>
                  <a:pt x="8689168" y="51634"/>
                  <a:pt x="8687321" y="53403"/>
                </a:cubicBezTo>
                <a:cubicBezTo>
                  <a:pt x="8685474" y="55173"/>
                  <a:pt x="8683507" y="57398"/>
                  <a:pt x="8681420" y="60080"/>
                </a:cubicBezTo>
                <a:lnTo>
                  <a:pt x="8681420" y="88933"/>
                </a:lnTo>
                <a:cubicBezTo>
                  <a:pt x="8685060" y="93384"/>
                  <a:pt x="8688539" y="96776"/>
                  <a:pt x="8691857" y="99109"/>
                </a:cubicBezTo>
                <a:cubicBezTo>
                  <a:pt x="8695176" y="101441"/>
                  <a:pt x="8698628" y="102607"/>
                  <a:pt x="8702214" y="102607"/>
                </a:cubicBezTo>
                <a:cubicBezTo>
                  <a:pt x="8705533" y="102607"/>
                  <a:pt x="8708370" y="101803"/>
                  <a:pt x="8710725" y="100196"/>
                </a:cubicBezTo>
                <a:cubicBezTo>
                  <a:pt x="8713080" y="98586"/>
                  <a:pt x="8714993" y="96456"/>
                  <a:pt x="8716465" y="93803"/>
                </a:cubicBezTo>
                <a:cubicBezTo>
                  <a:pt x="8717937" y="91150"/>
                  <a:pt x="8719008" y="88175"/>
                  <a:pt x="8719677" y="84878"/>
                </a:cubicBezTo>
                <a:cubicBezTo>
                  <a:pt x="8720346" y="81582"/>
                  <a:pt x="8720680" y="78245"/>
                  <a:pt x="8720680" y="74868"/>
                </a:cubicBezTo>
                <a:close/>
                <a:moveTo>
                  <a:pt x="8807780" y="110475"/>
                </a:moveTo>
                <a:cubicBezTo>
                  <a:pt x="8807780" y="111117"/>
                  <a:pt x="8807566" y="111599"/>
                  <a:pt x="8807138" y="111920"/>
                </a:cubicBezTo>
                <a:cubicBezTo>
                  <a:pt x="8806709" y="112241"/>
                  <a:pt x="8806121" y="112482"/>
                  <a:pt x="8805371" y="112643"/>
                </a:cubicBezTo>
                <a:cubicBezTo>
                  <a:pt x="8804622" y="112803"/>
                  <a:pt x="8803525" y="112883"/>
                  <a:pt x="8802080" y="112883"/>
                </a:cubicBezTo>
                <a:cubicBezTo>
                  <a:pt x="8800688" y="112883"/>
                  <a:pt x="8799577" y="112803"/>
                  <a:pt x="8798748" y="112643"/>
                </a:cubicBezTo>
                <a:cubicBezTo>
                  <a:pt x="8797918" y="112482"/>
                  <a:pt x="8797316" y="112241"/>
                  <a:pt x="8796941" y="111920"/>
                </a:cubicBezTo>
                <a:cubicBezTo>
                  <a:pt x="8796567" y="111599"/>
                  <a:pt x="8796379" y="111117"/>
                  <a:pt x="8796379" y="110475"/>
                </a:cubicBezTo>
                <a:lnTo>
                  <a:pt x="8796379" y="103249"/>
                </a:lnTo>
                <a:cubicBezTo>
                  <a:pt x="8793221" y="106621"/>
                  <a:pt x="8789702" y="109257"/>
                  <a:pt x="8785822" y="111157"/>
                </a:cubicBezTo>
                <a:cubicBezTo>
                  <a:pt x="8781941" y="113057"/>
                  <a:pt x="8777833" y="114007"/>
                  <a:pt x="8773497" y="114007"/>
                </a:cubicBezTo>
                <a:cubicBezTo>
                  <a:pt x="8769697" y="114007"/>
                  <a:pt x="8766258" y="113511"/>
                  <a:pt x="8763181" y="112517"/>
                </a:cubicBezTo>
                <a:cubicBezTo>
                  <a:pt x="8760103" y="111524"/>
                  <a:pt x="8757480" y="110087"/>
                  <a:pt x="8755312" y="108207"/>
                </a:cubicBezTo>
                <a:cubicBezTo>
                  <a:pt x="8753145" y="106327"/>
                  <a:pt x="8751459" y="104018"/>
                  <a:pt x="8750254" y="101279"/>
                </a:cubicBezTo>
                <a:cubicBezTo>
                  <a:pt x="8749050" y="98540"/>
                  <a:pt x="8748448" y="95424"/>
                  <a:pt x="8748448" y="91931"/>
                </a:cubicBezTo>
                <a:cubicBezTo>
                  <a:pt x="8748448" y="87850"/>
                  <a:pt x="8749278" y="84305"/>
                  <a:pt x="8750937" y="81298"/>
                </a:cubicBezTo>
                <a:cubicBezTo>
                  <a:pt x="8752596" y="78289"/>
                  <a:pt x="8754978" y="75791"/>
                  <a:pt x="8758082" y="73804"/>
                </a:cubicBezTo>
                <a:cubicBezTo>
                  <a:pt x="8761187" y="71817"/>
                  <a:pt x="8764987" y="70326"/>
                  <a:pt x="8769483" y="69333"/>
                </a:cubicBezTo>
                <a:cubicBezTo>
                  <a:pt x="8773979" y="68339"/>
                  <a:pt x="8779037" y="67842"/>
                  <a:pt x="8784657" y="67842"/>
                </a:cubicBezTo>
                <a:lnTo>
                  <a:pt x="8794613" y="67842"/>
                </a:lnTo>
                <a:lnTo>
                  <a:pt x="8794613" y="62242"/>
                </a:lnTo>
                <a:cubicBezTo>
                  <a:pt x="8794613" y="59469"/>
                  <a:pt x="8794319" y="57016"/>
                  <a:pt x="8793730" y="54884"/>
                </a:cubicBezTo>
                <a:cubicBezTo>
                  <a:pt x="8793141" y="52749"/>
                  <a:pt x="8792191" y="50976"/>
                  <a:pt x="8790880" y="49562"/>
                </a:cubicBezTo>
                <a:cubicBezTo>
                  <a:pt x="8789568" y="48149"/>
                  <a:pt x="8787869" y="47082"/>
                  <a:pt x="8785781" y="46363"/>
                </a:cubicBezTo>
                <a:cubicBezTo>
                  <a:pt x="8783694" y="45642"/>
                  <a:pt x="8781125" y="45282"/>
                  <a:pt x="8778074" y="45282"/>
                </a:cubicBezTo>
                <a:cubicBezTo>
                  <a:pt x="8774809" y="45282"/>
                  <a:pt x="8771878" y="45666"/>
                  <a:pt x="8769282" y="46433"/>
                </a:cubicBezTo>
                <a:cubicBezTo>
                  <a:pt x="8766686" y="47201"/>
                  <a:pt x="8764412" y="48048"/>
                  <a:pt x="8762458" y="48975"/>
                </a:cubicBezTo>
                <a:cubicBezTo>
                  <a:pt x="8760504" y="49902"/>
                  <a:pt x="8758872" y="50749"/>
                  <a:pt x="8757561" y="51517"/>
                </a:cubicBezTo>
                <a:cubicBezTo>
                  <a:pt x="8756249" y="52284"/>
                  <a:pt x="8755272" y="52668"/>
                  <a:pt x="8754630" y="52668"/>
                </a:cubicBezTo>
                <a:cubicBezTo>
                  <a:pt x="8754202" y="52668"/>
                  <a:pt x="8753827" y="52561"/>
                  <a:pt x="8753506" y="52347"/>
                </a:cubicBezTo>
                <a:cubicBezTo>
                  <a:pt x="8753185" y="52133"/>
                  <a:pt x="8752904" y="51812"/>
                  <a:pt x="8752663" y="51384"/>
                </a:cubicBezTo>
                <a:cubicBezTo>
                  <a:pt x="8752422" y="50955"/>
                  <a:pt x="8752248" y="50407"/>
                  <a:pt x="8752141" y="49738"/>
                </a:cubicBezTo>
                <a:cubicBezTo>
                  <a:pt x="8752034" y="49069"/>
                  <a:pt x="8751981" y="48333"/>
                  <a:pt x="8751981" y="47530"/>
                </a:cubicBezTo>
                <a:cubicBezTo>
                  <a:pt x="8751981" y="46192"/>
                  <a:pt x="8752074" y="45135"/>
                  <a:pt x="8752262" y="44359"/>
                </a:cubicBezTo>
                <a:cubicBezTo>
                  <a:pt x="8752449" y="43582"/>
                  <a:pt x="8752904" y="42846"/>
                  <a:pt x="8753626" y="42151"/>
                </a:cubicBezTo>
                <a:cubicBezTo>
                  <a:pt x="8754349" y="41455"/>
                  <a:pt x="8755593" y="40644"/>
                  <a:pt x="8757360" y="39719"/>
                </a:cubicBezTo>
                <a:cubicBezTo>
                  <a:pt x="8759126" y="38793"/>
                  <a:pt x="8761160" y="37946"/>
                  <a:pt x="8763462" y="37180"/>
                </a:cubicBezTo>
                <a:cubicBezTo>
                  <a:pt x="8765763" y="36414"/>
                  <a:pt x="8768279" y="35780"/>
                  <a:pt x="8771009" y="35279"/>
                </a:cubicBezTo>
                <a:cubicBezTo>
                  <a:pt x="8773738" y="34775"/>
                  <a:pt x="8776495" y="34523"/>
                  <a:pt x="8779278" y="34523"/>
                </a:cubicBezTo>
                <a:cubicBezTo>
                  <a:pt x="8784470" y="34523"/>
                  <a:pt x="8788886" y="35112"/>
                  <a:pt x="8792525" y="36290"/>
                </a:cubicBezTo>
                <a:cubicBezTo>
                  <a:pt x="8796165" y="37467"/>
                  <a:pt x="8799109" y="39193"/>
                  <a:pt x="8801357" y="41468"/>
                </a:cubicBezTo>
                <a:cubicBezTo>
                  <a:pt x="8803605" y="43743"/>
                  <a:pt x="8805238" y="46566"/>
                  <a:pt x="8806255" y="49938"/>
                </a:cubicBezTo>
                <a:cubicBezTo>
                  <a:pt x="8807271" y="53311"/>
                  <a:pt x="8807780" y="57245"/>
                  <a:pt x="8807780" y="61741"/>
                </a:cubicBezTo>
                <a:lnTo>
                  <a:pt x="8807780" y="110475"/>
                </a:lnTo>
                <a:moveTo>
                  <a:pt x="8794613" y="77397"/>
                </a:moveTo>
                <a:lnTo>
                  <a:pt x="8783292" y="77397"/>
                </a:lnTo>
                <a:cubicBezTo>
                  <a:pt x="8779653" y="77397"/>
                  <a:pt x="8776495" y="77707"/>
                  <a:pt x="8773819" y="78327"/>
                </a:cubicBezTo>
                <a:cubicBezTo>
                  <a:pt x="8771142" y="78946"/>
                  <a:pt x="8768921" y="79861"/>
                  <a:pt x="8767155" y="81072"/>
                </a:cubicBezTo>
                <a:cubicBezTo>
                  <a:pt x="8765388" y="82283"/>
                  <a:pt x="8764091" y="83738"/>
                  <a:pt x="8763261" y="85435"/>
                </a:cubicBezTo>
                <a:cubicBezTo>
                  <a:pt x="8762431" y="87131"/>
                  <a:pt x="8762016" y="89083"/>
                  <a:pt x="8762016" y="91291"/>
                </a:cubicBezTo>
                <a:cubicBezTo>
                  <a:pt x="8762016" y="95061"/>
                  <a:pt x="8763207" y="98064"/>
                  <a:pt x="8765589" y="100298"/>
                </a:cubicBezTo>
                <a:cubicBezTo>
                  <a:pt x="8767971" y="102533"/>
                  <a:pt x="8771303" y="103650"/>
                  <a:pt x="8775585" y="103650"/>
                </a:cubicBezTo>
                <a:cubicBezTo>
                  <a:pt x="8779064" y="103650"/>
                  <a:pt x="8782289" y="102762"/>
                  <a:pt x="8785259" y="100986"/>
                </a:cubicBezTo>
                <a:cubicBezTo>
                  <a:pt x="8788230" y="99208"/>
                  <a:pt x="8791348" y="96488"/>
                  <a:pt x="8794613" y="92827"/>
                </a:cubicBezTo>
                <a:lnTo>
                  <a:pt x="8794613" y="77397"/>
                </a:lnTo>
                <a:close/>
                <a:moveTo>
                  <a:pt x="8877469" y="90782"/>
                </a:moveTo>
                <a:cubicBezTo>
                  <a:pt x="8877469" y="94478"/>
                  <a:pt x="8876786" y="97774"/>
                  <a:pt x="8875421" y="100667"/>
                </a:cubicBezTo>
                <a:cubicBezTo>
                  <a:pt x="8874056" y="103559"/>
                  <a:pt x="8872116" y="105997"/>
                  <a:pt x="8869600" y="107981"/>
                </a:cubicBezTo>
                <a:cubicBezTo>
                  <a:pt x="8867085" y="109963"/>
                  <a:pt x="8864087" y="111463"/>
                  <a:pt x="8860608" y="112479"/>
                </a:cubicBezTo>
                <a:cubicBezTo>
                  <a:pt x="8857129" y="113498"/>
                  <a:pt x="8853302" y="114007"/>
                  <a:pt x="8849127" y="114007"/>
                </a:cubicBezTo>
                <a:cubicBezTo>
                  <a:pt x="8846558" y="114007"/>
                  <a:pt x="8844109" y="113807"/>
                  <a:pt x="8841781" y="113405"/>
                </a:cubicBezTo>
                <a:cubicBezTo>
                  <a:pt x="8839453" y="113004"/>
                  <a:pt x="8837365" y="112495"/>
                  <a:pt x="8835519" y="111880"/>
                </a:cubicBezTo>
                <a:cubicBezTo>
                  <a:pt x="8833672" y="111264"/>
                  <a:pt x="8832106" y="110622"/>
                  <a:pt x="8830822" y="109953"/>
                </a:cubicBezTo>
                <a:cubicBezTo>
                  <a:pt x="8829537" y="109284"/>
                  <a:pt x="8828601" y="108682"/>
                  <a:pt x="8828012" y="108146"/>
                </a:cubicBezTo>
                <a:cubicBezTo>
                  <a:pt x="8827423" y="107611"/>
                  <a:pt x="8826995" y="106862"/>
                  <a:pt x="8826727" y="105898"/>
                </a:cubicBezTo>
                <a:cubicBezTo>
                  <a:pt x="8826460" y="104935"/>
                  <a:pt x="8826326" y="103624"/>
                  <a:pt x="8826326" y="101964"/>
                </a:cubicBezTo>
                <a:cubicBezTo>
                  <a:pt x="8826326" y="100947"/>
                  <a:pt x="8826379" y="100091"/>
                  <a:pt x="8826486" y="99395"/>
                </a:cubicBezTo>
                <a:cubicBezTo>
                  <a:pt x="8826593" y="98699"/>
                  <a:pt x="8826727" y="98137"/>
                  <a:pt x="8826888" y="97709"/>
                </a:cubicBezTo>
                <a:cubicBezTo>
                  <a:pt x="8827048" y="97281"/>
                  <a:pt x="8827276" y="96973"/>
                  <a:pt x="8827570" y="96786"/>
                </a:cubicBezTo>
                <a:cubicBezTo>
                  <a:pt x="8827865" y="96599"/>
                  <a:pt x="8828199" y="96505"/>
                  <a:pt x="8828574" y="96505"/>
                </a:cubicBezTo>
                <a:cubicBezTo>
                  <a:pt x="8829163" y="96505"/>
                  <a:pt x="8830032" y="96866"/>
                  <a:pt x="8831183" y="97589"/>
                </a:cubicBezTo>
                <a:cubicBezTo>
                  <a:pt x="8832334" y="98311"/>
                  <a:pt x="8833752" y="99101"/>
                  <a:pt x="8835438" y="99957"/>
                </a:cubicBezTo>
                <a:cubicBezTo>
                  <a:pt x="8837124" y="100814"/>
                  <a:pt x="8839118" y="101603"/>
                  <a:pt x="8841420" y="102326"/>
                </a:cubicBezTo>
                <a:cubicBezTo>
                  <a:pt x="8843721" y="103048"/>
                  <a:pt x="8846371" y="103410"/>
                  <a:pt x="8849368" y="103410"/>
                </a:cubicBezTo>
                <a:cubicBezTo>
                  <a:pt x="8851616" y="103410"/>
                  <a:pt x="8853650" y="103169"/>
                  <a:pt x="8855470" y="102687"/>
                </a:cubicBezTo>
                <a:cubicBezTo>
                  <a:pt x="8857290" y="102204"/>
                  <a:pt x="8858869" y="101493"/>
                  <a:pt x="8860207" y="100554"/>
                </a:cubicBezTo>
                <a:cubicBezTo>
                  <a:pt x="8861545" y="99616"/>
                  <a:pt x="8862575" y="98423"/>
                  <a:pt x="8863298" y="96974"/>
                </a:cubicBezTo>
                <a:cubicBezTo>
                  <a:pt x="8864020" y="95526"/>
                  <a:pt x="8864382" y="93809"/>
                  <a:pt x="8864382" y="91826"/>
                </a:cubicBezTo>
                <a:cubicBezTo>
                  <a:pt x="8864382" y="89790"/>
                  <a:pt x="8863860" y="88076"/>
                  <a:pt x="8862816" y="86682"/>
                </a:cubicBezTo>
                <a:cubicBezTo>
                  <a:pt x="8861772" y="85289"/>
                  <a:pt x="8860394" y="84057"/>
                  <a:pt x="8858681" y="82987"/>
                </a:cubicBezTo>
                <a:cubicBezTo>
                  <a:pt x="8856969" y="81914"/>
                  <a:pt x="8855042" y="80964"/>
                  <a:pt x="8852901" y="80134"/>
                </a:cubicBezTo>
                <a:cubicBezTo>
                  <a:pt x="8850760" y="79303"/>
                  <a:pt x="8848552" y="78432"/>
                  <a:pt x="8846277" y="77522"/>
                </a:cubicBezTo>
                <a:cubicBezTo>
                  <a:pt x="8844002" y="76610"/>
                  <a:pt x="8841781" y="75578"/>
                  <a:pt x="8839613" y="74426"/>
                </a:cubicBezTo>
                <a:cubicBezTo>
                  <a:pt x="8837446" y="73274"/>
                  <a:pt x="8835505" y="71867"/>
                  <a:pt x="8833792" y="70206"/>
                </a:cubicBezTo>
                <a:cubicBezTo>
                  <a:pt x="8832080" y="68545"/>
                  <a:pt x="8830701" y="66563"/>
                  <a:pt x="8829658" y="64260"/>
                </a:cubicBezTo>
                <a:cubicBezTo>
                  <a:pt x="8828614" y="61956"/>
                  <a:pt x="8828092" y="59197"/>
                  <a:pt x="8828092" y="55983"/>
                </a:cubicBezTo>
                <a:cubicBezTo>
                  <a:pt x="8828092" y="53142"/>
                  <a:pt x="8828641" y="50424"/>
                  <a:pt x="8829738" y="47826"/>
                </a:cubicBezTo>
                <a:cubicBezTo>
                  <a:pt x="8830835" y="45227"/>
                  <a:pt x="8832481" y="42949"/>
                  <a:pt x="8834676" y="40994"/>
                </a:cubicBezTo>
                <a:cubicBezTo>
                  <a:pt x="8836870" y="39037"/>
                  <a:pt x="8839613" y="37470"/>
                  <a:pt x="8842905" y="36292"/>
                </a:cubicBezTo>
                <a:cubicBezTo>
                  <a:pt x="8846197" y="35113"/>
                  <a:pt x="8850037" y="34523"/>
                  <a:pt x="8854426" y="34523"/>
                </a:cubicBezTo>
                <a:cubicBezTo>
                  <a:pt x="8856353" y="34523"/>
                  <a:pt x="8858280" y="34686"/>
                  <a:pt x="8860207" y="35013"/>
                </a:cubicBezTo>
                <a:cubicBezTo>
                  <a:pt x="8862134" y="35339"/>
                  <a:pt x="8863873" y="35746"/>
                  <a:pt x="8865426" y="36234"/>
                </a:cubicBezTo>
                <a:cubicBezTo>
                  <a:pt x="8866978" y="36723"/>
                  <a:pt x="8868302" y="37252"/>
                  <a:pt x="8869400" y="37823"/>
                </a:cubicBezTo>
                <a:cubicBezTo>
                  <a:pt x="8870497" y="38393"/>
                  <a:pt x="8871327" y="38896"/>
                  <a:pt x="8871889" y="39331"/>
                </a:cubicBezTo>
                <a:cubicBezTo>
                  <a:pt x="8872451" y="39765"/>
                  <a:pt x="8872825" y="40143"/>
                  <a:pt x="8873013" y="40465"/>
                </a:cubicBezTo>
                <a:cubicBezTo>
                  <a:pt x="8873200" y="40786"/>
                  <a:pt x="8873334" y="41147"/>
                  <a:pt x="8873414" y="41548"/>
                </a:cubicBezTo>
                <a:cubicBezTo>
                  <a:pt x="8873494" y="41950"/>
                  <a:pt x="8873575" y="42445"/>
                  <a:pt x="8873655" y="43034"/>
                </a:cubicBezTo>
                <a:cubicBezTo>
                  <a:pt x="8873735" y="43623"/>
                  <a:pt x="8873775" y="44345"/>
                  <a:pt x="8873775" y="45202"/>
                </a:cubicBezTo>
                <a:cubicBezTo>
                  <a:pt x="8873775" y="46111"/>
                  <a:pt x="8873735" y="46901"/>
                  <a:pt x="8873655" y="47570"/>
                </a:cubicBezTo>
                <a:cubicBezTo>
                  <a:pt x="8873575" y="48239"/>
                  <a:pt x="8873441" y="48788"/>
                  <a:pt x="8873253" y="49216"/>
                </a:cubicBezTo>
                <a:cubicBezTo>
                  <a:pt x="8873066" y="49644"/>
                  <a:pt x="8872839" y="49952"/>
                  <a:pt x="8872571" y="50139"/>
                </a:cubicBezTo>
                <a:cubicBezTo>
                  <a:pt x="8872303" y="50327"/>
                  <a:pt x="8872009" y="50420"/>
                  <a:pt x="8871688" y="50420"/>
                </a:cubicBezTo>
                <a:cubicBezTo>
                  <a:pt x="8871206" y="50420"/>
                  <a:pt x="8870510" y="50122"/>
                  <a:pt x="8869600" y="49524"/>
                </a:cubicBezTo>
                <a:cubicBezTo>
                  <a:pt x="8868691" y="48927"/>
                  <a:pt x="8867513" y="48289"/>
                  <a:pt x="8866068" y="47610"/>
                </a:cubicBezTo>
                <a:cubicBezTo>
                  <a:pt x="8864623" y="46931"/>
                  <a:pt x="8862923" y="46293"/>
                  <a:pt x="8860970" y="45696"/>
                </a:cubicBezTo>
                <a:cubicBezTo>
                  <a:pt x="8859016" y="45099"/>
                  <a:pt x="8856781" y="44800"/>
                  <a:pt x="8854266" y="44800"/>
                </a:cubicBezTo>
                <a:cubicBezTo>
                  <a:pt x="8852018" y="44800"/>
                  <a:pt x="8850037" y="45055"/>
                  <a:pt x="8848324" y="45565"/>
                </a:cubicBezTo>
                <a:cubicBezTo>
                  <a:pt x="8846612" y="46074"/>
                  <a:pt x="8845207" y="46797"/>
                  <a:pt x="8844109" y="47736"/>
                </a:cubicBezTo>
                <a:cubicBezTo>
                  <a:pt x="8843012" y="48674"/>
                  <a:pt x="8842182" y="49787"/>
                  <a:pt x="8841620" y="51075"/>
                </a:cubicBezTo>
                <a:cubicBezTo>
                  <a:pt x="8841058" y="52361"/>
                  <a:pt x="8840777" y="53755"/>
                  <a:pt x="8840777" y="55257"/>
                </a:cubicBezTo>
                <a:cubicBezTo>
                  <a:pt x="8840777" y="57347"/>
                  <a:pt x="8841313" y="59101"/>
                  <a:pt x="8842383" y="60521"/>
                </a:cubicBezTo>
                <a:cubicBezTo>
                  <a:pt x="8843454" y="61941"/>
                  <a:pt x="8844845" y="63187"/>
                  <a:pt x="8846558" y="64260"/>
                </a:cubicBezTo>
                <a:cubicBezTo>
                  <a:pt x="8848271" y="65330"/>
                  <a:pt x="8850225" y="66294"/>
                  <a:pt x="8852419" y="67152"/>
                </a:cubicBezTo>
                <a:cubicBezTo>
                  <a:pt x="8854614" y="68009"/>
                  <a:pt x="8856848" y="68893"/>
                  <a:pt x="8859123" y="69804"/>
                </a:cubicBezTo>
                <a:cubicBezTo>
                  <a:pt x="8861398" y="70714"/>
                  <a:pt x="8863646" y="71732"/>
                  <a:pt x="8865867" y="72858"/>
                </a:cubicBezTo>
                <a:cubicBezTo>
                  <a:pt x="8868088" y="73984"/>
                  <a:pt x="8870055" y="75350"/>
                  <a:pt x="8871768" y="76958"/>
                </a:cubicBezTo>
                <a:cubicBezTo>
                  <a:pt x="8873481" y="78565"/>
                  <a:pt x="8874859" y="80494"/>
                  <a:pt x="8875903" y="82746"/>
                </a:cubicBezTo>
                <a:cubicBezTo>
                  <a:pt x="8876947" y="84995"/>
                  <a:pt x="8877469" y="87674"/>
                  <a:pt x="8877469" y="90782"/>
                </a:cubicBezTo>
                <a:close/>
                <a:moveTo>
                  <a:pt x="8954933" y="71134"/>
                </a:moveTo>
                <a:cubicBezTo>
                  <a:pt x="8954933" y="73222"/>
                  <a:pt x="8954411" y="74707"/>
                  <a:pt x="8953367" y="75590"/>
                </a:cubicBezTo>
                <a:cubicBezTo>
                  <a:pt x="8952324" y="76473"/>
                  <a:pt x="8951133" y="76915"/>
                  <a:pt x="8949795" y="76915"/>
                </a:cubicBezTo>
                <a:lnTo>
                  <a:pt x="8902425" y="76915"/>
                </a:lnTo>
                <a:cubicBezTo>
                  <a:pt x="8902425" y="80941"/>
                  <a:pt x="8902827" y="84565"/>
                  <a:pt x="8903630" y="87786"/>
                </a:cubicBezTo>
                <a:cubicBezTo>
                  <a:pt x="8904433" y="91008"/>
                  <a:pt x="8905771" y="93773"/>
                  <a:pt x="8907644" y="96081"/>
                </a:cubicBezTo>
                <a:cubicBezTo>
                  <a:pt x="8909517" y="98389"/>
                  <a:pt x="8911953" y="100161"/>
                  <a:pt x="8914950" y="101397"/>
                </a:cubicBezTo>
                <a:cubicBezTo>
                  <a:pt x="8917947" y="102632"/>
                  <a:pt x="8921614" y="103249"/>
                  <a:pt x="8925949" y="103249"/>
                </a:cubicBezTo>
                <a:cubicBezTo>
                  <a:pt x="8929375" y="103249"/>
                  <a:pt x="8932426" y="102968"/>
                  <a:pt x="8935102" y="102406"/>
                </a:cubicBezTo>
                <a:cubicBezTo>
                  <a:pt x="8937778" y="101844"/>
                  <a:pt x="8940093" y="101215"/>
                  <a:pt x="8942047" y="100519"/>
                </a:cubicBezTo>
                <a:cubicBezTo>
                  <a:pt x="8944001" y="99823"/>
                  <a:pt x="8945606" y="99195"/>
                  <a:pt x="8946864" y="98632"/>
                </a:cubicBezTo>
                <a:cubicBezTo>
                  <a:pt x="8948122" y="98070"/>
                  <a:pt x="8949072" y="97789"/>
                  <a:pt x="8949714" y="97789"/>
                </a:cubicBezTo>
                <a:cubicBezTo>
                  <a:pt x="8950089" y="97789"/>
                  <a:pt x="8950424" y="97883"/>
                  <a:pt x="8950718" y="98070"/>
                </a:cubicBezTo>
                <a:cubicBezTo>
                  <a:pt x="8951012" y="98258"/>
                  <a:pt x="8951240" y="98539"/>
                  <a:pt x="8951400" y="98914"/>
                </a:cubicBezTo>
                <a:cubicBezTo>
                  <a:pt x="8951561" y="99288"/>
                  <a:pt x="8951681" y="99810"/>
                  <a:pt x="8951762" y="100479"/>
                </a:cubicBezTo>
                <a:cubicBezTo>
                  <a:pt x="8951842" y="101148"/>
                  <a:pt x="8951882" y="101964"/>
                  <a:pt x="8951882" y="102928"/>
                </a:cubicBezTo>
                <a:cubicBezTo>
                  <a:pt x="8951882" y="103624"/>
                  <a:pt x="8951855" y="104226"/>
                  <a:pt x="8951802" y="104734"/>
                </a:cubicBezTo>
                <a:cubicBezTo>
                  <a:pt x="8951748" y="105243"/>
                  <a:pt x="8951681" y="105698"/>
                  <a:pt x="8951601" y="106099"/>
                </a:cubicBezTo>
                <a:cubicBezTo>
                  <a:pt x="8951521" y="106501"/>
                  <a:pt x="8951387" y="106862"/>
                  <a:pt x="8951200" y="107183"/>
                </a:cubicBezTo>
                <a:cubicBezTo>
                  <a:pt x="8951012" y="107504"/>
                  <a:pt x="8950771" y="107812"/>
                  <a:pt x="8950477" y="108106"/>
                </a:cubicBezTo>
                <a:cubicBezTo>
                  <a:pt x="8950183" y="108401"/>
                  <a:pt x="8949313" y="108882"/>
                  <a:pt x="8947868" y="109552"/>
                </a:cubicBezTo>
                <a:cubicBezTo>
                  <a:pt x="8946423" y="110221"/>
                  <a:pt x="8944549" y="110876"/>
                  <a:pt x="8942248" y="111519"/>
                </a:cubicBezTo>
                <a:cubicBezTo>
                  <a:pt x="8939946" y="112161"/>
                  <a:pt x="8937283" y="112736"/>
                  <a:pt x="8934259" y="113245"/>
                </a:cubicBezTo>
                <a:cubicBezTo>
                  <a:pt x="8931235" y="113753"/>
                  <a:pt x="8928010" y="114007"/>
                  <a:pt x="8924585" y="114007"/>
                </a:cubicBezTo>
                <a:cubicBezTo>
                  <a:pt x="8918643" y="114007"/>
                  <a:pt x="8913438" y="113177"/>
                  <a:pt x="8908969" y="111516"/>
                </a:cubicBezTo>
                <a:cubicBezTo>
                  <a:pt x="8904499" y="109855"/>
                  <a:pt x="8900739" y="107390"/>
                  <a:pt x="8897688" y="104122"/>
                </a:cubicBezTo>
                <a:cubicBezTo>
                  <a:pt x="8894638" y="100854"/>
                  <a:pt x="8892336" y="96755"/>
                  <a:pt x="8890784" y="91826"/>
                </a:cubicBezTo>
                <a:cubicBezTo>
                  <a:pt x="8889232" y="86896"/>
                  <a:pt x="8888455" y="81163"/>
                  <a:pt x="8888455" y="74627"/>
                </a:cubicBezTo>
                <a:cubicBezTo>
                  <a:pt x="8888455" y="68411"/>
                  <a:pt x="8889258" y="62825"/>
                  <a:pt x="8890864" y="57869"/>
                </a:cubicBezTo>
                <a:cubicBezTo>
                  <a:pt x="8892470" y="52913"/>
                  <a:pt x="8894785" y="48707"/>
                  <a:pt x="8897809" y="45252"/>
                </a:cubicBezTo>
                <a:cubicBezTo>
                  <a:pt x="8900833" y="41796"/>
                  <a:pt x="8904486" y="39144"/>
                  <a:pt x="8908768" y="37296"/>
                </a:cubicBezTo>
                <a:cubicBezTo>
                  <a:pt x="8913050" y="35448"/>
                  <a:pt x="8917840" y="34523"/>
                  <a:pt x="8923139" y="34523"/>
                </a:cubicBezTo>
                <a:cubicBezTo>
                  <a:pt x="8928813" y="34523"/>
                  <a:pt x="8933644" y="35433"/>
                  <a:pt x="8937631" y="37253"/>
                </a:cubicBezTo>
                <a:cubicBezTo>
                  <a:pt x="8941619" y="39073"/>
                  <a:pt x="8944897" y="41522"/>
                  <a:pt x="8947466" y="44599"/>
                </a:cubicBezTo>
                <a:cubicBezTo>
                  <a:pt x="8950036" y="47677"/>
                  <a:pt x="8951922" y="51290"/>
                  <a:pt x="8953127" y="55438"/>
                </a:cubicBezTo>
                <a:cubicBezTo>
                  <a:pt x="8954331" y="59586"/>
                  <a:pt x="8954933" y="64015"/>
                  <a:pt x="8954933" y="68726"/>
                </a:cubicBezTo>
                <a:lnTo>
                  <a:pt x="8954933" y="71134"/>
                </a:lnTo>
                <a:moveTo>
                  <a:pt x="8941605" y="67200"/>
                </a:moveTo>
                <a:cubicBezTo>
                  <a:pt x="8941766" y="60242"/>
                  <a:pt x="8940227" y="54782"/>
                  <a:pt x="8936989" y="50822"/>
                </a:cubicBezTo>
                <a:cubicBezTo>
                  <a:pt x="8933751" y="46861"/>
                  <a:pt x="8928947" y="44880"/>
                  <a:pt x="8922577" y="44880"/>
                </a:cubicBezTo>
                <a:cubicBezTo>
                  <a:pt x="8919312" y="44880"/>
                  <a:pt x="8916449" y="45496"/>
                  <a:pt x="8913987" y="46727"/>
                </a:cubicBezTo>
                <a:cubicBezTo>
                  <a:pt x="8911525" y="47958"/>
                  <a:pt x="8909464" y="49591"/>
                  <a:pt x="8907805" y="51625"/>
                </a:cubicBezTo>
                <a:cubicBezTo>
                  <a:pt x="8906145" y="53658"/>
                  <a:pt x="8904861" y="56027"/>
                  <a:pt x="8903951" y="58730"/>
                </a:cubicBezTo>
                <a:cubicBezTo>
                  <a:pt x="8903041" y="61433"/>
                  <a:pt x="8902532" y="64256"/>
                  <a:pt x="8902425" y="67200"/>
                </a:cubicBezTo>
                <a:lnTo>
                  <a:pt x="8941605" y="67200"/>
                </a:lnTo>
                <a:close/>
                <a:moveTo>
                  <a:pt x="8995383" y="103691"/>
                </a:moveTo>
                <a:cubicBezTo>
                  <a:pt x="8995383" y="107508"/>
                  <a:pt x="8994754" y="110047"/>
                  <a:pt x="8993496" y="111310"/>
                </a:cubicBezTo>
                <a:cubicBezTo>
                  <a:pt x="8992239" y="112573"/>
                  <a:pt x="8989950" y="113205"/>
                  <a:pt x="8986632" y="113205"/>
                </a:cubicBezTo>
                <a:cubicBezTo>
                  <a:pt x="8983420" y="113205"/>
                  <a:pt x="8981199" y="112587"/>
                  <a:pt x="8979968" y="111350"/>
                </a:cubicBezTo>
                <a:cubicBezTo>
                  <a:pt x="8978737" y="110114"/>
                  <a:pt x="8978122" y="107641"/>
                  <a:pt x="8978122" y="103931"/>
                </a:cubicBezTo>
                <a:cubicBezTo>
                  <a:pt x="8978122" y="100114"/>
                  <a:pt x="8978750" y="97575"/>
                  <a:pt x="8980008" y="96312"/>
                </a:cubicBezTo>
                <a:cubicBezTo>
                  <a:pt x="8981266" y="95049"/>
                  <a:pt x="8983554" y="94417"/>
                  <a:pt x="8986873" y="94417"/>
                </a:cubicBezTo>
                <a:cubicBezTo>
                  <a:pt x="8990084" y="94417"/>
                  <a:pt x="8992306" y="95035"/>
                  <a:pt x="8993537" y="96272"/>
                </a:cubicBezTo>
                <a:cubicBezTo>
                  <a:pt x="8994768" y="97508"/>
                  <a:pt x="8995383" y="99981"/>
                  <a:pt x="8995383" y="103691"/>
                </a:cubicBezTo>
                <a:close/>
                <a:moveTo>
                  <a:pt x="9048219" y="6516"/>
                </a:moveTo>
                <a:cubicBezTo>
                  <a:pt x="9048219" y="8178"/>
                  <a:pt x="9048139" y="9694"/>
                  <a:pt x="9047978" y="11062"/>
                </a:cubicBezTo>
                <a:cubicBezTo>
                  <a:pt x="9047818" y="12429"/>
                  <a:pt x="9047564" y="13729"/>
                  <a:pt x="9047216" y="14963"/>
                </a:cubicBezTo>
                <a:cubicBezTo>
                  <a:pt x="9046868" y="16196"/>
                  <a:pt x="9046386" y="17416"/>
                  <a:pt x="9045771" y="18624"/>
                </a:cubicBezTo>
                <a:cubicBezTo>
                  <a:pt x="9045155" y="19830"/>
                  <a:pt x="9044419" y="21076"/>
                  <a:pt x="9043563" y="22362"/>
                </a:cubicBezTo>
                <a:lnTo>
                  <a:pt x="9032644" y="38854"/>
                </a:lnTo>
                <a:cubicBezTo>
                  <a:pt x="9032430" y="39284"/>
                  <a:pt x="9032149" y="39646"/>
                  <a:pt x="9031801" y="39940"/>
                </a:cubicBezTo>
                <a:cubicBezTo>
                  <a:pt x="9031453" y="40235"/>
                  <a:pt x="9031038" y="40476"/>
                  <a:pt x="9030556" y="40665"/>
                </a:cubicBezTo>
                <a:cubicBezTo>
                  <a:pt x="9030074" y="40853"/>
                  <a:pt x="9029512" y="41000"/>
                  <a:pt x="9028870" y="41107"/>
                </a:cubicBezTo>
                <a:cubicBezTo>
                  <a:pt x="9028228" y="41214"/>
                  <a:pt x="9027425" y="41267"/>
                  <a:pt x="9026462" y="41267"/>
                </a:cubicBezTo>
                <a:cubicBezTo>
                  <a:pt x="9025605" y="41267"/>
                  <a:pt x="9024896" y="41227"/>
                  <a:pt x="9024334" y="41147"/>
                </a:cubicBezTo>
                <a:cubicBezTo>
                  <a:pt x="9023772" y="41067"/>
                  <a:pt x="9023344" y="40920"/>
                  <a:pt x="9023049" y="40705"/>
                </a:cubicBezTo>
                <a:cubicBezTo>
                  <a:pt x="9022755" y="40490"/>
                  <a:pt x="9022608" y="40221"/>
                  <a:pt x="9022608" y="39900"/>
                </a:cubicBezTo>
                <a:cubicBezTo>
                  <a:pt x="9022608" y="39579"/>
                  <a:pt x="9022688" y="39177"/>
                  <a:pt x="9022849" y="38693"/>
                </a:cubicBezTo>
                <a:lnTo>
                  <a:pt x="9033446" y="16732"/>
                </a:lnTo>
                <a:lnTo>
                  <a:pt x="9033446" y="6516"/>
                </a:lnTo>
                <a:cubicBezTo>
                  <a:pt x="9033446" y="5121"/>
                  <a:pt x="9033580" y="3994"/>
                  <a:pt x="9033848" y="3136"/>
                </a:cubicBezTo>
                <a:cubicBezTo>
                  <a:pt x="9034116" y="2278"/>
                  <a:pt x="9034557" y="1622"/>
                  <a:pt x="9035173" y="1167"/>
                </a:cubicBezTo>
                <a:cubicBezTo>
                  <a:pt x="9035788" y="710"/>
                  <a:pt x="9036564" y="401"/>
                  <a:pt x="9037501" y="241"/>
                </a:cubicBezTo>
                <a:cubicBezTo>
                  <a:pt x="9038438" y="80"/>
                  <a:pt x="9039575" y="0"/>
                  <a:pt x="9040913" y="0"/>
                </a:cubicBezTo>
                <a:cubicBezTo>
                  <a:pt x="9042144" y="0"/>
                  <a:pt x="9043228" y="80"/>
                  <a:pt x="9044165" y="241"/>
                </a:cubicBezTo>
                <a:cubicBezTo>
                  <a:pt x="9045101" y="401"/>
                  <a:pt x="9045864" y="710"/>
                  <a:pt x="9046453" y="1167"/>
                </a:cubicBezTo>
                <a:cubicBezTo>
                  <a:pt x="9047042" y="1622"/>
                  <a:pt x="9047483" y="2278"/>
                  <a:pt x="9047778" y="3136"/>
                </a:cubicBezTo>
                <a:cubicBezTo>
                  <a:pt x="9048072" y="3994"/>
                  <a:pt x="9048219" y="5121"/>
                  <a:pt x="9048219" y="6516"/>
                </a:cubicBezTo>
                <a:moveTo>
                  <a:pt x="9019477" y="6516"/>
                </a:moveTo>
                <a:cubicBezTo>
                  <a:pt x="9019477" y="8178"/>
                  <a:pt x="9019396" y="9694"/>
                  <a:pt x="9019236" y="11062"/>
                </a:cubicBezTo>
                <a:cubicBezTo>
                  <a:pt x="9019075" y="12429"/>
                  <a:pt x="9018821" y="13729"/>
                  <a:pt x="9018473" y="14963"/>
                </a:cubicBezTo>
                <a:cubicBezTo>
                  <a:pt x="9018125" y="16196"/>
                  <a:pt x="9017643" y="17416"/>
                  <a:pt x="9017028" y="18624"/>
                </a:cubicBezTo>
                <a:cubicBezTo>
                  <a:pt x="9016412" y="19830"/>
                  <a:pt x="9015676" y="21076"/>
                  <a:pt x="9014820" y="22362"/>
                </a:cubicBezTo>
                <a:lnTo>
                  <a:pt x="9003901" y="38854"/>
                </a:lnTo>
                <a:cubicBezTo>
                  <a:pt x="9003687" y="39284"/>
                  <a:pt x="9003406" y="39646"/>
                  <a:pt x="9003058" y="39940"/>
                </a:cubicBezTo>
                <a:cubicBezTo>
                  <a:pt x="9002710" y="40235"/>
                  <a:pt x="9002295" y="40476"/>
                  <a:pt x="9001813" y="40665"/>
                </a:cubicBezTo>
                <a:cubicBezTo>
                  <a:pt x="9001332" y="40853"/>
                  <a:pt x="9000770" y="41000"/>
                  <a:pt x="9000127" y="41107"/>
                </a:cubicBezTo>
                <a:cubicBezTo>
                  <a:pt x="8999485" y="41214"/>
                  <a:pt x="8998682" y="41267"/>
                  <a:pt x="8997719" y="41267"/>
                </a:cubicBezTo>
                <a:cubicBezTo>
                  <a:pt x="8996862" y="41267"/>
                  <a:pt x="8996140" y="41227"/>
                  <a:pt x="8995551" y="41147"/>
                </a:cubicBezTo>
                <a:cubicBezTo>
                  <a:pt x="8994962" y="41067"/>
                  <a:pt x="8994534" y="40920"/>
                  <a:pt x="8994266" y="40705"/>
                </a:cubicBezTo>
                <a:cubicBezTo>
                  <a:pt x="8993999" y="40490"/>
                  <a:pt x="8993852" y="40221"/>
                  <a:pt x="8993825" y="39900"/>
                </a:cubicBezTo>
                <a:cubicBezTo>
                  <a:pt x="8993798" y="39579"/>
                  <a:pt x="8993892" y="39177"/>
                  <a:pt x="8994106" y="38693"/>
                </a:cubicBezTo>
                <a:lnTo>
                  <a:pt x="9004704" y="16732"/>
                </a:lnTo>
                <a:lnTo>
                  <a:pt x="9004704" y="6516"/>
                </a:lnTo>
                <a:cubicBezTo>
                  <a:pt x="9004704" y="5121"/>
                  <a:pt x="9004838" y="3994"/>
                  <a:pt x="9005105" y="3136"/>
                </a:cubicBezTo>
                <a:cubicBezTo>
                  <a:pt x="9005373" y="2278"/>
                  <a:pt x="9005814" y="1622"/>
                  <a:pt x="9006430" y="1167"/>
                </a:cubicBezTo>
                <a:cubicBezTo>
                  <a:pt x="9007045" y="710"/>
                  <a:pt x="9007822" y="401"/>
                  <a:pt x="9008758" y="241"/>
                </a:cubicBezTo>
                <a:cubicBezTo>
                  <a:pt x="9009695" y="80"/>
                  <a:pt x="9010832" y="0"/>
                  <a:pt x="9012170" y="0"/>
                </a:cubicBezTo>
                <a:cubicBezTo>
                  <a:pt x="9013455" y="0"/>
                  <a:pt x="9014552" y="80"/>
                  <a:pt x="9015462" y="241"/>
                </a:cubicBezTo>
                <a:cubicBezTo>
                  <a:pt x="9016372" y="401"/>
                  <a:pt x="9017121" y="710"/>
                  <a:pt x="9017710" y="1167"/>
                </a:cubicBezTo>
                <a:cubicBezTo>
                  <a:pt x="9018299" y="1622"/>
                  <a:pt x="9018741" y="2278"/>
                  <a:pt x="9019035" y="3136"/>
                </a:cubicBezTo>
                <a:cubicBezTo>
                  <a:pt x="9019329" y="3994"/>
                  <a:pt x="9019477" y="5121"/>
                  <a:pt x="9019477" y="65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d5b0bfed749fa"/>
          <a:stretch xmlns:a="http://schemas.openxmlformats.org/drawingml/2006/main"/>
        </p:blipFill>
        <p:spPr>
          <a:xfrm xmlns:a="http://schemas.openxmlformats.org/drawingml/2006/main">
            <a:off x="10972861" y="4262810"/>
            <a:ext cx="1149572" cy="1149572"/>
          </a:xfrm>
          <a:prstGeom xmlns:a="http://schemas.openxmlformats.org/drawingml/2006/main" prst="rect">
            <a:avLst/>
          </a:prstGeom>
        </p:spPr>
      </p:pic>
      <p:pic>
        <p:nvPicPr>
          <p:cNvPr id="4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430707be9447c"/>
          <a:stretch xmlns:a="http://schemas.openxmlformats.org/drawingml/2006/main"/>
        </p:blipFill>
        <p:spPr>
          <a:xfrm xmlns:a="http://schemas.openxmlformats.org/drawingml/2006/main">
            <a:off x="9683391" y="4262810"/>
            <a:ext cx="1149572" cy="1149572"/>
          </a:xfrm>
          <a:prstGeom xmlns:a="http://schemas.openxmlformats.org/drawingml/2006/main" prst="rect">
            <a:avLst/>
          </a:prstGeom>
        </p:spPr>
      </p:pic>
      <p:pic>
        <p:nvPicPr>
          <p:cNvPr id="4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298ca7edc42a5"/>
          <a:stretch xmlns:a="http://schemas.openxmlformats.org/drawingml/2006/main"/>
        </p:blipFill>
        <p:spPr>
          <a:xfrm xmlns:a="http://schemas.openxmlformats.org/drawingml/2006/main">
            <a:off x="5814981" y="4256727"/>
            <a:ext cx="1149574" cy="1149574"/>
          </a:xfrm>
          <a:prstGeom xmlns:a="http://schemas.openxmlformats.org/drawingml/2006/main" prst="rect">
            <a:avLst/>
          </a:prstGeom>
        </p:spPr>
      </p:pic>
      <p:pic>
        <p:nvPicPr>
          <p:cNvPr id="4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acde468e945d2"/>
          <a:stretch xmlns:a="http://schemas.openxmlformats.org/drawingml/2006/main"/>
        </p:blipFill>
        <p:spPr>
          <a:xfrm xmlns:a="http://schemas.openxmlformats.org/drawingml/2006/main">
            <a:off x="1940491" y="4256727"/>
            <a:ext cx="1149574" cy="1149574"/>
          </a:xfrm>
          <a:prstGeom xmlns:a="http://schemas.openxmlformats.org/drawingml/2006/main" prst="rect">
            <a:avLst/>
          </a:prstGeom>
        </p:spPr>
      </p:pic>
      <p:pic>
        <p:nvPicPr>
          <p:cNvPr id="4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0b645fb5a4a14"/>
          <a:stretch xmlns:a="http://schemas.openxmlformats.org/drawingml/2006/main"/>
        </p:blipFill>
        <p:spPr>
          <a:xfrm xmlns:a="http://schemas.openxmlformats.org/drawingml/2006/main">
            <a:off x="651021" y="4256727"/>
            <a:ext cx="1149574" cy="1149574"/>
          </a:xfrm>
          <a:prstGeom xmlns:a="http://schemas.openxmlformats.org/drawingml/2006/main" prst="rect">
            <a:avLst/>
          </a:prstGeom>
        </p:spPr>
      </p:pic>
      <p:sp>
        <p:nvSpPr>
          <p:cNvPr id="162" name="Text Validity">
            <a:extLst xmlns:a="http://schemas.openxmlformats.org/drawingml/2006/main">
              <a:ext uri="{FF2B5EF4-FFF2-40B4-BE49-F238E27FC236}">
                <a16:creationId xmlns:a16="http://schemas.microsoft.com/office/drawing/2014/main" id="{5C205B43-0447-4A59-B07E-4AA475DB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0" y="5542068"/>
            <a:ext cx="432089" cy="125481"/>
          </a:xfrm>
          <a:custGeom xmlns:a="http://schemas.openxmlformats.org/drawingml/2006/main">
            <a:pathLst>
              <a:path w="432089" h="125481">
                <a:moveTo>
                  <a:pt x="47168" y="97358"/>
                </a:moveTo>
                <a:cubicBezTo>
                  <a:pt x="46978" y="97882"/>
                  <a:pt x="46716" y="98310"/>
                  <a:pt x="46383" y="98643"/>
                </a:cubicBezTo>
                <a:cubicBezTo>
                  <a:pt x="46050" y="98976"/>
                  <a:pt x="45586" y="99238"/>
                  <a:pt x="44991" y="99428"/>
                </a:cubicBezTo>
                <a:cubicBezTo>
                  <a:pt x="44397" y="99619"/>
                  <a:pt x="43635" y="99750"/>
                  <a:pt x="42707" y="99821"/>
                </a:cubicBezTo>
                <a:cubicBezTo>
                  <a:pt x="41779" y="99892"/>
                  <a:pt x="40625" y="99928"/>
                  <a:pt x="39246" y="99928"/>
                </a:cubicBezTo>
                <a:cubicBezTo>
                  <a:pt x="38199" y="99928"/>
                  <a:pt x="37283" y="99916"/>
                  <a:pt x="36498" y="99892"/>
                </a:cubicBezTo>
                <a:cubicBezTo>
                  <a:pt x="35712" y="99869"/>
                  <a:pt x="35034" y="99809"/>
                  <a:pt x="34463" y="99714"/>
                </a:cubicBezTo>
                <a:cubicBezTo>
                  <a:pt x="33892" y="99619"/>
                  <a:pt x="33405" y="99512"/>
                  <a:pt x="33000" y="99393"/>
                </a:cubicBezTo>
                <a:cubicBezTo>
                  <a:pt x="32596" y="99274"/>
                  <a:pt x="32251" y="99119"/>
                  <a:pt x="31965" y="98929"/>
                </a:cubicBezTo>
                <a:cubicBezTo>
                  <a:pt x="31680" y="98738"/>
                  <a:pt x="31454" y="98512"/>
                  <a:pt x="31287" y="98251"/>
                </a:cubicBezTo>
                <a:cubicBezTo>
                  <a:pt x="31120" y="97989"/>
                  <a:pt x="30966" y="97668"/>
                  <a:pt x="30823" y="97287"/>
                </a:cubicBezTo>
                <a:lnTo>
                  <a:pt x="630" y="11492"/>
                </a:lnTo>
                <a:cubicBezTo>
                  <a:pt x="250" y="10445"/>
                  <a:pt x="48" y="9600"/>
                  <a:pt x="24" y="8958"/>
                </a:cubicBezTo>
                <a:cubicBezTo>
                  <a:pt x="0" y="8315"/>
                  <a:pt x="202" y="7828"/>
                  <a:pt x="630" y="7495"/>
                </a:cubicBezTo>
                <a:cubicBezTo>
                  <a:pt x="1059" y="7162"/>
                  <a:pt x="1749" y="6947"/>
                  <a:pt x="2700" y="6852"/>
                </a:cubicBezTo>
                <a:cubicBezTo>
                  <a:pt x="3652" y="6757"/>
                  <a:pt x="4937" y="6709"/>
                  <a:pt x="6555" y="6709"/>
                </a:cubicBezTo>
                <a:cubicBezTo>
                  <a:pt x="7887" y="6709"/>
                  <a:pt x="8946" y="6745"/>
                  <a:pt x="9731" y="6817"/>
                </a:cubicBezTo>
                <a:cubicBezTo>
                  <a:pt x="10516" y="6888"/>
                  <a:pt x="11123" y="7019"/>
                  <a:pt x="11551" y="7209"/>
                </a:cubicBezTo>
                <a:cubicBezTo>
                  <a:pt x="11979" y="7399"/>
                  <a:pt x="12301" y="7649"/>
                  <a:pt x="12515" y="7959"/>
                </a:cubicBezTo>
                <a:cubicBezTo>
                  <a:pt x="12729" y="8268"/>
                  <a:pt x="12931" y="8660"/>
                  <a:pt x="13121" y="9136"/>
                </a:cubicBezTo>
                <a:lnTo>
                  <a:pt x="39602" y="86866"/>
                </a:lnTo>
                <a:lnTo>
                  <a:pt x="39674" y="86866"/>
                </a:lnTo>
                <a:lnTo>
                  <a:pt x="65441" y="9279"/>
                </a:lnTo>
                <a:cubicBezTo>
                  <a:pt x="65584" y="8756"/>
                  <a:pt x="65750" y="8327"/>
                  <a:pt x="65941" y="7994"/>
                </a:cubicBezTo>
                <a:cubicBezTo>
                  <a:pt x="66131" y="7661"/>
                  <a:pt x="66464" y="7399"/>
                  <a:pt x="66940" y="7209"/>
                </a:cubicBezTo>
                <a:cubicBezTo>
                  <a:pt x="67416" y="7019"/>
                  <a:pt x="68082" y="6888"/>
                  <a:pt x="68938" y="6817"/>
                </a:cubicBezTo>
                <a:cubicBezTo>
                  <a:pt x="69795" y="6745"/>
                  <a:pt x="70937" y="6709"/>
                  <a:pt x="72365" y="6709"/>
                </a:cubicBezTo>
                <a:cubicBezTo>
                  <a:pt x="73840" y="6709"/>
                  <a:pt x="75005" y="6769"/>
                  <a:pt x="75862" y="6888"/>
                </a:cubicBezTo>
                <a:cubicBezTo>
                  <a:pt x="76719" y="7007"/>
                  <a:pt x="77301" y="7233"/>
                  <a:pt x="77611" y="7566"/>
                </a:cubicBezTo>
                <a:cubicBezTo>
                  <a:pt x="77920" y="7899"/>
                  <a:pt x="78039" y="8387"/>
                  <a:pt x="77968" y="9029"/>
                </a:cubicBezTo>
                <a:cubicBezTo>
                  <a:pt x="77896" y="9672"/>
                  <a:pt x="77670" y="10516"/>
                  <a:pt x="77290" y="11563"/>
                </a:cubicBezTo>
                <a:lnTo>
                  <a:pt x="47168" y="97358"/>
                </a:lnTo>
                <a:close/>
                <a:moveTo>
                  <a:pt x="129820" y="97787"/>
                </a:moveTo>
                <a:cubicBezTo>
                  <a:pt x="129820" y="98358"/>
                  <a:pt x="129629" y="98786"/>
                  <a:pt x="129249" y="99071"/>
                </a:cubicBezTo>
                <a:cubicBezTo>
                  <a:pt x="128868" y="99357"/>
                  <a:pt x="128345" y="99571"/>
                  <a:pt x="127678" y="99714"/>
                </a:cubicBezTo>
                <a:cubicBezTo>
                  <a:pt x="127012" y="99857"/>
                  <a:pt x="126037" y="99928"/>
                  <a:pt x="124752" y="99928"/>
                </a:cubicBezTo>
                <a:cubicBezTo>
                  <a:pt x="123515" y="99928"/>
                  <a:pt x="122527" y="99857"/>
                  <a:pt x="121790" y="99714"/>
                </a:cubicBezTo>
                <a:cubicBezTo>
                  <a:pt x="121052" y="99571"/>
                  <a:pt x="120517" y="99357"/>
                  <a:pt x="120184" y="99071"/>
                </a:cubicBezTo>
                <a:cubicBezTo>
                  <a:pt x="119851" y="98786"/>
                  <a:pt x="119684" y="98358"/>
                  <a:pt x="119684" y="97787"/>
                </a:cubicBezTo>
                <a:lnTo>
                  <a:pt x="119684" y="91363"/>
                </a:lnTo>
                <a:cubicBezTo>
                  <a:pt x="116877" y="94361"/>
                  <a:pt x="113748" y="96704"/>
                  <a:pt x="110298" y="98393"/>
                </a:cubicBezTo>
                <a:cubicBezTo>
                  <a:pt x="106848" y="100083"/>
                  <a:pt x="103196" y="100927"/>
                  <a:pt x="99342" y="100927"/>
                </a:cubicBezTo>
                <a:cubicBezTo>
                  <a:pt x="95963" y="100927"/>
                  <a:pt x="92906" y="100486"/>
                  <a:pt x="90170" y="99602"/>
                </a:cubicBezTo>
                <a:cubicBezTo>
                  <a:pt x="87434" y="98719"/>
                  <a:pt x="85102" y="97442"/>
                  <a:pt x="83175" y="95770"/>
                </a:cubicBezTo>
                <a:cubicBezTo>
                  <a:pt x="81248" y="94099"/>
                  <a:pt x="79749" y="92046"/>
                  <a:pt x="78678" y="89612"/>
                </a:cubicBezTo>
                <a:cubicBezTo>
                  <a:pt x="77607" y="87176"/>
                  <a:pt x="77072" y="84406"/>
                  <a:pt x="77072" y="81301"/>
                </a:cubicBezTo>
                <a:cubicBezTo>
                  <a:pt x="77072" y="77672"/>
                  <a:pt x="77810" y="74521"/>
                  <a:pt x="79285" y="71848"/>
                </a:cubicBezTo>
                <a:cubicBezTo>
                  <a:pt x="80760" y="69173"/>
                  <a:pt x="82877" y="66952"/>
                  <a:pt x="85637" y="65185"/>
                </a:cubicBezTo>
                <a:cubicBezTo>
                  <a:pt x="88397" y="63419"/>
                  <a:pt x="91776" y="62094"/>
                  <a:pt x="95773" y="61210"/>
                </a:cubicBezTo>
                <a:cubicBezTo>
                  <a:pt x="99770" y="60327"/>
                  <a:pt x="104267" y="59885"/>
                  <a:pt x="109263" y="59885"/>
                </a:cubicBezTo>
                <a:lnTo>
                  <a:pt x="118114" y="59885"/>
                </a:lnTo>
                <a:lnTo>
                  <a:pt x="118114" y="54907"/>
                </a:lnTo>
                <a:cubicBezTo>
                  <a:pt x="118114" y="52441"/>
                  <a:pt x="117852" y="50261"/>
                  <a:pt x="117329" y="48365"/>
                </a:cubicBezTo>
                <a:cubicBezTo>
                  <a:pt x="116805" y="46467"/>
                  <a:pt x="115961" y="44890"/>
                  <a:pt x="114795" y="43634"/>
                </a:cubicBezTo>
                <a:cubicBezTo>
                  <a:pt x="113629" y="42377"/>
                  <a:pt x="112118" y="41429"/>
                  <a:pt x="110262" y="40790"/>
                </a:cubicBezTo>
                <a:cubicBezTo>
                  <a:pt x="108407" y="40149"/>
                  <a:pt x="106123" y="39828"/>
                  <a:pt x="103410" y="39828"/>
                </a:cubicBezTo>
                <a:cubicBezTo>
                  <a:pt x="100508" y="39828"/>
                  <a:pt x="97902" y="40170"/>
                  <a:pt x="95594" y="40852"/>
                </a:cubicBezTo>
                <a:cubicBezTo>
                  <a:pt x="93287" y="41535"/>
                  <a:pt x="91264" y="42288"/>
                  <a:pt x="89527" y="43112"/>
                </a:cubicBezTo>
                <a:cubicBezTo>
                  <a:pt x="87790" y="43936"/>
                  <a:pt x="86339" y="44689"/>
                  <a:pt x="85173" y="45371"/>
                </a:cubicBezTo>
                <a:cubicBezTo>
                  <a:pt x="84008" y="46054"/>
                  <a:pt x="83139" y="46395"/>
                  <a:pt x="82568" y="46395"/>
                </a:cubicBezTo>
                <a:cubicBezTo>
                  <a:pt x="82187" y="46395"/>
                  <a:pt x="81854" y="46300"/>
                  <a:pt x="81569" y="46110"/>
                </a:cubicBezTo>
                <a:cubicBezTo>
                  <a:pt x="81283" y="45919"/>
                  <a:pt x="81033" y="45634"/>
                  <a:pt x="80819" y="45253"/>
                </a:cubicBezTo>
                <a:cubicBezTo>
                  <a:pt x="80605" y="44872"/>
                  <a:pt x="80451" y="44385"/>
                  <a:pt x="80355" y="43790"/>
                </a:cubicBezTo>
                <a:cubicBezTo>
                  <a:pt x="80260" y="43195"/>
                  <a:pt x="80213" y="42541"/>
                  <a:pt x="80213" y="41827"/>
                </a:cubicBezTo>
                <a:cubicBezTo>
                  <a:pt x="80213" y="40637"/>
                  <a:pt x="80296" y="39698"/>
                  <a:pt x="80462" y="39008"/>
                </a:cubicBezTo>
                <a:cubicBezTo>
                  <a:pt x="80629" y="38318"/>
                  <a:pt x="81033" y="37663"/>
                  <a:pt x="81676" y="37045"/>
                </a:cubicBezTo>
                <a:cubicBezTo>
                  <a:pt x="82318" y="36426"/>
                  <a:pt x="83425" y="35706"/>
                  <a:pt x="84995" y="34883"/>
                </a:cubicBezTo>
                <a:cubicBezTo>
                  <a:pt x="86565" y="34060"/>
                  <a:pt x="88373" y="33307"/>
                  <a:pt x="90420" y="32626"/>
                </a:cubicBezTo>
                <a:cubicBezTo>
                  <a:pt x="92466" y="31945"/>
                  <a:pt x="94702" y="31381"/>
                  <a:pt x="97129" y="30935"/>
                </a:cubicBezTo>
                <a:cubicBezTo>
                  <a:pt x="99556" y="30488"/>
                  <a:pt x="102006" y="30264"/>
                  <a:pt x="104481" y="30264"/>
                </a:cubicBezTo>
                <a:cubicBezTo>
                  <a:pt x="109097" y="30264"/>
                  <a:pt x="113022" y="30787"/>
                  <a:pt x="116258" y="31834"/>
                </a:cubicBezTo>
                <a:cubicBezTo>
                  <a:pt x="119494" y="32881"/>
                  <a:pt x="122111" y="34416"/>
                  <a:pt x="124110" y="36438"/>
                </a:cubicBezTo>
                <a:cubicBezTo>
                  <a:pt x="126108" y="38460"/>
                  <a:pt x="127559" y="40970"/>
                  <a:pt x="128464" y="43968"/>
                </a:cubicBezTo>
                <a:cubicBezTo>
                  <a:pt x="129368" y="46966"/>
                  <a:pt x="129820" y="50464"/>
                  <a:pt x="129820" y="54461"/>
                </a:cubicBezTo>
                <a:lnTo>
                  <a:pt x="129820" y="97787"/>
                </a:lnTo>
                <a:moveTo>
                  <a:pt x="118114" y="68379"/>
                </a:moveTo>
                <a:lnTo>
                  <a:pt x="108050" y="68379"/>
                </a:lnTo>
                <a:cubicBezTo>
                  <a:pt x="104814" y="68379"/>
                  <a:pt x="102006" y="68655"/>
                  <a:pt x="99627" y="69207"/>
                </a:cubicBezTo>
                <a:cubicBezTo>
                  <a:pt x="97248" y="69757"/>
                  <a:pt x="95273" y="70570"/>
                  <a:pt x="93703" y="71647"/>
                </a:cubicBezTo>
                <a:cubicBezTo>
                  <a:pt x="92133" y="72724"/>
                  <a:pt x="90979" y="74017"/>
                  <a:pt x="90241" y="75526"/>
                </a:cubicBezTo>
                <a:cubicBezTo>
                  <a:pt x="89504" y="77034"/>
                  <a:pt x="89135" y="78769"/>
                  <a:pt x="89135" y="80732"/>
                </a:cubicBezTo>
                <a:cubicBezTo>
                  <a:pt x="89135" y="84084"/>
                  <a:pt x="90194" y="86753"/>
                  <a:pt x="92311" y="88740"/>
                </a:cubicBezTo>
                <a:cubicBezTo>
                  <a:pt x="94429" y="90726"/>
                  <a:pt x="97391" y="91720"/>
                  <a:pt x="101198" y="91720"/>
                </a:cubicBezTo>
                <a:cubicBezTo>
                  <a:pt x="104291" y="91720"/>
                  <a:pt x="107157" y="90930"/>
                  <a:pt x="109798" y="89351"/>
                </a:cubicBezTo>
                <a:cubicBezTo>
                  <a:pt x="112439" y="87770"/>
                  <a:pt x="115211" y="85352"/>
                  <a:pt x="118114" y="82097"/>
                </a:cubicBezTo>
                <a:lnTo>
                  <a:pt x="118114" y="68379"/>
                </a:lnTo>
                <a:close/>
                <a:moveTo>
                  <a:pt x="166001" y="97713"/>
                </a:moveTo>
                <a:cubicBezTo>
                  <a:pt x="166001" y="98094"/>
                  <a:pt x="165906" y="98416"/>
                  <a:pt x="165716" y="98679"/>
                </a:cubicBezTo>
                <a:cubicBezTo>
                  <a:pt x="165525" y="98941"/>
                  <a:pt x="165216" y="99167"/>
                  <a:pt x="164788" y="99357"/>
                </a:cubicBezTo>
                <a:cubicBezTo>
                  <a:pt x="164359" y="99547"/>
                  <a:pt x="163765" y="99690"/>
                  <a:pt x="163003" y="99785"/>
                </a:cubicBezTo>
                <a:cubicBezTo>
                  <a:pt x="162242" y="99880"/>
                  <a:pt x="161266" y="99928"/>
                  <a:pt x="160077" y="99928"/>
                </a:cubicBezTo>
                <a:cubicBezTo>
                  <a:pt x="158935" y="99928"/>
                  <a:pt x="157983" y="99880"/>
                  <a:pt x="157222" y="99785"/>
                </a:cubicBezTo>
                <a:cubicBezTo>
                  <a:pt x="156460" y="99690"/>
                  <a:pt x="155854" y="99547"/>
                  <a:pt x="155402" y="99357"/>
                </a:cubicBezTo>
                <a:cubicBezTo>
                  <a:pt x="154950" y="99167"/>
                  <a:pt x="154640" y="98941"/>
                  <a:pt x="154474" y="98679"/>
                </a:cubicBezTo>
                <a:cubicBezTo>
                  <a:pt x="154307" y="98416"/>
                  <a:pt x="154224" y="98094"/>
                  <a:pt x="154224" y="97713"/>
                </a:cubicBezTo>
                <a:lnTo>
                  <a:pt x="154224" y="2286"/>
                </a:lnTo>
                <a:cubicBezTo>
                  <a:pt x="154224" y="1906"/>
                  <a:pt x="154307" y="1573"/>
                  <a:pt x="154474" y="1287"/>
                </a:cubicBezTo>
                <a:cubicBezTo>
                  <a:pt x="154640" y="1000"/>
                  <a:pt x="154950" y="761"/>
                  <a:pt x="155402" y="571"/>
                </a:cubicBezTo>
                <a:cubicBezTo>
                  <a:pt x="155854" y="381"/>
                  <a:pt x="156460" y="238"/>
                  <a:pt x="157222" y="143"/>
                </a:cubicBezTo>
                <a:cubicBezTo>
                  <a:pt x="157983" y="48"/>
                  <a:pt x="158935" y="0"/>
                  <a:pt x="160077" y="0"/>
                </a:cubicBezTo>
                <a:cubicBezTo>
                  <a:pt x="161266" y="0"/>
                  <a:pt x="162242" y="48"/>
                  <a:pt x="163003" y="143"/>
                </a:cubicBezTo>
                <a:cubicBezTo>
                  <a:pt x="163765" y="238"/>
                  <a:pt x="164359" y="381"/>
                  <a:pt x="164788" y="571"/>
                </a:cubicBezTo>
                <a:cubicBezTo>
                  <a:pt x="165216" y="761"/>
                  <a:pt x="165525" y="1000"/>
                  <a:pt x="165716" y="1287"/>
                </a:cubicBezTo>
                <a:cubicBezTo>
                  <a:pt x="165906" y="1573"/>
                  <a:pt x="166001" y="1906"/>
                  <a:pt x="166001" y="2286"/>
                </a:cubicBezTo>
                <a:lnTo>
                  <a:pt x="166001" y="97713"/>
                </a:lnTo>
                <a:close/>
                <a:moveTo>
                  <a:pt x="196407" y="97715"/>
                </a:moveTo>
                <a:cubicBezTo>
                  <a:pt x="196407" y="98096"/>
                  <a:pt x="196311" y="98417"/>
                  <a:pt x="196121" y="98679"/>
                </a:cubicBezTo>
                <a:cubicBezTo>
                  <a:pt x="195931" y="98941"/>
                  <a:pt x="195621" y="99167"/>
                  <a:pt x="195193" y="99357"/>
                </a:cubicBezTo>
                <a:cubicBezTo>
                  <a:pt x="194765" y="99547"/>
                  <a:pt x="194170" y="99690"/>
                  <a:pt x="193409" y="99785"/>
                </a:cubicBezTo>
                <a:cubicBezTo>
                  <a:pt x="192647" y="99880"/>
                  <a:pt x="191672" y="99928"/>
                  <a:pt x="190482" y="99928"/>
                </a:cubicBezTo>
                <a:cubicBezTo>
                  <a:pt x="189340" y="99928"/>
                  <a:pt x="188389" y="99880"/>
                  <a:pt x="187627" y="99785"/>
                </a:cubicBezTo>
                <a:cubicBezTo>
                  <a:pt x="186866" y="99690"/>
                  <a:pt x="186259" y="99547"/>
                  <a:pt x="185807" y="99357"/>
                </a:cubicBezTo>
                <a:cubicBezTo>
                  <a:pt x="185355" y="99167"/>
                  <a:pt x="185046" y="98941"/>
                  <a:pt x="184879" y="98679"/>
                </a:cubicBezTo>
                <a:cubicBezTo>
                  <a:pt x="184713" y="98417"/>
                  <a:pt x="184629" y="98096"/>
                  <a:pt x="184629" y="97715"/>
                </a:cubicBezTo>
                <a:lnTo>
                  <a:pt x="184629" y="33476"/>
                </a:lnTo>
                <a:cubicBezTo>
                  <a:pt x="184629" y="33143"/>
                  <a:pt x="184713" y="32833"/>
                  <a:pt x="184879" y="32548"/>
                </a:cubicBezTo>
                <a:cubicBezTo>
                  <a:pt x="185046" y="32262"/>
                  <a:pt x="185355" y="32025"/>
                  <a:pt x="185807" y="31834"/>
                </a:cubicBezTo>
                <a:cubicBezTo>
                  <a:pt x="186259" y="31644"/>
                  <a:pt x="186866" y="31501"/>
                  <a:pt x="187627" y="31406"/>
                </a:cubicBezTo>
                <a:cubicBezTo>
                  <a:pt x="188389" y="31311"/>
                  <a:pt x="189340" y="31263"/>
                  <a:pt x="190482" y="31263"/>
                </a:cubicBezTo>
                <a:cubicBezTo>
                  <a:pt x="191672" y="31263"/>
                  <a:pt x="192647" y="31311"/>
                  <a:pt x="193409" y="31406"/>
                </a:cubicBezTo>
                <a:cubicBezTo>
                  <a:pt x="194170" y="31501"/>
                  <a:pt x="194765" y="31644"/>
                  <a:pt x="195193" y="31834"/>
                </a:cubicBezTo>
                <a:cubicBezTo>
                  <a:pt x="195621" y="32025"/>
                  <a:pt x="195931" y="32262"/>
                  <a:pt x="196121" y="32548"/>
                </a:cubicBezTo>
                <a:cubicBezTo>
                  <a:pt x="196311" y="32833"/>
                  <a:pt x="196407" y="33143"/>
                  <a:pt x="196407" y="33476"/>
                </a:cubicBezTo>
                <a:lnTo>
                  <a:pt x="196407" y="97715"/>
                </a:lnTo>
                <a:moveTo>
                  <a:pt x="197763" y="11706"/>
                </a:moveTo>
                <a:cubicBezTo>
                  <a:pt x="197763" y="14466"/>
                  <a:pt x="197239" y="16345"/>
                  <a:pt x="196193" y="17345"/>
                </a:cubicBezTo>
                <a:cubicBezTo>
                  <a:pt x="195146" y="18344"/>
                  <a:pt x="193218" y="18844"/>
                  <a:pt x="190411" y="18844"/>
                </a:cubicBezTo>
                <a:cubicBezTo>
                  <a:pt x="187651" y="18844"/>
                  <a:pt x="185760" y="18356"/>
                  <a:pt x="184736" y="17380"/>
                </a:cubicBezTo>
                <a:cubicBezTo>
                  <a:pt x="183713" y="16405"/>
                  <a:pt x="183202" y="14561"/>
                  <a:pt x="183202" y="11849"/>
                </a:cubicBezTo>
                <a:cubicBezTo>
                  <a:pt x="183202" y="9089"/>
                  <a:pt x="183725" y="7209"/>
                  <a:pt x="184772" y="6210"/>
                </a:cubicBezTo>
                <a:cubicBezTo>
                  <a:pt x="185819" y="5211"/>
                  <a:pt x="187746" y="4711"/>
                  <a:pt x="190554" y="4711"/>
                </a:cubicBezTo>
                <a:cubicBezTo>
                  <a:pt x="193314" y="4711"/>
                  <a:pt x="195205" y="5199"/>
                  <a:pt x="196228" y="6174"/>
                </a:cubicBezTo>
                <a:cubicBezTo>
                  <a:pt x="197251" y="7150"/>
                  <a:pt x="197763" y="8994"/>
                  <a:pt x="197763" y="11706"/>
                </a:cubicBezTo>
                <a:close/>
                <a:moveTo>
                  <a:pt x="276060" y="97713"/>
                </a:moveTo>
                <a:cubicBezTo>
                  <a:pt x="276060" y="98094"/>
                  <a:pt x="275977" y="98428"/>
                  <a:pt x="275810" y="98715"/>
                </a:cubicBezTo>
                <a:cubicBezTo>
                  <a:pt x="275644" y="99000"/>
                  <a:pt x="275358" y="99226"/>
                  <a:pt x="274954" y="99393"/>
                </a:cubicBezTo>
                <a:cubicBezTo>
                  <a:pt x="274549" y="99559"/>
                  <a:pt x="274014" y="99690"/>
                  <a:pt x="273348" y="99785"/>
                </a:cubicBezTo>
                <a:cubicBezTo>
                  <a:pt x="272682" y="99880"/>
                  <a:pt x="271873" y="99928"/>
                  <a:pt x="270921" y="99928"/>
                </a:cubicBezTo>
                <a:cubicBezTo>
                  <a:pt x="269922" y="99928"/>
                  <a:pt x="269089" y="99880"/>
                  <a:pt x="268423" y="99785"/>
                </a:cubicBezTo>
                <a:cubicBezTo>
                  <a:pt x="267757" y="99692"/>
                  <a:pt x="267209" y="99562"/>
                  <a:pt x="266781" y="99397"/>
                </a:cubicBezTo>
                <a:cubicBezTo>
                  <a:pt x="266353" y="99231"/>
                  <a:pt x="266044" y="99005"/>
                  <a:pt x="265853" y="98721"/>
                </a:cubicBezTo>
                <a:cubicBezTo>
                  <a:pt x="265663" y="98437"/>
                  <a:pt x="265568" y="98106"/>
                  <a:pt x="265568" y="97729"/>
                </a:cubicBezTo>
                <a:lnTo>
                  <a:pt x="265568" y="89282"/>
                </a:lnTo>
                <a:cubicBezTo>
                  <a:pt x="262189" y="92949"/>
                  <a:pt x="258680" y="95807"/>
                  <a:pt x="255040" y="97856"/>
                </a:cubicBezTo>
                <a:cubicBezTo>
                  <a:pt x="251399" y="99903"/>
                  <a:pt x="247414" y="100927"/>
                  <a:pt x="243084" y="100927"/>
                </a:cubicBezTo>
                <a:cubicBezTo>
                  <a:pt x="238373" y="100927"/>
                  <a:pt x="234352" y="100011"/>
                  <a:pt x="231021" y="98177"/>
                </a:cubicBezTo>
                <a:cubicBezTo>
                  <a:pt x="227690" y="96344"/>
                  <a:pt x="224990" y="93867"/>
                  <a:pt x="222920" y="90747"/>
                </a:cubicBezTo>
                <a:cubicBezTo>
                  <a:pt x="220850" y="87626"/>
                  <a:pt x="219339" y="83958"/>
                  <a:pt x="218387" y="79744"/>
                </a:cubicBezTo>
                <a:cubicBezTo>
                  <a:pt x="217436" y="75528"/>
                  <a:pt x="216960" y="71086"/>
                  <a:pt x="216960" y="66416"/>
                </a:cubicBezTo>
                <a:cubicBezTo>
                  <a:pt x="216960" y="60892"/>
                  <a:pt x="217555" y="55903"/>
                  <a:pt x="218744" y="51450"/>
                </a:cubicBezTo>
                <a:cubicBezTo>
                  <a:pt x="219934" y="46996"/>
                  <a:pt x="221694" y="43197"/>
                  <a:pt x="224026" y="40054"/>
                </a:cubicBezTo>
                <a:cubicBezTo>
                  <a:pt x="226358" y="36909"/>
                  <a:pt x="229249" y="34491"/>
                  <a:pt x="232698" y="32800"/>
                </a:cubicBezTo>
                <a:cubicBezTo>
                  <a:pt x="236148" y="31109"/>
                  <a:pt x="240134" y="30264"/>
                  <a:pt x="244654" y="30264"/>
                </a:cubicBezTo>
                <a:cubicBezTo>
                  <a:pt x="248413" y="30264"/>
                  <a:pt x="251851" y="31085"/>
                  <a:pt x="254968" y="32729"/>
                </a:cubicBezTo>
                <a:cubicBezTo>
                  <a:pt x="258085" y="34372"/>
                  <a:pt x="261166" y="36789"/>
                  <a:pt x="264211" y="39980"/>
                </a:cubicBezTo>
                <a:lnTo>
                  <a:pt x="264211" y="2574"/>
                </a:lnTo>
                <a:cubicBezTo>
                  <a:pt x="264211" y="2241"/>
                  <a:pt x="264295" y="1920"/>
                  <a:pt x="264461" y="1610"/>
                </a:cubicBezTo>
                <a:cubicBezTo>
                  <a:pt x="264628" y="1300"/>
                  <a:pt x="264949" y="1061"/>
                  <a:pt x="265425" y="894"/>
                </a:cubicBezTo>
                <a:cubicBezTo>
                  <a:pt x="265901" y="726"/>
                  <a:pt x="266507" y="583"/>
                  <a:pt x="267245" y="464"/>
                </a:cubicBezTo>
                <a:cubicBezTo>
                  <a:pt x="267983" y="345"/>
                  <a:pt x="268922" y="286"/>
                  <a:pt x="270064" y="286"/>
                </a:cubicBezTo>
                <a:cubicBezTo>
                  <a:pt x="271254" y="286"/>
                  <a:pt x="272230" y="345"/>
                  <a:pt x="272991" y="464"/>
                </a:cubicBezTo>
                <a:cubicBezTo>
                  <a:pt x="273752" y="583"/>
                  <a:pt x="274347" y="726"/>
                  <a:pt x="274775" y="892"/>
                </a:cubicBezTo>
                <a:cubicBezTo>
                  <a:pt x="275204" y="1059"/>
                  <a:pt x="275525" y="1297"/>
                  <a:pt x="275739" y="1608"/>
                </a:cubicBezTo>
                <a:cubicBezTo>
                  <a:pt x="275953" y="1918"/>
                  <a:pt x="276060" y="2239"/>
                  <a:pt x="276060" y="2572"/>
                </a:cubicBezTo>
                <a:lnTo>
                  <a:pt x="276060" y="97713"/>
                </a:lnTo>
                <a:moveTo>
                  <a:pt x="264211" y="52556"/>
                </a:moveTo>
                <a:cubicBezTo>
                  <a:pt x="261023" y="48599"/>
                  <a:pt x="257942" y="45584"/>
                  <a:pt x="254968" y="43511"/>
                </a:cubicBezTo>
                <a:cubicBezTo>
                  <a:pt x="251994" y="41437"/>
                  <a:pt x="248889" y="40399"/>
                  <a:pt x="245653" y="40399"/>
                </a:cubicBezTo>
                <a:cubicBezTo>
                  <a:pt x="242656" y="40399"/>
                  <a:pt x="240110" y="41115"/>
                  <a:pt x="238016" y="42545"/>
                </a:cubicBezTo>
                <a:cubicBezTo>
                  <a:pt x="235922" y="43974"/>
                  <a:pt x="234221" y="45856"/>
                  <a:pt x="232913" y="48191"/>
                </a:cubicBezTo>
                <a:cubicBezTo>
                  <a:pt x="231604" y="50525"/>
                  <a:pt x="230652" y="53170"/>
                  <a:pt x="230058" y="56125"/>
                </a:cubicBezTo>
                <a:cubicBezTo>
                  <a:pt x="229463" y="59079"/>
                  <a:pt x="229165" y="62082"/>
                  <a:pt x="229165" y="65132"/>
                </a:cubicBezTo>
                <a:cubicBezTo>
                  <a:pt x="229165" y="68372"/>
                  <a:pt x="229415" y="71541"/>
                  <a:pt x="229915" y="74638"/>
                </a:cubicBezTo>
                <a:cubicBezTo>
                  <a:pt x="230414" y="77736"/>
                  <a:pt x="231283" y="80487"/>
                  <a:pt x="232520" y="82893"/>
                </a:cubicBezTo>
                <a:cubicBezTo>
                  <a:pt x="233757" y="85299"/>
                  <a:pt x="235399" y="87230"/>
                  <a:pt x="237445" y="88684"/>
                </a:cubicBezTo>
                <a:cubicBezTo>
                  <a:pt x="239491" y="90137"/>
                  <a:pt x="242061" y="90863"/>
                  <a:pt x="245154" y="90863"/>
                </a:cubicBezTo>
                <a:cubicBezTo>
                  <a:pt x="246724" y="90863"/>
                  <a:pt x="248235" y="90649"/>
                  <a:pt x="249686" y="90221"/>
                </a:cubicBezTo>
                <a:cubicBezTo>
                  <a:pt x="251138" y="89791"/>
                  <a:pt x="252625" y="89076"/>
                  <a:pt x="254147" y="88075"/>
                </a:cubicBezTo>
                <a:cubicBezTo>
                  <a:pt x="255670" y="87074"/>
                  <a:pt x="257264" y="85775"/>
                  <a:pt x="258930" y="84178"/>
                </a:cubicBezTo>
                <a:cubicBezTo>
                  <a:pt x="260595" y="82581"/>
                  <a:pt x="262356" y="80615"/>
                  <a:pt x="264211" y="78278"/>
                </a:cubicBezTo>
                <a:lnTo>
                  <a:pt x="264211" y="52556"/>
                </a:lnTo>
                <a:close/>
                <a:moveTo>
                  <a:pt x="311743" y="97715"/>
                </a:moveTo>
                <a:cubicBezTo>
                  <a:pt x="311743" y="98096"/>
                  <a:pt x="311648" y="98417"/>
                  <a:pt x="311457" y="98679"/>
                </a:cubicBezTo>
                <a:cubicBezTo>
                  <a:pt x="311267" y="98941"/>
                  <a:pt x="310958" y="99167"/>
                  <a:pt x="310530" y="99357"/>
                </a:cubicBezTo>
                <a:cubicBezTo>
                  <a:pt x="310101" y="99547"/>
                  <a:pt x="309506" y="99690"/>
                  <a:pt x="308745" y="99785"/>
                </a:cubicBezTo>
                <a:cubicBezTo>
                  <a:pt x="307984" y="99880"/>
                  <a:pt x="307008" y="99928"/>
                  <a:pt x="305819" y="99928"/>
                </a:cubicBezTo>
                <a:cubicBezTo>
                  <a:pt x="304677" y="99928"/>
                  <a:pt x="303725" y="99880"/>
                  <a:pt x="302964" y="99785"/>
                </a:cubicBezTo>
                <a:cubicBezTo>
                  <a:pt x="302202" y="99690"/>
                  <a:pt x="301596" y="99547"/>
                  <a:pt x="301143" y="99357"/>
                </a:cubicBezTo>
                <a:cubicBezTo>
                  <a:pt x="300691" y="99167"/>
                  <a:pt x="300382" y="98941"/>
                  <a:pt x="300216" y="98679"/>
                </a:cubicBezTo>
                <a:cubicBezTo>
                  <a:pt x="300049" y="98417"/>
                  <a:pt x="299966" y="98096"/>
                  <a:pt x="299966" y="97715"/>
                </a:cubicBezTo>
                <a:lnTo>
                  <a:pt x="299966" y="33476"/>
                </a:lnTo>
                <a:cubicBezTo>
                  <a:pt x="299966" y="33143"/>
                  <a:pt x="300049" y="32833"/>
                  <a:pt x="300216" y="32548"/>
                </a:cubicBezTo>
                <a:cubicBezTo>
                  <a:pt x="300382" y="32262"/>
                  <a:pt x="300691" y="32025"/>
                  <a:pt x="301143" y="31834"/>
                </a:cubicBezTo>
                <a:cubicBezTo>
                  <a:pt x="301596" y="31644"/>
                  <a:pt x="302202" y="31501"/>
                  <a:pt x="302964" y="31406"/>
                </a:cubicBezTo>
                <a:cubicBezTo>
                  <a:pt x="303725" y="31311"/>
                  <a:pt x="304677" y="31263"/>
                  <a:pt x="305819" y="31263"/>
                </a:cubicBezTo>
                <a:cubicBezTo>
                  <a:pt x="307008" y="31263"/>
                  <a:pt x="307984" y="31311"/>
                  <a:pt x="308745" y="31406"/>
                </a:cubicBezTo>
                <a:cubicBezTo>
                  <a:pt x="309506" y="31501"/>
                  <a:pt x="310101" y="31644"/>
                  <a:pt x="310530" y="31834"/>
                </a:cubicBezTo>
                <a:cubicBezTo>
                  <a:pt x="310958" y="32025"/>
                  <a:pt x="311267" y="32262"/>
                  <a:pt x="311457" y="32548"/>
                </a:cubicBezTo>
                <a:cubicBezTo>
                  <a:pt x="311648" y="32833"/>
                  <a:pt x="311743" y="33143"/>
                  <a:pt x="311743" y="33476"/>
                </a:cubicBezTo>
                <a:lnTo>
                  <a:pt x="311743" y="97715"/>
                </a:lnTo>
                <a:moveTo>
                  <a:pt x="313099" y="11706"/>
                </a:moveTo>
                <a:cubicBezTo>
                  <a:pt x="313099" y="14466"/>
                  <a:pt x="312576" y="16345"/>
                  <a:pt x="311529" y="17345"/>
                </a:cubicBezTo>
                <a:cubicBezTo>
                  <a:pt x="310482" y="18344"/>
                  <a:pt x="308555" y="18844"/>
                  <a:pt x="305747" y="18844"/>
                </a:cubicBezTo>
                <a:cubicBezTo>
                  <a:pt x="302987" y="18844"/>
                  <a:pt x="301096" y="18356"/>
                  <a:pt x="300073" y="17380"/>
                </a:cubicBezTo>
                <a:cubicBezTo>
                  <a:pt x="299050" y="16405"/>
                  <a:pt x="298538" y="14561"/>
                  <a:pt x="298538" y="11849"/>
                </a:cubicBezTo>
                <a:cubicBezTo>
                  <a:pt x="298538" y="9089"/>
                  <a:pt x="299062" y="7209"/>
                  <a:pt x="300108" y="6210"/>
                </a:cubicBezTo>
                <a:cubicBezTo>
                  <a:pt x="301155" y="5211"/>
                  <a:pt x="303083" y="4711"/>
                  <a:pt x="305890" y="4711"/>
                </a:cubicBezTo>
                <a:cubicBezTo>
                  <a:pt x="308650" y="4711"/>
                  <a:pt x="310541" y="5199"/>
                  <a:pt x="311565" y="6174"/>
                </a:cubicBezTo>
                <a:cubicBezTo>
                  <a:pt x="312588" y="7150"/>
                  <a:pt x="313099" y="8994"/>
                  <a:pt x="313099" y="11706"/>
                </a:cubicBezTo>
                <a:close/>
                <a:moveTo>
                  <a:pt x="363776" y="93076"/>
                </a:moveTo>
                <a:cubicBezTo>
                  <a:pt x="363776" y="94456"/>
                  <a:pt x="363681" y="95550"/>
                  <a:pt x="363490" y="96359"/>
                </a:cubicBezTo>
                <a:cubicBezTo>
                  <a:pt x="363300" y="97168"/>
                  <a:pt x="363014" y="97763"/>
                  <a:pt x="362634" y="98144"/>
                </a:cubicBezTo>
                <a:cubicBezTo>
                  <a:pt x="362253" y="98524"/>
                  <a:pt x="361682" y="98881"/>
                  <a:pt x="360921" y="99214"/>
                </a:cubicBezTo>
                <a:cubicBezTo>
                  <a:pt x="360159" y="99547"/>
                  <a:pt x="359291" y="99821"/>
                  <a:pt x="358315" y="100035"/>
                </a:cubicBezTo>
                <a:cubicBezTo>
                  <a:pt x="357340" y="100249"/>
                  <a:pt x="356305" y="100428"/>
                  <a:pt x="355211" y="100570"/>
                </a:cubicBezTo>
                <a:cubicBezTo>
                  <a:pt x="354116" y="100713"/>
                  <a:pt x="353022" y="100785"/>
                  <a:pt x="351927" y="100785"/>
                </a:cubicBezTo>
                <a:cubicBezTo>
                  <a:pt x="348596" y="100785"/>
                  <a:pt x="345741" y="100344"/>
                  <a:pt x="343362" y="99462"/>
                </a:cubicBezTo>
                <a:cubicBezTo>
                  <a:pt x="340983" y="98579"/>
                  <a:pt x="339032" y="97242"/>
                  <a:pt x="337509" y="95454"/>
                </a:cubicBezTo>
                <a:cubicBezTo>
                  <a:pt x="335986" y="93665"/>
                  <a:pt x="334880" y="91399"/>
                  <a:pt x="334190" y="88657"/>
                </a:cubicBezTo>
                <a:cubicBezTo>
                  <a:pt x="333500" y="85915"/>
                  <a:pt x="333155" y="82684"/>
                  <a:pt x="333155" y="78963"/>
                </a:cubicBezTo>
                <a:lnTo>
                  <a:pt x="333155" y="41327"/>
                </a:lnTo>
                <a:lnTo>
                  <a:pt x="324161" y="41327"/>
                </a:lnTo>
                <a:cubicBezTo>
                  <a:pt x="323448" y="41327"/>
                  <a:pt x="322877" y="40947"/>
                  <a:pt x="322448" y="40185"/>
                </a:cubicBezTo>
                <a:cubicBezTo>
                  <a:pt x="322020" y="39424"/>
                  <a:pt x="321806" y="38187"/>
                  <a:pt x="321806" y="36474"/>
                </a:cubicBezTo>
                <a:cubicBezTo>
                  <a:pt x="321806" y="35570"/>
                  <a:pt x="321865" y="34808"/>
                  <a:pt x="321984" y="34190"/>
                </a:cubicBezTo>
                <a:cubicBezTo>
                  <a:pt x="322103" y="33571"/>
                  <a:pt x="322258" y="33060"/>
                  <a:pt x="322448" y="32655"/>
                </a:cubicBezTo>
                <a:cubicBezTo>
                  <a:pt x="322639" y="32251"/>
                  <a:pt x="322889" y="31965"/>
                  <a:pt x="323198" y="31799"/>
                </a:cubicBezTo>
                <a:cubicBezTo>
                  <a:pt x="323507" y="31632"/>
                  <a:pt x="323852" y="31549"/>
                  <a:pt x="324233" y="31549"/>
                </a:cubicBezTo>
                <a:lnTo>
                  <a:pt x="333155" y="31549"/>
                </a:lnTo>
                <a:lnTo>
                  <a:pt x="333155" y="16274"/>
                </a:lnTo>
                <a:cubicBezTo>
                  <a:pt x="333155" y="15941"/>
                  <a:pt x="333238" y="15632"/>
                  <a:pt x="333405" y="15346"/>
                </a:cubicBezTo>
                <a:cubicBezTo>
                  <a:pt x="333571" y="15061"/>
                  <a:pt x="333881" y="14811"/>
                  <a:pt x="334333" y="14597"/>
                </a:cubicBezTo>
                <a:cubicBezTo>
                  <a:pt x="334785" y="14382"/>
                  <a:pt x="335391" y="14228"/>
                  <a:pt x="336153" y="14133"/>
                </a:cubicBezTo>
                <a:cubicBezTo>
                  <a:pt x="336914" y="14038"/>
                  <a:pt x="337866" y="13990"/>
                  <a:pt x="339008" y="13990"/>
                </a:cubicBezTo>
                <a:cubicBezTo>
                  <a:pt x="340198" y="13990"/>
                  <a:pt x="341173" y="14038"/>
                  <a:pt x="341934" y="14133"/>
                </a:cubicBezTo>
                <a:cubicBezTo>
                  <a:pt x="342696" y="14228"/>
                  <a:pt x="343291" y="14382"/>
                  <a:pt x="343719" y="14597"/>
                </a:cubicBezTo>
                <a:cubicBezTo>
                  <a:pt x="344147" y="14811"/>
                  <a:pt x="344456" y="15061"/>
                  <a:pt x="344647" y="15346"/>
                </a:cubicBezTo>
                <a:cubicBezTo>
                  <a:pt x="344837" y="15632"/>
                  <a:pt x="344932" y="15941"/>
                  <a:pt x="344932" y="16274"/>
                </a:cubicBezTo>
                <a:lnTo>
                  <a:pt x="344932" y="31549"/>
                </a:lnTo>
                <a:lnTo>
                  <a:pt x="361420" y="31549"/>
                </a:lnTo>
                <a:cubicBezTo>
                  <a:pt x="361801" y="31549"/>
                  <a:pt x="362134" y="31632"/>
                  <a:pt x="362420" y="31799"/>
                </a:cubicBezTo>
                <a:cubicBezTo>
                  <a:pt x="362705" y="31965"/>
                  <a:pt x="362955" y="32251"/>
                  <a:pt x="363169" y="32655"/>
                </a:cubicBezTo>
                <a:cubicBezTo>
                  <a:pt x="363383" y="33060"/>
                  <a:pt x="363538" y="33571"/>
                  <a:pt x="363633" y="34190"/>
                </a:cubicBezTo>
                <a:cubicBezTo>
                  <a:pt x="363728" y="34808"/>
                  <a:pt x="363776" y="35570"/>
                  <a:pt x="363776" y="36474"/>
                </a:cubicBezTo>
                <a:cubicBezTo>
                  <a:pt x="363776" y="38187"/>
                  <a:pt x="363562" y="39424"/>
                  <a:pt x="363133" y="40185"/>
                </a:cubicBezTo>
                <a:cubicBezTo>
                  <a:pt x="362705" y="40947"/>
                  <a:pt x="362134" y="41327"/>
                  <a:pt x="361420" y="41327"/>
                </a:cubicBezTo>
                <a:lnTo>
                  <a:pt x="344932" y="41327"/>
                </a:lnTo>
                <a:lnTo>
                  <a:pt x="344932" y="77264"/>
                </a:lnTo>
                <a:cubicBezTo>
                  <a:pt x="344932" y="81701"/>
                  <a:pt x="345586" y="85053"/>
                  <a:pt x="346895" y="87321"/>
                </a:cubicBezTo>
                <a:cubicBezTo>
                  <a:pt x="348204" y="89587"/>
                  <a:pt x="350547" y="90720"/>
                  <a:pt x="353926" y="90720"/>
                </a:cubicBezTo>
                <a:cubicBezTo>
                  <a:pt x="355020" y="90720"/>
                  <a:pt x="355996" y="90613"/>
                  <a:pt x="356852" y="90399"/>
                </a:cubicBezTo>
                <a:cubicBezTo>
                  <a:pt x="357709" y="90185"/>
                  <a:pt x="358470" y="89959"/>
                  <a:pt x="359136" y="89721"/>
                </a:cubicBezTo>
                <a:cubicBezTo>
                  <a:pt x="359802" y="89483"/>
                  <a:pt x="360373" y="89257"/>
                  <a:pt x="360849" y="89043"/>
                </a:cubicBezTo>
                <a:cubicBezTo>
                  <a:pt x="361325" y="88829"/>
                  <a:pt x="361753" y="88722"/>
                  <a:pt x="362134" y="88722"/>
                </a:cubicBezTo>
                <a:cubicBezTo>
                  <a:pt x="362372" y="88722"/>
                  <a:pt x="362598" y="88781"/>
                  <a:pt x="362812" y="88900"/>
                </a:cubicBezTo>
                <a:cubicBezTo>
                  <a:pt x="363026" y="89019"/>
                  <a:pt x="363193" y="89245"/>
                  <a:pt x="363312" y="89578"/>
                </a:cubicBezTo>
                <a:cubicBezTo>
                  <a:pt x="363431" y="89911"/>
                  <a:pt x="363538" y="90363"/>
                  <a:pt x="363633" y="90934"/>
                </a:cubicBezTo>
                <a:cubicBezTo>
                  <a:pt x="363728" y="91506"/>
                  <a:pt x="363776" y="92219"/>
                  <a:pt x="363776" y="93076"/>
                </a:cubicBezTo>
                <a:close/>
                <a:moveTo>
                  <a:pt x="408606" y="99500"/>
                </a:moveTo>
                <a:lnTo>
                  <a:pt x="400041" y="123126"/>
                </a:lnTo>
                <a:cubicBezTo>
                  <a:pt x="399756" y="123887"/>
                  <a:pt x="399030" y="124470"/>
                  <a:pt x="397864" y="124874"/>
                </a:cubicBezTo>
                <a:cubicBezTo>
                  <a:pt x="396698" y="125279"/>
                  <a:pt x="394926" y="125481"/>
                  <a:pt x="392546" y="125481"/>
                </a:cubicBezTo>
                <a:cubicBezTo>
                  <a:pt x="391309" y="125481"/>
                  <a:pt x="390310" y="125422"/>
                  <a:pt x="389549" y="125303"/>
                </a:cubicBezTo>
                <a:cubicBezTo>
                  <a:pt x="388787" y="125184"/>
                  <a:pt x="388204" y="124981"/>
                  <a:pt x="387800" y="124696"/>
                </a:cubicBezTo>
                <a:cubicBezTo>
                  <a:pt x="387395" y="124410"/>
                  <a:pt x="387169" y="124030"/>
                  <a:pt x="387122" y="123554"/>
                </a:cubicBezTo>
                <a:cubicBezTo>
                  <a:pt x="387074" y="123078"/>
                  <a:pt x="387193" y="122507"/>
                  <a:pt x="387479" y="121841"/>
                </a:cubicBezTo>
                <a:lnTo>
                  <a:pt x="396329" y="99500"/>
                </a:lnTo>
                <a:cubicBezTo>
                  <a:pt x="395901" y="99309"/>
                  <a:pt x="395497" y="99000"/>
                  <a:pt x="395116" y="98572"/>
                </a:cubicBezTo>
                <a:cubicBezTo>
                  <a:pt x="394735" y="98144"/>
                  <a:pt x="394474" y="97692"/>
                  <a:pt x="394331" y="97216"/>
                </a:cubicBezTo>
                <a:lnTo>
                  <a:pt x="371419" y="35831"/>
                </a:lnTo>
                <a:cubicBezTo>
                  <a:pt x="371038" y="34832"/>
                  <a:pt x="370848" y="34047"/>
                  <a:pt x="370848" y="33476"/>
                </a:cubicBezTo>
                <a:cubicBezTo>
                  <a:pt x="370848" y="32905"/>
                  <a:pt x="371038" y="32453"/>
                  <a:pt x="371419" y="32120"/>
                </a:cubicBezTo>
                <a:cubicBezTo>
                  <a:pt x="371800" y="31787"/>
                  <a:pt x="372418" y="31561"/>
                  <a:pt x="373275" y="31442"/>
                </a:cubicBezTo>
                <a:cubicBezTo>
                  <a:pt x="374131" y="31323"/>
                  <a:pt x="375273" y="31263"/>
                  <a:pt x="376701" y="31263"/>
                </a:cubicBezTo>
                <a:cubicBezTo>
                  <a:pt x="378128" y="31263"/>
                  <a:pt x="379247" y="31299"/>
                  <a:pt x="380055" y="31370"/>
                </a:cubicBezTo>
                <a:cubicBezTo>
                  <a:pt x="380864" y="31442"/>
                  <a:pt x="381507" y="31572"/>
                  <a:pt x="381983" y="31763"/>
                </a:cubicBezTo>
                <a:cubicBezTo>
                  <a:pt x="382458" y="31953"/>
                  <a:pt x="382803" y="32227"/>
                  <a:pt x="383018" y="32584"/>
                </a:cubicBezTo>
                <a:cubicBezTo>
                  <a:pt x="383232" y="32941"/>
                  <a:pt x="383458" y="33428"/>
                  <a:pt x="383696" y="34047"/>
                </a:cubicBezTo>
                <a:lnTo>
                  <a:pt x="402040" y="85581"/>
                </a:lnTo>
                <a:lnTo>
                  <a:pt x="402254" y="85581"/>
                </a:lnTo>
                <a:lnTo>
                  <a:pt x="419955" y="33761"/>
                </a:lnTo>
                <a:cubicBezTo>
                  <a:pt x="420241" y="32857"/>
                  <a:pt x="420586" y="32274"/>
                  <a:pt x="420990" y="32013"/>
                </a:cubicBezTo>
                <a:cubicBezTo>
                  <a:pt x="421395" y="31751"/>
                  <a:pt x="422001" y="31561"/>
                  <a:pt x="422810" y="31442"/>
                </a:cubicBezTo>
                <a:cubicBezTo>
                  <a:pt x="423619" y="31323"/>
                  <a:pt x="424785" y="31263"/>
                  <a:pt x="426308" y="31263"/>
                </a:cubicBezTo>
                <a:cubicBezTo>
                  <a:pt x="427640" y="31263"/>
                  <a:pt x="428735" y="31323"/>
                  <a:pt x="429591" y="31442"/>
                </a:cubicBezTo>
                <a:cubicBezTo>
                  <a:pt x="430448" y="31561"/>
                  <a:pt x="431078" y="31787"/>
                  <a:pt x="431483" y="32120"/>
                </a:cubicBezTo>
                <a:cubicBezTo>
                  <a:pt x="431887" y="32453"/>
                  <a:pt x="432089" y="32905"/>
                  <a:pt x="432089" y="33476"/>
                </a:cubicBezTo>
                <a:cubicBezTo>
                  <a:pt x="432089" y="34047"/>
                  <a:pt x="431947" y="34761"/>
                  <a:pt x="431661" y="35617"/>
                </a:cubicBezTo>
                <a:lnTo>
                  <a:pt x="408606" y="995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Check">
            <a:extLst xmlns:a="http://schemas.openxmlformats.org/drawingml/2006/main">
              <a:ext uri="{FF2B5EF4-FFF2-40B4-BE49-F238E27FC236}">
                <a16:creationId xmlns:a16="http://schemas.microsoft.com/office/drawing/2014/main" id="{809B15BC-A599-4019-AA8C-A83702A3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85" y="5718757"/>
            <a:ext cx="348476" cy="100787"/>
          </a:xfrm>
          <a:custGeom xmlns:a="http://schemas.openxmlformats.org/drawingml/2006/main">
            <a:pathLst>
              <a:path w="348476" h="100787">
                <a:moveTo>
                  <a:pt x="66930" y="86247"/>
                </a:moveTo>
                <a:cubicBezTo>
                  <a:pt x="66930" y="87007"/>
                  <a:pt x="66906" y="87672"/>
                  <a:pt x="66859" y="88242"/>
                </a:cubicBezTo>
                <a:cubicBezTo>
                  <a:pt x="66811" y="88813"/>
                  <a:pt x="66728" y="89312"/>
                  <a:pt x="66609" y="89739"/>
                </a:cubicBezTo>
                <a:cubicBezTo>
                  <a:pt x="66491" y="90167"/>
                  <a:pt x="66336" y="90547"/>
                  <a:pt x="66146" y="90880"/>
                </a:cubicBezTo>
                <a:cubicBezTo>
                  <a:pt x="65956" y="91212"/>
                  <a:pt x="65623" y="91618"/>
                  <a:pt x="65148" y="92098"/>
                </a:cubicBezTo>
                <a:cubicBezTo>
                  <a:pt x="64673" y="92576"/>
                  <a:pt x="63675" y="93306"/>
                  <a:pt x="62155" y="94288"/>
                </a:cubicBezTo>
                <a:cubicBezTo>
                  <a:pt x="60634" y="95269"/>
                  <a:pt x="58745" y="96227"/>
                  <a:pt x="56488" y="97161"/>
                </a:cubicBezTo>
                <a:cubicBezTo>
                  <a:pt x="54231" y="98095"/>
                  <a:pt x="51641" y="98885"/>
                  <a:pt x="48719" y="99531"/>
                </a:cubicBezTo>
                <a:cubicBezTo>
                  <a:pt x="45796" y="100178"/>
                  <a:pt x="42601" y="100502"/>
                  <a:pt x="39132" y="100502"/>
                </a:cubicBezTo>
                <a:cubicBezTo>
                  <a:pt x="33144" y="100502"/>
                  <a:pt x="27739" y="99504"/>
                  <a:pt x="22916" y="97509"/>
                </a:cubicBezTo>
                <a:cubicBezTo>
                  <a:pt x="18093" y="95513"/>
                  <a:pt x="13982" y="92567"/>
                  <a:pt x="10585" y="88670"/>
                </a:cubicBezTo>
                <a:cubicBezTo>
                  <a:pt x="7187" y="84773"/>
                  <a:pt x="4574" y="79962"/>
                  <a:pt x="2744" y="74236"/>
                </a:cubicBezTo>
                <a:cubicBezTo>
                  <a:pt x="915" y="68510"/>
                  <a:pt x="0" y="61917"/>
                  <a:pt x="0" y="54457"/>
                </a:cubicBezTo>
                <a:cubicBezTo>
                  <a:pt x="0" y="46806"/>
                  <a:pt x="986" y="39987"/>
                  <a:pt x="2958" y="34000"/>
                </a:cubicBezTo>
                <a:cubicBezTo>
                  <a:pt x="4930" y="28012"/>
                  <a:pt x="7698" y="22940"/>
                  <a:pt x="11262" y="18782"/>
                </a:cubicBezTo>
                <a:cubicBezTo>
                  <a:pt x="14826" y="14624"/>
                  <a:pt x="19091" y="11452"/>
                  <a:pt x="24056" y="9266"/>
                </a:cubicBezTo>
                <a:cubicBezTo>
                  <a:pt x="29022" y="7080"/>
                  <a:pt x="34522" y="5987"/>
                  <a:pt x="40557" y="5987"/>
                </a:cubicBezTo>
                <a:cubicBezTo>
                  <a:pt x="43218" y="5987"/>
                  <a:pt x="45808" y="6239"/>
                  <a:pt x="48327" y="6742"/>
                </a:cubicBezTo>
                <a:cubicBezTo>
                  <a:pt x="50845" y="7246"/>
                  <a:pt x="53174" y="7881"/>
                  <a:pt x="55312" y="8647"/>
                </a:cubicBezTo>
                <a:cubicBezTo>
                  <a:pt x="57450" y="9413"/>
                  <a:pt x="59351" y="10300"/>
                  <a:pt x="61014" y="11306"/>
                </a:cubicBezTo>
                <a:cubicBezTo>
                  <a:pt x="62677" y="12312"/>
                  <a:pt x="63830" y="13138"/>
                  <a:pt x="64471" y="13786"/>
                </a:cubicBezTo>
                <a:cubicBezTo>
                  <a:pt x="65113" y="14432"/>
                  <a:pt x="65528" y="14921"/>
                  <a:pt x="65718" y="15254"/>
                </a:cubicBezTo>
                <a:cubicBezTo>
                  <a:pt x="65909" y="15586"/>
                  <a:pt x="66063" y="15978"/>
                  <a:pt x="66182" y="16430"/>
                </a:cubicBezTo>
                <a:cubicBezTo>
                  <a:pt x="66301" y="16881"/>
                  <a:pt x="66396" y="17416"/>
                  <a:pt x="66467" y="18033"/>
                </a:cubicBezTo>
                <a:cubicBezTo>
                  <a:pt x="66538" y="18651"/>
                  <a:pt x="66574" y="19388"/>
                  <a:pt x="66574" y="20243"/>
                </a:cubicBezTo>
                <a:cubicBezTo>
                  <a:pt x="66574" y="21193"/>
                  <a:pt x="66526" y="22001"/>
                  <a:pt x="66431" y="22666"/>
                </a:cubicBezTo>
                <a:cubicBezTo>
                  <a:pt x="66336" y="23332"/>
                  <a:pt x="66194" y="23890"/>
                  <a:pt x="66004" y="24341"/>
                </a:cubicBezTo>
                <a:cubicBezTo>
                  <a:pt x="65814" y="24793"/>
                  <a:pt x="65588" y="25126"/>
                  <a:pt x="65326" y="25339"/>
                </a:cubicBezTo>
                <a:cubicBezTo>
                  <a:pt x="65065" y="25553"/>
                  <a:pt x="64744" y="25660"/>
                  <a:pt x="64364" y="25660"/>
                </a:cubicBezTo>
                <a:cubicBezTo>
                  <a:pt x="63699" y="25660"/>
                  <a:pt x="62772" y="25193"/>
                  <a:pt x="61584" y="24259"/>
                </a:cubicBezTo>
                <a:cubicBezTo>
                  <a:pt x="60396" y="23325"/>
                  <a:pt x="58864" y="22295"/>
                  <a:pt x="56987" y="21170"/>
                </a:cubicBezTo>
                <a:cubicBezTo>
                  <a:pt x="55110" y="20044"/>
                  <a:pt x="52829" y="19014"/>
                  <a:pt x="50144" y="18080"/>
                </a:cubicBezTo>
                <a:cubicBezTo>
                  <a:pt x="47459" y="17146"/>
                  <a:pt x="44240" y="16679"/>
                  <a:pt x="40486" y="16679"/>
                </a:cubicBezTo>
                <a:cubicBezTo>
                  <a:pt x="36399" y="16679"/>
                  <a:pt x="32681" y="17499"/>
                  <a:pt x="29331" y="19138"/>
                </a:cubicBezTo>
                <a:cubicBezTo>
                  <a:pt x="25981" y="20778"/>
                  <a:pt x="23118" y="23189"/>
                  <a:pt x="20742" y="26373"/>
                </a:cubicBezTo>
                <a:cubicBezTo>
                  <a:pt x="18366" y="29557"/>
                  <a:pt x="16525" y="33441"/>
                  <a:pt x="15218" y="38027"/>
                </a:cubicBezTo>
                <a:cubicBezTo>
                  <a:pt x="13911" y="42612"/>
                  <a:pt x="13258" y="47851"/>
                  <a:pt x="13258" y="53744"/>
                </a:cubicBezTo>
                <a:cubicBezTo>
                  <a:pt x="13258" y="59589"/>
                  <a:pt x="13887" y="64756"/>
                  <a:pt x="15147" y="69247"/>
                </a:cubicBezTo>
                <a:cubicBezTo>
                  <a:pt x="16406" y="73737"/>
                  <a:pt x="18212" y="77491"/>
                  <a:pt x="20564" y="80509"/>
                </a:cubicBezTo>
                <a:cubicBezTo>
                  <a:pt x="22916" y="83526"/>
                  <a:pt x="25803" y="85807"/>
                  <a:pt x="29224" y="87351"/>
                </a:cubicBezTo>
                <a:cubicBezTo>
                  <a:pt x="32645" y="88896"/>
                  <a:pt x="36518" y="89668"/>
                  <a:pt x="40842" y="89668"/>
                </a:cubicBezTo>
                <a:cubicBezTo>
                  <a:pt x="44501" y="89668"/>
                  <a:pt x="47697" y="89213"/>
                  <a:pt x="50429" y="88303"/>
                </a:cubicBezTo>
                <a:cubicBezTo>
                  <a:pt x="53162" y="87392"/>
                  <a:pt x="55490" y="86374"/>
                  <a:pt x="57415" y="85249"/>
                </a:cubicBezTo>
                <a:cubicBezTo>
                  <a:pt x="59339" y="84123"/>
                  <a:pt x="60919" y="83105"/>
                  <a:pt x="62155" y="82195"/>
                </a:cubicBezTo>
                <a:cubicBezTo>
                  <a:pt x="63390" y="81285"/>
                  <a:pt x="64364" y="80829"/>
                  <a:pt x="65077" y="80829"/>
                </a:cubicBezTo>
                <a:cubicBezTo>
                  <a:pt x="65410" y="80829"/>
                  <a:pt x="65695" y="80901"/>
                  <a:pt x="65932" y="81043"/>
                </a:cubicBezTo>
                <a:cubicBezTo>
                  <a:pt x="66170" y="81186"/>
                  <a:pt x="66360" y="81459"/>
                  <a:pt x="66503" y="81863"/>
                </a:cubicBezTo>
                <a:cubicBezTo>
                  <a:pt x="66645" y="82267"/>
                  <a:pt x="66752" y="82825"/>
                  <a:pt x="66823" y="83538"/>
                </a:cubicBezTo>
                <a:cubicBezTo>
                  <a:pt x="66895" y="84251"/>
                  <a:pt x="66930" y="85154"/>
                  <a:pt x="66930" y="86247"/>
                </a:cubicBezTo>
                <a:close/>
                <a:moveTo>
                  <a:pt x="138206" y="97580"/>
                </a:moveTo>
                <a:cubicBezTo>
                  <a:pt x="138206" y="97960"/>
                  <a:pt x="138111" y="98281"/>
                  <a:pt x="137921" y="98542"/>
                </a:cubicBezTo>
                <a:cubicBezTo>
                  <a:pt x="137731" y="98803"/>
                  <a:pt x="137422" y="99029"/>
                  <a:pt x="136994" y="99219"/>
                </a:cubicBezTo>
                <a:cubicBezTo>
                  <a:pt x="136567" y="99409"/>
                  <a:pt x="135973" y="99552"/>
                  <a:pt x="135212" y="99647"/>
                </a:cubicBezTo>
                <a:cubicBezTo>
                  <a:pt x="134452" y="99742"/>
                  <a:pt x="133502" y="99789"/>
                  <a:pt x="132361" y="99789"/>
                </a:cubicBezTo>
                <a:cubicBezTo>
                  <a:pt x="131173" y="99789"/>
                  <a:pt x="130199" y="99742"/>
                  <a:pt x="129439" y="99647"/>
                </a:cubicBezTo>
                <a:cubicBezTo>
                  <a:pt x="128679" y="99552"/>
                  <a:pt x="128085" y="99409"/>
                  <a:pt x="127657" y="99219"/>
                </a:cubicBezTo>
                <a:cubicBezTo>
                  <a:pt x="127229" y="99029"/>
                  <a:pt x="126920" y="98803"/>
                  <a:pt x="126730" y="98542"/>
                </a:cubicBezTo>
                <a:cubicBezTo>
                  <a:pt x="126540" y="98281"/>
                  <a:pt x="126445" y="97960"/>
                  <a:pt x="126445" y="97580"/>
                </a:cubicBezTo>
                <a:lnTo>
                  <a:pt x="126445" y="60016"/>
                </a:lnTo>
                <a:cubicBezTo>
                  <a:pt x="126445" y="56357"/>
                  <a:pt x="126160" y="53411"/>
                  <a:pt x="125590" y="51178"/>
                </a:cubicBezTo>
                <a:cubicBezTo>
                  <a:pt x="125020" y="48944"/>
                  <a:pt x="124188" y="47020"/>
                  <a:pt x="123095" y="45404"/>
                </a:cubicBezTo>
                <a:cubicBezTo>
                  <a:pt x="122002" y="43789"/>
                  <a:pt x="120589" y="42553"/>
                  <a:pt x="118854" y="41698"/>
                </a:cubicBezTo>
                <a:cubicBezTo>
                  <a:pt x="117120" y="40842"/>
                  <a:pt x="115112" y="40415"/>
                  <a:pt x="112831" y="40415"/>
                </a:cubicBezTo>
                <a:cubicBezTo>
                  <a:pt x="109885" y="40415"/>
                  <a:pt x="106939" y="41460"/>
                  <a:pt x="103993" y="43551"/>
                </a:cubicBezTo>
                <a:cubicBezTo>
                  <a:pt x="101046" y="45642"/>
                  <a:pt x="97958" y="48707"/>
                  <a:pt x="94726" y="52746"/>
                </a:cubicBezTo>
                <a:lnTo>
                  <a:pt x="94726" y="97580"/>
                </a:lnTo>
                <a:cubicBezTo>
                  <a:pt x="94726" y="97960"/>
                  <a:pt x="94631" y="98281"/>
                  <a:pt x="94441" y="98542"/>
                </a:cubicBezTo>
                <a:cubicBezTo>
                  <a:pt x="94251" y="98803"/>
                  <a:pt x="93942" y="99029"/>
                  <a:pt x="93515" y="99219"/>
                </a:cubicBezTo>
                <a:cubicBezTo>
                  <a:pt x="93087" y="99409"/>
                  <a:pt x="92493" y="99552"/>
                  <a:pt x="91733" y="99647"/>
                </a:cubicBezTo>
                <a:cubicBezTo>
                  <a:pt x="90972" y="99742"/>
                  <a:pt x="89998" y="99789"/>
                  <a:pt x="88810" y="99789"/>
                </a:cubicBezTo>
                <a:cubicBezTo>
                  <a:pt x="87670" y="99789"/>
                  <a:pt x="86720" y="99742"/>
                  <a:pt x="85959" y="99647"/>
                </a:cubicBezTo>
                <a:cubicBezTo>
                  <a:pt x="85199" y="99552"/>
                  <a:pt x="84593" y="99409"/>
                  <a:pt x="84142" y="99219"/>
                </a:cubicBezTo>
                <a:cubicBezTo>
                  <a:pt x="83690" y="99029"/>
                  <a:pt x="83381" y="98803"/>
                  <a:pt x="83215" y="98542"/>
                </a:cubicBezTo>
                <a:cubicBezTo>
                  <a:pt x="83049" y="98279"/>
                  <a:pt x="82966" y="97958"/>
                  <a:pt x="82966" y="97578"/>
                </a:cubicBezTo>
                <a:lnTo>
                  <a:pt x="82966" y="2283"/>
                </a:lnTo>
                <a:cubicBezTo>
                  <a:pt x="82966" y="1903"/>
                  <a:pt x="83049" y="1570"/>
                  <a:pt x="83215" y="1285"/>
                </a:cubicBezTo>
                <a:cubicBezTo>
                  <a:pt x="83381" y="999"/>
                  <a:pt x="83690" y="760"/>
                  <a:pt x="84142" y="570"/>
                </a:cubicBezTo>
                <a:cubicBezTo>
                  <a:pt x="84593" y="380"/>
                  <a:pt x="85199" y="238"/>
                  <a:pt x="85959" y="143"/>
                </a:cubicBezTo>
                <a:cubicBezTo>
                  <a:pt x="86720" y="48"/>
                  <a:pt x="87670" y="0"/>
                  <a:pt x="88810" y="0"/>
                </a:cubicBezTo>
                <a:cubicBezTo>
                  <a:pt x="89998" y="0"/>
                  <a:pt x="90972" y="48"/>
                  <a:pt x="91733" y="143"/>
                </a:cubicBezTo>
                <a:cubicBezTo>
                  <a:pt x="92493" y="238"/>
                  <a:pt x="93087" y="381"/>
                  <a:pt x="93515" y="572"/>
                </a:cubicBezTo>
                <a:cubicBezTo>
                  <a:pt x="93942" y="763"/>
                  <a:pt x="94251" y="1000"/>
                  <a:pt x="94441" y="1285"/>
                </a:cubicBezTo>
                <a:cubicBezTo>
                  <a:pt x="94631" y="1570"/>
                  <a:pt x="94726" y="1904"/>
                  <a:pt x="94726" y="2285"/>
                </a:cubicBezTo>
                <a:lnTo>
                  <a:pt x="94726" y="40771"/>
                </a:lnTo>
                <a:cubicBezTo>
                  <a:pt x="98100" y="37207"/>
                  <a:pt x="101498" y="34558"/>
                  <a:pt x="104919" y="32824"/>
                </a:cubicBezTo>
                <a:cubicBezTo>
                  <a:pt x="108341" y="31089"/>
                  <a:pt x="111786" y="30222"/>
                  <a:pt x="115255" y="30222"/>
                </a:cubicBezTo>
                <a:cubicBezTo>
                  <a:pt x="119531" y="30222"/>
                  <a:pt x="123131" y="30947"/>
                  <a:pt x="126053" y="32396"/>
                </a:cubicBezTo>
                <a:cubicBezTo>
                  <a:pt x="128976" y="33845"/>
                  <a:pt x="131340" y="35782"/>
                  <a:pt x="133145" y="38205"/>
                </a:cubicBezTo>
                <a:cubicBezTo>
                  <a:pt x="134951" y="40629"/>
                  <a:pt x="136246" y="43468"/>
                  <a:pt x="137030" y="46723"/>
                </a:cubicBezTo>
                <a:cubicBezTo>
                  <a:pt x="137814" y="49978"/>
                  <a:pt x="138206" y="53910"/>
                  <a:pt x="138206" y="58519"/>
                </a:cubicBezTo>
                <a:lnTo>
                  <a:pt x="138206" y="97580"/>
                </a:lnTo>
                <a:close/>
                <a:moveTo>
                  <a:pt x="216681" y="62725"/>
                </a:moveTo>
                <a:cubicBezTo>
                  <a:pt x="216681" y="64578"/>
                  <a:pt x="216218" y="65897"/>
                  <a:pt x="215291" y="66681"/>
                </a:cubicBezTo>
                <a:cubicBezTo>
                  <a:pt x="214365" y="67465"/>
                  <a:pt x="213307" y="67857"/>
                  <a:pt x="212119" y="67857"/>
                </a:cubicBezTo>
                <a:lnTo>
                  <a:pt x="170065" y="67857"/>
                </a:lnTo>
                <a:cubicBezTo>
                  <a:pt x="170065" y="71431"/>
                  <a:pt x="170422" y="74648"/>
                  <a:pt x="171134" y="77508"/>
                </a:cubicBezTo>
                <a:cubicBezTo>
                  <a:pt x="171847" y="80368"/>
                  <a:pt x="173035" y="82823"/>
                  <a:pt x="174698" y="84872"/>
                </a:cubicBezTo>
                <a:cubicBezTo>
                  <a:pt x="176361" y="86921"/>
                  <a:pt x="178523" y="88495"/>
                  <a:pt x="181185" y="89592"/>
                </a:cubicBezTo>
                <a:cubicBezTo>
                  <a:pt x="183846" y="90688"/>
                  <a:pt x="187101" y="91236"/>
                  <a:pt x="190950" y="91236"/>
                </a:cubicBezTo>
                <a:cubicBezTo>
                  <a:pt x="193991" y="91236"/>
                  <a:pt x="196699" y="90987"/>
                  <a:pt x="199075" y="90488"/>
                </a:cubicBezTo>
                <a:cubicBezTo>
                  <a:pt x="201451" y="89989"/>
                  <a:pt x="203506" y="89430"/>
                  <a:pt x="205241" y="88813"/>
                </a:cubicBezTo>
                <a:cubicBezTo>
                  <a:pt x="206975" y="88195"/>
                  <a:pt x="208401" y="87636"/>
                  <a:pt x="209518" y="87138"/>
                </a:cubicBezTo>
                <a:cubicBezTo>
                  <a:pt x="210634" y="86639"/>
                  <a:pt x="211478" y="86389"/>
                  <a:pt x="212048" y="86389"/>
                </a:cubicBezTo>
                <a:cubicBezTo>
                  <a:pt x="212381" y="86389"/>
                  <a:pt x="212678" y="86472"/>
                  <a:pt x="212939" y="86639"/>
                </a:cubicBezTo>
                <a:cubicBezTo>
                  <a:pt x="213200" y="86805"/>
                  <a:pt x="213402" y="87054"/>
                  <a:pt x="213545" y="87387"/>
                </a:cubicBezTo>
                <a:cubicBezTo>
                  <a:pt x="213687" y="87720"/>
                  <a:pt x="213794" y="88183"/>
                  <a:pt x="213866" y="88777"/>
                </a:cubicBezTo>
                <a:cubicBezTo>
                  <a:pt x="213937" y="89371"/>
                  <a:pt x="213972" y="90096"/>
                  <a:pt x="213972" y="90951"/>
                </a:cubicBezTo>
                <a:cubicBezTo>
                  <a:pt x="213972" y="91569"/>
                  <a:pt x="213949" y="92103"/>
                  <a:pt x="213901" y="92555"/>
                </a:cubicBezTo>
                <a:cubicBezTo>
                  <a:pt x="213854" y="93006"/>
                  <a:pt x="213794" y="93410"/>
                  <a:pt x="213723" y="93766"/>
                </a:cubicBezTo>
                <a:cubicBezTo>
                  <a:pt x="213652" y="94123"/>
                  <a:pt x="213533" y="94444"/>
                  <a:pt x="213367" y="94729"/>
                </a:cubicBezTo>
                <a:cubicBezTo>
                  <a:pt x="213200" y="95014"/>
                  <a:pt x="212986" y="95287"/>
                  <a:pt x="212725" y="95548"/>
                </a:cubicBezTo>
                <a:cubicBezTo>
                  <a:pt x="212464" y="95810"/>
                  <a:pt x="211692" y="96237"/>
                  <a:pt x="210409" y="96831"/>
                </a:cubicBezTo>
                <a:cubicBezTo>
                  <a:pt x="209126" y="97425"/>
                  <a:pt x="207462" y="98007"/>
                  <a:pt x="205419" y="98578"/>
                </a:cubicBezTo>
                <a:cubicBezTo>
                  <a:pt x="203376" y="99148"/>
                  <a:pt x="201012" y="99659"/>
                  <a:pt x="198327" y="100110"/>
                </a:cubicBezTo>
                <a:cubicBezTo>
                  <a:pt x="195642" y="100562"/>
                  <a:pt x="192779" y="100787"/>
                  <a:pt x="189738" y="100787"/>
                </a:cubicBezTo>
                <a:cubicBezTo>
                  <a:pt x="184463" y="100787"/>
                  <a:pt x="179842" y="100050"/>
                  <a:pt x="175874" y="98575"/>
                </a:cubicBezTo>
                <a:cubicBezTo>
                  <a:pt x="171906" y="97101"/>
                  <a:pt x="168568" y="94913"/>
                  <a:pt x="165860" y="92011"/>
                </a:cubicBezTo>
                <a:cubicBezTo>
                  <a:pt x="163151" y="89110"/>
                  <a:pt x="161108" y="85471"/>
                  <a:pt x="159730" y="81095"/>
                </a:cubicBezTo>
                <a:cubicBezTo>
                  <a:pt x="158352" y="76718"/>
                  <a:pt x="157663" y="71629"/>
                  <a:pt x="157663" y="65825"/>
                </a:cubicBezTo>
                <a:cubicBezTo>
                  <a:pt x="157663" y="60307"/>
                  <a:pt x="158376" y="55348"/>
                  <a:pt x="159801" y="50948"/>
                </a:cubicBezTo>
                <a:cubicBezTo>
                  <a:pt x="161227" y="46548"/>
                  <a:pt x="163282" y="42814"/>
                  <a:pt x="165967" y="39746"/>
                </a:cubicBezTo>
                <a:cubicBezTo>
                  <a:pt x="168651" y="36679"/>
                  <a:pt x="171895" y="34324"/>
                  <a:pt x="175696" y="32683"/>
                </a:cubicBezTo>
                <a:cubicBezTo>
                  <a:pt x="179498" y="31042"/>
                  <a:pt x="183751" y="30222"/>
                  <a:pt x="188455" y="30222"/>
                </a:cubicBezTo>
                <a:cubicBezTo>
                  <a:pt x="193492" y="30222"/>
                  <a:pt x="197780" y="31030"/>
                  <a:pt x="201321" y="32645"/>
                </a:cubicBezTo>
                <a:cubicBezTo>
                  <a:pt x="204861" y="34261"/>
                  <a:pt x="207771" y="36435"/>
                  <a:pt x="210052" y="39167"/>
                </a:cubicBezTo>
                <a:cubicBezTo>
                  <a:pt x="212333" y="41900"/>
                  <a:pt x="214008" y="45107"/>
                  <a:pt x="215077" y="48790"/>
                </a:cubicBezTo>
                <a:cubicBezTo>
                  <a:pt x="216146" y="52473"/>
                  <a:pt x="216681" y="56405"/>
                  <a:pt x="216681" y="60586"/>
                </a:cubicBezTo>
                <a:lnTo>
                  <a:pt x="216681" y="62725"/>
                </a:lnTo>
                <a:moveTo>
                  <a:pt x="204849" y="59232"/>
                </a:moveTo>
                <a:cubicBezTo>
                  <a:pt x="204991" y="53055"/>
                  <a:pt x="203625" y="48208"/>
                  <a:pt x="200750" y="44691"/>
                </a:cubicBezTo>
                <a:cubicBezTo>
                  <a:pt x="197876" y="41175"/>
                  <a:pt x="193611" y="39417"/>
                  <a:pt x="187956" y="39417"/>
                </a:cubicBezTo>
                <a:cubicBezTo>
                  <a:pt x="185057" y="39417"/>
                  <a:pt x="182515" y="39963"/>
                  <a:pt x="180329" y="41056"/>
                </a:cubicBezTo>
                <a:cubicBezTo>
                  <a:pt x="178143" y="42149"/>
                  <a:pt x="176314" y="43598"/>
                  <a:pt x="174841" y="45404"/>
                </a:cubicBezTo>
                <a:cubicBezTo>
                  <a:pt x="173368" y="47210"/>
                  <a:pt x="172227" y="49313"/>
                  <a:pt x="171419" y="51712"/>
                </a:cubicBezTo>
                <a:cubicBezTo>
                  <a:pt x="170612" y="54112"/>
                  <a:pt x="170160" y="56619"/>
                  <a:pt x="170065" y="59232"/>
                </a:cubicBezTo>
                <a:lnTo>
                  <a:pt x="204849" y="59232"/>
                </a:lnTo>
                <a:close/>
                <a:moveTo>
                  <a:pt x="280753" y="87886"/>
                </a:moveTo>
                <a:cubicBezTo>
                  <a:pt x="280753" y="88694"/>
                  <a:pt x="280730" y="89395"/>
                  <a:pt x="280682" y="89989"/>
                </a:cubicBezTo>
                <a:cubicBezTo>
                  <a:pt x="280634" y="90583"/>
                  <a:pt x="280551" y="91082"/>
                  <a:pt x="280433" y="91486"/>
                </a:cubicBezTo>
                <a:cubicBezTo>
                  <a:pt x="280314" y="91889"/>
                  <a:pt x="280171" y="92246"/>
                  <a:pt x="280005" y="92555"/>
                </a:cubicBezTo>
                <a:cubicBezTo>
                  <a:pt x="279839" y="92864"/>
                  <a:pt x="279458" y="93315"/>
                  <a:pt x="278864" y="93909"/>
                </a:cubicBezTo>
                <a:cubicBezTo>
                  <a:pt x="278270" y="94503"/>
                  <a:pt x="277261" y="95240"/>
                  <a:pt x="275835" y="96119"/>
                </a:cubicBezTo>
                <a:cubicBezTo>
                  <a:pt x="274410" y="96998"/>
                  <a:pt x="272806" y="97782"/>
                  <a:pt x="271024" y="98471"/>
                </a:cubicBezTo>
                <a:cubicBezTo>
                  <a:pt x="269242" y="99160"/>
                  <a:pt x="267305" y="99718"/>
                  <a:pt x="265215" y="100146"/>
                </a:cubicBezTo>
                <a:cubicBezTo>
                  <a:pt x="263124" y="100573"/>
                  <a:pt x="260962" y="100787"/>
                  <a:pt x="258728" y="100787"/>
                </a:cubicBezTo>
                <a:cubicBezTo>
                  <a:pt x="254119" y="100787"/>
                  <a:pt x="250032" y="100026"/>
                  <a:pt x="246468" y="98502"/>
                </a:cubicBezTo>
                <a:cubicBezTo>
                  <a:pt x="242905" y="96978"/>
                  <a:pt x="239923" y="94752"/>
                  <a:pt x="237523" y="91824"/>
                </a:cubicBezTo>
                <a:cubicBezTo>
                  <a:pt x="235123" y="88896"/>
                  <a:pt x="233294" y="85301"/>
                  <a:pt x="232035" y="81039"/>
                </a:cubicBezTo>
                <a:cubicBezTo>
                  <a:pt x="230775" y="76777"/>
                  <a:pt x="230146" y="71861"/>
                  <a:pt x="230146" y="66291"/>
                </a:cubicBezTo>
                <a:cubicBezTo>
                  <a:pt x="230146" y="59958"/>
                  <a:pt x="230918" y="54517"/>
                  <a:pt x="232462" y="49970"/>
                </a:cubicBezTo>
                <a:cubicBezTo>
                  <a:pt x="234007" y="45423"/>
                  <a:pt x="236121" y="41698"/>
                  <a:pt x="238806" y="38793"/>
                </a:cubicBezTo>
                <a:cubicBezTo>
                  <a:pt x="241491" y="35889"/>
                  <a:pt x="244651" y="33734"/>
                  <a:pt x="248286" y="32329"/>
                </a:cubicBezTo>
                <a:cubicBezTo>
                  <a:pt x="251921" y="30924"/>
                  <a:pt x="255853" y="30222"/>
                  <a:pt x="260083" y="30222"/>
                </a:cubicBezTo>
                <a:cubicBezTo>
                  <a:pt x="262126" y="30222"/>
                  <a:pt x="264110" y="30412"/>
                  <a:pt x="266034" y="30792"/>
                </a:cubicBezTo>
                <a:cubicBezTo>
                  <a:pt x="267959" y="31172"/>
                  <a:pt x="269729" y="31671"/>
                  <a:pt x="271345" y="32289"/>
                </a:cubicBezTo>
                <a:cubicBezTo>
                  <a:pt x="272960" y="32907"/>
                  <a:pt x="274398" y="33620"/>
                  <a:pt x="275657" y="34427"/>
                </a:cubicBezTo>
                <a:cubicBezTo>
                  <a:pt x="276916" y="35235"/>
                  <a:pt x="277831" y="35924"/>
                  <a:pt x="278401" y="36494"/>
                </a:cubicBezTo>
                <a:cubicBezTo>
                  <a:pt x="278971" y="37065"/>
                  <a:pt x="279363" y="37516"/>
                  <a:pt x="279577" y="37849"/>
                </a:cubicBezTo>
                <a:cubicBezTo>
                  <a:pt x="279791" y="38181"/>
                  <a:pt x="279969" y="38573"/>
                  <a:pt x="280112" y="39025"/>
                </a:cubicBezTo>
                <a:cubicBezTo>
                  <a:pt x="280254" y="39476"/>
                  <a:pt x="280349" y="39987"/>
                  <a:pt x="280397" y="40557"/>
                </a:cubicBezTo>
                <a:cubicBezTo>
                  <a:pt x="280444" y="41127"/>
                  <a:pt x="280468" y="41840"/>
                  <a:pt x="280468" y="42696"/>
                </a:cubicBezTo>
                <a:cubicBezTo>
                  <a:pt x="280468" y="44549"/>
                  <a:pt x="280254" y="45844"/>
                  <a:pt x="279827" y="46580"/>
                </a:cubicBezTo>
                <a:cubicBezTo>
                  <a:pt x="279399" y="47317"/>
                  <a:pt x="278876" y="47685"/>
                  <a:pt x="278259" y="47685"/>
                </a:cubicBezTo>
                <a:cubicBezTo>
                  <a:pt x="277546" y="47685"/>
                  <a:pt x="276726" y="47293"/>
                  <a:pt x="275799" y="46509"/>
                </a:cubicBezTo>
                <a:cubicBezTo>
                  <a:pt x="274873" y="45725"/>
                  <a:pt x="273697" y="44858"/>
                  <a:pt x="272271" y="43907"/>
                </a:cubicBezTo>
                <a:cubicBezTo>
                  <a:pt x="270846" y="42957"/>
                  <a:pt x="269123" y="42090"/>
                  <a:pt x="267103" y="41306"/>
                </a:cubicBezTo>
                <a:cubicBezTo>
                  <a:pt x="265084" y="40522"/>
                  <a:pt x="262696" y="40130"/>
                  <a:pt x="259940" y="40130"/>
                </a:cubicBezTo>
                <a:cubicBezTo>
                  <a:pt x="254285" y="40130"/>
                  <a:pt x="249949" y="42310"/>
                  <a:pt x="246932" y="46672"/>
                </a:cubicBezTo>
                <a:cubicBezTo>
                  <a:pt x="243914" y="51031"/>
                  <a:pt x="242406" y="57357"/>
                  <a:pt x="242406" y="65647"/>
                </a:cubicBezTo>
                <a:cubicBezTo>
                  <a:pt x="242406" y="69793"/>
                  <a:pt x="242798" y="73427"/>
                  <a:pt x="243582" y="76548"/>
                </a:cubicBezTo>
                <a:cubicBezTo>
                  <a:pt x="244366" y="79670"/>
                  <a:pt x="245518" y="82279"/>
                  <a:pt x="247039" y="84376"/>
                </a:cubicBezTo>
                <a:cubicBezTo>
                  <a:pt x="248559" y="86472"/>
                  <a:pt x="250424" y="88033"/>
                  <a:pt x="252634" y="89058"/>
                </a:cubicBezTo>
                <a:cubicBezTo>
                  <a:pt x="254844" y="90082"/>
                  <a:pt x="257374" y="90595"/>
                  <a:pt x="260225" y="90595"/>
                </a:cubicBezTo>
                <a:cubicBezTo>
                  <a:pt x="262934" y="90595"/>
                  <a:pt x="265310" y="90167"/>
                  <a:pt x="267353" y="89312"/>
                </a:cubicBezTo>
                <a:cubicBezTo>
                  <a:pt x="269396" y="88456"/>
                  <a:pt x="271166" y="87518"/>
                  <a:pt x="272663" y="86496"/>
                </a:cubicBezTo>
                <a:cubicBezTo>
                  <a:pt x="274160" y="85474"/>
                  <a:pt x="275419" y="84548"/>
                  <a:pt x="276441" y="83716"/>
                </a:cubicBezTo>
                <a:cubicBezTo>
                  <a:pt x="277463" y="82885"/>
                  <a:pt x="278259" y="82469"/>
                  <a:pt x="278829" y="82469"/>
                </a:cubicBezTo>
                <a:cubicBezTo>
                  <a:pt x="279161" y="82469"/>
                  <a:pt x="279446" y="82564"/>
                  <a:pt x="279684" y="82754"/>
                </a:cubicBezTo>
                <a:cubicBezTo>
                  <a:pt x="279922" y="82944"/>
                  <a:pt x="280124" y="83265"/>
                  <a:pt x="280290" y="83716"/>
                </a:cubicBezTo>
                <a:cubicBezTo>
                  <a:pt x="280456" y="84168"/>
                  <a:pt x="280575" y="84738"/>
                  <a:pt x="280646" y="85427"/>
                </a:cubicBezTo>
                <a:cubicBezTo>
                  <a:pt x="280718" y="86116"/>
                  <a:pt x="280753" y="86936"/>
                  <a:pt x="280753" y="87886"/>
                </a:cubicBezTo>
                <a:close/>
                <a:moveTo>
                  <a:pt x="348476" y="97509"/>
                </a:moveTo>
                <a:cubicBezTo>
                  <a:pt x="348476" y="97889"/>
                  <a:pt x="348381" y="98221"/>
                  <a:pt x="348190" y="98506"/>
                </a:cubicBezTo>
                <a:cubicBezTo>
                  <a:pt x="348000" y="98792"/>
                  <a:pt x="347680" y="99029"/>
                  <a:pt x="347228" y="99219"/>
                </a:cubicBezTo>
                <a:cubicBezTo>
                  <a:pt x="346777" y="99409"/>
                  <a:pt x="346147" y="99552"/>
                  <a:pt x="345339" y="99647"/>
                </a:cubicBezTo>
                <a:cubicBezTo>
                  <a:pt x="344531" y="99742"/>
                  <a:pt x="343510" y="99789"/>
                  <a:pt x="342274" y="99789"/>
                </a:cubicBezTo>
                <a:cubicBezTo>
                  <a:pt x="340991" y="99789"/>
                  <a:pt x="339934" y="99754"/>
                  <a:pt x="339102" y="99683"/>
                </a:cubicBezTo>
                <a:cubicBezTo>
                  <a:pt x="338271" y="99611"/>
                  <a:pt x="337570" y="99492"/>
                  <a:pt x="337000" y="99326"/>
                </a:cubicBezTo>
                <a:cubicBezTo>
                  <a:pt x="336430" y="99160"/>
                  <a:pt x="335966" y="98922"/>
                  <a:pt x="335610" y="98613"/>
                </a:cubicBezTo>
                <a:cubicBezTo>
                  <a:pt x="335253" y="98304"/>
                  <a:pt x="334933" y="97936"/>
                  <a:pt x="334648" y="97509"/>
                </a:cubicBezTo>
                <a:lnTo>
                  <a:pt x="307562" y="62012"/>
                </a:lnTo>
                <a:lnTo>
                  <a:pt x="307562" y="97580"/>
                </a:lnTo>
                <a:cubicBezTo>
                  <a:pt x="307562" y="97960"/>
                  <a:pt x="307467" y="98281"/>
                  <a:pt x="307277" y="98542"/>
                </a:cubicBezTo>
                <a:cubicBezTo>
                  <a:pt x="307087" y="98803"/>
                  <a:pt x="306778" y="99029"/>
                  <a:pt x="306350" y="99219"/>
                </a:cubicBezTo>
                <a:cubicBezTo>
                  <a:pt x="305922" y="99409"/>
                  <a:pt x="305329" y="99552"/>
                  <a:pt x="304568" y="99647"/>
                </a:cubicBezTo>
                <a:cubicBezTo>
                  <a:pt x="303808" y="99742"/>
                  <a:pt x="302834" y="99789"/>
                  <a:pt x="301646" y="99789"/>
                </a:cubicBezTo>
                <a:cubicBezTo>
                  <a:pt x="300505" y="99789"/>
                  <a:pt x="299555" y="99742"/>
                  <a:pt x="298795" y="99647"/>
                </a:cubicBezTo>
                <a:cubicBezTo>
                  <a:pt x="298034" y="99552"/>
                  <a:pt x="297429" y="99409"/>
                  <a:pt x="296977" y="99219"/>
                </a:cubicBezTo>
                <a:cubicBezTo>
                  <a:pt x="296526" y="99029"/>
                  <a:pt x="296217" y="98803"/>
                  <a:pt x="296050" y="98542"/>
                </a:cubicBezTo>
                <a:cubicBezTo>
                  <a:pt x="295884" y="98279"/>
                  <a:pt x="295801" y="97958"/>
                  <a:pt x="295801" y="97578"/>
                </a:cubicBezTo>
                <a:lnTo>
                  <a:pt x="295801" y="2283"/>
                </a:lnTo>
                <a:cubicBezTo>
                  <a:pt x="295801" y="1903"/>
                  <a:pt x="295884" y="1570"/>
                  <a:pt x="296050" y="1285"/>
                </a:cubicBezTo>
                <a:cubicBezTo>
                  <a:pt x="296217" y="999"/>
                  <a:pt x="296526" y="760"/>
                  <a:pt x="296977" y="570"/>
                </a:cubicBezTo>
                <a:cubicBezTo>
                  <a:pt x="297429" y="380"/>
                  <a:pt x="298034" y="238"/>
                  <a:pt x="298795" y="143"/>
                </a:cubicBezTo>
                <a:cubicBezTo>
                  <a:pt x="299555" y="48"/>
                  <a:pt x="300505" y="0"/>
                  <a:pt x="301646" y="0"/>
                </a:cubicBezTo>
                <a:cubicBezTo>
                  <a:pt x="302834" y="0"/>
                  <a:pt x="303808" y="48"/>
                  <a:pt x="304568" y="143"/>
                </a:cubicBezTo>
                <a:cubicBezTo>
                  <a:pt x="305329" y="238"/>
                  <a:pt x="305922" y="380"/>
                  <a:pt x="306350" y="570"/>
                </a:cubicBezTo>
                <a:cubicBezTo>
                  <a:pt x="306778" y="760"/>
                  <a:pt x="307087" y="999"/>
                  <a:pt x="307277" y="1285"/>
                </a:cubicBezTo>
                <a:cubicBezTo>
                  <a:pt x="307467" y="1570"/>
                  <a:pt x="307562" y="1903"/>
                  <a:pt x="307562" y="2283"/>
                </a:cubicBezTo>
                <a:lnTo>
                  <a:pt x="307562" y="60373"/>
                </a:lnTo>
                <a:lnTo>
                  <a:pt x="331796" y="33715"/>
                </a:lnTo>
                <a:cubicBezTo>
                  <a:pt x="332177" y="33239"/>
                  <a:pt x="332581" y="32847"/>
                  <a:pt x="333008" y="32538"/>
                </a:cubicBezTo>
                <a:cubicBezTo>
                  <a:pt x="333436" y="32230"/>
                  <a:pt x="333947" y="31968"/>
                  <a:pt x="334541" y="31754"/>
                </a:cubicBezTo>
                <a:cubicBezTo>
                  <a:pt x="335135" y="31541"/>
                  <a:pt x="335836" y="31398"/>
                  <a:pt x="336643" y="31327"/>
                </a:cubicBezTo>
                <a:cubicBezTo>
                  <a:pt x="337451" y="31255"/>
                  <a:pt x="338425" y="31220"/>
                  <a:pt x="339566" y="31220"/>
                </a:cubicBezTo>
                <a:cubicBezTo>
                  <a:pt x="340754" y="31220"/>
                  <a:pt x="341752" y="31255"/>
                  <a:pt x="342559" y="31327"/>
                </a:cubicBezTo>
                <a:cubicBezTo>
                  <a:pt x="343367" y="31398"/>
                  <a:pt x="344021" y="31517"/>
                  <a:pt x="344520" y="31683"/>
                </a:cubicBezTo>
                <a:cubicBezTo>
                  <a:pt x="345019" y="31849"/>
                  <a:pt x="345375" y="32063"/>
                  <a:pt x="345589" y="32325"/>
                </a:cubicBezTo>
                <a:cubicBezTo>
                  <a:pt x="345803" y="32586"/>
                  <a:pt x="345910" y="32931"/>
                  <a:pt x="345910" y="33358"/>
                </a:cubicBezTo>
                <a:cubicBezTo>
                  <a:pt x="345910" y="33928"/>
                  <a:pt x="345755" y="34499"/>
                  <a:pt x="345446" y="35069"/>
                </a:cubicBezTo>
                <a:cubicBezTo>
                  <a:pt x="345137" y="35639"/>
                  <a:pt x="344627" y="36304"/>
                  <a:pt x="343914" y="37065"/>
                </a:cubicBezTo>
                <a:lnTo>
                  <a:pt x="320677" y="60301"/>
                </a:lnTo>
                <a:lnTo>
                  <a:pt x="346765" y="94158"/>
                </a:lnTo>
                <a:cubicBezTo>
                  <a:pt x="347383" y="94966"/>
                  <a:pt x="347822" y="95620"/>
                  <a:pt x="348084" y="96119"/>
                </a:cubicBezTo>
                <a:cubicBezTo>
                  <a:pt x="348345" y="96618"/>
                  <a:pt x="348476" y="97081"/>
                  <a:pt x="348476" y="975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1d5f9f8554701"/>
          <a:stretch xmlns:a="http://schemas.openxmlformats.org/drawingml/2006/main"/>
        </p:blipFill>
        <p:spPr>
          <a:xfrm xmlns:a="http://schemas.openxmlformats.org/drawingml/2006/main">
            <a:off x="3229961" y="4256727"/>
            <a:ext cx="1149574" cy="1149574"/>
          </a:xfrm>
          <a:prstGeom xmlns:a="http://schemas.openxmlformats.org/drawingml/2006/main" prst="rect">
            <a:avLst/>
          </a:prstGeom>
        </p:spPr>
      </p:pic>
      <p:sp>
        <p:nvSpPr>
          <p:cNvPr id="165" name="Text -ValidBricktype">
            <a:extLst xmlns:a="http://schemas.openxmlformats.org/drawingml/2006/main">
              <a:ext uri="{FF2B5EF4-FFF2-40B4-BE49-F238E27FC236}">
                <a16:creationId xmlns:a16="http://schemas.microsoft.com/office/drawing/2014/main" id="{BD0A787D-2B01-4385-AB62-B009C320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65" y="5542068"/>
            <a:ext cx="1082085" cy="125481"/>
          </a:xfrm>
          <a:custGeom xmlns:a="http://schemas.openxmlformats.org/drawingml/2006/main">
            <a:pathLst>
              <a:path w="1082085" h="125481">
                <a:moveTo>
                  <a:pt x="34903" y="63454"/>
                </a:moveTo>
                <a:cubicBezTo>
                  <a:pt x="34903" y="65310"/>
                  <a:pt x="34689" y="66595"/>
                  <a:pt x="34261" y="67309"/>
                </a:cubicBezTo>
                <a:cubicBezTo>
                  <a:pt x="33833" y="68022"/>
                  <a:pt x="33214" y="68379"/>
                  <a:pt x="32405" y="68379"/>
                </a:cubicBezTo>
                <a:lnTo>
                  <a:pt x="2570" y="68379"/>
                </a:lnTo>
                <a:cubicBezTo>
                  <a:pt x="1713" y="68379"/>
                  <a:pt x="1071" y="68011"/>
                  <a:pt x="642" y="67273"/>
                </a:cubicBezTo>
                <a:cubicBezTo>
                  <a:pt x="214" y="66535"/>
                  <a:pt x="0" y="65263"/>
                  <a:pt x="0" y="63454"/>
                </a:cubicBezTo>
                <a:cubicBezTo>
                  <a:pt x="0" y="61646"/>
                  <a:pt x="214" y="60385"/>
                  <a:pt x="642" y="59671"/>
                </a:cubicBezTo>
                <a:cubicBezTo>
                  <a:pt x="1071" y="58958"/>
                  <a:pt x="1713" y="58601"/>
                  <a:pt x="2570" y="58601"/>
                </a:cubicBezTo>
                <a:lnTo>
                  <a:pt x="32405" y="58601"/>
                </a:lnTo>
                <a:cubicBezTo>
                  <a:pt x="32786" y="58601"/>
                  <a:pt x="33131" y="58672"/>
                  <a:pt x="33440" y="58815"/>
                </a:cubicBezTo>
                <a:cubicBezTo>
                  <a:pt x="33749" y="58958"/>
                  <a:pt x="34011" y="59231"/>
                  <a:pt x="34225" y="59636"/>
                </a:cubicBezTo>
                <a:cubicBezTo>
                  <a:pt x="34439" y="60040"/>
                  <a:pt x="34606" y="60552"/>
                  <a:pt x="34725" y="61170"/>
                </a:cubicBezTo>
                <a:cubicBezTo>
                  <a:pt x="34844" y="61789"/>
                  <a:pt x="34903" y="62550"/>
                  <a:pt x="34903" y="63454"/>
                </a:cubicBezTo>
                <a:close/>
                <a:moveTo>
                  <a:pt x="227316" y="97358"/>
                </a:moveTo>
                <a:cubicBezTo>
                  <a:pt x="227126" y="97882"/>
                  <a:pt x="226864" y="98310"/>
                  <a:pt x="226531" y="98643"/>
                </a:cubicBezTo>
                <a:cubicBezTo>
                  <a:pt x="226198" y="98976"/>
                  <a:pt x="225734" y="99238"/>
                  <a:pt x="225139" y="99428"/>
                </a:cubicBezTo>
                <a:cubicBezTo>
                  <a:pt x="224545" y="99619"/>
                  <a:pt x="223783" y="99750"/>
                  <a:pt x="222855" y="99821"/>
                </a:cubicBezTo>
                <a:cubicBezTo>
                  <a:pt x="221927" y="99892"/>
                  <a:pt x="220773" y="99928"/>
                  <a:pt x="219394" y="99928"/>
                </a:cubicBezTo>
                <a:cubicBezTo>
                  <a:pt x="218347" y="99928"/>
                  <a:pt x="217431" y="99916"/>
                  <a:pt x="216645" y="99892"/>
                </a:cubicBezTo>
                <a:cubicBezTo>
                  <a:pt x="215860" y="99869"/>
                  <a:pt x="215182" y="99809"/>
                  <a:pt x="214611" y="99714"/>
                </a:cubicBezTo>
                <a:cubicBezTo>
                  <a:pt x="214040" y="99619"/>
                  <a:pt x="213552" y="99512"/>
                  <a:pt x="213148" y="99393"/>
                </a:cubicBezTo>
                <a:cubicBezTo>
                  <a:pt x="212744" y="99274"/>
                  <a:pt x="212399" y="99119"/>
                  <a:pt x="212113" y="98929"/>
                </a:cubicBezTo>
                <a:cubicBezTo>
                  <a:pt x="211828" y="98738"/>
                  <a:pt x="211602" y="98512"/>
                  <a:pt x="211435" y="98251"/>
                </a:cubicBezTo>
                <a:cubicBezTo>
                  <a:pt x="211268" y="97989"/>
                  <a:pt x="211114" y="97668"/>
                  <a:pt x="210971" y="97287"/>
                </a:cubicBezTo>
                <a:lnTo>
                  <a:pt x="180778" y="11492"/>
                </a:lnTo>
                <a:cubicBezTo>
                  <a:pt x="180398" y="10445"/>
                  <a:pt x="180196" y="9600"/>
                  <a:pt x="180172" y="8958"/>
                </a:cubicBezTo>
                <a:cubicBezTo>
                  <a:pt x="180148" y="8315"/>
                  <a:pt x="180350" y="7828"/>
                  <a:pt x="180778" y="7495"/>
                </a:cubicBezTo>
                <a:cubicBezTo>
                  <a:pt x="181207" y="7162"/>
                  <a:pt x="181897" y="6947"/>
                  <a:pt x="182848" y="6852"/>
                </a:cubicBezTo>
                <a:cubicBezTo>
                  <a:pt x="183800" y="6757"/>
                  <a:pt x="185085" y="6709"/>
                  <a:pt x="186703" y="6709"/>
                </a:cubicBezTo>
                <a:cubicBezTo>
                  <a:pt x="188035" y="6709"/>
                  <a:pt x="189094" y="6745"/>
                  <a:pt x="189879" y="6817"/>
                </a:cubicBezTo>
                <a:cubicBezTo>
                  <a:pt x="190664" y="6888"/>
                  <a:pt x="191271" y="7019"/>
                  <a:pt x="191699" y="7209"/>
                </a:cubicBezTo>
                <a:cubicBezTo>
                  <a:pt x="192127" y="7399"/>
                  <a:pt x="192449" y="7649"/>
                  <a:pt x="192663" y="7959"/>
                </a:cubicBezTo>
                <a:cubicBezTo>
                  <a:pt x="192877" y="8268"/>
                  <a:pt x="193079" y="8660"/>
                  <a:pt x="193269" y="9136"/>
                </a:cubicBezTo>
                <a:lnTo>
                  <a:pt x="219750" y="86866"/>
                </a:lnTo>
                <a:lnTo>
                  <a:pt x="219822" y="86866"/>
                </a:lnTo>
                <a:lnTo>
                  <a:pt x="245589" y="9279"/>
                </a:lnTo>
                <a:cubicBezTo>
                  <a:pt x="245732" y="8756"/>
                  <a:pt x="245898" y="8327"/>
                  <a:pt x="246089" y="7994"/>
                </a:cubicBezTo>
                <a:cubicBezTo>
                  <a:pt x="246279" y="7661"/>
                  <a:pt x="246612" y="7399"/>
                  <a:pt x="247088" y="7209"/>
                </a:cubicBezTo>
                <a:cubicBezTo>
                  <a:pt x="247564" y="7019"/>
                  <a:pt x="248230" y="6888"/>
                  <a:pt x="249086" y="6817"/>
                </a:cubicBezTo>
                <a:cubicBezTo>
                  <a:pt x="249943" y="6745"/>
                  <a:pt x="251085" y="6709"/>
                  <a:pt x="252513" y="6709"/>
                </a:cubicBezTo>
                <a:cubicBezTo>
                  <a:pt x="253988" y="6709"/>
                  <a:pt x="255153" y="6769"/>
                  <a:pt x="256010" y="6888"/>
                </a:cubicBezTo>
                <a:cubicBezTo>
                  <a:pt x="256867" y="7007"/>
                  <a:pt x="257449" y="7233"/>
                  <a:pt x="257759" y="7566"/>
                </a:cubicBezTo>
                <a:cubicBezTo>
                  <a:pt x="258068" y="7899"/>
                  <a:pt x="258187" y="8387"/>
                  <a:pt x="258116" y="9029"/>
                </a:cubicBezTo>
                <a:cubicBezTo>
                  <a:pt x="258044" y="9672"/>
                  <a:pt x="257818" y="10516"/>
                  <a:pt x="257438" y="11563"/>
                </a:cubicBezTo>
                <a:lnTo>
                  <a:pt x="227316" y="97358"/>
                </a:lnTo>
                <a:close/>
                <a:moveTo>
                  <a:pt x="309968" y="97787"/>
                </a:moveTo>
                <a:cubicBezTo>
                  <a:pt x="309968" y="98358"/>
                  <a:pt x="309777" y="98786"/>
                  <a:pt x="309397" y="99071"/>
                </a:cubicBezTo>
                <a:cubicBezTo>
                  <a:pt x="309016" y="99357"/>
                  <a:pt x="308493" y="99571"/>
                  <a:pt x="307826" y="99714"/>
                </a:cubicBezTo>
                <a:cubicBezTo>
                  <a:pt x="307160" y="99857"/>
                  <a:pt x="306185" y="99928"/>
                  <a:pt x="304900" y="99928"/>
                </a:cubicBezTo>
                <a:cubicBezTo>
                  <a:pt x="303663" y="99928"/>
                  <a:pt x="302675" y="99857"/>
                  <a:pt x="301938" y="99714"/>
                </a:cubicBezTo>
                <a:cubicBezTo>
                  <a:pt x="301200" y="99571"/>
                  <a:pt x="300665" y="99357"/>
                  <a:pt x="300332" y="99071"/>
                </a:cubicBezTo>
                <a:cubicBezTo>
                  <a:pt x="299999" y="98786"/>
                  <a:pt x="299832" y="98358"/>
                  <a:pt x="299832" y="97787"/>
                </a:cubicBezTo>
                <a:lnTo>
                  <a:pt x="299832" y="91363"/>
                </a:lnTo>
                <a:cubicBezTo>
                  <a:pt x="297025" y="94361"/>
                  <a:pt x="293896" y="96704"/>
                  <a:pt x="290446" y="98393"/>
                </a:cubicBezTo>
                <a:cubicBezTo>
                  <a:pt x="286996" y="100083"/>
                  <a:pt x="283344" y="100927"/>
                  <a:pt x="279490" y="100927"/>
                </a:cubicBezTo>
                <a:cubicBezTo>
                  <a:pt x="276111" y="100927"/>
                  <a:pt x="273054" y="100486"/>
                  <a:pt x="270318" y="99602"/>
                </a:cubicBezTo>
                <a:cubicBezTo>
                  <a:pt x="267582" y="98719"/>
                  <a:pt x="265250" y="97442"/>
                  <a:pt x="263323" y="95770"/>
                </a:cubicBezTo>
                <a:cubicBezTo>
                  <a:pt x="261396" y="94099"/>
                  <a:pt x="259897" y="92046"/>
                  <a:pt x="258826" y="89612"/>
                </a:cubicBezTo>
                <a:cubicBezTo>
                  <a:pt x="257755" y="87176"/>
                  <a:pt x="257220" y="84406"/>
                  <a:pt x="257220" y="81301"/>
                </a:cubicBezTo>
                <a:cubicBezTo>
                  <a:pt x="257220" y="77672"/>
                  <a:pt x="257958" y="74521"/>
                  <a:pt x="259433" y="71848"/>
                </a:cubicBezTo>
                <a:cubicBezTo>
                  <a:pt x="260908" y="69173"/>
                  <a:pt x="263025" y="66952"/>
                  <a:pt x="265785" y="65185"/>
                </a:cubicBezTo>
                <a:cubicBezTo>
                  <a:pt x="268545" y="63419"/>
                  <a:pt x="271924" y="62094"/>
                  <a:pt x="275921" y="61210"/>
                </a:cubicBezTo>
                <a:cubicBezTo>
                  <a:pt x="279918" y="60327"/>
                  <a:pt x="284415" y="59885"/>
                  <a:pt x="289411" y="59885"/>
                </a:cubicBezTo>
                <a:lnTo>
                  <a:pt x="298262" y="59885"/>
                </a:lnTo>
                <a:lnTo>
                  <a:pt x="298262" y="54907"/>
                </a:lnTo>
                <a:cubicBezTo>
                  <a:pt x="298262" y="52441"/>
                  <a:pt x="298000" y="50261"/>
                  <a:pt x="297477" y="48365"/>
                </a:cubicBezTo>
                <a:cubicBezTo>
                  <a:pt x="296953" y="46467"/>
                  <a:pt x="296109" y="44890"/>
                  <a:pt x="294943" y="43634"/>
                </a:cubicBezTo>
                <a:cubicBezTo>
                  <a:pt x="293777" y="42377"/>
                  <a:pt x="292266" y="41429"/>
                  <a:pt x="290410" y="40790"/>
                </a:cubicBezTo>
                <a:cubicBezTo>
                  <a:pt x="288555" y="40149"/>
                  <a:pt x="286270" y="39828"/>
                  <a:pt x="283558" y="39828"/>
                </a:cubicBezTo>
                <a:cubicBezTo>
                  <a:pt x="280655" y="39828"/>
                  <a:pt x="278050" y="40170"/>
                  <a:pt x="275742" y="40852"/>
                </a:cubicBezTo>
                <a:cubicBezTo>
                  <a:pt x="273434" y="41535"/>
                  <a:pt x="271412" y="42288"/>
                  <a:pt x="269675" y="43112"/>
                </a:cubicBezTo>
                <a:cubicBezTo>
                  <a:pt x="267938" y="43936"/>
                  <a:pt x="266487" y="44689"/>
                  <a:pt x="265321" y="45371"/>
                </a:cubicBezTo>
                <a:cubicBezTo>
                  <a:pt x="264155" y="46054"/>
                  <a:pt x="263287" y="46395"/>
                  <a:pt x="262716" y="46395"/>
                </a:cubicBezTo>
                <a:cubicBezTo>
                  <a:pt x="262335" y="46395"/>
                  <a:pt x="262002" y="46300"/>
                  <a:pt x="261717" y="46110"/>
                </a:cubicBezTo>
                <a:cubicBezTo>
                  <a:pt x="261431" y="45919"/>
                  <a:pt x="261181" y="45634"/>
                  <a:pt x="260967" y="45253"/>
                </a:cubicBezTo>
                <a:cubicBezTo>
                  <a:pt x="260753" y="44872"/>
                  <a:pt x="260599" y="44385"/>
                  <a:pt x="260503" y="43790"/>
                </a:cubicBezTo>
                <a:cubicBezTo>
                  <a:pt x="260408" y="43195"/>
                  <a:pt x="260361" y="42541"/>
                  <a:pt x="260361" y="41827"/>
                </a:cubicBezTo>
                <a:cubicBezTo>
                  <a:pt x="260361" y="40637"/>
                  <a:pt x="260444" y="39698"/>
                  <a:pt x="260610" y="39008"/>
                </a:cubicBezTo>
                <a:cubicBezTo>
                  <a:pt x="260777" y="38318"/>
                  <a:pt x="261181" y="37663"/>
                  <a:pt x="261824" y="37045"/>
                </a:cubicBezTo>
                <a:cubicBezTo>
                  <a:pt x="262466" y="36426"/>
                  <a:pt x="263573" y="35706"/>
                  <a:pt x="265143" y="34883"/>
                </a:cubicBezTo>
                <a:cubicBezTo>
                  <a:pt x="266713" y="34060"/>
                  <a:pt x="268521" y="33307"/>
                  <a:pt x="270568" y="32626"/>
                </a:cubicBezTo>
                <a:cubicBezTo>
                  <a:pt x="272614" y="31945"/>
                  <a:pt x="274850" y="31381"/>
                  <a:pt x="277277" y="30935"/>
                </a:cubicBezTo>
                <a:cubicBezTo>
                  <a:pt x="279704" y="30488"/>
                  <a:pt x="282154" y="30264"/>
                  <a:pt x="284629" y="30264"/>
                </a:cubicBezTo>
                <a:cubicBezTo>
                  <a:pt x="289245" y="30264"/>
                  <a:pt x="293170" y="30787"/>
                  <a:pt x="296406" y="31834"/>
                </a:cubicBezTo>
                <a:cubicBezTo>
                  <a:pt x="299642" y="32881"/>
                  <a:pt x="302259" y="34416"/>
                  <a:pt x="304258" y="36438"/>
                </a:cubicBezTo>
                <a:cubicBezTo>
                  <a:pt x="306256" y="38460"/>
                  <a:pt x="307707" y="40970"/>
                  <a:pt x="308612" y="43968"/>
                </a:cubicBezTo>
                <a:cubicBezTo>
                  <a:pt x="309516" y="46966"/>
                  <a:pt x="309968" y="50464"/>
                  <a:pt x="309968" y="54461"/>
                </a:cubicBezTo>
                <a:lnTo>
                  <a:pt x="309968" y="97787"/>
                </a:lnTo>
                <a:moveTo>
                  <a:pt x="298262" y="68379"/>
                </a:moveTo>
                <a:lnTo>
                  <a:pt x="288198" y="68379"/>
                </a:lnTo>
                <a:cubicBezTo>
                  <a:pt x="284962" y="68379"/>
                  <a:pt x="282154" y="68655"/>
                  <a:pt x="279775" y="69207"/>
                </a:cubicBezTo>
                <a:cubicBezTo>
                  <a:pt x="277396" y="69757"/>
                  <a:pt x="275421" y="70570"/>
                  <a:pt x="273851" y="71647"/>
                </a:cubicBezTo>
                <a:cubicBezTo>
                  <a:pt x="272281" y="72724"/>
                  <a:pt x="271127" y="74017"/>
                  <a:pt x="270389" y="75526"/>
                </a:cubicBezTo>
                <a:cubicBezTo>
                  <a:pt x="269652" y="77034"/>
                  <a:pt x="269283" y="78769"/>
                  <a:pt x="269283" y="80732"/>
                </a:cubicBezTo>
                <a:cubicBezTo>
                  <a:pt x="269283" y="84084"/>
                  <a:pt x="270341" y="86753"/>
                  <a:pt x="272459" y="88740"/>
                </a:cubicBezTo>
                <a:cubicBezTo>
                  <a:pt x="274577" y="90726"/>
                  <a:pt x="277539" y="91720"/>
                  <a:pt x="281345" y="91720"/>
                </a:cubicBezTo>
                <a:cubicBezTo>
                  <a:pt x="284438" y="91720"/>
                  <a:pt x="287305" y="90930"/>
                  <a:pt x="289946" y="89351"/>
                </a:cubicBezTo>
                <a:cubicBezTo>
                  <a:pt x="292587" y="87770"/>
                  <a:pt x="295359" y="85352"/>
                  <a:pt x="298262" y="82097"/>
                </a:cubicBezTo>
                <a:lnTo>
                  <a:pt x="298262" y="68379"/>
                </a:lnTo>
                <a:close/>
                <a:moveTo>
                  <a:pt x="346149" y="97713"/>
                </a:moveTo>
                <a:cubicBezTo>
                  <a:pt x="346149" y="98094"/>
                  <a:pt x="346054" y="98416"/>
                  <a:pt x="345864" y="98679"/>
                </a:cubicBezTo>
                <a:cubicBezTo>
                  <a:pt x="345673" y="98941"/>
                  <a:pt x="345364" y="99167"/>
                  <a:pt x="344936" y="99357"/>
                </a:cubicBezTo>
                <a:cubicBezTo>
                  <a:pt x="344507" y="99547"/>
                  <a:pt x="343913" y="99690"/>
                  <a:pt x="343151" y="99785"/>
                </a:cubicBezTo>
                <a:cubicBezTo>
                  <a:pt x="342390" y="99880"/>
                  <a:pt x="341414" y="99928"/>
                  <a:pt x="340225" y="99928"/>
                </a:cubicBezTo>
                <a:cubicBezTo>
                  <a:pt x="339083" y="99928"/>
                  <a:pt x="338131" y="99880"/>
                  <a:pt x="337370" y="99785"/>
                </a:cubicBezTo>
                <a:cubicBezTo>
                  <a:pt x="336608" y="99690"/>
                  <a:pt x="336002" y="99547"/>
                  <a:pt x="335550" y="99357"/>
                </a:cubicBezTo>
                <a:cubicBezTo>
                  <a:pt x="335098" y="99167"/>
                  <a:pt x="334788" y="98941"/>
                  <a:pt x="334622" y="98679"/>
                </a:cubicBezTo>
                <a:cubicBezTo>
                  <a:pt x="334455" y="98416"/>
                  <a:pt x="334372" y="98094"/>
                  <a:pt x="334372" y="97713"/>
                </a:cubicBezTo>
                <a:lnTo>
                  <a:pt x="334372" y="2286"/>
                </a:lnTo>
                <a:cubicBezTo>
                  <a:pt x="334372" y="1906"/>
                  <a:pt x="334455" y="1573"/>
                  <a:pt x="334622" y="1287"/>
                </a:cubicBezTo>
                <a:cubicBezTo>
                  <a:pt x="334788" y="1000"/>
                  <a:pt x="335098" y="761"/>
                  <a:pt x="335550" y="571"/>
                </a:cubicBezTo>
                <a:cubicBezTo>
                  <a:pt x="336002" y="381"/>
                  <a:pt x="336608" y="238"/>
                  <a:pt x="337370" y="143"/>
                </a:cubicBezTo>
                <a:cubicBezTo>
                  <a:pt x="338131" y="48"/>
                  <a:pt x="339083" y="0"/>
                  <a:pt x="340225" y="0"/>
                </a:cubicBezTo>
                <a:cubicBezTo>
                  <a:pt x="341414" y="0"/>
                  <a:pt x="342390" y="48"/>
                  <a:pt x="343151" y="143"/>
                </a:cubicBezTo>
                <a:cubicBezTo>
                  <a:pt x="343913" y="238"/>
                  <a:pt x="344507" y="381"/>
                  <a:pt x="344936" y="571"/>
                </a:cubicBezTo>
                <a:cubicBezTo>
                  <a:pt x="345364" y="761"/>
                  <a:pt x="345673" y="1000"/>
                  <a:pt x="345864" y="1287"/>
                </a:cubicBezTo>
                <a:cubicBezTo>
                  <a:pt x="346054" y="1573"/>
                  <a:pt x="346149" y="1906"/>
                  <a:pt x="346149" y="2286"/>
                </a:cubicBezTo>
                <a:lnTo>
                  <a:pt x="346149" y="97713"/>
                </a:lnTo>
                <a:close/>
                <a:moveTo>
                  <a:pt x="376555" y="97715"/>
                </a:moveTo>
                <a:cubicBezTo>
                  <a:pt x="376555" y="98096"/>
                  <a:pt x="376460" y="98417"/>
                  <a:pt x="376269" y="98679"/>
                </a:cubicBezTo>
                <a:cubicBezTo>
                  <a:pt x="376079" y="98941"/>
                  <a:pt x="375770" y="99167"/>
                  <a:pt x="375341" y="99357"/>
                </a:cubicBezTo>
                <a:cubicBezTo>
                  <a:pt x="374913" y="99547"/>
                  <a:pt x="374318" y="99690"/>
                  <a:pt x="373557" y="99785"/>
                </a:cubicBezTo>
                <a:cubicBezTo>
                  <a:pt x="372796" y="99880"/>
                  <a:pt x="371820" y="99928"/>
                  <a:pt x="370630" y="99928"/>
                </a:cubicBezTo>
                <a:cubicBezTo>
                  <a:pt x="369488" y="99928"/>
                  <a:pt x="368537" y="99880"/>
                  <a:pt x="367775" y="99785"/>
                </a:cubicBezTo>
                <a:cubicBezTo>
                  <a:pt x="367014" y="99690"/>
                  <a:pt x="366407" y="99547"/>
                  <a:pt x="365955" y="99357"/>
                </a:cubicBezTo>
                <a:cubicBezTo>
                  <a:pt x="365503" y="99167"/>
                  <a:pt x="365194" y="98941"/>
                  <a:pt x="365027" y="98679"/>
                </a:cubicBezTo>
                <a:cubicBezTo>
                  <a:pt x="364861" y="98417"/>
                  <a:pt x="364777" y="98096"/>
                  <a:pt x="364777" y="97715"/>
                </a:cubicBezTo>
                <a:lnTo>
                  <a:pt x="364777" y="33476"/>
                </a:lnTo>
                <a:cubicBezTo>
                  <a:pt x="364777" y="33143"/>
                  <a:pt x="364861" y="32833"/>
                  <a:pt x="365027" y="32548"/>
                </a:cubicBezTo>
                <a:cubicBezTo>
                  <a:pt x="365194" y="32262"/>
                  <a:pt x="365503" y="32025"/>
                  <a:pt x="365955" y="31834"/>
                </a:cubicBezTo>
                <a:cubicBezTo>
                  <a:pt x="366407" y="31644"/>
                  <a:pt x="367014" y="31501"/>
                  <a:pt x="367775" y="31406"/>
                </a:cubicBezTo>
                <a:cubicBezTo>
                  <a:pt x="368537" y="31311"/>
                  <a:pt x="369488" y="31263"/>
                  <a:pt x="370630" y="31263"/>
                </a:cubicBezTo>
                <a:cubicBezTo>
                  <a:pt x="371820" y="31263"/>
                  <a:pt x="372796" y="31311"/>
                  <a:pt x="373557" y="31406"/>
                </a:cubicBezTo>
                <a:cubicBezTo>
                  <a:pt x="374318" y="31501"/>
                  <a:pt x="374913" y="31644"/>
                  <a:pt x="375341" y="31834"/>
                </a:cubicBezTo>
                <a:cubicBezTo>
                  <a:pt x="375770" y="32025"/>
                  <a:pt x="376079" y="32262"/>
                  <a:pt x="376269" y="32548"/>
                </a:cubicBezTo>
                <a:cubicBezTo>
                  <a:pt x="376460" y="32833"/>
                  <a:pt x="376555" y="33143"/>
                  <a:pt x="376555" y="33476"/>
                </a:cubicBezTo>
                <a:lnTo>
                  <a:pt x="376555" y="97715"/>
                </a:lnTo>
                <a:moveTo>
                  <a:pt x="377911" y="11706"/>
                </a:moveTo>
                <a:cubicBezTo>
                  <a:pt x="377911" y="14466"/>
                  <a:pt x="377387" y="16345"/>
                  <a:pt x="376341" y="17345"/>
                </a:cubicBezTo>
                <a:cubicBezTo>
                  <a:pt x="375294" y="18344"/>
                  <a:pt x="373367" y="18844"/>
                  <a:pt x="370559" y="18844"/>
                </a:cubicBezTo>
                <a:cubicBezTo>
                  <a:pt x="367799" y="18844"/>
                  <a:pt x="365908" y="18356"/>
                  <a:pt x="364885" y="17380"/>
                </a:cubicBezTo>
                <a:cubicBezTo>
                  <a:pt x="363861" y="16405"/>
                  <a:pt x="363350" y="14561"/>
                  <a:pt x="363350" y="11849"/>
                </a:cubicBezTo>
                <a:cubicBezTo>
                  <a:pt x="363350" y="9089"/>
                  <a:pt x="363873" y="7209"/>
                  <a:pt x="364920" y="6210"/>
                </a:cubicBezTo>
                <a:cubicBezTo>
                  <a:pt x="365967" y="5211"/>
                  <a:pt x="367894" y="4711"/>
                  <a:pt x="370702" y="4711"/>
                </a:cubicBezTo>
                <a:cubicBezTo>
                  <a:pt x="373462" y="4711"/>
                  <a:pt x="375353" y="5199"/>
                  <a:pt x="376376" y="6174"/>
                </a:cubicBezTo>
                <a:cubicBezTo>
                  <a:pt x="377399" y="7150"/>
                  <a:pt x="377911" y="8994"/>
                  <a:pt x="377911" y="11706"/>
                </a:cubicBezTo>
                <a:close/>
                <a:moveTo>
                  <a:pt x="456208" y="97713"/>
                </a:moveTo>
                <a:cubicBezTo>
                  <a:pt x="456208" y="98094"/>
                  <a:pt x="456125" y="98428"/>
                  <a:pt x="455958" y="98715"/>
                </a:cubicBezTo>
                <a:cubicBezTo>
                  <a:pt x="455792" y="99000"/>
                  <a:pt x="455506" y="99226"/>
                  <a:pt x="455102" y="99393"/>
                </a:cubicBezTo>
                <a:cubicBezTo>
                  <a:pt x="454697" y="99559"/>
                  <a:pt x="454162" y="99690"/>
                  <a:pt x="453496" y="99785"/>
                </a:cubicBezTo>
                <a:cubicBezTo>
                  <a:pt x="452830" y="99880"/>
                  <a:pt x="452021" y="99928"/>
                  <a:pt x="451069" y="99928"/>
                </a:cubicBezTo>
                <a:cubicBezTo>
                  <a:pt x="450070" y="99928"/>
                  <a:pt x="449237" y="99880"/>
                  <a:pt x="448571" y="99785"/>
                </a:cubicBezTo>
                <a:cubicBezTo>
                  <a:pt x="447905" y="99692"/>
                  <a:pt x="447357" y="99562"/>
                  <a:pt x="446929" y="99397"/>
                </a:cubicBezTo>
                <a:cubicBezTo>
                  <a:pt x="446501" y="99231"/>
                  <a:pt x="446192" y="99005"/>
                  <a:pt x="446001" y="98721"/>
                </a:cubicBezTo>
                <a:cubicBezTo>
                  <a:pt x="445811" y="98437"/>
                  <a:pt x="445716" y="98106"/>
                  <a:pt x="445716" y="97729"/>
                </a:cubicBezTo>
                <a:lnTo>
                  <a:pt x="445716" y="89282"/>
                </a:lnTo>
                <a:cubicBezTo>
                  <a:pt x="442337" y="92949"/>
                  <a:pt x="438828" y="95807"/>
                  <a:pt x="435188" y="97856"/>
                </a:cubicBezTo>
                <a:cubicBezTo>
                  <a:pt x="431547" y="99903"/>
                  <a:pt x="427562" y="100927"/>
                  <a:pt x="423232" y="100927"/>
                </a:cubicBezTo>
                <a:cubicBezTo>
                  <a:pt x="418521" y="100927"/>
                  <a:pt x="414500" y="100011"/>
                  <a:pt x="411169" y="98177"/>
                </a:cubicBezTo>
                <a:cubicBezTo>
                  <a:pt x="407838" y="96344"/>
                  <a:pt x="405138" y="93867"/>
                  <a:pt x="403068" y="90747"/>
                </a:cubicBezTo>
                <a:cubicBezTo>
                  <a:pt x="400998" y="87626"/>
                  <a:pt x="399487" y="83958"/>
                  <a:pt x="398535" y="79744"/>
                </a:cubicBezTo>
                <a:cubicBezTo>
                  <a:pt x="397584" y="75528"/>
                  <a:pt x="397108" y="71086"/>
                  <a:pt x="397108" y="66416"/>
                </a:cubicBezTo>
                <a:cubicBezTo>
                  <a:pt x="397108" y="60892"/>
                  <a:pt x="397703" y="55903"/>
                  <a:pt x="398892" y="51450"/>
                </a:cubicBezTo>
                <a:cubicBezTo>
                  <a:pt x="400082" y="46996"/>
                  <a:pt x="401843" y="43197"/>
                  <a:pt x="404174" y="40054"/>
                </a:cubicBezTo>
                <a:cubicBezTo>
                  <a:pt x="406506" y="36909"/>
                  <a:pt x="409397" y="34491"/>
                  <a:pt x="412847" y="32800"/>
                </a:cubicBezTo>
                <a:cubicBezTo>
                  <a:pt x="416296" y="31109"/>
                  <a:pt x="420282" y="30264"/>
                  <a:pt x="424802" y="30264"/>
                </a:cubicBezTo>
                <a:cubicBezTo>
                  <a:pt x="428561" y="30264"/>
                  <a:pt x="431999" y="31085"/>
                  <a:pt x="435116" y="32729"/>
                </a:cubicBezTo>
                <a:cubicBezTo>
                  <a:pt x="438233" y="34372"/>
                  <a:pt x="441314" y="36789"/>
                  <a:pt x="444360" y="39980"/>
                </a:cubicBezTo>
                <a:lnTo>
                  <a:pt x="444360" y="2574"/>
                </a:lnTo>
                <a:cubicBezTo>
                  <a:pt x="444360" y="2241"/>
                  <a:pt x="444443" y="1920"/>
                  <a:pt x="444609" y="1610"/>
                </a:cubicBezTo>
                <a:cubicBezTo>
                  <a:pt x="444776" y="1300"/>
                  <a:pt x="445097" y="1061"/>
                  <a:pt x="445573" y="894"/>
                </a:cubicBezTo>
                <a:cubicBezTo>
                  <a:pt x="446049" y="726"/>
                  <a:pt x="446656" y="583"/>
                  <a:pt x="447393" y="464"/>
                </a:cubicBezTo>
                <a:cubicBezTo>
                  <a:pt x="448131" y="345"/>
                  <a:pt x="449070" y="286"/>
                  <a:pt x="450212" y="286"/>
                </a:cubicBezTo>
                <a:cubicBezTo>
                  <a:pt x="451402" y="286"/>
                  <a:pt x="452378" y="345"/>
                  <a:pt x="453139" y="464"/>
                </a:cubicBezTo>
                <a:cubicBezTo>
                  <a:pt x="453900" y="583"/>
                  <a:pt x="454495" y="726"/>
                  <a:pt x="454923" y="892"/>
                </a:cubicBezTo>
                <a:cubicBezTo>
                  <a:pt x="455352" y="1059"/>
                  <a:pt x="455673" y="1297"/>
                  <a:pt x="455887" y="1608"/>
                </a:cubicBezTo>
                <a:cubicBezTo>
                  <a:pt x="456101" y="1918"/>
                  <a:pt x="456208" y="2239"/>
                  <a:pt x="456208" y="2572"/>
                </a:cubicBezTo>
                <a:lnTo>
                  <a:pt x="456208" y="97713"/>
                </a:lnTo>
                <a:moveTo>
                  <a:pt x="444360" y="52556"/>
                </a:moveTo>
                <a:cubicBezTo>
                  <a:pt x="441171" y="48599"/>
                  <a:pt x="438090" y="45584"/>
                  <a:pt x="435116" y="43511"/>
                </a:cubicBezTo>
                <a:cubicBezTo>
                  <a:pt x="432142" y="41437"/>
                  <a:pt x="429037" y="40399"/>
                  <a:pt x="425802" y="40399"/>
                </a:cubicBezTo>
                <a:cubicBezTo>
                  <a:pt x="422804" y="40399"/>
                  <a:pt x="420258" y="41115"/>
                  <a:pt x="418164" y="42545"/>
                </a:cubicBezTo>
                <a:cubicBezTo>
                  <a:pt x="416070" y="43974"/>
                  <a:pt x="414369" y="45856"/>
                  <a:pt x="413061" y="48191"/>
                </a:cubicBezTo>
                <a:cubicBezTo>
                  <a:pt x="411752" y="50525"/>
                  <a:pt x="410800" y="53170"/>
                  <a:pt x="410206" y="56125"/>
                </a:cubicBezTo>
                <a:cubicBezTo>
                  <a:pt x="409611" y="59079"/>
                  <a:pt x="409313" y="62082"/>
                  <a:pt x="409313" y="65132"/>
                </a:cubicBezTo>
                <a:cubicBezTo>
                  <a:pt x="409313" y="68372"/>
                  <a:pt x="409563" y="71541"/>
                  <a:pt x="410063" y="74638"/>
                </a:cubicBezTo>
                <a:cubicBezTo>
                  <a:pt x="410562" y="77736"/>
                  <a:pt x="411431" y="80487"/>
                  <a:pt x="412668" y="82893"/>
                </a:cubicBezTo>
                <a:cubicBezTo>
                  <a:pt x="413905" y="85299"/>
                  <a:pt x="415547" y="87230"/>
                  <a:pt x="417593" y="88684"/>
                </a:cubicBezTo>
                <a:cubicBezTo>
                  <a:pt x="419639" y="90137"/>
                  <a:pt x="422209" y="90863"/>
                  <a:pt x="425302" y="90863"/>
                </a:cubicBezTo>
                <a:cubicBezTo>
                  <a:pt x="426872" y="90863"/>
                  <a:pt x="428383" y="90649"/>
                  <a:pt x="429834" y="90221"/>
                </a:cubicBezTo>
                <a:cubicBezTo>
                  <a:pt x="431286" y="89791"/>
                  <a:pt x="432773" y="89076"/>
                  <a:pt x="434295" y="88075"/>
                </a:cubicBezTo>
                <a:cubicBezTo>
                  <a:pt x="435818" y="87074"/>
                  <a:pt x="437412" y="85775"/>
                  <a:pt x="439078" y="84178"/>
                </a:cubicBezTo>
                <a:cubicBezTo>
                  <a:pt x="440743" y="82581"/>
                  <a:pt x="442504" y="80615"/>
                  <a:pt x="444360" y="78278"/>
                </a:cubicBezTo>
                <a:lnTo>
                  <a:pt x="444360" y="52556"/>
                </a:lnTo>
                <a:close/>
                <a:moveTo>
                  <a:pt x="572760" y="73019"/>
                </a:moveTo>
                <a:cubicBezTo>
                  <a:pt x="572760" y="75922"/>
                  <a:pt x="572391" y="78598"/>
                  <a:pt x="571654" y="81049"/>
                </a:cubicBezTo>
                <a:cubicBezTo>
                  <a:pt x="570916" y="83499"/>
                  <a:pt x="569881" y="85700"/>
                  <a:pt x="568549" y="87651"/>
                </a:cubicBezTo>
                <a:cubicBezTo>
                  <a:pt x="567217" y="89602"/>
                  <a:pt x="565611" y="91315"/>
                  <a:pt x="563731" y="92790"/>
                </a:cubicBezTo>
                <a:cubicBezTo>
                  <a:pt x="561851" y="94265"/>
                  <a:pt x="559734" y="95503"/>
                  <a:pt x="557378" y="96502"/>
                </a:cubicBezTo>
                <a:cubicBezTo>
                  <a:pt x="555023" y="97501"/>
                  <a:pt x="552501" y="98251"/>
                  <a:pt x="549813" y="98750"/>
                </a:cubicBezTo>
                <a:cubicBezTo>
                  <a:pt x="547124" y="99250"/>
                  <a:pt x="544043" y="99500"/>
                  <a:pt x="540569" y="99500"/>
                </a:cubicBezTo>
                <a:lnTo>
                  <a:pt x="516444" y="99500"/>
                </a:lnTo>
                <a:cubicBezTo>
                  <a:pt x="515349" y="99500"/>
                  <a:pt x="514314" y="99131"/>
                  <a:pt x="513339" y="98393"/>
                </a:cubicBezTo>
                <a:cubicBezTo>
                  <a:pt x="512363" y="97656"/>
                  <a:pt x="511876" y="96359"/>
                  <a:pt x="511876" y="94503"/>
                </a:cubicBezTo>
                <a:lnTo>
                  <a:pt x="511876" y="12134"/>
                </a:lnTo>
                <a:cubicBezTo>
                  <a:pt x="511876" y="10278"/>
                  <a:pt x="512363" y="8982"/>
                  <a:pt x="513339" y="8244"/>
                </a:cubicBezTo>
                <a:cubicBezTo>
                  <a:pt x="514314" y="7506"/>
                  <a:pt x="515349" y="7138"/>
                  <a:pt x="516444" y="7138"/>
                </a:cubicBezTo>
                <a:lnTo>
                  <a:pt x="537429" y="7138"/>
                </a:lnTo>
                <a:cubicBezTo>
                  <a:pt x="542948" y="7138"/>
                  <a:pt x="547469" y="7661"/>
                  <a:pt x="550990" y="8708"/>
                </a:cubicBezTo>
                <a:cubicBezTo>
                  <a:pt x="554512" y="9755"/>
                  <a:pt x="557450" y="11278"/>
                  <a:pt x="559805" y="13276"/>
                </a:cubicBezTo>
                <a:cubicBezTo>
                  <a:pt x="562161" y="15275"/>
                  <a:pt x="563933" y="17725"/>
                  <a:pt x="565123" y="20628"/>
                </a:cubicBezTo>
                <a:cubicBezTo>
                  <a:pt x="566313" y="23531"/>
                  <a:pt x="566907" y="26814"/>
                  <a:pt x="566907" y="30478"/>
                </a:cubicBezTo>
                <a:cubicBezTo>
                  <a:pt x="566907" y="32667"/>
                  <a:pt x="566646" y="34761"/>
                  <a:pt x="566122" y="36759"/>
                </a:cubicBezTo>
                <a:cubicBezTo>
                  <a:pt x="565599" y="38758"/>
                  <a:pt x="564826" y="40602"/>
                  <a:pt x="563802" y="42291"/>
                </a:cubicBezTo>
                <a:cubicBezTo>
                  <a:pt x="562779" y="43980"/>
                  <a:pt x="561495" y="45491"/>
                  <a:pt x="559948" y="46823"/>
                </a:cubicBezTo>
                <a:cubicBezTo>
                  <a:pt x="558402" y="48156"/>
                  <a:pt x="556629" y="49250"/>
                  <a:pt x="554630" y="50107"/>
                </a:cubicBezTo>
                <a:cubicBezTo>
                  <a:pt x="557152" y="50583"/>
                  <a:pt x="559508" y="51451"/>
                  <a:pt x="561697" y="52712"/>
                </a:cubicBezTo>
                <a:cubicBezTo>
                  <a:pt x="563886" y="53973"/>
                  <a:pt x="565801" y="55579"/>
                  <a:pt x="567443" y="57530"/>
                </a:cubicBezTo>
                <a:cubicBezTo>
                  <a:pt x="569084" y="59481"/>
                  <a:pt x="570381" y="61765"/>
                  <a:pt x="571333" y="64382"/>
                </a:cubicBezTo>
                <a:cubicBezTo>
                  <a:pt x="572284" y="66999"/>
                  <a:pt x="572760" y="69878"/>
                  <a:pt x="572760" y="73019"/>
                </a:cubicBezTo>
                <a:moveTo>
                  <a:pt x="554274" y="31691"/>
                </a:moveTo>
                <a:cubicBezTo>
                  <a:pt x="554274" y="29455"/>
                  <a:pt x="553964" y="27433"/>
                  <a:pt x="553346" y="25624"/>
                </a:cubicBezTo>
                <a:cubicBezTo>
                  <a:pt x="552727" y="23816"/>
                  <a:pt x="551752" y="22282"/>
                  <a:pt x="550419" y="21021"/>
                </a:cubicBezTo>
                <a:cubicBezTo>
                  <a:pt x="549087" y="19760"/>
                  <a:pt x="547350" y="18796"/>
                  <a:pt x="545209" y="18130"/>
                </a:cubicBezTo>
                <a:cubicBezTo>
                  <a:pt x="543067" y="17464"/>
                  <a:pt x="540236" y="17131"/>
                  <a:pt x="536715" y="17131"/>
                </a:cubicBezTo>
                <a:lnTo>
                  <a:pt x="524010" y="17131"/>
                </a:lnTo>
                <a:lnTo>
                  <a:pt x="524010" y="47038"/>
                </a:lnTo>
                <a:lnTo>
                  <a:pt x="538000" y="47038"/>
                </a:lnTo>
                <a:cubicBezTo>
                  <a:pt x="541188" y="47038"/>
                  <a:pt x="543757" y="46621"/>
                  <a:pt x="545708" y="45788"/>
                </a:cubicBezTo>
                <a:cubicBezTo>
                  <a:pt x="547659" y="44956"/>
                  <a:pt x="549277" y="43837"/>
                  <a:pt x="550562" y="42434"/>
                </a:cubicBezTo>
                <a:cubicBezTo>
                  <a:pt x="551847" y="41030"/>
                  <a:pt x="552787" y="39388"/>
                  <a:pt x="553381" y="37509"/>
                </a:cubicBezTo>
                <a:cubicBezTo>
                  <a:pt x="553976" y="35629"/>
                  <a:pt x="554274" y="33690"/>
                  <a:pt x="554274" y="31691"/>
                </a:cubicBezTo>
                <a:moveTo>
                  <a:pt x="559841" y="73733"/>
                </a:moveTo>
                <a:cubicBezTo>
                  <a:pt x="559841" y="70973"/>
                  <a:pt x="559401" y="68546"/>
                  <a:pt x="558521" y="66452"/>
                </a:cubicBezTo>
                <a:cubicBezTo>
                  <a:pt x="557640" y="64358"/>
                  <a:pt x="556355" y="62598"/>
                  <a:pt x="554666" y="61170"/>
                </a:cubicBezTo>
                <a:cubicBezTo>
                  <a:pt x="552977" y="59743"/>
                  <a:pt x="550859" y="58660"/>
                  <a:pt x="548314" y="57923"/>
                </a:cubicBezTo>
                <a:cubicBezTo>
                  <a:pt x="545768" y="57185"/>
                  <a:pt x="542568" y="56816"/>
                  <a:pt x="538713" y="56816"/>
                </a:cubicBezTo>
                <a:lnTo>
                  <a:pt x="524010" y="56816"/>
                </a:lnTo>
                <a:lnTo>
                  <a:pt x="524010" y="89364"/>
                </a:lnTo>
                <a:lnTo>
                  <a:pt x="541854" y="89364"/>
                </a:lnTo>
                <a:cubicBezTo>
                  <a:pt x="544661" y="89364"/>
                  <a:pt x="547112" y="89031"/>
                  <a:pt x="549206" y="88365"/>
                </a:cubicBezTo>
                <a:cubicBezTo>
                  <a:pt x="551300" y="87699"/>
                  <a:pt x="553143" y="86711"/>
                  <a:pt x="554738" y="85403"/>
                </a:cubicBezTo>
                <a:cubicBezTo>
                  <a:pt x="556332" y="84094"/>
                  <a:pt x="557581" y="82464"/>
                  <a:pt x="558485" y="80513"/>
                </a:cubicBezTo>
                <a:cubicBezTo>
                  <a:pt x="559389" y="78562"/>
                  <a:pt x="559841" y="76302"/>
                  <a:pt x="559841" y="73733"/>
                </a:cubicBezTo>
                <a:close/>
                <a:moveTo>
                  <a:pt x="627147" y="37687"/>
                </a:moveTo>
                <a:cubicBezTo>
                  <a:pt x="627147" y="38734"/>
                  <a:pt x="627124" y="39614"/>
                  <a:pt x="627076" y="40328"/>
                </a:cubicBezTo>
                <a:cubicBezTo>
                  <a:pt x="627028" y="41042"/>
                  <a:pt x="626933" y="41601"/>
                  <a:pt x="626790" y="42005"/>
                </a:cubicBezTo>
                <a:cubicBezTo>
                  <a:pt x="626648" y="42410"/>
                  <a:pt x="626469" y="42719"/>
                  <a:pt x="626255" y="42933"/>
                </a:cubicBezTo>
                <a:cubicBezTo>
                  <a:pt x="626041" y="43147"/>
                  <a:pt x="625744" y="43255"/>
                  <a:pt x="625363" y="43255"/>
                </a:cubicBezTo>
                <a:cubicBezTo>
                  <a:pt x="624982" y="43255"/>
                  <a:pt x="624518" y="43147"/>
                  <a:pt x="623971" y="42933"/>
                </a:cubicBezTo>
                <a:cubicBezTo>
                  <a:pt x="623424" y="42719"/>
                  <a:pt x="622805" y="42505"/>
                  <a:pt x="622115" y="42291"/>
                </a:cubicBezTo>
                <a:cubicBezTo>
                  <a:pt x="621425" y="42077"/>
                  <a:pt x="620652" y="41875"/>
                  <a:pt x="619795" y="41684"/>
                </a:cubicBezTo>
                <a:cubicBezTo>
                  <a:pt x="618939" y="41494"/>
                  <a:pt x="618011" y="41399"/>
                  <a:pt x="617012" y="41399"/>
                </a:cubicBezTo>
                <a:cubicBezTo>
                  <a:pt x="615822" y="41399"/>
                  <a:pt x="614656" y="41637"/>
                  <a:pt x="613514" y="42113"/>
                </a:cubicBezTo>
                <a:cubicBezTo>
                  <a:pt x="612372" y="42588"/>
                  <a:pt x="611171" y="43374"/>
                  <a:pt x="609910" y="44468"/>
                </a:cubicBezTo>
                <a:cubicBezTo>
                  <a:pt x="608649" y="45562"/>
                  <a:pt x="607328" y="47014"/>
                  <a:pt x="605948" y="48822"/>
                </a:cubicBezTo>
                <a:cubicBezTo>
                  <a:pt x="604568" y="50630"/>
                  <a:pt x="603046" y="52843"/>
                  <a:pt x="601380" y="55460"/>
                </a:cubicBezTo>
                <a:lnTo>
                  <a:pt x="601380" y="97715"/>
                </a:lnTo>
                <a:cubicBezTo>
                  <a:pt x="601380" y="98096"/>
                  <a:pt x="601285" y="98417"/>
                  <a:pt x="601095" y="98679"/>
                </a:cubicBezTo>
                <a:cubicBezTo>
                  <a:pt x="600904" y="98941"/>
                  <a:pt x="600595" y="99167"/>
                  <a:pt x="600167" y="99357"/>
                </a:cubicBezTo>
                <a:cubicBezTo>
                  <a:pt x="599738" y="99547"/>
                  <a:pt x="599144" y="99690"/>
                  <a:pt x="598382" y="99785"/>
                </a:cubicBezTo>
                <a:cubicBezTo>
                  <a:pt x="597621" y="99880"/>
                  <a:pt x="596645" y="99928"/>
                  <a:pt x="595456" y="99928"/>
                </a:cubicBezTo>
                <a:cubicBezTo>
                  <a:pt x="594314" y="99928"/>
                  <a:pt x="593362" y="99880"/>
                  <a:pt x="592601" y="99785"/>
                </a:cubicBezTo>
                <a:cubicBezTo>
                  <a:pt x="591839" y="99690"/>
                  <a:pt x="591233" y="99547"/>
                  <a:pt x="590781" y="99357"/>
                </a:cubicBezTo>
                <a:cubicBezTo>
                  <a:pt x="590329" y="99167"/>
                  <a:pt x="590019" y="98941"/>
                  <a:pt x="589853" y="98679"/>
                </a:cubicBezTo>
                <a:cubicBezTo>
                  <a:pt x="589686" y="98417"/>
                  <a:pt x="589603" y="98096"/>
                  <a:pt x="589603" y="97715"/>
                </a:cubicBezTo>
                <a:lnTo>
                  <a:pt x="589603" y="33476"/>
                </a:lnTo>
                <a:cubicBezTo>
                  <a:pt x="589603" y="33095"/>
                  <a:pt x="589674" y="32774"/>
                  <a:pt x="589817" y="32512"/>
                </a:cubicBezTo>
                <a:cubicBezTo>
                  <a:pt x="589960" y="32251"/>
                  <a:pt x="590245" y="32013"/>
                  <a:pt x="590674" y="31799"/>
                </a:cubicBezTo>
                <a:cubicBezTo>
                  <a:pt x="591102" y="31584"/>
                  <a:pt x="591649" y="31442"/>
                  <a:pt x="592315" y="31370"/>
                </a:cubicBezTo>
                <a:cubicBezTo>
                  <a:pt x="592981" y="31299"/>
                  <a:pt x="593862" y="31263"/>
                  <a:pt x="594956" y="31263"/>
                </a:cubicBezTo>
                <a:cubicBezTo>
                  <a:pt x="596003" y="31263"/>
                  <a:pt x="596872" y="31299"/>
                  <a:pt x="597561" y="31370"/>
                </a:cubicBezTo>
                <a:cubicBezTo>
                  <a:pt x="598251" y="31442"/>
                  <a:pt x="598787" y="31584"/>
                  <a:pt x="599167" y="31799"/>
                </a:cubicBezTo>
                <a:cubicBezTo>
                  <a:pt x="599548" y="32013"/>
                  <a:pt x="599822" y="32251"/>
                  <a:pt x="599988" y="32512"/>
                </a:cubicBezTo>
                <a:cubicBezTo>
                  <a:pt x="600155" y="32774"/>
                  <a:pt x="600238" y="33095"/>
                  <a:pt x="600238" y="33476"/>
                </a:cubicBezTo>
                <a:lnTo>
                  <a:pt x="600238" y="42826"/>
                </a:lnTo>
                <a:cubicBezTo>
                  <a:pt x="601999" y="40257"/>
                  <a:pt x="603652" y="38163"/>
                  <a:pt x="605199" y="36545"/>
                </a:cubicBezTo>
                <a:cubicBezTo>
                  <a:pt x="606745" y="34927"/>
                  <a:pt x="608209" y="33654"/>
                  <a:pt x="609589" y="32726"/>
                </a:cubicBezTo>
                <a:cubicBezTo>
                  <a:pt x="610968" y="31799"/>
                  <a:pt x="612337" y="31156"/>
                  <a:pt x="613693" y="30799"/>
                </a:cubicBezTo>
                <a:cubicBezTo>
                  <a:pt x="615049" y="30442"/>
                  <a:pt x="616417" y="30264"/>
                  <a:pt x="617797" y="30264"/>
                </a:cubicBezTo>
                <a:cubicBezTo>
                  <a:pt x="618416" y="30264"/>
                  <a:pt x="619117" y="30300"/>
                  <a:pt x="619903" y="30371"/>
                </a:cubicBezTo>
                <a:cubicBezTo>
                  <a:pt x="620688" y="30442"/>
                  <a:pt x="621509" y="30573"/>
                  <a:pt x="622365" y="30764"/>
                </a:cubicBezTo>
                <a:cubicBezTo>
                  <a:pt x="623222" y="30954"/>
                  <a:pt x="623995" y="31168"/>
                  <a:pt x="624685" y="31406"/>
                </a:cubicBezTo>
                <a:cubicBezTo>
                  <a:pt x="625375" y="31644"/>
                  <a:pt x="625863" y="31882"/>
                  <a:pt x="626148" y="32120"/>
                </a:cubicBezTo>
                <a:cubicBezTo>
                  <a:pt x="626434" y="32358"/>
                  <a:pt x="626624" y="32584"/>
                  <a:pt x="626719" y="32798"/>
                </a:cubicBezTo>
                <a:cubicBezTo>
                  <a:pt x="626814" y="33012"/>
                  <a:pt x="626898" y="33286"/>
                  <a:pt x="626969" y="33619"/>
                </a:cubicBezTo>
                <a:cubicBezTo>
                  <a:pt x="627040" y="33952"/>
                  <a:pt x="627088" y="34439"/>
                  <a:pt x="627112" y="35082"/>
                </a:cubicBezTo>
                <a:cubicBezTo>
                  <a:pt x="627135" y="35724"/>
                  <a:pt x="627147" y="36593"/>
                  <a:pt x="627147" y="37687"/>
                </a:cubicBezTo>
                <a:close/>
                <a:moveTo>
                  <a:pt x="650058" y="97715"/>
                </a:moveTo>
                <a:cubicBezTo>
                  <a:pt x="650058" y="98096"/>
                  <a:pt x="649963" y="98417"/>
                  <a:pt x="649773" y="98679"/>
                </a:cubicBezTo>
                <a:cubicBezTo>
                  <a:pt x="649582" y="98941"/>
                  <a:pt x="649273" y="99167"/>
                  <a:pt x="648845" y="99357"/>
                </a:cubicBezTo>
                <a:cubicBezTo>
                  <a:pt x="648417" y="99547"/>
                  <a:pt x="647822" y="99690"/>
                  <a:pt x="647060" y="99785"/>
                </a:cubicBezTo>
                <a:cubicBezTo>
                  <a:pt x="646299" y="99880"/>
                  <a:pt x="645324" y="99928"/>
                  <a:pt x="644134" y="99928"/>
                </a:cubicBezTo>
                <a:cubicBezTo>
                  <a:pt x="642992" y="99928"/>
                  <a:pt x="642040" y="99880"/>
                  <a:pt x="641279" y="99785"/>
                </a:cubicBezTo>
                <a:cubicBezTo>
                  <a:pt x="640517" y="99690"/>
                  <a:pt x="639911" y="99547"/>
                  <a:pt x="639459" y="99357"/>
                </a:cubicBezTo>
                <a:cubicBezTo>
                  <a:pt x="639007" y="99167"/>
                  <a:pt x="638697" y="98941"/>
                  <a:pt x="638531" y="98679"/>
                </a:cubicBezTo>
                <a:cubicBezTo>
                  <a:pt x="638364" y="98417"/>
                  <a:pt x="638281" y="98096"/>
                  <a:pt x="638281" y="97715"/>
                </a:cubicBezTo>
                <a:lnTo>
                  <a:pt x="638281" y="33476"/>
                </a:lnTo>
                <a:cubicBezTo>
                  <a:pt x="638281" y="33143"/>
                  <a:pt x="638364" y="32833"/>
                  <a:pt x="638531" y="32548"/>
                </a:cubicBezTo>
                <a:cubicBezTo>
                  <a:pt x="638697" y="32262"/>
                  <a:pt x="639007" y="32025"/>
                  <a:pt x="639459" y="31834"/>
                </a:cubicBezTo>
                <a:cubicBezTo>
                  <a:pt x="639911" y="31644"/>
                  <a:pt x="640517" y="31501"/>
                  <a:pt x="641279" y="31406"/>
                </a:cubicBezTo>
                <a:cubicBezTo>
                  <a:pt x="642040" y="31311"/>
                  <a:pt x="642992" y="31263"/>
                  <a:pt x="644134" y="31263"/>
                </a:cubicBezTo>
                <a:cubicBezTo>
                  <a:pt x="645324" y="31263"/>
                  <a:pt x="646299" y="31311"/>
                  <a:pt x="647060" y="31406"/>
                </a:cubicBezTo>
                <a:cubicBezTo>
                  <a:pt x="647822" y="31501"/>
                  <a:pt x="648417" y="31644"/>
                  <a:pt x="648845" y="31834"/>
                </a:cubicBezTo>
                <a:cubicBezTo>
                  <a:pt x="649273" y="32025"/>
                  <a:pt x="649582" y="32262"/>
                  <a:pt x="649773" y="32548"/>
                </a:cubicBezTo>
                <a:cubicBezTo>
                  <a:pt x="649963" y="32833"/>
                  <a:pt x="650058" y="33143"/>
                  <a:pt x="650058" y="33476"/>
                </a:cubicBezTo>
                <a:lnTo>
                  <a:pt x="650058" y="97715"/>
                </a:lnTo>
                <a:moveTo>
                  <a:pt x="651414" y="11706"/>
                </a:moveTo>
                <a:cubicBezTo>
                  <a:pt x="651414" y="14466"/>
                  <a:pt x="650891" y="16345"/>
                  <a:pt x="649844" y="17345"/>
                </a:cubicBezTo>
                <a:cubicBezTo>
                  <a:pt x="648797" y="18344"/>
                  <a:pt x="646870" y="18844"/>
                  <a:pt x="644063" y="18844"/>
                </a:cubicBezTo>
                <a:cubicBezTo>
                  <a:pt x="641303" y="18844"/>
                  <a:pt x="639411" y="18356"/>
                  <a:pt x="638388" y="17380"/>
                </a:cubicBezTo>
                <a:cubicBezTo>
                  <a:pt x="637365" y="16405"/>
                  <a:pt x="636853" y="14561"/>
                  <a:pt x="636853" y="11849"/>
                </a:cubicBezTo>
                <a:cubicBezTo>
                  <a:pt x="636853" y="9089"/>
                  <a:pt x="637377" y="7209"/>
                  <a:pt x="638424" y="6210"/>
                </a:cubicBezTo>
                <a:cubicBezTo>
                  <a:pt x="639471" y="5211"/>
                  <a:pt x="641398" y="4711"/>
                  <a:pt x="644205" y="4711"/>
                </a:cubicBezTo>
                <a:cubicBezTo>
                  <a:pt x="646965" y="4711"/>
                  <a:pt x="648857" y="5199"/>
                  <a:pt x="649880" y="6174"/>
                </a:cubicBezTo>
                <a:cubicBezTo>
                  <a:pt x="650903" y="7150"/>
                  <a:pt x="651414" y="8994"/>
                  <a:pt x="651414" y="11706"/>
                </a:cubicBezTo>
                <a:close/>
                <a:moveTo>
                  <a:pt x="720861" y="88008"/>
                </a:moveTo>
                <a:cubicBezTo>
                  <a:pt x="720861" y="88817"/>
                  <a:pt x="720837" y="89519"/>
                  <a:pt x="720790" y="90114"/>
                </a:cubicBezTo>
                <a:cubicBezTo>
                  <a:pt x="720742" y="90708"/>
                  <a:pt x="720659" y="91208"/>
                  <a:pt x="720540" y="91613"/>
                </a:cubicBezTo>
                <a:cubicBezTo>
                  <a:pt x="720421" y="92017"/>
                  <a:pt x="720278" y="92374"/>
                  <a:pt x="720112" y="92683"/>
                </a:cubicBezTo>
                <a:cubicBezTo>
                  <a:pt x="719945" y="92993"/>
                  <a:pt x="719564" y="93445"/>
                  <a:pt x="718970" y="94039"/>
                </a:cubicBezTo>
                <a:cubicBezTo>
                  <a:pt x="718375" y="94634"/>
                  <a:pt x="717364" y="95372"/>
                  <a:pt x="715936" y="96252"/>
                </a:cubicBezTo>
                <a:cubicBezTo>
                  <a:pt x="714508" y="97132"/>
                  <a:pt x="712902" y="97918"/>
                  <a:pt x="711118" y="98608"/>
                </a:cubicBezTo>
                <a:cubicBezTo>
                  <a:pt x="709334" y="99298"/>
                  <a:pt x="707395" y="99857"/>
                  <a:pt x="705301" y="100285"/>
                </a:cubicBezTo>
                <a:cubicBezTo>
                  <a:pt x="703207" y="100713"/>
                  <a:pt x="701042" y="100927"/>
                  <a:pt x="698806" y="100927"/>
                </a:cubicBezTo>
                <a:cubicBezTo>
                  <a:pt x="694190" y="100927"/>
                  <a:pt x="690097" y="100164"/>
                  <a:pt x="686529" y="98639"/>
                </a:cubicBezTo>
                <a:cubicBezTo>
                  <a:pt x="682960" y="97113"/>
                  <a:pt x="679974" y="94884"/>
                  <a:pt x="677571" y="91952"/>
                </a:cubicBezTo>
                <a:cubicBezTo>
                  <a:pt x="675168" y="89019"/>
                  <a:pt x="673336" y="85419"/>
                  <a:pt x="672075" y="81151"/>
                </a:cubicBezTo>
                <a:cubicBezTo>
                  <a:pt x="670814" y="76884"/>
                  <a:pt x="670183" y="71961"/>
                  <a:pt x="670183" y="66383"/>
                </a:cubicBezTo>
                <a:cubicBezTo>
                  <a:pt x="670183" y="60041"/>
                  <a:pt x="670957" y="54593"/>
                  <a:pt x="672503" y="50040"/>
                </a:cubicBezTo>
                <a:cubicBezTo>
                  <a:pt x="674050" y="45487"/>
                  <a:pt x="676167" y="41756"/>
                  <a:pt x="678856" y="38847"/>
                </a:cubicBezTo>
                <a:cubicBezTo>
                  <a:pt x="681544" y="35938"/>
                  <a:pt x="684709" y="33781"/>
                  <a:pt x="688349" y="32374"/>
                </a:cubicBezTo>
                <a:cubicBezTo>
                  <a:pt x="691989" y="30967"/>
                  <a:pt x="695927" y="30264"/>
                  <a:pt x="700162" y="30264"/>
                </a:cubicBezTo>
                <a:cubicBezTo>
                  <a:pt x="702208" y="30264"/>
                  <a:pt x="704194" y="30454"/>
                  <a:pt x="706122" y="30835"/>
                </a:cubicBezTo>
                <a:cubicBezTo>
                  <a:pt x="708049" y="31216"/>
                  <a:pt x="709821" y="31715"/>
                  <a:pt x="711439" y="32334"/>
                </a:cubicBezTo>
                <a:cubicBezTo>
                  <a:pt x="713057" y="32952"/>
                  <a:pt x="714497" y="33666"/>
                  <a:pt x="715758" y="34475"/>
                </a:cubicBezTo>
                <a:cubicBezTo>
                  <a:pt x="717019" y="35284"/>
                  <a:pt x="717935" y="35974"/>
                  <a:pt x="718506" y="36545"/>
                </a:cubicBezTo>
                <a:cubicBezTo>
                  <a:pt x="719077" y="37116"/>
                  <a:pt x="719469" y="37568"/>
                  <a:pt x="719683" y="37901"/>
                </a:cubicBezTo>
                <a:cubicBezTo>
                  <a:pt x="719897" y="38234"/>
                  <a:pt x="720076" y="38627"/>
                  <a:pt x="720219" y="39079"/>
                </a:cubicBezTo>
                <a:cubicBezTo>
                  <a:pt x="720361" y="39531"/>
                  <a:pt x="720457" y="40043"/>
                  <a:pt x="720504" y="40614"/>
                </a:cubicBezTo>
                <a:cubicBezTo>
                  <a:pt x="720552" y="41185"/>
                  <a:pt x="720576" y="41898"/>
                  <a:pt x="720576" y="42755"/>
                </a:cubicBezTo>
                <a:cubicBezTo>
                  <a:pt x="720576" y="44611"/>
                  <a:pt x="720361" y="45907"/>
                  <a:pt x="719933" y="46645"/>
                </a:cubicBezTo>
                <a:cubicBezTo>
                  <a:pt x="719505" y="47383"/>
                  <a:pt x="718981" y="47751"/>
                  <a:pt x="718363" y="47751"/>
                </a:cubicBezTo>
                <a:cubicBezTo>
                  <a:pt x="717649" y="47751"/>
                  <a:pt x="716828" y="47359"/>
                  <a:pt x="715900" y="46574"/>
                </a:cubicBezTo>
                <a:cubicBezTo>
                  <a:pt x="714972" y="45788"/>
                  <a:pt x="713795" y="44920"/>
                  <a:pt x="712367" y="43968"/>
                </a:cubicBezTo>
                <a:cubicBezTo>
                  <a:pt x="710940" y="43017"/>
                  <a:pt x="709215" y="42148"/>
                  <a:pt x="707192" y="41363"/>
                </a:cubicBezTo>
                <a:cubicBezTo>
                  <a:pt x="705170" y="40578"/>
                  <a:pt x="702779" y="40185"/>
                  <a:pt x="700019" y="40185"/>
                </a:cubicBezTo>
                <a:cubicBezTo>
                  <a:pt x="694356" y="40185"/>
                  <a:pt x="690014" y="42369"/>
                  <a:pt x="686993" y="46736"/>
                </a:cubicBezTo>
                <a:cubicBezTo>
                  <a:pt x="683971" y="51102"/>
                  <a:pt x="682460" y="57436"/>
                  <a:pt x="682460" y="65738"/>
                </a:cubicBezTo>
                <a:cubicBezTo>
                  <a:pt x="682460" y="69890"/>
                  <a:pt x="682853" y="73529"/>
                  <a:pt x="683638" y="76655"/>
                </a:cubicBezTo>
                <a:cubicBezTo>
                  <a:pt x="684423" y="79780"/>
                  <a:pt x="685577" y="82393"/>
                  <a:pt x="687100" y="84493"/>
                </a:cubicBezTo>
                <a:cubicBezTo>
                  <a:pt x="688622" y="86592"/>
                  <a:pt x="690490" y="88155"/>
                  <a:pt x="692703" y="89181"/>
                </a:cubicBezTo>
                <a:cubicBezTo>
                  <a:pt x="694915" y="90207"/>
                  <a:pt x="697449" y="90720"/>
                  <a:pt x="700304" y="90720"/>
                </a:cubicBezTo>
                <a:cubicBezTo>
                  <a:pt x="703017" y="90720"/>
                  <a:pt x="705396" y="90292"/>
                  <a:pt x="707442" y="89436"/>
                </a:cubicBezTo>
                <a:cubicBezTo>
                  <a:pt x="709488" y="88579"/>
                  <a:pt x="711261" y="87639"/>
                  <a:pt x="712760" y="86616"/>
                </a:cubicBezTo>
                <a:cubicBezTo>
                  <a:pt x="714259" y="85593"/>
                  <a:pt x="715520" y="84665"/>
                  <a:pt x="716543" y="83832"/>
                </a:cubicBezTo>
                <a:cubicBezTo>
                  <a:pt x="717566" y="83000"/>
                  <a:pt x="718363" y="82583"/>
                  <a:pt x="718934" y="82583"/>
                </a:cubicBezTo>
                <a:cubicBezTo>
                  <a:pt x="719267" y="82583"/>
                  <a:pt x="719552" y="82679"/>
                  <a:pt x="719790" y="82869"/>
                </a:cubicBezTo>
                <a:cubicBezTo>
                  <a:pt x="720028" y="83059"/>
                  <a:pt x="720231" y="83380"/>
                  <a:pt x="720397" y="83832"/>
                </a:cubicBezTo>
                <a:cubicBezTo>
                  <a:pt x="720564" y="84285"/>
                  <a:pt x="720683" y="84856"/>
                  <a:pt x="720754" y="85546"/>
                </a:cubicBezTo>
                <a:cubicBezTo>
                  <a:pt x="720825" y="86236"/>
                  <a:pt x="720861" y="87056"/>
                  <a:pt x="720861" y="88008"/>
                </a:cubicBezTo>
                <a:close/>
                <a:moveTo>
                  <a:pt x="788239" y="97644"/>
                </a:moveTo>
                <a:cubicBezTo>
                  <a:pt x="788239" y="98025"/>
                  <a:pt x="788144" y="98358"/>
                  <a:pt x="787953" y="98643"/>
                </a:cubicBezTo>
                <a:cubicBezTo>
                  <a:pt x="787763" y="98929"/>
                  <a:pt x="787442" y="99167"/>
                  <a:pt x="786990" y="99357"/>
                </a:cubicBezTo>
                <a:cubicBezTo>
                  <a:pt x="786538" y="99547"/>
                  <a:pt x="785907" y="99690"/>
                  <a:pt x="785098" y="99785"/>
                </a:cubicBezTo>
                <a:cubicBezTo>
                  <a:pt x="784289" y="99880"/>
                  <a:pt x="783266" y="99928"/>
                  <a:pt x="782029" y="99928"/>
                </a:cubicBezTo>
                <a:cubicBezTo>
                  <a:pt x="780744" y="99928"/>
                  <a:pt x="779685" y="99892"/>
                  <a:pt x="778853" y="99821"/>
                </a:cubicBezTo>
                <a:cubicBezTo>
                  <a:pt x="778020" y="99750"/>
                  <a:pt x="777318" y="99631"/>
                  <a:pt x="776747" y="99464"/>
                </a:cubicBezTo>
                <a:cubicBezTo>
                  <a:pt x="776176" y="99298"/>
                  <a:pt x="775712" y="99060"/>
                  <a:pt x="775355" y="98750"/>
                </a:cubicBezTo>
                <a:cubicBezTo>
                  <a:pt x="774998" y="98441"/>
                  <a:pt x="774677" y="98072"/>
                  <a:pt x="774392" y="97644"/>
                </a:cubicBezTo>
                <a:lnTo>
                  <a:pt x="747268" y="62098"/>
                </a:lnTo>
                <a:lnTo>
                  <a:pt x="747268" y="97715"/>
                </a:lnTo>
                <a:cubicBezTo>
                  <a:pt x="747268" y="98096"/>
                  <a:pt x="747173" y="98417"/>
                  <a:pt x="746983" y="98679"/>
                </a:cubicBezTo>
                <a:cubicBezTo>
                  <a:pt x="746792" y="98941"/>
                  <a:pt x="746483" y="99167"/>
                  <a:pt x="746055" y="99357"/>
                </a:cubicBezTo>
                <a:cubicBezTo>
                  <a:pt x="745627" y="99547"/>
                  <a:pt x="745032" y="99690"/>
                  <a:pt x="744270" y="99785"/>
                </a:cubicBezTo>
                <a:cubicBezTo>
                  <a:pt x="743509" y="99880"/>
                  <a:pt x="742534" y="99928"/>
                  <a:pt x="741344" y="99928"/>
                </a:cubicBezTo>
                <a:cubicBezTo>
                  <a:pt x="740202" y="99928"/>
                  <a:pt x="739250" y="99880"/>
                  <a:pt x="738489" y="99785"/>
                </a:cubicBezTo>
                <a:cubicBezTo>
                  <a:pt x="737728" y="99690"/>
                  <a:pt x="737121" y="99547"/>
                  <a:pt x="736669" y="99357"/>
                </a:cubicBezTo>
                <a:cubicBezTo>
                  <a:pt x="736217" y="99167"/>
                  <a:pt x="735907" y="98941"/>
                  <a:pt x="735741" y="98679"/>
                </a:cubicBezTo>
                <a:cubicBezTo>
                  <a:pt x="735574" y="98416"/>
                  <a:pt x="735491" y="98094"/>
                  <a:pt x="735491" y="97713"/>
                </a:cubicBezTo>
                <a:lnTo>
                  <a:pt x="735491" y="2286"/>
                </a:lnTo>
                <a:cubicBezTo>
                  <a:pt x="735491" y="1906"/>
                  <a:pt x="735574" y="1573"/>
                  <a:pt x="735741" y="1287"/>
                </a:cubicBezTo>
                <a:cubicBezTo>
                  <a:pt x="735907" y="1000"/>
                  <a:pt x="736217" y="761"/>
                  <a:pt x="736669" y="571"/>
                </a:cubicBezTo>
                <a:cubicBezTo>
                  <a:pt x="737121" y="381"/>
                  <a:pt x="737728" y="238"/>
                  <a:pt x="738489" y="143"/>
                </a:cubicBezTo>
                <a:cubicBezTo>
                  <a:pt x="739250" y="48"/>
                  <a:pt x="740202" y="0"/>
                  <a:pt x="741344" y="0"/>
                </a:cubicBezTo>
                <a:cubicBezTo>
                  <a:pt x="742534" y="0"/>
                  <a:pt x="743509" y="48"/>
                  <a:pt x="744270" y="143"/>
                </a:cubicBezTo>
                <a:cubicBezTo>
                  <a:pt x="745032" y="238"/>
                  <a:pt x="745627" y="381"/>
                  <a:pt x="746055" y="571"/>
                </a:cubicBezTo>
                <a:cubicBezTo>
                  <a:pt x="746483" y="761"/>
                  <a:pt x="746792" y="1000"/>
                  <a:pt x="746983" y="1287"/>
                </a:cubicBezTo>
                <a:cubicBezTo>
                  <a:pt x="747173" y="1573"/>
                  <a:pt x="747268" y="1906"/>
                  <a:pt x="747268" y="2286"/>
                </a:cubicBezTo>
                <a:lnTo>
                  <a:pt x="747268" y="60456"/>
                </a:lnTo>
                <a:lnTo>
                  <a:pt x="771537" y="33761"/>
                </a:lnTo>
                <a:cubicBezTo>
                  <a:pt x="771917" y="33286"/>
                  <a:pt x="772322" y="32893"/>
                  <a:pt x="772750" y="32584"/>
                </a:cubicBezTo>
                <a:cubicBezTo>
                  <a:pt x="773178" y="32274"/>
                  <a:pt x="773690" y="32013"/>
                  <a:pt x="774285" y="31799"/>
                </a:cubicBezTo>
                <a:cubicBezTo>
                  <a:pt x="774879" y="31584"/>
                  <a:pt x="775581" y="31442"/>
                  <a:pt x="776390" y="31370"/>
                </a:cubicBezTo>
                <a:cubicBezTo>
                  <a:pt x="777199" y="31299"/>
                  <a:pt x="778175" y="31263"/>
                  <a:pt x="779317" y="31263"/>
                </a:cubicBezTo>
                <a:cubicBezTo>
                  <a:pt x="780506" y="31263"/>
                  <a:pt x="781506" y="31299"/>
                  <a:pt x="782314" y="31370"/>
                </a:cubicBezTo>
                <a:cubicBezTo>
                  <a:pt x="783123" y="31442"/>
                  <a:pt x="783778" y="31561"/>
                  <a:pt x="784277" y="31727"/>
                </a:cubicBezTo>
                <a:cubicBezTo>
                  <a:pt x="784777" y="31894"/>
                  <a:pt x="785134" y="32108"/>
                  <a:pt x="785348" y="32370"/>
                </a:cubicBezTo>
                <a:cubicBezTo>
                  <a:pt x="785562" y="32631"/>
                  <a:pt x="785669" y="32976"/>
                  <a:pt x="785669" y="33405"/>
                </a:cubicBezTo>
                <a:cubicBezTo>
                  <a:pt x="785669" y="33976"/>
                  <a:pt x="785515" y="34547"/>
                  <a:pt x="785205" y="35118"/>
                </a:cubicBezTo>
                <a:cubicBezTo>
                  <a:pt x="784896" y="35689"/>
                  <a:pt x="784384" y="36355"/>
                  <a:pt x="783671" y="37116"/>
                </a:cubicBezTo>
                <a:lnTo>
                  <a:pt x="760402" y="60385"/>
                </a:lnTo>
                <a:lnTo>
                  <a:pt x="786526" y="94289"/>
                </a:lnTo>
                <a:cubicBezTo>
                  <a:pt x="787144" y="95098"/>
                  <a:pt x="787584" y="95752"/>
                  <a:pt x="787846" y="96252"/>
                </a:cubicBezTo>
                <a:cubicBezTo>
                  <a:pt x="788108" y="96752"/>
                  <a:pt x="788239" y="97216"/>
                  <a:pt x="788239" y="97644"/>
                </a:cubicBezTo>
                <a:close/>
                <a:moveTo>
                  <a:pt x="866252" y="93076"/>
                </a:moveTo>
                <a:cubicBezTo>
                  <a:pt x="866252" y="94456"/>
                  <a:pt x="866157" y="95550"/>
                  <a:pt x="865966" y="96359"/>
                </a:cubicBezTo>
                <a:cubicBezTo>
                  <a:pt x="865776" y="97168"/>
                  <a:pt x="865490" y="97763"/>
                  <a:pt x="865110" y="98144"/>
                </a:cubicBezTo>
                <a:cubicBezTo>
                  <a:pt x="864729" y="98524"/>
                  <a:pt x="864158" y="98881"/>
                  <a:pt x="863397" y="99214"/>
                </a:cubicBezTo>
                <a:cubicBezTo>
                  <a:pt x="862635" y="99547"/>
                  <a:pt x="861767" y="99821"/>
                  <a:pt x="860791" y="100035"/>
                </a:cubicBezTo>
                <a:cubicBezTo>
                  <a:pt x="859816" y="100249"/>
                  <a:pt x="858781" y="100428"/>
                  <a:pt x="857686" y="100570"/>
                </a:cubicBezTo>
                <a:cubicBezTo>
                  <a:pt x="856592" y="100713"/>
                  <a:pt x="855498" y="100785"/>
                  <a:pt x="854403" y="100785"/>
                </a:cubicBezTo>
                <a:cubicBezTo>
                  <a:pt x="851072" y="100785"/>
                  <a:pt x="848217" y="100344"/>
                  <a:pt x="845838" y="99462"/>
                </a:cubicBezTo>
                <a:cubicBezTo>
                  <a:pt x="843459" y="98579"/>
                  <a:pt x="841508" y="97242"/>
                  <a:pt x="839985" y="95454"/>
                </a:cubicBezTo>
                <a:cubicBezTo>
                  <a:pt x="838462" y="93665"/>
                  <a:pt x="837356" y="91399"/>
                  <a:pt x="836666" y="88657"/>
                </a:cubicBezTo>
                <a:cubicBezTo>
                  <a:pt x="835976" y="85915"/>
                  <a:pt x="835631" y="82684"/>
                  <a:pt x="835631" y="78963"/>
                </a:cubicBezTo>
                <a:lnTo>
                  <a:pt x="835631" y="41327"/>
                </a:lnTo>
                <a:lnTo>
                  <a:pt x="826637" y="41327"/>
                </a:lnTo>
                <a:cubicBezTo>
                  <a:pt x="825924" y="41327"/>
                  <a:pt x="825353" y="40947"/>
                  <a:pt x="824924" y="40185"/>
                </a:cubicBezTo>
                <a:cubicBezTo>
                  <a:pt x="824496" y="39424"/>
                  <a:pt x="824282" y="38187"/>
                  <a:pt x="824282" y="36474"/>
                </a:cubicBezTo>
                <a:cubicBezTo>
                  <a:pt x="824282" y="35570"/>
                  <a:pt x="824341" y="34808"/>
                  <a:pt x="824460" y="34190"/>
                </a:cubicBezTo>
                <a:cubicBezTo>
                  <a:pt x="824579" y="33571"/>
                  <a:pt x="824734" y="33060"/>
                  <a:pt x="824924" y="32655"/>
                </a:cubicBezTo>
                <a:cubicBezTo>
                  <a:pt x="825115" y="32251"/>
                  <a:pt x="825365" y="31965"/>
                  <a:pt x="825674" y="31799"/>
                </a:cubicBezTo>
                <a:cubicBezTo>
                  <a:pt x="825983" y="31632"/>
                  <a:pt x="826328" y="31549"/>
                  <a:pt x="826709" y="31549"/>
                </a:cubicBezTo>
                <a:lnTo>
                  <a:pt x="835631" y="31549"/>
                </a:lnTo>
                <a:lnTo>
                  <a:pt x="835631" y="16274"/>
                </a:lnTo>
                <a:cubicBezTo>
                  <a:pt x="835631" y="15941"/>
                  <a:pt x="835714" y="15632"/>
                  <a:pt x="835881" y="15346"/>
                </a:cubicBezTo>
                <a:cubicBezTo>
                  <a:pt x="836047" y="15061"/>
                  <a:pt x="836357" y="14811"/>
                  <a:pt x="836809" y="14597"/>
                </a:cubicBezTo>
                <a:cubicBezTo>
                  <a:pt x="837261" y="14382"/>
                  <a:pt x="837867" y="14228"/>
                  <a:pt x="838629" y="14133"/>
                </a:cubicBezTo>
                <a:cubicBezTo>
                  <a:pt x="839390" y="14038"/>
                  <a:pt x="840342" y="13990"/>
                  <a:pt x="841484" y="13990"/>
                </a:cubicBezTo>
                <a:cubicBezTo>
                  <a:pt x="842673" y="13990"/>
                  <a:pt x="843649" y="14038"/>
                  <a:pt x="844410" y="14133"/>
                </a:cubicBezTo>
                <a:cubicBezTo>
                  <a:pt x="845172" y="14228"/>
                  <a:pt x="845766" y="14382"/>
                  <a:pt x="846195" y="14597"/>
                </a:cubicBezTo>
                <a:cubicBezTo>
                  <a:pt x="846623" y="14811"/>
                  <a:pt x="846932" y="15061"/>
                  <a:pt x="847123" y="15346"/>
                </a:cubicBezTo>
                <a:cubicBezTo>
                  <a:pt x="847313" y="15632"/>
                  <a:pt x="847408" y="15941"/>
                  <a:pt x="847408" y="16274"/>
                </a:cubicBezTo>
                <a:lnTo>
                  <a:pt x="847408" y="31549"/>
                </a:lnTo>
                <a:lnTo>
                  <a:pt x="863896" y="31549"/>
                </a:lnTo>
                <a:cubicBezTo>
                  <a:pt x="864277" y="31549"/>
                  <a:pt x="864610" y="31632"/>
                  <a:pt x="864896" y="31799"/>
                </a:cubicBezTo>
                <a:cubicBezTo>
                  <a:pt x="865181" y="31965"/>
                  <a:pt x="865431" y="32251"/>
                  <a:pt x="865645" y="32655"/>
                </a:cubicBezTo>
                <a:cubicBezTo>
                  <a:pt x="865859" y="33060"/>
                  <a:pt x="866014" y="33571"/>
                  <a:pt x="866109" y="34190"/>
                </a:cubicBezTo>
                <a:cubicBezTo>
                  <a:pt x="866204" y="34808"/>
                  <a:pt x="866252" y="35570"/>
                  <a:pt x="866252" y="36474"/>
                </a:cubicBezTo>
                <a:cubicBezTo>
                  <a:pt x="866252" y="38187"/>
                  <a:pt x="866038" y="39424"/>
                  <a:pt x="865609" y="40185"/>
                </a:cubicBezTo>
                <a:cubicBezTo>
                  <a:pt x="865181" y="40947"/>
                  <a:pt x="864610" y="41327"/>
                  <a:pt x="863896" y="41327"/>
                </a:cubicBezTo>
                <a:lnTo>
                  <a:pt x="847408" y="41327"/>
                </a:lnTo>
                <a:lnTo>
                  <a:pt x="847408" y="77264"/>
                </a:lnTo>
                <a:cubicBezTo>
                  <a:pt x="847408" y="81701"/>
                  <a:pt x="848062" y="85053"/>
                  <a:pt x="849371" y="87321"/>
                </a:cubicBezTo>
                <a:cubicBezTo>
                  <a:pt x="850680" y="89587"/>
                  <a:pt x="853023" y="90720"/>
                  <a:pt x="856402" y="90720"/>
                </a:cubicBezTo>
                <a:cubicBezTo>
                  <a:pt x="857496" y="90720"/>
                  <a:pt x="858472" y="90613"/>
                  <a:pt x="859328" y="90399"/>
                </a:cubicBezTo>
                <a:cubicBezTo>
                  <a:pt x="860185" y="90185"/>
                  <a:pt x="860946" y="89959"/>
                  <a:pt x="861612" y="89721"/>
                </a:cubicBezTo>
                <a:cubicBezTo>
                  <a:pt x="862278" y="89483"/>
                  <a:pt x="862849" y="89257"/>
                  <a:pt x="863325" y="89043"/>
                </a:cubicBezTo>
                <a:cubicBezTo>
                  <a:pt x="863801" y="88829"/>
                  <a:pt x="864229" y="88722"/>
                  <a:pt x="864610" y="88722"/>
                </a:cubicBezTo>
                <a:cubicBezTo>
                  <a:pt x="864848" y="88722"/>
                  <a:pt x="865074" y="88781"/>
                  <a:pt x="865288" y="88900"/>
                </a:cubicBezTo>
                <a:cubicBezTo>
                  <a:pt x="865502" y="89019"/>
                  <a:pt x="865669" y="89245"/>
                  <a:pt x="865788" y="89578"/>
                </a:cubicBezTo>
                <a:cubicBezTo>
                  <a:pt x="865907" y="89911"/>
                  <a:pt x="866014" y="90363"/>
                  <a:pt x="866109" y="90934"/>
                </a:cubicBezTo>
                <a:cubicBezTo>
                  <a:pt x="866204" y="91506"/>
                  <a:pt x="866252" y="92219"/>
                  <a:pt x="866252" y="93076"/>
                </a:cubicBezTo>
                <a:close/>
                <a:moveTo>
                  <a:pt x="911082" y="99500"/>
                </a:moveTo>
                <a:lnTo>
                  <a:pt x="902517" y="123126"/>
                </a:lnTo>
                <a:cubicBezTo>
                  <a:pt x="902232" y="123887"/>
                  <a:pt x="901506" y="124470"/>
                  <a:pt x="900340" y="124874"/>
                </a:cubicBezTo>
                <a:cubicBezTo>
                  <a:pt x="899174" y="125279"/>
                  <a:pt x="897402" y="125481"/>
                  <a:pt x="895022" y="125481"/>
                </a:cubicBezTo>
                <a:cubicBezTo>
                  <a:pt x="893785" y="125481"/>
                  <a:pt x="892786" y="125422"/>
                  <a:pt x="892025" y="125303"/>
                </a:cubicBezTo>
                <a:cubicBezTo>
                  <a:pt x="891263" y="125184"/>
                  <a:pt x="890680" y="124981"/>
                  <a:pt x="890276" y="124696"/>
                </a:cubicBezTo>
                <a:cubicBezTo>
                  <a:pt x="889871" y="124410"/>
                  <a:pt x="889645" y="124030"/>
                  <a:pt x="889598" y="123554"/>
                </a:cubicBezTo>
                <a:cubicBezTo>
                  <a:pt x="889550" y="123078"/>
                  <a:pt x="889669" y="122507"/>
                  <a:pt x="889955" y="121841"/>
                </a:cubicBezTo>
                <a:lnTo>
                  <a:pt x="898805" y="99500"/>
                </a:lnTo>
                <a:cubicBezTo>
                  <a:pt x="898377" y="99309"/>
                  <a:pt x="897973" y="99000"/>
                  <a:pt x="897592" y="98572"/>
                </a:cubicBezTo>
                <a:cubicBezTo>
                  <a:pt x="897211" y="98144"/>
                  <a:pt x="896950" y="97692"/>
                  <a:pt x="896807" y="97216"/>
                </a:cubicBezTo>
                <a:lnTo>
                  <a:pt x="873895" y="35831"/>
                </a:lnTo>
                <a:cubicBezTo>
                  <a:pt x="873514" y="34832"/>
                  <a:pt x="873324" y="34047"/>
                  <a:pt x="873324" y="33476"/>
                </a:cubicBezTo>
                <a:cubicBezTo>
                  <a:pt x="873324" y="32905"/>
                  <a:pt x="873514" y="32453"/>
                  <a:pt x="873895" y="32120"/>
                </a:cubicBezTo>
                <a:cubicBezTo>
                  <a:pt x="874276" y="31787"/>
                  <a:pt x="874894" y="31561"/>
                  <a:pt x="875751" y="31442"/>
                </a:cubicBezTo>
                <a:cubicBezTo>
                  <a:pt x="876607" y="31323"/>
                  <a:pt x="877749" y="31263"/>
                  <a:pt x="879177" y="31263"/>
                </a:cubicBezTo>
                <a:cubicBezTo>
                  <a:pt x="880604" y="31263"/>
                  <a:pt x="881723" y="31299"/>
                  <a:pt x="882531" y="31370"/>
                </a:cubicBezTo>
                <a:cubicBezTo>
                  <a:pt x="883340" y="31442"/>
                  <a:pt x="883983" y="31572"/>
                  <a:pt x="884459" y="31763"/>
                </a:cubicBezTo>
                <a:cubicBezTo>
                  <a:pt x="884934" y="31953"/>
                  <a:pt x="885279" y="32227"/>
                  <a:pt x="885494" y="32584"/>
                </a:cubicBezTo>
                <a:cubicBezTo>
                  <a:pt x="885708" y="32941"/>
                  <a:pt x="885934" y="33428"/>
                  <a:pt x="886172" y="34047"/>
                </a:cubicBezTo>
                <a:lnTo>
                  <a:pt x="904516" y="85581"/>
                </a:lnTo>
                <a:lnTo>
                  <a:pt x="904730" y="85581"/>
                </a:lnTo>
                <a:lnTo>
                  <a:pt x="922431" y="33761"/>
                </a:lnTo>
                <a:cubicBezTo>
                  <a:pt x="922717" y="32857"/>
                  <a:pt x="923062" y="32274"/>
                  <a:pt x="923466" y="32013"/>
                </a:cubicBezTo>
                <a:cubicBezTo>
                  <a:pt x="923871" y="31751"/>
                  <a:pt x="924477" y="31561"/>
                  <a:pt x="925286" y="31442"/>
                </a:cubicBezTo>
                <a:cubicBezTo>
                  <a:pt x="926095" y="31323"/>
                  <a:pt x="927261" y="31263"/>
                  <a:pt x="928784" y="31263"/>
                </a:cubicBezTo>
                <a:cubicBezTo>
                  <a:pt x="930116" y="31263"/>
                  <a:pt x="931211" y="31323"/>
                  <a:pt x="932067" y="31442"/>
                </a:cubicBezTo>
                <a:cubicBezTo>
                  <a:pt x="932924" y="31561"/>
                  <a:pt x="933554" y="31787"/>
                  <a:pt x="933959" y="32120"/>
                </a:cubicBezTo>
                <a:cubicBezTo>
                  <a:pt x="934363" y="32453"/>
                  <a:pt x="934565" y="32905"/>
                  <a:pt x="934565" y="33476"/>
                </a:cubicBezTo>
                <a:cubicBezTo>
                  <a:pt x="934565" y="34047"/>
                  <a:pt x="934423" y="34761"/>
                  <a:pt x="934137" y="35617"/>
                </a:cubicBezTo>
                <a:lnTo>
                  <a:pt x="911082" y="99500"/>
                </a:lnTo>
                <a:close/>
                <a:moveTo>
                  <a:pt x="1007138" y="64632"/>
                </a:moveTo>
                <a:cubicBezTo>
                  <a:pt x="1007138" y="70251"/>
                  <a:pt x="1006531" y="75300"/>
                  <a:pt x="1005318" y="79777"/>
                </a:cubicBezTo>
                <a:cubicBezTo>
                  <a:pt x="1004104" y="84255"/>
                  <a:pt x="1002320" y="88054"/>
                  <a:pt x="999964" y="91175"/>
                </a:cubicBezTo>
                <a:cubicBezTo>
                  <a:pt x="997609" y="94295"/>
                  <a:pt x="994694" y="96700"/>
                  <a:pt x="991221" y="98391"/>
                </a:cubicBezTo>
                <a:cubicBezTo>
                  <a:pt x="987747" y="100082"/>
                  <a:pt x="983774" y="100927"/>
                  <a:pt x="979301" y="100927"/>
                </a:cubicBezTo>
                <a:cubicBezTo>
                  <a:pt x="977397" y="100927"/>
                  <a:pt x="975637" y="100737"/>
                  <a:pt x="974019" y="100356"/>
                </a:cubicBezTo>
                <a:cubicBezTo>
                  <a:pt x="972401" y="99976"/>
                  <a:pt x="970819" y="99381"/>
                  <a:pt x="969272" y="98572"/>
                </a:cubicBezTo>
                <a:cubicBezTo>
                  <a:pt x="967726" y="97761"/>
                  <a:pt x="966191" y="96737"/>
                  <a:pt x="964668" y="95498"/>
                </a:cubicBezTo>
                <a:cubicBezTo>
                  <a:pt x="963146" y="94259"/>
                  <a:pt x="961528" y="92807"/>
                  <a:pt x="959815" y="91140"/>
                </a:cubicBezTo>
                <a:lnTo>
                  <a:pt x="959815" y="123201"/>
                </a:lnTo>
                <a:cubicBezTo>
                  <a:pt x="959815" y="123581"/>
                  <a:pt x="959720" y="123913"/>
                  <a:pt x="959529" y="124198"/>
                </a:cubicBezTo>
                <a:cubicBezTo>
                  <a:pt x="959339" y="124484"/>
                  <a:pt x="959030" y="124721"/>
                  <a:pt x="958601" y="124910"/>
                </a:cubicBezTo>
                <a:cubicBezTo>
                  <a:pt x="958173" y="125100"/>
                  <a:pt x="957578" y="125243"/>
                  <a:pt x="956817" y="125338"/>
                </a:cubicBezTo>
                <a:cubicBezTo>
                  <a:pt x="956055" y="125433"/>
                  <a:pt x="955080" y="125481"/>
                  <a:pt x="953890" y="125481"/>
                </a:cubicBezTo>
                <a:cubicBezTo>
                  <a:pt x="952748" y="125481"/>
                  <a:pt x="951797" y="125433"/>
                  <a:pt x="951035" y="125338"/>
                </a:cubicBezTo>
                <a:cubicBezTo>
                  <a:pt x="950274" y="125243"/>
                  <a:pt x="949667" y="125100"/>
                  <a:pt x="949215" y="124910"/>
                </a:cubicBezTo>
                <a:cubicBezTo>
                  <a:pt x="948763" y="124720"/>
                  <a:pt x="948454" y="124482"/>
                  <a:pt x="948287" y="124196"/>
                </a:cubicBezTo>
                <a:cubicBezTo>
                  <a:pt x="948121" y="123911"/>
                  <a:pt x="948037" y="123578"/>
                  <a:pt x="948037" y="123197"/>
                </a:cubicBezTo>
                <a:lnTo>
                  <a:pt x="948037" y="33476"/>
                </a:lnTo>
                <a:cubicBezTo>
                  <a:pt x="948037" y="33048"/>
                  <a:pt x="948109" y="32703"/>
                  <a:pt x="948252" y="32441"/>
                </a:cubicBezTo>
                <a:cubicBezTo>
                  <a:pt x="948394" y="32179"/>
                  <a:pt x="948680" y="31953"/>
                  <a:pt x="949108" y="31763"/>
                </a:cubicBezTo>
                <a:cubicBezTo>
                  <a:pt x="949536" y="31572"/>
                  <a:pt x="950084" y="31442"/>
                  <a:pt x="950750" y="31370"/>
                </a:cubicBezTo>
                <a:cubicBezTo>
                  <a:pt x="951416" y="31299"/>
                  <a:pt x="952225" y="31263"/>
                  <a:pt x="953177" y="31263"/>
                </a:cubicBezTo>
                <a:cubicBezTo>
                  <a:pt x="954176" y="31263"/>
                  <a:pt x="954997" y="31299"/>
                  <a:pt x="955639" y="31370"/>
                </a:cubicBezTo>
                <a:cubicBezTo>
                  <a:pt x="956282" y="31442"/>
                  <a:pt x="956817" y="31572"/>
                  <a:pt x="957245" y="31763"/>
                </a:cubicBezTo>
                <a:cubicBezTo>
                  <a:pt x="957673" y="31953"/>
                  <a:pt x="957971" y="32180"/>
                  <a:pt x="958137" y="32443"/>
                </a:cubicBezTo>
                <a:cubicBezTo>
                  <a:pt x="958304" y="32705"/>
                  <a:pt x="958387" y="33050"/>
                  <a:pt x="958387" y="33478"/>
                </a:cubicBezTo>
                <a:lnTo>
                  <a:pt x="958387" y="42124"/>
                </a:lnTo>
                <a:cubicBezTo>
                  <a:pt x="960338" y="40124"/>
                  <a:pt x="962218" y="38385"/>
                  <a:pt x="964026" y="36909"/>
                </a:cubicBezTo>
                <a:cubicBezTo>
                  <a:pt x="965834" y="35432"/>
                  <a:pt x="967654" y="34206"/>
                  <a:pt x="969486" y="33231"/>
                </a:cubicBezTo>
                <a:cubicBezTo>
                  <a:pt x="971318" y="32254"/>
                  <a:pt x="973198" y="31515"/>
                  <a:pt x="975125" y="31016"/>
                </a:cubicBezTo>
                <a:cubicBezTo>
                  <a:pt x="977052" y="30514"/>
                  <a:pt x="979087" y="30264"/>
                  <a:pt x="981228" y="30264"/>
                </a:cubicBezTo>
                <a:cubicBezTo>
                  <a:pt x="985891" y="30264"/>
                  <a:pt x="989864" y="31169"/>
                  <a:pt x="993148" y="32978"/>
                </a:cubicBezTo>
                <a:cubicBezTo>
                  <a:pt x="996431" y="34788"/>
                  <a:pt x="999108" y="37266"/>
                  <a:pt x="1001178" y="40411"/>
                </a:cubicBezTo>
                <a:cubicBezTo>
                  <a:pt x="1003248" y="43554"/>
                  <a:pt x="1004758" y="47210"/>
                  <a:pt x="1005710" y="51378"/>
                </a:cubicBezTo>
                <a:cubicBezTo>
                  <a:pt x="1006662" y="55545"/>
                  <a:pt x="1007138" y="59963"/>
                  <a:pt x="1007138" y="64632"/>
                </a:cubicBezTo>
                <a:moveTo>
                  <a:pt x="994718" y="65988"/>
                </a:moveTo>
                <a:cubicBezTo>
                  <a:pt x="994718" y="62700"/>
                  <a:pt x="994468" y="59520"/>
                  <a:pt x="993969" y="56446"/>
                </a:cubicBezTo>
                <a:cubicBezTo>
                  <a:pt x="993469" y="53372"/>
                  <a:pt x="992612" y="50644"/>
                  <a:pt x="991399" y="48262"/>
                </a:cubicBezTo>
                <a:cubicBezTo>
                  <a:pt x="990186" y="45880"/>
                  <a:pt x="988556" y="43974"/>
                  <a:pt x="986510" y="42545"/>
                </a:cubicBezTo>
                <a:cubicBezTo>
                  <a:pt x="984464" y="41115"/>
                  <a:pt x="981918" y="40399"/>
                  <a:pt x="978872" y="40399"/>
                </a:cubicBezTo>
                <a:cubicBezTo>
                  <a:pt x="977350" y="40399"/>
                  <a:pt x="975851" y="40626"/>
                  <a:pt x="974376" y="41080"/>
                </a:cubicBezTo>
                <a:cubicBezTo>
                  <a:pt x="972900" y="41532"/>
                  <a:pt x="971402" y="42246"/>
                  <a:pt x="969879" y="43223"/>
                </a:cubicBezTo>
                <a:cubicBezTo>
                  <a:pt x="968356" y="44200"/>
                  <a:pt x="966762" y="45487"/>
                  <a:pt x="965097" y="47084"/>
                </a:cubicBezTo>
                <a:cubicBezTo>
                  <a:pt x="963431" y="48681"/>
                  <a:pt x="961670" y="50648"/>
                  <a:pt x="959815" y="52984"/>
                </a:cubicBezTo>
                <a:lnTo>
                  <a:pt x="959815" y="78564"/>
                </a:lnTo>
                <a:cubicBezTo>
                  <a:pt x="963050" y="82521"/>
                  <a:pt x="966120" y="85548"/>
                  <a:pt x="969022" y="87647"/>
                </a:cubicBezTo>
                <a:cubicBezTo>
                  <a:pt x="971925" y="89743"/>
                  <a:pt x="974970" y="90792"/>
                  <a:pt x="978159" y="90792"/>
                </a:cubicBezTo>
                <a:cubicBezTo>
                  <a:pt x="981109" y="90792"/>
                  <a:pt x="983643" y="90077"/>
                  <a:pt x="985760" y="88648"/>
                </a:cubicBezTo>
                <a:cubicBezTo>
                  <a:pt x="987878" y="87218"/>
                  <a:pt x="989591" y="85311"/>
                  <a:pt x="990899" y="82929"/>
                </a:cubicBezTo>
                <a:cubicBezTo>
                  <a:pt x="992208" y="80547"/>
                  <a:pt x="993172" y="77878"/>
                  <a:pt x="993790" y="74924"/>
                </a:cubicBezTo>
                <a:cubicBezTo>
                  <a:pt x="994409" y="71969"/>
                  <a:pt x="994718" y="68990"/>
                  <a:pt x="994718" y="65988"/>
                </a:cubicBezTo>
                <a:close/>
                <a:moveTo>
                  <a:pt x="1082085" y="62812"/>
                </a:moveTo>
                <a:cubicBezTo>
                  <a:pt x="1082085" y="64668"/>
                  <a:pt x="1081621" y="65988"/>
                  <a:pt x="1080693" y="66773"/>
                </a:cubicBezTo>
                <a:cubicBezTo>
                  <a:pt x="1079765" y="67558"/>
                  <a:pt x="1078706" y="67951"/>
                  <a:pt x="1077517" y="67951"/>
                </a:cubicBezTo>
                <a:lnTo>
                  <a:pt x="1035404" y="67951"/>
                </a:lnTo>
                <a:cubicBezTo>
                  <a:pt x="1035404" y="71530"/>
                  <a:pt x="1035761" y="74752"/>
                  <a:pt x="1036475" y="77616"/>
                </a:cubicBezTo>
                <a:cubicBezTo>
                  <a:pt x="1037189" y="80480"/>
                  <a:pt x="1038378" y="82938"/>
                  <a:pt x="1040044" y="84990"/>
                </a:cubicBezTo>
                <a:cubicBezTo>
                  <a:pt x="1041709" y="87042"/>
                  <a:pt x="1043874" y="88618"/>
                  <a:pt x="1046539" y="89717"/>
                </a:cubicBezTo>
                <a:cubicBezTo>
                  <a:pt x="1049204" y="90814"/>
                  <a:pt x="1052463" y="91363"/>
                  <a:pt x="1056318" y="91363"/>
                </a:cubicBezTo>
                <a:cubicBezTo>
                  <a:pt x="1059363" y="91363"/>
                  <a:pt x="1062075" y="91113"/>
                  <a:pt x="1064455" y="90613"/>
                </a:cubicBezTo>
                <a:cubicBezTo>
                  <a:pt x="1066834" y="90114"/>
                  <a:pt x="1068892" y="89555"/>
                  <a:pt x="1070629" y="88936"/>
                </a:cubicBezTo>
                <a:cubicBezTo>
                  <a:pt x="1072366" y="88317"/>
                  <a:pt x="1073793" y="87758"/>
                  <a:pt x="1074911" y="87259"/>
                </a:cubicBezTo>
                <a:cubicBezTo>
                  <a:pt x="1076030" y="86759"/>
                  <a:pt x="1076874" y="86509"/>
                  <a:pt x="1077445" y="86509"/>
                </a:cubicBezTo>
                <a:cubicBezTo>
                  <a:pt x="1077778" y="86509"/>
                  <a:pt x="1078076" y="86592"/>
                  <a:pt x="1078337" y="86759"/>
                </a:cubicBezTo>
                <a:cubicBezTo>
                  <a:pt x="1078599" y="86925"/>
                  <a:pt x="1078801" y="87175"/>
                  <a:pt x="1078944" y="87508"/>
                </a:cubicBezTo>
                <a:cubicBezTo>
                  <a:pt x="1079087" y="87841"/>
                  <a:pt x="1079194" y="88305"/>
                  <a:pt x="1079265" y="88900"/>
                </a:cubicBezTo>
                <a:cubicBezTo>
                  <a:pt x="1079337" y="89495"/>
                  <a:pt x="1079372" y="90221"/>
                  <a:pt x="1079372" y="91077"/>
                </a:cubicBezTo>
                <a:cubicBezTo>
                  <a:pt x="1079372" y="91696"/>
                  <a:pt x="1079349" y="92231"/>
                  <a:pt x="1079301" y="92683"/>
                </a:cubicBezTo>
                <a:cubicBezTo>
                  <a:pt x="1079253" y="93135"/>
                  <a:pt x="1079194" y="93540"/>
                  <a:pt x="1079123" y="93897"/>
                </a:cubicBezTo>
                <a:cubicBezTo>
                  <a:pt x="1079051" y="94254"/>
                  <a:pt x="1078932" y="94575"/>
                  <a:pt x="1078766" y="94860"/>
                </a:cubicBezTo>
                <a:cubicBezTo>
                  <a:pt x="1078599" y="95146"/>
                  <a:pt x="1078385" y="95419"/>
                  <a:pt x="1078123" y="95681"/>
                </a:cubicBezTo>
                <a:cubicBezTo>
                  <a:pt x="1077862" y="95943"/>
                  <a:pt x="1077088" y="96371"/>
                  <a:pt x="1075804" y="96966"/>
                </a:cubicBezTo>
                <a:cubicBezTo>
                  <a:pt x="1074519" y="97561"/>
                  <a:pt x="1072853" y="98144"/>
                  <a:pt x="1070807" y="98715"/>
                </a:cubicBezTo>
                <a:cubicBezTo>
                  <a:pt x="1068761" y="99286"/>
                  <a:pt x="1066394" y="99797"/>
                  <a:pt x="1063705" y="100249"/>
                </a:cubicBezTo>
                <a:cubicBezTo>
                  <a:pt x="1061017" y="100701"/>
                  <a:pt x="1058150" y="100927"/>
                  <a:pt x="1055104" y="100927"/>
                </a:cubicBezTo>
                <a:cubicBezTo>
                  <a:pt x="1049822" y="100927"/>
                  <a:pt x="1045195" y="100189"/>
                  <a:pt x="1041221" y="98712"/>
                </a:cubicBezTo>
                <a:cubicBezTo>
                  <a:pt x="1037248" y="97236"/>
                  <a:pt x="1033905" y="95045"/>
                  <a:pt x="1031193" y="92139"/>
                </a:cubicBezTo>
                <a:cubicBezTo>
                  <a:pt x="1028481" y="89233"/>
                  <a:pt x="1026434" y="85589"/>
                  <a:pt x="1025054" y="81207"/>
                </a:cubicBezTo>
                <a:cubicBezTo>
                  <a:pt x="1023674" y="76825"/>
                  <a:pt x="1022984" y="71728"/>
                  <a:pt x="1022984" y="65917"/>
                </a:cubicBezTo>
                <a:cubicBezTo>
                  <a:pt x="1022984" y="60391"/>
                  <a:pt x="1023698" y="55425"/>
                  <a:pt x="1025126" y="51019"/>
                </a:cubicBezTo>
                <a:cubicBezTo>
                  <a:pt x="1026553" y="46613"/>
                  <a:pt x="1028611" y="42874"/>
                  <a:pt x="1031300" y="39802"/>
                </a:cubicBezTo>
                <a:cubicBezTo>
                  <a:pt x="1033988" y="36729"/>
                  <a:pt x="1037236" y="34372"/>
                  <a:pt x="1041043" y="32729"/>
                </a:cubicBezTo>
                <a:cubicBezTo>
                  <a:pt x="1044850" y="31085"/>
                  <a:pt x="1049109" y="30264"/>
                  <a:pt x="1053819" y="30264"/>
                </a:cubicBezTo>
                <a:cubicBezTo>
                  <a:pt x="1058863" y="30264"/>
                  <a:pt x="1063158" y="31073"/>
                  <a:pt x="1066703" y="32691"/>
                </a:cubicBezTo>
                <a:cubicBezTo>
                  <a:pt x="1070248" y="34309"/>
                  <a:pt x="1073163" y="36486"/>
                  <a:pt x="1075447" y="39222"/>
                </a:cubicBezTo>
                <a:cubicBezTo>
                  <a:pt x="1077731" y="41958"/>
                  <a:pt x="1079408" y="45170"/>
                  <a:pt x="1080479" y="48858"/>
                </a:cubicBezTo>
                <a:cubicBezTo>
                  <a:pt x="1081549" y="52545"/>
                  <a:pt x="1082085" y="56483"/>
                  <a:pt x="1082085" y="60671"/>
                </a:cubicBezTo>
                <a:lnTo>
                  <a:pt x="1082085" y="62812"/>
                </a:lnTo>
                <a:moveTo>
                  <a:pt x="1070236" y="59314"/>
                </a:moveTo>
                <a:cubicBezTo>
                  <a:pt x="1070379" y="53128"/>
                  <a:pt x="1069011" y="48275"/>
                  <a:pt x="1066132" y="44753"/>
                </a:cubicBezTo>
                <a:cubicBezTo>
                  <a:pt x="1063253" y="41232"/>
                  <a:pt x="1058982" y="39472"/>
                  <a:pt x="1053320" y="39472"/>
                </a:cubicBezTo>
                <a:cubicBezTo>
                  <a:pt x="1050417" y="39472"/>
                  <a:pt x="1047871" y="40019"/>
                  <a:pt x="1045682" y="41113"/>
                </a:cubicBezTo>
                <a:cubicBezTo>
                  <a:pt x="1043494" y="42208"/>
                  <a:pt x="1041662" y="43659"/>
                  <a:pt x="1040186" y="45467"/>
                </a:cubicBezTo>
                <a:cubicBezTo>
                  <a:pt x="1038711" y="47275"/>
                  <a:pt x="1037569" y="49381"/>
                  <a:pt x="1036760" y="51784"/>
                </a:cubicBezTo>
                <a:cubicBezTo>
                  <a:pt x="1035951" y="54187"/>
                  <a:pt x="1035499" y="56697"/>
                  <a:pt x="1035404" y="59314"/>
                </a:cubicBezTo>
                <a:lnTo>
                  <a:pt x="1070236" y="59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-Collisionfree">
            <a:extLst xmlns:a="http://schemas.openxmlformats.org/drawingml/2006/main">
              <a:ext uri="{FF2B5EF4-FFF2-40B4-BE49-F238E27FC236}">
                <a16:creationId xmlns:a16="http://schemas.microsoft.com/office/drawing/2014/main" id="{ADD7A778-FA22-4BAB-8A82-9DFB25E5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259" y="5718330"/>
            <a:ext cx="941720" cy="101215"/>
          </a:xfrm>
          <a:custGeom xmlns:a="http://schemas.openxmlformats.org/drawingml/2006/main">
            <a:pathLst>
              <a:path w="941720" h="101215">
                <a:moveTo>
                  <a:pt x="34855" y="63794"/>
                </a:moveTo>
                <a:cubicBezTo>
                  <a:pt x="34855" y="65647"/>
                  <a:pt x="34641" y="66930"/>
                  <a:pt x="34214" y="67643"/>
                </a:cubicBezTo>
                <a:cubicBezTo>
                  <a:pt x="33786" y="68356"/>
                  <a:pt x="33168" y="68712"/>
                  <a:pt x="32360" y="68712"/>
                </a:cubicBezTo>
                <a:lnTo>
                  <a:pt x="2566" y="68712"/>
                </a:lnTo>
                <a:cubicBezTo>
                  <a:pt x="1711" y="68712"/>
                  <a:pt x="1069" y="68344"/>
                  <a:pt x="642" y="67607"/>
                </a:cubicBezTo>
                <a:cubicBezTo>
                  <a:pt x="214" y="66871"/>
                  <a:pt x="0" y="65600"/>
                  <a:pt x="0" y="63794"/>
                </a:cubicBezTo>
                <a:cubicBezTo>
                  <a:pt x="0" y="61988"/>
                  <a:pt x="214" y="60729"/>
                  <a:pt x="642" y="60016"/>
                </a:cubicBezTo>
                <a:cubicBezTo>
                  <a:pt x="1069" y="59303"/>
                  <a:pt x="1711" y="58947"/>
                  <a:pt x="2566" y="58947"/>
                </a:cubicBezTo>
                <a:lnTo>
                  <a:pt x="32360" y="58947"/>
                </a:lnTo>
                <a:cubicBezTo>
                  <a:pt x="32740" y="58947"/>
                  <a:pt x="33085" y="59018"/>
                  <a:pt x="33394" y="59161"/>
                </a:cubicBezTo>
                <a:cubicBezTo>
                  <a:pt x="33703" y="59303"/>
                  <a:pt x="33964" y="59577"/>
                  <a:pt x="34178" y="59981"/>
                </a:cubicBezTo>
                <a:cubicBezTo>
                  <a:pt x="34392" y="60384"/>
                  <a:pt x="34558" y="60895"/>
                  <a:pt x="34677" y="61513"/>
                </a:cubicBezTo>
                <a:cubicBezTo>
                  <a:pt x="34796" y="62131"/>
                  <a:pt x="34855" y="62891"/>
                  <a:pt x="34855" y="63794"/>
                </a:cubicBezTo>
                <a:close/>
                <a:moveTo>
                  <a:pt x="251560" y="86674"/>
                </a:moveTo>
                <a:cubicBezTo>
                  <a:pt x="251560" y="87435"/>
                  <a:pt x="251537" y="88100"/>
                  <a:pt x="251489" y="88670"/>
                </a:cubicBezTo>
                <a:cubicBezTo>
                  <a:pt x="251441" y="89240"/>
                  <a:pt x="251358" y="89739"/>
                  <a:pt x="251240" y="90167"/>
                </a:cubicBezTo>
                <a:cubicBezTo>
                  <a:pt x="251121" y="90595"/>
                  <a:pt x="250966" y="90975"/>
                  <a:pt x="250776" y="91307"/>
                </a:cubicBezTo>
                <a:cubicBezTo>
                  <a:pt x="250586" y="91640"/>
                  <a:pt x="250253" y="92046"/>
                  <a:pt x="249778" y="92526"/>
                </a:cubicBezTo>
                <a:cubicBezTo>
                  <a:pt x="249303" y="93004"/>
                  <a:pt x="248305" y="93734"/>
                  <a:pt x="246785" y="94715"/>
                </a:cubicBezTo>
                <a:cubicBezTo>
                  <a:pt x="245264" y="95697"/>
                  <a:pt x="243375" y="96655"/>
                  <a:pt x="241118" y="97589"/>
                </a:cubicBezTo>
                <a:cubicBezTo>
                  <a:pt x="238861" y="98523"/>
                  <a:pt x="236271" y="99313"/>
                  <a:pt x="233349" y="99959"/>
                </a:cubicBezTo>
                <a:cubicBezTo>
                  <a:pt x="230426" y="100606"/>
                  <a:pt x="227231" y="100930"/>
                  <a:pt x="223762" y="100930"/>
                </a:cubicBezTo>
                <a:cubicBezTo>
                  <a:pt x="217774" y="100930"/>
                  <a:pt x="212369" y="99932"/>
                  <a:pt x="207546" y="97936"/>
                </a:cubicBezTo>
                <a:cubicBezTo>
                  <a:pt x="202723" y="95940"/>
                  <a:pt x="198612" y="92994"/>
                  <a:pt x="195215" y="89098"/>
                </a:cubicBezTo>
                <a:cubicBezTo>
                  <a:pt x="191817" y="85201"/>
                  <a:pt x="189204" y="80390"/>
                  <a:pt x="187374" y="74664"/>
                </a:cubicBezTo>
                <a:cubicBezTo>
                  <a:pt x="185545" y="68938"/>
                  <a:pt x="184630" y="62345"/>
                  <a:pt x="184630" y="54884"/>
                </a:cubicBezTo>
                <a:cubicBezTo>
                  <a:pt x="184630" y="47234"/>
                  <a:pt x="185616" y="40415"/>
                  <a:pt x="187588" y="34427"/>
                </a:cubicBezTo>
                <a:cubicBezTo>
                  <a:pt x="189560" y="28440"/>
                  <a:pt x="192328" y="23367"/>
                  <a:pt x="195892" y="19209"/>
                </a:cubicBezTo>
                <a:cubicBezTo>
                  <a:pt x="199456" y="15052"/>
                  <a:pt x="203721" y="11880"/>
                  <a:pt x="208686" y="9694"/>
                </a:cubicBezTo>
                <a:cubicBezTo>
                  <a:pt x="213652" y="7508"/>
                  <a:pt x="219152" y="6415"/>
                  <a:pt x="225187" y="6415"/>
                </a:cubicBezTo>
                <a:cubicBezTo>
                  <a:pt x="227848" y="6415"/>
                  <a:pt x="230438" y="6667"/>
                  <a:pt x="232957" y="7170"/>
                </a:cubicBezTo>
                <a:cubicBezTo>
                  <a:pt x="235475" y="7674"/>
                  <a:pt x="237804" y="8308"/>
                  <a:pt x="239942" y="9075"/>
                </a:cubicBezTo>
                <a:cubicBezTo>
                  <a:pt x="242080" y="9841"/>
                  <a:pt x="243981" y="10727"/>
                  <a:pt x="245644" y="11734"/>
                </a:cubicBezTo>
                <a:cubicBezTo>
                  <a:pt x="247307" y="12739"/>
                  <a:pt x="248460" y="13566"/>
                  <a:pt x="249101" y="14213"/>
                </a:cubicBezTo>
                <a:cubicBezTo>
                  <a:pt x="249743" y="14859"/>
                  <a:pt x="250158" y="15349"/>
                  <a:pt x="250349" y="15681"/>
                </a:cubicBezTo>
                <a:cubicBezTo>
                  <a:pt x="250539" y="16014"/>
                  <a:pt x="250693" y="16406"/>
                  <a:pt x="250812" y="16857"/>
                </a:cubicBezTo>
                <a:cubicBezTo>
                  <a:pt x="250931" y="17309"/>
                  <a:pt x="251026" y="17843"/>
                  <a:pt x="251097" y="18461"/>
                </a:cubicBezTo>
                <a:cubicBezTo>
                  <a:pt x="251168" y="19079"/>
                  <a:pt x="251204" y="19815"/>
                  <a:pt x="251204" y="20671"/>
                </a:cubicBezTo>
                <a:cubicBezTo>
                  <a:pt x="251204" y="21621"/>
                  <a:pt x="251156" y="22429"/>
                  <a:pt x="251061" y="23094"/>
                </a:cubicBezTo>
                <a:cubicBezTo>
                  <a:pt x="250966" y="23759"/>
                  <a:pt x="250824" y="24318"/>
                  <a:pt x="250634" y="24769"/>
                </a:cubicBezTo>
                <a:cubicBezTo>
                  <a:pt x="250444" y="25221"/>
                  <a:pt x="250218" y="25553"/>
                  <a:pt x="249957" y="25767"/>
                </a:cubicBezTo>
                <a:cubicBezTo>
                  <a:pt x="249695" y="25981"/>
                  <a:pt x="249374" y="26088"/>
                  <a:pt x="248994" y="26088"/>
                </a:cubicBezTo>
                <a:cubicBezTo>
                  <a:pt x="248329" y="26088"/>
                  <a:pt x="247402" y="25621"/>
                  <a:pt x="246214" y="24687"/>
                </a:cubicBezTo>
                <a:cubicBezTo>
                  <a:pt x="245026" y="23753"/>
                  <a:pt x="243494" y="22723"/>
                  <a:pt x="241617" y="21597"/>
                </a:cubicBezTo>
                <a:cubicBezTo>
                  <a:pt x="239740" y="20472"/>
                  <a:pt x="237459" y="19442"/>
                  <a:pt x="234774" y="18508"/>
                </a:cubicBezTo>
                <a:cubicBezTo>
                  <a:pt x="232089" y="17574"/>
                  <a:pt x="228870" y="17107"/>
                  <a:pt x="225116" y="17107"/>
                </a:cubicBezTo>
                <a:cubicBezTo>
                  <a:pt x="221029" y="17107"/>
                  <a:pt x="217311" y="17926"/>
                  <a:pt x="213961" y="19566"/>
                </a:cubicBezTo>
                <a:cubicBezTo>
                  <a:pt x="210611" y="21205"/>
                  <a:pt x="207748" y="23617"/>
                  <a:pt x="205372" y="26801"/>
                </a:cubicBezTo>
                <a:cubicBezTo>
                  <a:pt x="202996" y="29984"/>
                  <a:pt x="201155" y="33869"/>
                  <a:pt x="199848" y="38455"/>
                </a:cubicBezTo>
                <a:cubicBezTo>
                  <a:pt x="198541" y="43040"/>
                  <a:pt x="197888" y="48279"/>
                  <a:pt x="197888" y="54171"/>
                </a:cubicBezTo>
                <a:cubicBezTo>
                  <a:pt x="197888" y="60016"/>
                  <a:pt x="198517" y="65184"/>
                  <a:pt x="199777" y="69674"/>
                </a:cubicBezTo>
                <a:cubicBezTo>
                  <a:pt x="201036" y="74165"/>
                  <a:pt x="202842" y="77919"/>
                  <a:pt x="205194" y="80936"/>
                </a:cubicBezTo>
                <a:cubicBezTo>
                  <a:pt x="207546" y="83954"/>
                  <a:pt x="210433" y="86235"/>
                  <a:pt x="213854" y="87779"/>
                </a:cubicBezTo>
                <a:cubicBezTo>
                  <a:pt x="217275" y="89323"/>
                  <a:pt x="221148" y="90096"/>
                  <a:pt x="225472" y="90096"/>
                </a:cubicBezTo>
                <a:cubicBezTo>
                  <a:pt x="229131" y="90096"/>
                  <a:pt x="232327" y="89640"/>
                  <a:pt x="235059" y="88730"/>
                </a:cubicBezTo>
                <a:cubicBezTo>
                  <a:pt x="237792" y="87820"/>
                  <a:pt x="240120" y="86802"/>
                  <a:pt x="242045" y="85676"/>
                </a:cubicBezTo>
                <a:cubicBezTo>
                  <a:pt x="243969" y="84551"/>
                  <a:pt x="245549" y="83533"/>
                  <a:pt x="246785" y="82623"/>
                </a:cubicBezTo>
                <a:cubicBezTo>
                  <a:pt x="248020" y="81712"/>
                  <a:pt x="248994" y="81257"/>
                  <a:pt x="249707" y="81257"/>
                </a:cubicBezTo>
                <a:cubicBezTo>
                  <a:pt x="250040" y="81257"/>
                  <a:pt x="250325" y="81328"/>
                  <a:pt x="250562" y="81471"/>
                </a:cubicBezTo>
                <a:cubicBezTo>
                  <a:pt x="250800" y="81613"/>
                  <a:pt x="250990" y="81887"/>
                  <a:pt x="251133" y="82291"/>
                </a:cubicBezTo>
                <a:cubicBezTo>
                  <a:pt x="251275" y="82695"/>
                  <a:pt x="251382" y="83253"/>
                  <a:pt x="251453" y="83966"/>
                </a:cubicBezTo>
                <a:cubicBezTo>
                  <a:pt x="251525" y="84678"/>
                  <a:pt x="251560" y="85581"/>
                  <a:pt x="251560" y="86674"/>
                </a:cubicBezTo>
                <a:close/>
                <a:moveTo>
                  <a:pt x="327255" y="65255"/>
                </a:moveTo>
                <a:cubicBezTo>
                  <a:pt x="327255" y="70487"/>
                  <a:pt x="326566" y="75302"/>
                  <a:pt x="325188" y="79702"/>
                </a:cubicBezTo>
                <a:cubicBezTo>
                  <a:pt x="323810" y="84102"/>
                  <a:pt x="321755" y="87896"/>
                  <a:pt x="319023" y="91085"/>
                </a:cubicBezTo>
                <a:cubicBezTo>
                  <a:pt x="316291" y="94271"/>
                  <a:pt x="312869" y="96756"/>
                  <a:pt x="308759" y="98540"/>
                </a:cubicBezTo>
                <a:cubicBezTo>
                  <a:pt x="304648" y="100323"/>
                  <a:pt x="299885" y="101215"/>
                  <a:pt x="294468" y="101215"/>
                </a:cubicBezTo>
                <a:cubicBezTo>
                  <a:pt x="289193" y="101215"/>
                  <a:pt x="284596" y="100430"/>
                  <a:pt x="280675" y="98861"/>
                </a:cubicBezTo>
                <a:cubicBezTo>
                  <a:pt x="276755" y="97291"/>
                  <a:pt x="273488" y="95008"/>
                  <a:pt x="270874" y="92011"/>
                </a:cubicBezTo>
                <a:cubicBezTo>
                  <a:pt x="268261" y="89015"/>
                  <a:pt x="266313" y="85376"/>
                  <a:pt x="265030" y="81094"/>
                </a:cubicBezTo>
                <a:cubicBezTo>
                  <a:pt x="263747" y="76813"/>
                  <a:pt x="263105" y="71961"/>
                  <a:pt x="263105" y="66538"/>
                </a:cubicBezTo>
                <a:cubicBezTo>
                  <a:pt x="263105" y="61307"/>
                  <a:pt x="263782" y="56491"/>
                  <a:pt x="265137" y="52091"/>
                </a:cubicBezTo>
                <a:cubicBezTo>
                  <a:pt x="266491" y="47691"/>
                  <a:pt x="268534" y="43898"/>
                  <a:pt x="271266" y="40711"/>
                </a:cubicBezTo>
                <a:cubicBezTo>
                  <a:pt x="273999" y="37523"/>
                  <a:pt x="277408" y="35049"/>
                  <a:pt x="281495" y="33289"/>
                </a:cubicBezTo>
                <a:cubicBezTo>
                  <a:pt x="285582" y="31529"/>
                  <a:pt x="290357" y="30650"/>
                  <a:pt x="295822" y="30650"/>
                </a:cubicBezTo>
                <a:cubicBezTo>
                  <a:pt x="301096" y="30650"/>
                  <a:pt x="305694" y="31434"/>
                  <a:pt x="309614" y="33004"/>
                </a:cubicBezTo>
                <a:cubicBezTo>
                  <a:pt x="313534" y="34574"/>
                  <a:pt x="316801" y="36857"/>
                  <a:pt x="319415" y="39853"/>
                </a:cubicBezTo>
                <a:cubicBezTo>
                  <a:pt x="322028" y="42850"/>
                  <a:pt x="323989" y="46489"/>
                  <a:pt x="325295" y="50770"/>
                </a:cubicBezTo>
                <a:cubicBezTo>
                  <a:pt x="326602" y="55051"/>
                  <a:pt x="327255" y="59880"/>
                  <a:pt x="327255" y="65255"/>
                </a:cubicBezTo>
                <a:moveTo>
                  <a:pt x="314853" y="66039"/>
                </a:moveTo>
                <a:cubicBezTo>
                  <a:pt x="314853" y="62566"/>
                  <a:pt x="314532" y="59283"/>
                  <a:pt x="313891" y="56189"/>
                </a:cubicBezTo>
                <a:cubicBezTo>
                  <a:pt x="313249" y="53096"/>
                  <a:pt x="312192" y="50384"/>
                  <a:pt x="310719" y="48053"/>
                </a:cubicBezTo>
                <a:cubicBezTo>
                  <a:pt x="309246" y="45721"/>
                  <a:pt x="307250" y="43878"/>
                  <a:pt x="304732" y="42522"/>
                </a:cubicBezTo>
                <a:cubicBezTo>
                  <a:pt x="302213" y="41165"/>
                  <a:pt x="299077" y="40486"/>
                  <a:pt x="295323" y="40486"/>
                </a:cubicBezTo>
                <a:cubicBezTo>
                  <a:pt x="291854" y="40486"/>
                  <a:pt x="288872" y="41104"/>
                  <a:pt x="286377" y="42341"/>
                </a:cubicBezTo>
                <a:cubicBezTo>
                  <a:pt x="283883" y="43578"/>
                  <a:pt x="281828" y="45328"/>
                  <a:pt x="280212" y="47589"/>
                </a:cubicBezTo>
                <a:cubicBezTo>
                  <a:pt x="278596" y="49849"/>
                  <a:pt x="277396" y="52526"/>
                  <a:pt x="276612" y="55619"/>
                </a:cubicBezTo>
                <a:cubicBezTo>
                  <a:pt x="275828" y="58711"/>
                  <a:pt x="275436" y="62089"/>
                  <a:pt x="275436" y="65754"/>
                </a:cubicBezTo>
                <a:cubicBezTo>
                  <a:pt x="275436" y="69275"/>
                  <a:pt x="275757" y="72582"/>
                  <a:pt x="276399" y="75675"/>
                </a:cubicBezTo>
                <a:cubicBezTo>
                  <a:pt x="277040" y="78768"/>
                  <a:pt x="278109" y="81469"/>
                  <a:pt x="279606" y="83776"/>
                </a:cubicBezTo>
                <a:cubicBezTo>
                  <a:pt x="281103" y="86084"/>
                  <a:pt x="283111" y="87916"/>
                  <a:pt x="285629" y="89274"/>
                </a:cubicBezTo>
                <a:cubicBezTo>
                  <a:pt x="288148" y="90629"/>
                  <a:pt x="291284" y="91307"/>
                  <a:pt x="295038" y="91307"/>
                </a:cubicBezTo>
                <a:cubicBezTo>
                  <a:pt x="298459" y="91307"/>
                  <a:pt x="301429" y="90689"/>
                  <a:pt x="303948" y="89452"/>
                </a:cubicBezTo>
                <a:cubicBezTo>
                  <a:pt x="306466" y="88215"/>
                  <a:pt x="308533" y="86478"/>
                  <a:pt x="310149" y="84242"/>
                </a:cubicBezTo>
                <a:cubicBezTo>
                  <a:pt x="311764" y="82004"/>
                  <a:pt x="312952" y="79339"/>
                  <a:pt x="313713" y="76248"/>
                </a:cubicBezTo>
                <a:cubicBezTo>
                  <a:pt x="314473" y="73154"/>
                  <a:pt x="314853" y="69752"/>
                  <a:pt x="314853" y="66039"/>
                </a:cubicBezTo>
                <a:close/>
                <a:moveTo>
                  <a:pt x="358330" y="98005"/>
                </a:moveTo>
                <a:cubicBezTo>
                  <a:pt x="358330" y="98385"/>
                  <a:pt x="358235" y="98707"/>
                  <a:pt x="358045" y="98970"/>
                </a:cubicBezTo>
                <a:cubicBezTo>
                  <a:pt x="357855" y="99231"/>
                  <a:pt x="357546" y="99457"/>
                  <a:pt x="357119" y="99647"/>
                </a:cubicBezTo>
                <a:cubicBezTo>
                  <a:pt x="356691" y="99837"/>
                  <a:pt x="356097" y="99979"/>
                  <a:pt x="355337" y="100075"/>
                </a:cubicBezTo>
                <a:cubicBezTo>
                  <a:pt x="354576" y="100170"/>
                  <a:pt x="353602" y="100217"/>
                  <a:pt x="352414" y="100217"/>
                </a:cubicBezTo>
                <a:cubicBezTo>
                  <a:pt x="351274" y="100217"/>
                  <a:pt x="350324" y="100170"/>
                  <a:pt x="349563" y="100075"/>
                </a:cubicBezTo>
                <a:cubicBezTo>
                  <a:pt x="348803" y="99979"/>
                  <a:pt x="348197" y="99837"/>
                  <a:pt x="347746" y="99647"/>
                </a:cubicBezTo>
                <a:cubicBezTo>
                  <a:pt x="347294" y="99457"/>
                  <a:pt x="346985" y="99231"/>
                  <a:pt x="346819" y="98970"/>
                </a:cubicBezTo>
                <a:cubicBezTo>
                  <a:pt x="346653" y="98707"/>
                  <a:pt x="346570" y="98385"/>
                  <a:pt x="346570" y="98005"/>
                </a:cubicBezTo>
                <a:lnTo>
                  <a:pt x="346570" y="2711"/>
                </a:lnTo>
                <a:cubicBezTo>
                  <a:pt x="346570" y="2331"/>
                  <a:pt x="346653" y="1998"/>
                  <a:pt x="346819" y="1713"/>
                </a:cubicBezTo>
                <a:cubicBezTo>
                  <a:pt x="346985" y="1426"/>
                  <a:pt x="347294" y="1188"/>
                  <a:pt x="347746" y="998"/>
                </a:cubicBezTo>
                <a:cubicBezTo>
                  <a:pt x="348197" y="808"/>
                  <a:pt x="348803" y="665"/>
                  <a:pt x="349563" y="570"/>
                </a:cubicBezTo>
                <a:cubicBezTo>
                  <a:pt x="350324" y="475"/>
                  <a:pt x="351274" y="428"/>
                  <a:pt x="352414" y="428"/>
                </a:cubicBezTo>
                <a:cubicBezTo>
                  <a:pt x="353602" y="428"/>
                  <a:pt x="354576" y="475"/>
                  <a:pt x="355337" y="570"/>
                </a:cubicBezTo>
                <a:cubicBezTo>
                  <a:pt x="356097" y="665"/>
                  <a:pt x="356691" y="808"/>
                  <a:pt x="357119" y="998"/>
                </a:cubicBezTo>
                <a:cubicBezTo>
                  <a:pt x="357546" y="1188"/>
                  <a:pt x="357855" y="1426"/>
                  <a:pt x="358045" y="1713"/>
                </a:cubicBezTo>
                <a:cubicBezTo>
                  <a:pt x="358235" y="1998"/>
                  <a:pt x="358330" y="2331"/>
                  <a:pt x="358330" y="2711"/>
                </a:cubicBezTo>
                <a:lnTo>
                  <a:pt x="358330" y="98005"/>
                </a:lnTo>
                <a:close/>
                <a:moveTo>
                  <a:pt x="388694" y="98005"/>
                </a:moveTo>
                <a:cubicBezTo>
                  <a:pt x="388694" y="98385"/>
                  <a:pt x="388599" y="98707"/>
                  <a:pt x="388409" y="98970"/>
                </a:cubicBezTo>
                <a:cubicBezTo>
                  <a:pt x="388218" y="99231"/>
                  <a:pt x="387910" y="99457"/>
                  <a:pt x="387482" y="99647"/>
                </a:cubicBezTo>
                <a:cubicBezTo>
                  <a:pt x="387054" y="99837"/>
                  <a:pt x="386460" y="99979"/>
                  <a:pt x="385700" y="100075"/>
                </a:cubicBezTo>
                <a:cubicBezTo>
                  <a:pt x="384940" y="100170"/>
                  <a:pt x="383966" y="100217"/>
                  <a:pt x="382778" y="100217"/>
                </a:cubicBezTo>
                <a:cubicBezTo>
                  <a:pt x="381637" y="100217"/>
                  <a:pt x="380687" y="100170"/>
                  <a:pt x="379926" y="100075"/>
                </a:cubicBezTo>
                <a:cubicBezTo>
                  <a:pt x="379166" y="99979"/>
                  <a:pt x="378560" y="99837"/>
                  <a:pt x="378109" y="99647"/>
                </a:cubicBezTo>
                <a:cubicBezTo>
                  <a:pt x="377657" y="99457"/>
                  <a:pt x="377349" y="99231"/>
                  <a:pt x="377182" y="98970"/>
                </a:cubicBezTo>
                <a:cubicBezTo>
                  <a:pt x="377016" y="98707"/>
                  <a:pt x="376933" y="98385"/>
                  <a:pt x="376933" y="98005"/>
                </a:cubicBezTo>
                <a:lnTo>
                  <a:pt x="376933" y="2711"/>
                </a:lnTo>
                <a:cubicBezTo>
                  <a:pt x="376933" y="2331"/>
                  <a:pt x="377016" y="1998"/>
                  <a:pt x="377182" y="1713"/>
                </a:cubicBezTo>
                <a:cubicBezTo>
                  <a:pt x="377349" y="1426"/>
                  <a:pt x="377657" y="1188"/>
                  <a:pt x="378109" y="998"/>
                </a:cubicBezTo>
                <a:cubicBezTo>
                  <a:pt x="378560" y="808"/>
                  <a:pt x="379166" y="665"/>
                  <a:pt x="379926" y="570"/>
                </a:cubicBezTo>
                <a:cubicBezTo>
                  <a:pt x="380687" y="475"/>
                  <a:pt x="381637" y="428"/>
                  <a:pt x="382778" y="428"/>
                </a:cubicBezTo>
                <a:cubicBezTo>
                  <a:pt x="383966" y="428"/>
                  <a:pt x="384940" y="475"/>
                  <a:pt x="385700" y="570"/>
                </a:cubicBezTo>
                <a:cubicBezTo>
                  <a:pt x="386460" y="665"/>
                  <a:pt x="387054" y="808"/>
                  <a:pt x="387482" y="998"/>
                </a:cubicBezTo>
                <a:cubicBezTo>
                  <a:pt x="387910" y="1188"/>
                  <a:pt x="388218" y="1426"/>
                  <a:pt x="388409" y="1713"/>
                </a:cubicBezTo>
                <a:cubicBezTo>
                  <a:pt x="388599" y="1998"/>
                  <a:pt x="388694" y="2331"/>
                  <a:pt x="388694" y="2711"/>
                </a:cubicBezTo>
                <a:lnTo>
                  <a:pt x="388694" y="98005"/>
                </a:lnTo>
                <a:close/>
                <a:moveTo>
                  <a:pt x="425042" y="98007"/>
                </a:moveTo>
                <a:cubicBezTo>
                  <a:pt x="425042" y="98388"/>
                  <a:pt x="424947" y="98708"/>
                  <a:pt x="424757" y="98970"/>
                </a:cubicBezTo>
                <a:cubicBezTo>
                  <a:pt x="424567" y="99231"/>
                  <a:pt x="424258" y="99457"/>
                  <a:pt x="423830" y="99647"/>
                </a:cubicBezTo>
                <a:cubicBezTo>
                  <a:pt x="423403" y="99837"/>
                  <a:pt x="422809" y="99979"/>
                  <a:pt x="422048" y="100075"/>
                </a:cubicBezTo>
                <a:cubicBezTo>
                  <a:pt x="421288" y="100170"/>
                  <a:pt x="420314" y="100217"/>
                  <a:pt x="419126" y="100217"/>
                </a:cubicBezTo>
                <a:cubicBezTo>
                  <a:pt x="417986" y="100217"/>
                  <a:pt x="417035" y="100170"/>
                  <a:pt x="416275" y="100075"/>
                </a:cubicBezTo>
                <a:cubicBezTo>
                  <a:pt x="415515" y="99979"/>
                  <a:pt x="414909" y="99837"/>
                  <a:pt x="414457" y="99647"/>
                </a:cubicBezTo>
                <a:cubicBezTo>
                  <a:pt x="414006" y="99457"/>
                  <a:pt x="413697" y="99231"/>
                  <a:pt x="413531" y="98970"/>
                </a:cubicBezTo>
                <a:cubicBezTo>
                  <a:pt x="413364" y="98708"/>
                  <a:pt x="413281" y="98388"/>
                  <a:pt x="413281" y="98007"/>
                </a:cubicBezTo>
                <a:lnTo>
                  <a:pt x="413281" y="33857"/>
                </a:lnTo>
                <a:cubicBezTo>
                  <a:pt x="413281" y="33524"/>
                  <a:pt x="413364" y="33216"/>
                  <a:pt x="413531" y="32931"/>
                </a:cubicBezTo>
                <a:cubicBezTo>
                  <a:pt x="413697" y="32645"/>
                  <a:pt x="414006" y="32408"/>
                  <a:pt x="414457" y="32218"/>
                </a:cubicBezTo>
                <a:cubicBezTo>
                  <a:pt x="414909" y="32028"/>
                  <a:pt x="415515" y="31885"/>
                  <a:pt x="416275" y="31790"/>
                </a:cubicBezTo>
                <a:cubicBezTo>
                  <a:pt x="417035" y="31695"/>
                  <a:pt x="417986" y="31648"/>
                  <a:pt x="419126" y="31648"/>
                </a:cubicBezTo>
                <a:cubicBezTo>
                  <a:pt x="420314" y="31648"/>
                  <a:pt x="421288" y="31695"/>
                  <a:pt x="422048" y="31790"/>
                </a:cubicBezTo>
                <a:cubicBezTo>
                  <a:pt x="422809" y="31885"/>
                  <a:pt x="423403" y="32028"/>
                  <a:pt x="423830" y="32218"/>
                </a:cubicBezTo>
                <a:cubicBezTo>
                  <a:pt x="424258" y="32408"/>
                  <a:pt x="424567" y="32645"/>
                  <a:pt x="424757" y="32931"/>
                </a:cubicBezTo>
                <a:cubicBezTo>
                  <a:pt x="424947" y="33216"/>
                  <a:pt x="425042" y="33524"/>
                  <a:pt x="425042" y="33857"/>
                </a:cubicBezTo>
                <a:lnTo>
                  <a:pt x="425042" y="98007"/>
                </a:lnTo>
                <a:moveTo>
                  <a:pt x="426396" y="12117"/>
                </a:moveTo>
                <a:cubicBezTo>
                  <a:pt x="426396" y="14873"/>
                  <a:pt x="425874" y="16750"/>
                  <a:pt x="424828" y="17748"/>
                </a:cubicBezTo>
                <a:cubicBezTo>
                  <a:pt x="423783" y="18746"/>
                  <a:pt x="421858" y="19245"/>
                  <a:pt x="419055" y="19245"/>
                </a:cubicBezTo>
                <a:cubicBezTo>
                  <a:pt x="416299" y="19245"/>
                  <a:pt x="414410" y="18758"/>
                  <a:pt x="413388" y="17784"/>
                </a:cubicBezTo>
                <a:cubicBezTo>
                  <a:pt x="412366" y="16810"/>
                  <a:pt x="411856" y="14968"/>
                  <a:pt x="411856" y="12260"/>
                </a:cubicBezTo>
                <a:cubicBezTo>
                  <a:pt x="411856" y="9504"/>
                  <a:pt x="412378" y="7627"/>
                  <a:pt x="413424" y="6629"/>
                </a:cubicBezTo>
                <a:cubicBezTo>
                  <a:pt x="414469" y="5631"/>
                  <a:pt x="416394" y="5132"/>
                  <a:pt x="419197" y="5132"/>
                </a:cubicBezTo>
                <a:cubicBezTo>
                  <a:pt x="421953" y="5132"/>
                  <a:pt x="423842" y="5619"/>
                  <a:pt x="424864" y="6593"/>
                </a:cubicBezTo>
                <a:cubicBezTo>
                  <a:pt x="425886" y="7567"/>
                  <a:pt x="426396" y="9409"/>
                  <a:pt x="426396" y="12117"/>
                </a:cubicBezTo>
                <a:close/>
                <a:moveTo>
                  <a:pt x="483917" y="80596"/>
                </a:moveTo>
                <a:cubicBezTo>
                  <a:pt x="483917" y="83877"/>
                  <a:pt x="483311" y="86803"/>
                  <a:pt x="482099" y="89372"/>
                </a:cubicBezTo>
                <a:cubicBezTo>
                  <a:pt x="480887" y="91939"/>
                  <a:pt x="479165" y="94104"/>
                  <a:pt x="476931" y="95865"/>
                </a:cubicBezTo>
                <a:cubicBezTo>
                  <a:pt x="474698" y="97624"/>
                  <a:pt x="472037" y="98956"/>
                  <a:pt x="468948" y="99858"/>
                </a:cubicBezTo>
                <a:cubicBezTo>
                  <a:pt x="465859" y="100763"/>
                  <a:pt x="462462" y="101215"/>
                  <a:pt x="458755" y="101215"/>
                </a:cubicBezTo>
                <a:cubicBezTo>
                  <a:pt x="456475" y="101215"/>
                  <a:pt x="454301" y="101037"/>
                  <a:pt x="452233" y="100680"/>
                </a:cubicBezTo>
                <a:cubicBezTo>
                  <a:pt x="450166" y="100324"/>
                  <a:pt x="448313" y="99873"/>
                  <a:pt x="446674" y="99326"/>
                </a:cubicBezTo>
                <a:cubicBezTo>
                  <a:pt x="445034" y="98780"/>
                  <a:pt x="443644" y="98209"/>
                  <a:pt x="442504" y="97615"/>
                </a:cubicBezTo>
                <a:cubicBezTo>
                  <a:pt x="441364" y="97021"/>
                  <a:pt x="440532" y="96487"/>
                  <a:pt x="440009" y="96012"/>
                </a:cubicBezTo>
                <a:cubicBezTo>
                  <a:pt x="439487" y="95536"/>
                  <a:pt x="439106" y="94871"/>
                  <a:pt x="438869" y="94016"/>
                </a:cubicBezTo>
                <a:cubicBezTo>
                  <a:pt x="438631" y="93161"/>
                  <a:pt x="438512" y="91996"/>
                  <a:pt x="438512" y="90523"/>
                </a:cubicBezTo>
                <a:cubicBezTo>
                  <a:pt x="438512" y="89620"/>
                  <a:pt x="438560" y="88860"/>
                  <a:pt x="438655" y="88242"/>
                </a:cubicBezTo>
                <a:cubicBezTo>
                  <a:pt x="438750" y="87625"/>
                  <a:pt x="438869" y="87126"/>
                  <a:pt x="439011" y="86746"/>
                </a:cubicBezTo>
                <a:cubicBezTo>
                  <a:pt x="439154" y="86365"/>
                  <a:pt x="439356" y="86092"/>
                  <a:pt x="439617" y="85926"/>
                </a:cubicBezTo>
                <a:cubicBezTo>
                  <a:pt x="439879" y="85760"/>
                  <a:pt x="440176" y="85676"/>
                  <a:pt x="440508" y="85676"/>
                </a:cubicBezTo>
                <a:cubicBezTo>
                  <a:pt x="441031" y="85676"/>
                  <a:pt x="441803" y="85997"/>
                  <a:pt x="442825" y="86639"/>
                </a:cubicBezTo>
                <a:cubicBezTo>
                  <a:pt x="443846" y="87280"/>
                  <a:pt x="445106" y="87981"/>
                  <a:pt x="446602" y="88741"/>
                </a:cubicBezTo>
                <a:cubicBezTo>
                  <a:pt x="448099" y="89502"/>
                  <a:pt x="449869" y="90203"/>
                  <a:pt x="451913" y="90844"/>
                </a:cubicBezTo>
                <a:cubicBezTo>
                  <a:pt x="453956" y="91486"/>
                  <a:pt x="456308" y="91806"/>
                  <a:pt x="458969" y="91806"/>
                </a:cubicBezTo>
                <a:cubicBezTo>
                  <a:pt x="460965" y="91806"/>
                  <a:pt x="462771" y="91592"/>
                  <a:pt x="464386" y="91165"/>
                </a:cubicBezTo>
                <a:cubicBezTo>
                  <a:pt x="466002" y="90736"/>
                  <a:pt x="467404" y="90105"/>
                  <a:pt x="468592" y="89271"/>
                </a:cubicBezTo>
                <a:cubicBezTo>
                  <a:pt x="469780" y="88438"/>
                  <a:pt x="470694" y="87379"/>
                  <a:pt x="471336" y="86093"/>
                </a:cubicBezTo>
                <a:cubicBezTo>
                  <a:pt x="471978" y="84807"/>
                  <a:pt x="472298" y="83283"/>
                  <a:pt x="472298" y="81522"/>
                </a:cubicBezTo>
                <a:cubicBezTo>
                  <a:pt x="472298" y="79715"/>
                  <a:pt x="471835" y="78193"/>
                  <a:pt x="470908" y="76956"/>
                </a:cubicBezTo>
                <a:cubicBezTo>
                  <a:pt x="469982" y="75719"/>
                  <a:pt x="468758" y="74625"/>
                  <a:pt x="467238" y="73675"/>
                </a:cubicBezTo>
                <a:cubicBezTo>
                  <a:pt x="465717" y="72723"/>
                  <a:pt x="464006" y="71879"/>
                  <a:pt x="462105" y="71142"/>
                </a:cubicBezTo>
                <a:cubicBezTo>
                  <a:pt x="460205" y="70404"/>
                  <a:pt x="458245" y="69631"/>
                  <a:pt x="456225" y="68824"/>
                </a:cubicBezTo>
                <a:cubicBezTo>
                  <a:pt x="454205" y="68014"/>
                  <a:pt x="452233" y="67098"/>
                  <a:pt x="450309" y="66075"/>
                </a:cubicBezTo>
                <a:cubicBezTo>
                  <a:pt x="448384" y="65052"/>
                  <a:pt x="446662" y="63803"/>
                  <a:pt x="445141" y="62328"/>
                </a:cubicBezTo>
                <a:cubicBezTo>
                  <a:pt x="443621" y="60854"/>
                  <a:pt x="442397" y="59094"/>
                  <a:pt x="441470" y="57049"/>
                </a:cubicBezTo>
                <a:cubicBezTo>
                  <a:pt x="440544" y="55004"/>
                  <a:pt x="440081" y="52555"/>
                  <a:pt x="440081" y="49701"/>
                </a:cubicBezTo>
                <a:cubicBezTo>
                  <a:pt x="440081" y="47179"/>
                  <a:pt x="440568" y="44766"/>
                  <a:pt x="441542" y="42460"/>
                </a:cubicBezTo>
                <a:cubicBezTo>
                  <a:pt x="442516" y="40152"/>
                  <a:pt x="443977" y="38130"/>
                  <a:pt x="445925" y="36394"/>
                </a:cubicBezTo>
                <a:cubicBezTo>
                  <a:pt x="447874" y="34657"/>
                  <a:pt x="450309" y="33265"/>
                  <a:pt x="453231" y="32220"/>
                </a:cubicBezTo>
                <a:cubicBezTo>
                  <a:pt x="456154" y="31173"/>
                  <a:pt x="459563" y="30650"/>
                  <a:pt x="463460" y="30650"/>
                </a:cubicBezTo>
                <a:cubicBezTo>
                  <a:pt x="465170" y="30650"/>
                  <a:pt x="466881" y="30794"/>
                  <a:pt x="468592" y="31084"/>
                </a:cubicBezTo>
                <a:cubicBezTo>
                  <a:pt x="470302" y="31374"/>
                  <a:pt x="471847" y="31735"/>
                  <a:pt x="473225" y="32169"/>
                </a:cubicBezTo>
                <a:cubicBezTo>
                  <a:pt x="474603" y="32602"/>
                  <a:pt x="475779" y="33072"/>
                  <a:pt x="476753" y="33579"/>
                </a:cubicBezTo>
                <a:cubicBezTo>
                  <a:pt x="477727" y="34085"/>
                  <a:pt x="478464" y="34531"/>
                  <a:pt x="478963" y="34917"/>
                </a:cubicBezTo>
                <a:cubicBezTo>
                  <a:pt x="479462" y="35303"/>
                  <a:pt x="479794" y="35639"/>
                  <a:pt x="479961" y="35924"/>
                </a:cubicBezTo>
                <a:cubicBezTo>
                  <a:pt x="480127" y="36209"/>
                  <a:pt x="480246" y="36530"/>
                  <a:pt x="480317" y="36886"/>
                </a:cubicBezTo>
                <a:cubicBezTo>
                  <a:pt x="480388" y="37243"/>
                  <a:pt x="480460" y="37682"/>
                  <a:pt x="480531" y="38205"/>
                </a:cubicBezTo>
                <a:cubicBezTo>
                  <a:pt x="480602" y="38728"/>
                  <a:pt x="480638" y="39369"/>
                  <a:pt x="480638" y="40130"/>
                </a:cubicBezTo>
                <a:cubicBezTo>
                  <a:pt x="480638" y="40937"/>
                  <a:pt x="480602" y="41638"/>
                  <a:pt x="480531" y="42232"/>
                </a:cubicBezTo>
                <a:cubicBezTo>
                  <a:pt x="480460" y="42826"/>
                  <a:pt x="480341" y="43313"/>
                  <a:pt x="480174" y="43694"/>
                </a:cubicBezTo>
                <a:cubicBezTo>
                  <a:pt x="480008" y="44074"/>
                  <a:pt x="479806" y="44347"/>
                  <a:pt x="479569" y="44513"/>
                </a:cubicBezTo>
                <a:cubicBezTo>
                  <a:pt x="479331" y="44680"/>
                  <a:pt x="479070" y="44763"/>
                  <a:pt x="478785" y="44763"/>
                </a:cubicBezTo>
                <a:cubicBezTo>
                  <a:pt x="478357" y="44763"/>
                  <a:pt x="477739" y="44498"/>
                  <a:pt x="476931" y="43967"/>
                </a:cubicBezTo>
                <a:cubicBezTo>
                  <a:pt x="476124" y="43437"/>
                  <a:pt x="475078" y="42871"/>
                  <a:pt x="473795" y="42268"/>
                </a:cubicBezTo>
                <a:cubicBezTo>
                  <a:pt x="472512" y="41665"/>
                  <a:pt x="471003" y="41099"/>
                  <a:pt x="469269" y="40568"/>
                </a:cubicBezTo>
                <a:cubicBezTo>
                  <a:pt x="467534" y="40038"/>
                  <a:pt x="465551" y="39773"/>
                  <a:pt x="463317" y="39773"/>
                </a:cubicBezTo>
                <a:cubicBezTo>
                  <a:pt x="461321" y="39773"/>
                  <a:pt x="459563" y="40000"/>
                  <a:pt x="458043" y="40453"/>
                </a:cubicBezTo>
                <a:cubicBezTo>
                  <a:pt x="456522" y="40904"/>
                  <a:pt x="455275" y="41546"/>
                  <a:pt x="454301" y="42379"/>
                </a:cubicBezTo>
                <a:cubicBezTo>
                  <a:pt x="453326" y="43212"/>
                  <a:pt x="452590" y="44201"/>
                  <a:pt x="452091" y="45344"/>
                </a:cubicBezTo>
                <a:cubicBezTo>
                  <a:pt x="451592" y="46486"/>
                  <a:pt x="451342" y="47724"/>
                  <a:pt x="451342" y="49057"/>
                </a:cubicBezTo>
                <a:cubicBezTo>
                  <a:pt x="451342" y="50912"/>
                  <a:pt x="451818" y="52470"/>
                  <a:pt x="452768" y="53730"/>
                </a:cubicBezTo>
                <a:cubicBezTo>
                  <a:pt x="453718" y="54991"/>
                  <a:pt x="454954" y="56097"/>
                  <a:pt x="456475" y="57049"/>
                </a:cubicBezTo>
                <a:cubicBezTo>
                  <a:pt x="457995" y="58000"/>
                  <a:pt x="459730" y="58856"/>
                  <a:pt x="461678" y="59617"/>
                </a:cubicBezTo>
                <a:cubicBezTo>
                  <a:pt x="463626" y="60378"/>
                  <a:pt x="465610" y="61163"/>
                  <a:pt x="467630" y="61972"/>
                </a:cubicBezTo>
                <a:cubicBezTo>
                  <a:pt x="469649" y="62780"/>
                  <a:pt x="471645" y="63683"/>
                  <a:pt x="473617" y="64683"/>
                </a:cubicBezTo>
                <a:cubicBezTo>
                  <a:pt x="475589" y="65682"/>
                  <a:pt x="477335" y="66895"/>
                  <a:pt x="478856" y="68322"/>
                </a:cubicBezTo>
                <a:cubicBezTo>
                  <a:pt x="480376" y="69749"/>
                  <a:pt x="481600" y="71462"/>
                  <a:pt x="482527" y="73461"/>
                </a:cubicBezTo>
                <a:cubicBezTo>
                  <a:pt x="483453" y="75458"/>
                  <a:pt x="483917" y="77836"/>
                  <a:pt x="483917" y="80596"/>
                </a:cubicBezTo>
                <a:close/>
                <a:moveTo>
                  <a:pt x="510147" y="98007"/>
                </a:moveTo>
                <a:cubicBezTo>
                  <a:pt x="510147" y="98388"/>
                  <a:pt x="510052" y="98708"/>
                  <a:pt x="509862" y="98970"/>
                </a:cubicBezTo>
                <a:cubicBezTo>
                  <a:pt x="509672" y="99231"/>
                  <a:pt x="509363" y="99457"/>
                  <a:pt x="508935" y="99647"/>
                </a:cubicBezTo>
                <a:cubicBezTo>
                  <a:pt x="508508" y="99837"/>
                  <a:pt x="507914" y="99979"/>
                  <a:pt x="507153" y="100075"/>
                </a:cubicBezTo>
                <a:cubicBezTo>
                  <a:pt x="506393" y="100170"/>
                  <a:pt x="505419" y="100217"/>
                  <a:pt x="504231" y="100217"/>
                </a:cubicBezTo>
                <a:cubicBezTo>
                  <a:pt x="503090" y="100217"/>
                  <a:pt x="502140" y="100170"/>
                  <a:pt x="501380" y="100075"/>
                </a:cubicBezTo>
                <a:cubicBezTo>
                  <a:pt x="500620" y="99979"/>
                  <a:pt x="500014" y="99837"/>
                  <a:pt x="499562" y="99647"/>
                </a:cubicBezTo>
                <a:cubicBezTo>
                  <a:pt x="499111" y="99457"/>
                  <a:pt x="498802" y="99231"/>
                  <a:pt x="498636" y="98970"/>
                </a:cubicBezTo>
                <a:cubicBezTo>
                  <a:pt x="498469" y="98708"/>
                  <a:pt x="498386" y="98388"/>
                  <a:pt x="498386" y="98007"/>
                </a:cubicBezTo>
                <a:lnTo>
                  <a:pt x="498386" y="33857"/>
                </a:lnTo>
                <a:cubicBezTo>
                  <a:pt x="498386" y="33524"/>
                  <a:pt x="498469" y="33216"/>
                  <a:pt x="498636" y="32931"/>
                </a:cubicBezTo>
                <a:cubicBezTo>
                  <a:pt x="498802" y="32645"/>
                  <a:pt x="499111" y="32408"/>
                  <a:pt x="499562" y="32218"/>
                </a:cubicBezTo>
                <a:cubicBezTo>
                  <a:pt x="500014" y="32028"/>
                  <a:pt x="500620" y="31885"/>
                  <a:pt x="501380" y="31790"/>
                </a:cubicBezTo>
                <a:cubicBezTo>
                  <a:pt x="502140" y="31695"/>
                  <a:pt x="503090" y="31648"/>
                  <a:pt x="504231" y="31648"/>
                </a:cubicBezTo>
                <a:cubicBezTo>
                  <a:pt x="505419" y="31648"/>
                  <a:pt x="506393" y="31695"/>
                  <a:pt x="507153" y="31790"/>
                </a:cubicBezTo>
                <a:cubicBezTo>
                  <a:pt x="507914" y="31885"/>
                  <a:pt x="508508" y="32028"/>
                  <a:pt x="508935" y="32218"/>
                </a:cubicBezTo>
                <a:cubicBezTo>
                  <a:pt x="509363" y="32408"/>
                  <a:pt x="509672" y="32645"/>
                  <a:pt x="509862" y="32931"/>
                </a:cubicBezTo>
                <a:cubicBezTo>
                  <a:pt x="510052" y="33216"/>
                  <a:pt x="510147" y="33524"/>
                  <a:pt x="510147" y="33857"/>
                </a:cubicBezTo>
                <a:lnTo>
                  <a:pt x="510147" y="98007"/>
                </a:lnTo>
                <a:moveTo>
                  <a:pt x="511501" y="12117"/>
                </a:moveTo>
                <a:cubicBezTo>
                  <a:pt x="511501" y="14873"/>
                  <a:pt x="510979" y="16750"/>
                  <a:pt x="509933" y="17748"/>
                </a:cubicBezTo>
                <a:cubicBezTo>
                  <a:pt x="508888" y="18746"/>
                  <a:pt x="506963" y="19245"/>
                  <a:pt x="504160" y="19245"/>
                </a:cubicBezTo>
                <a:cubicBezTo>
                  <a:pt x="501404" y="19245"/>
                  <a:pt x="499515" y="18758"/>
                  <a:pt x="498493" y="17784"/>
                </a:cubicBezTo>
                <a:cubicBezTo>
                  <a:pt x="497471" y="16810"/>
                  <a:pt x="496961" y="14968"/>
                  <a:pt x="496961" y="12260"/>
                </a:cubicBezTo>
                <a:cubicBezTo>
                  <a:pt x="496961" y="9504"/>
                  <a:pt x="497483" y="7627"/>
                  <a:pt x="498529" y="6629"/>
                </a:cubicBezTo>
                <a:cubicBezTo>
                  <a:pt x="499574" y="5631"/>
                  <a:pt x="501499" y="5132"/>
                  <a:pt x="504302" y="5132"/>
                </a:cubicBezTo>
                <a:cubicBezTo>
                  <a:pt x="507058" y="5132"/>
                  <a:pt x="508947" y="5619"/>
                  <a:pt x="509969" y="6593"/>
                </a:cubicBezTo>
                <a:cubicBezTo>
                  <a:pt x="510990" y="7567"/>
                  <a:pt x="511501" y="9409"/>
                  <a:pt x="511501" y="12117"/>
                </a:cubicBezTo>
                <a:close/>
                <a:moveTo>
                  <a:pt x="594394" y="65255"/>
                </a:moveTo>
                <a:cubicBezTo>
                  <a:pt x="594394" y="70487"/>
                  <a:pt x="593705" y="75302"/>
                  <a:pt x="592327" y="79702"/>
                </a:cubicBezTo>
                <a:cubicBezTo>
                  <a:pt x="590949" y="84102"/>
                  <a:pt x="588894" y="87896"/>
                  <a:pt x="586162" y="91085"/>
                </a:cubicBezTo>
                <a:cubicBezTo>
                  <a:pt x="583429" y="94271"/>
                  <a:pt x="580008" y="96756"/>
                  <a:pt x="575898" y="98540"/>
                </a:cubicBezTo>
                <a:cubicBezTo>
                  <a:pt x="571787" y="100323"/>
                  <a:pt x="567024" y="101215"/>
                  <a:pt x="561606" y="101215"/>
                </a:cubicBezTo>
                <a:cubicBezTo>
                  <a:pt x="556332" y="101215"/>
                  <a:pt x="551734" y="100430"/>
                  <a:pt x="547814" y="98861"/>
                </a:cubicBezTo>
                <a:cubicBezTo>
                  <a:pt x="543894" y="97291"/>
                  <a:pt x="540627" y="95008"/>
                  <a:pt x="538013" y="92011"/>
                </a:cubicBezTo>
                <a:cubicBezTo>
                  <a:pt x="535400" y="89015"/>
                  <a:pt x="533452" y="85376"/>
                  <a:pt x="532168" y="81094"/>
                </a:cubicBezTo>
                <a:cubicBezTo>
                  <a:pt x="530885" y="76813"/>
                  <a:pt x="530244" y="71961"/>
                  <a:pt x="530244" y="66538"/>
                </a:cubicBezTo>
                <a:cubicBezTo>
                  <a:pt x="530244" y="61307"/>
                  <a:pt x="530921" y="56491"/>
                  <a:pt x="532275" y="52091"/>
                </a:cubicBezTo>
                <a:cubicBezTo>
                  <a:pt x="533630" y="47691"/>
                  <a:pt x="535673" y="43898"/>
                  <a:pt x="538405" y="40711"/>
                </a:cubicBezTo>
                <a:cubicBezTo>
                  <a:pt x="541138" y="37523"/>
                  <a:pt x="544547" y="35049"/>
                  <a:pt x="548634" y="33289"/>
                </a:cubicBezTo>
                <a:cubicBezTo>
                  <a:pt x="552720" y="31529"/>
                  <a:pt x="557496" y="30650"/>
                  <a:pt x="562961" y="30650"/>
                </a:cubicBezTo>
                <a:cubicBezTo>
                  <a:pt x="568235" y="30650"/>
                  <a:pt x="572833" y="31434"/>
                  <a:pt x="576753" y="33004"/>
                </a:cubicBezTo>
                <a:cubicBezTo>
                  <a:pt x="580673" y="34574"/>
                  <a:pt x="583940" y="36857"/>
                  <a:pt x="586554" y="39853"/>
                </a:cubicBezTo>
                <a:cubicBezTo>
                  <a:pt x="589167" y="42850"/>
                  <a:pt x="591127" y="46489"/>
                  <a:pt x="592434" y="50770"/>
                </a:cubicBezTo>
                <a:cubicBezTo>
                  <a:pt x="593741" y="55051"/>
                  <a:pt x="594394" y="59880"/>
                  <a:pt x="594394" y="65255"/>
                </a:cubicBezTo>
                <a:moveTo>
                  <a:pt x="581992" y="66039"/>
                </a:moveTo>
                <a:cubicBezTo>
                  <a:pt x="581992" y="62566"/>
                  <a:pt x="581671" y="59283"/>
                  <a:pt x="581030" y="56189"/>
                </a:cubicBezTo>
                <a:cubicBezTo>
                  <a:pt x="580388" y="53096"/>
                  <a:pt x="579331" y="50384"/>
                  <a:pt x="577858" y="48053"/>
                </a:cubicBezTo>
                <a:cubicBezTo>
                  <a:pt x="576385" y="45721"/>
                  <a:pt x="574389" y="43878"/>
                  <a:pt x="571870" y="42522"/>
                </a:cubicBezTo>
                <a:cubicBezTo>
                  <a:pt x="569352" y="41165"/>
                  <a:pt x="566216" y="40486"/>
                  <a:pt x="562462" y="40486"/>
                </a:cubicBezTo>
                <a:cubicBezTo>
                  <a:pt x="558993" y="40486"/>
                  <a:pt x="556011" y="41104"/>
                  <a:pt x="553516" y="42341"/>
                </a:cubicBezTo>
                <a:cubicBezTo>
                  <a:pt x="551022" y="43578"/>
                  <a:pt x="548966" y="45328"/>
                  <a:pt x="547351" y="47589"/>
                </a:cubicBezTo>
                <a:cubicBezTo>
                  <a:pt x="545735" y="49849"/>
                  <a:pt x="544535" y="52526"/>
                  <a:pt x="543751" y="55619"/>
                </a:cubicBezTo>
                <a:cubicBezTo>
                  <a:pt x="542967" y="58711"/>
                  <a:pt x="542575" y="62089"/>
                  <a:pt x="542575" y="65754"/>
                </a:cubicBezTo>
                <a:cubicBezTo>
                  <a:pt x="542575" y="69275"/>
                  <a:pt x="542896" y="72582"/>
                  <a:pt x="543537" y="75675"/>
                </a:cubicBezTo>
                <a:cubicBezTo>
                  <a:pt x="544179" y="78768"/>
                  <a:pt x="545248" y="81469"/>
                  <a:pt x="546745" y="83776"/>
                </a:cubicBezTo>
                <a:cubicBezTo>
                  <a:pt x="548242" y="86084"/>
                  <a:pt x="550249" y="87916"/>
                  <a:pt x="552768" y="89274"/>
                </a:cubicBezTo>
                <a:cubicBezTo>
                  <a:pt x="555286" y="90629"/>
                  <a:pt x="558423" y="91307"/>
                  <a:pt x="562177" y="91307"/>
                </a:cubicBezTo>
                <a:cubicBezTo>
                  <a:pt x="565598" y="91307"/>
                  <a:pt x="568568" y="90689"/>
                  <a:pt x="571086" y="89452"/>
                </a:cubicBezTo>
                <a:cubicBezTo>
                  <a:pt x="573605" y="88215"/>
                  <a:pt x="575672" y="86478"/>
                  <a:pt x="577288" y="84242"/>
                </a:cubicBezTo>
                <a:cubicBezTo>
                  <a:pt x="578903" y="82004"/>
                  <a:pt x="580091" y="79339"/>
                  <a:pt x="580851" y="76248"/>
                </a:cubicBezTo>
                <a:cubicBezTo>
                  <a:pt x="581612" y="73154"/>
                  <a:pt x="581992" y="69752"/>
                  <a:pt x="581992" y="66039"/>
                </a:cubicBezTo>
                <a:close/>
                <a:moveTo>
                  <a:pt x="668949" y="98007"/>
                </a:moveTo>
                <a:cubicBezTo>
                  <a:pt x="668949" y="98388"/>
                  <a:pt x="668854" y="98708"/>
                  <a:pt x="668664" y="98970"/>
                </a:cubicBezTo>
                <a:cubicBezTo>
                  <a:pt x="668474" y="99231"/>
                  <a:pt x="668165" y="99457"/>
                  <a:pt x="667737" y="99647"/>
                </a:cubicBezTo>
                <a:cubicBezTo>
                  <a:pt x="667310" y="99837"/>
                  <a:pt x="666716" y="99979"/>
                  <a:pt x="665955" y="100075"/>
                </a:cubicBezTo>
                <a:cubicBezTo>
                  <a:pt x="665195" y="100170"/>
                  <a:pt x="664245" y="100217"/>
                  <a:pt x="663104" y="100217"/>
                </a:cubicBezTo>
                <a:cubicBezTo>
                  <a:pt x="661916" y="100217"/>
                  <a:pt x="660942" y="100170"/>
                  <a:pt x="660182" y="100075"/>
                </a:cubicBezTo>
                <a:cubicBezTo>
                  <a:pt x="659422" y="99979"/>
                  <a:pt x="658828" y="99837"/>
                  <a:pt x="658400" y="99647"/>
                </a:cubicBezTo>
                <a:cubicBezTo>
                  <a:pt x="657972" y="99457"/>
                  <a:pt x="657663" y="99231"/>
                  <a:pt x="657473" y="98970"/>
                </a:cubicBezTo>
                <a:cubicBezTo>
                  <a:pt x="657283" y="98708"/>
                  <a:pt x="657188" y="98388"/>
                  <a:pt x="657188" y="98007"/>
                </a:cubicBezTo>
                <a:lnTo>
                  <a:pt x="657188" y="60444"/>
                </a:lnTo>
                <a:cubicBezTo>
                  <a:pt x="657188" y="56785"/>
                  <a:pt x="656903" y="53839"/>
                  <a:pt x="656333" y="51605"/>
                </a:cubicBezTo>
                <a:cubicBezTo>
                  <a:pt x="655763" y="49372"/>
                  <a:pt x="654931" y="47447"/>
                  <a:pt x="653838" y="45832"/>
                </a:cubicBezTo>
                <a:cubicBezTo>
                  <a:pt x="652745" y="44216"/>
                  <a:pt x="651331" y="42981"/>
                  <a:pt x="649597" y="42125"/>
                </a:cubicBezTo>
                <a:cubicBezTo>
                  <a:pt x="647863" y="41270"/>
                  <a:pt x="645855" y="40842"/>
                  <a:pt x="643574" y="40842"/>
                </a:cubicBezTo>
                <a:cubicBezTo>
                  <a:pt x="640628" y="40842"/>
                  <a:pt x="637682" y="41888"/>
                  <a:pt x="634736" y="43979"/>
                </a:cubicBezTo>
                <a:cubicBezTo>
                  <a:pt x="631789" y="46069"/>
                  <a:pt x="628701" y="49134"/>
                  <a:pt x="625469" y="53174"/>
                </a:cubicBezTo>
                <a:lnTo>
                  <a:pt x="625469" y="98007"/>
                </a:lnTo>
                <a:cubicBezTo>
                  <a:pt x="625469" y="98388"/>
                  <a:pt x="625374" y="98708"/>
                  <a:pt x="625184" y="98970"/>
                </a:cubicBezTo>
                <a:cubicBezTo>
                  <a:pt x="624994" y="99231"/>
                  <a:pt x="624685" y="99457"/>
                  <a:pt x="624258" y="99647"/>
                </a:cubicBezTo>
                <a:cubicBezTo>
                  <a:pt x="623830" y="99837"/>
                  <a:pt x="623236" y="99979"/>
                  <a:pt x="622476" y="100075"/>
                </a:cubicBezTo>
                <a:cubicBezTo>
                  <a:pt x="621715" y="100170"/>
                  <a:pt x="620741" y="100217"/>
                  <a:pt x="619553" y="100217"/>
                </a:cubicBezTo>
                <a:cubicBezTo>
                  <a:pt x="618413" y="100217"/>
                  <a:pt x="617462" y="100170"/>
                  <a:pt x="616702" y="100075"/>
                </a:cubicBezTo>
                <a:cubicBezTo>
                  <a:pt x="615942" y="99979"/>
                  <a:pt x="615336" y="99837"/>
                  <a:pt x="614885" y="99647"/>
                </a:cubicBezTo>
                <a:cubicBezTo>
                  <a:pt x="614433" y="99457"/>
                  <a:pt x="614124" y="99231"/>
                  <a:pt x="613958" y="98970"/>
                </a:cubicBezTo>
                <a:cubicBezTo>
                  <a:pt x="613792" y="98708"/>
                  <a:pt x="613708" y="98388"/>
                  <a:pt x="613708" y="98007"/>
                </a:cubicBezTo>
                <a:lnTo>
                  <a:pt x="613708" y="33857"/>
                </a:lnTo>
                <a:cubicBezTo>
                  <a:pt x="613708" y="33477"/>
                  <a:pt x="613780" y="33156"/>
                  <a:pt x="613922" y="32895"/>
                </a:cubicBezTo>
                <a:cubicBezTo>
                  <a:pt x="614065" y="32634"/>
                  <a:pt x="614350" y="32396"/>
                  <a:pt x="614778" y="32182"/>
                </a:cubicBezTo>
                <a:cubicBezTo>
                  <a:pt x="615205" y="31968"/>
                  <a:pt x="615752" y="31826"/>
                  <a:pt x="616417" y="31754"/>
                </a:cubicBezTo>
                <a:cubicBezTo>
                  <a:pt x="617082" y="31683"/>
                  <a:pt x="617961" y="31648"/>
                  <a:pt x="619054" y="31648"/>
                </a:cubicBezTo>
                <a:cubicBezTo>
                  <a:pt x="620100" y="31648"/>
                  <a:pt x="620967" y="31683"/>
                  <a:pt x="621656" y="31754"/>
                </a:cubicBezTo>
                <a:cubicBezTo>
                  <a:pt x="622345" y="31826"/>
                  <a:pt x="622880" y="31968"/>
                  <a:pt x="623260" y="32182"/>
                </a:cubicBezTo>
                <a:cubicBezTo>
                  <a:pt x="623640" y="32396"/>
                  <a:pt x="623913" y="32634"/>
                  <a:pt x="624079" y="32895"/>
                </a:cubicBezTo>
                <a:cubicBezTo>
                  <a:pt x="624246" y="33156"/>
                  <a:pt x="624329" y="33477"/>
                  <a:pt x="624329" y="33857"/>
                </a:cubicBezTo>
                <a:lnTo>
                  <a:pt x="624329" y="42339"/>
                </a:lnTo>
                <a:cubicBezTo>
                  <a:pt x="627940" y="38300"/>
                  <a:pt x="631540" y="35342"/>
                  <a:pt x="635128" y="33465"/>
                </a:cubicBezTo>
                <a:cubicBezTo>
                  <a:pt x="638715" y="31588"/>
                  <a:pt x="642339" y="30650"/>
                  <a:pt x="645997" y="30650"/>
                </a:cubicBezTo>
                <a:cubicBezTo>
                  <a:pt x="650274" y="30650"/>
                  <a:pt x="653874" y="31374"/>
                  <a:pt x="656796" y="32824"/>
                </a:cubicBezTo>
                <a:cubicBezTo>
                  <a:pt x="659719" y="34273"/>
                  <a:pt x="662083" y="36209"/>
                  <a:pt x="663888" y="38633"/>
                </a:cubicBezTo>
                <a:cubicBezTo>
                  <a:pt x="665694" y="41056"/>
                  <a:pt x="666989" y="43895"/>
                  <a:pt x="667773" y="47151"/>
                </a:cubicBezTo>
                <a:cubicBezTo>
                  <a:pt x="668557" y="50406"/>
                  <a:pt x="668949" y="54314"/>
                  <a:pt x="668949" y="58876"/>
                </a:cubicBezTo>
                <a:lnTo>
                  <a:pt x="668949" y="98007"/>
                </a:lnTo>
                <a:close/>
                <a:moveTo>
                  <a:pt x="758186" y="7484"/>
                </a:moveTo>
                <a:cubicBezTo>
                  <a:pt x="758186" y="8387"/>
                  <a:pt x="758138" y="9112"/>
                  <a:pt x="758043" y="9658"/>
                </a:cubicBezTo>
                <a:cubicBezTo>
                  <a:pt x="757948" y="10205"/>
                  <a:pt x="757841" y="10644"/>
                  <a:pt x="757722" y="10977"/>
                </a:cubicBezTo>
                <a:cubicBezTo>
                  <a:pt x="757604" y="11309"/>
                  <a:pt x="757449" y="11535"/>
                  <a:pt x="757259" y="11654"/>
                </a:cubicBezTo>
                <a:cubicBezTo>
                  <a:pt x="757069" y="11773"/>
                  <a:pt x="756831" y="11832"/>
                  <a:pt x="756546" y="11832"/>
                </a:cubicBezTo>
                <a:cubicBezTo>
                  <a:pt x="756214" y="11832"/>
                  <a:pt x="755798" y="11725"/>
                  <a:pt x="755299" y="11511"/>
                </a:cubicBezTo>
                <a:cubicBezTo>
                  <a:pt x="754800" y="11298"/>
                  <a:pt x="754194" y="11060"/>
                  <a:pt x="753481" y="10799"/>
                </a:cubicBezTo>
                <a:cubicBezTo>
                  <a:pt x="752769" y="10537"/>
                  <a:pt x="751925" y="10300"/>
                  <a:pt x="750951" y="10086"/>
                </a:cubicBezTo>
                <a:cubicBezTo>
                  <a:pt x="749977" y="9872"/>
                  <a:pt x="748848" y="9765"/>
                  <a:pt x="747565" y="9765"/>
                </a:cubicBezTo>
                <a:cubicBezTo>
                  <a:pt x="745807" y="9765"/>
                  <a:pt x="744310" y="10049"/>
                  <a:pt x="743075" y="10618"/>
                </a:cubicBezTo>
                <a:cubicBezTo>
                  <a:pt x="741839" y="11187"/>
                  <a:pt x="740841" y="12075"/>
                  <a:pt x="740081" y="13282"/>
                </a:cubicBezTo>
                <a:cubicBezTo>
                  <a:pt x="739321" y="14490"/>
                  <a:pt x="738774" y="16052"/>
                  <a:pt x="738442" y="17971"/>
                </a:cubicBezTo>
                <a:cubicBezTo>
                  <a:pt x="738109" y="19890"/>
                  <a:pt x="737943" y="22222"/>
                  <a:pt x="737943" y="24970"/>
                </a:cubicBezTo>
                <a:lnTo>
                  <a:pt x="737943" y="31933"/>
                </a:lnTo>
                <a:lnTo>
                  <a:pt x="752270" y="31933"/>
                </a:lnTo>
                <a:cubicBezTo>
                  <a:pt x="752650" y="31933"/>
                  <a:pt x="752971" y="32016"/>
                  <a:pt x="753232" y="32182"/>
                </a:cubicBezTo>
                <a:cubicBezTo>
                  <a:pt x="753493" y="32348"/>
                  <a:pt x="753731" y="32634"/>
                  <a:pt x="753945" y="33037"/>
                </a:cubicBezTo>
                <a:cubicBezTo>
                  <a:pt x="754159" y="33441"/>
                  <a:pt x="754325" y="33952"/>
                  <a:pt x="754444" y="34570"/>
                </a:cubicBezTo>
                <a:cubicBezTo>
                  <a:pt x="754562" y="35188"/>
                  <a:pt x="754622" y="35948"/>
                  <a:pt x="754622" y="36851"/>
                </a:cubicBezTo>
                <a:cubicBezTo>
                  <a:pt x="754622" y="38561"/>
                  <a:pt x="754408" y="39797"/>
                  <a:pt x="753980" y="40557"/>
                </a:cubicBezTo>
                <a:cubicBezTo>
                  <a:pt x="753553" y="41318"/>
                  <a:pt x="752982" y="41698"/>
                  <a:pt x="752270" y="41698"/>
                </a:cubicBezTo>
                <a:lnTo>
                  <a:pt x="737943" y="41698"/>
                </a:lnTo>
                <a:lnTo>
                  <a:pt x="737943" y="98005"/>
                </a:lnTo>
                <a:cubicBezTo>
                  <a:pt x="737943" y="98385"/>
                  <a:pt x="737848" y="98707"/>
                  <a:pt x="737658" y="98970"/>
                </a:cubicBezTo>
                <a:cubicBezTo>
                  <a:pt x="737468" y="99231"/>
                  <a:pt x="737147" y="99457"/>
                  <a:pt x="736695" y="99647"/>
                </a:cubicBezTo>
                <a:cubicBezTo>
                  <a:pt x="736244" y="99837"/>
                  <a:pt x="735638" y="99979"/>
                  <a:pt x="734878" y="100075"/>
                </a:cubicBezTo>
                <a:cubicBezTo>
                  <a:pt x="734118" y="100170"/>
                  <a:pt x="733167" y="100217"/>
                  <a:pt x="732027" y="100217"/>
                </a:cubicBezTo>
                <a:cubicBezTo>
                  <a:pt x="730886" y="100217"/>
                  <a:pt x="729936" y="100170"/>
                  <a:pt x="729176" y="100075"/>
                </a:cubicBezTo>
                <a:cubicBezTo>
                  <a:pt x="728415" y="99979"/>
                  <a:pt x="727809" y="99837"/>
                  <a:pt x="727358" y="99647"/>
                </a:cubicBezTo>
                <a:cubicBezTo>
                  <a:pt x="726907" y="99457"/>
                  <a:pt x="726586" y="99231"/>
                  <a:pt x="726396" y="98970"/>
                </a:cubicBezTo>
                <a:cubicBezTo>
                  <a:pt x="726206" y="98707"/>
                  <a:pt x="726111" y="98385"/>
                  <a:pt x="726111" y="98005"/>
                </a:cubicBezTo>
                <a:lnTo>
                  <a:pt x="726111" y="41698"/>
                </a:lnTo>
                <a:lnTo>
                  <a:pt x="717058" y="41698"/>
                </a:lnTo>
                <a:cubicBezTo>
                  <a:pt x="716298" y="41698"/>
                  <a:pt x="715728" y="41318"/>
                  <a:pt x="715348" y="40557"/>
                </a:cubicBezTo>
                <a:cubicBezTo>
                  <a:pt x="714967" y="39797"/>
                  <a:pt x="714777" y="38561"/>
                  <a:pt x="714777" y="36851"/>
                </a:cubicBezTo>
                <a:cubicBezTo>
                  <a:pt x="714777" y="35948"/>
                  <a:pt x="714825" y="35188"/>
                  <a:pt x="714920" y="34570"/>
                </a:cubicBezTo>
                <a:cubicBezTo>
                  <a:pt x="715015" y="33952"/>
                  <a:pt x="715158" y="33441"/>
                  <a:pt x="715348" y="33037"/>
                </a:cubicBezTo>
                <a:cubicBezTo>
                  <a:pt x="715538" y="32634"/>
                  <a:pt x="715775" y="32348"/>
                  <a:pt x="716060" y="32182"/>
                </a:cubicBezTo>
                <a:cubicBezTo>
                  <a:pt x="716345" y="32016"/>
                  <a:pt x="716678" y="31933"/>
                  <a:pt x="717058" y="31933"/>
                </a:cubicBezTo>
                <a:lnTo>
                  <a:pt x="726111" y="31933"/>
                </a:lnTo>
                <a:lnTo>
                  <a:pt x="726111" y="25319"/>
                </a:lnTo>
                <a:cubicBezTo>
                  <a:pt x="726111" y="20861"/>
                  <a:pt x="726526" y="17033"/>
                  <a:pt x="727358" y="13832"/>
                </a:cubicBezTo>
                <a:cubicBezTo>
                  <a:pt x="728190" y="10632"/>
                  <a:pt x="729461" y="8013"/>
                  <a:pt x="731171" y="5974"/>
                </a:cubicBezTo>
                <a:cubicBezTo>
                  <a:pt x="732882" y="3935"/>
                  <a:pt x="735032" y="2430"/>
                  <a:pt x="737622" y="1459"/>
                </a:cubicBezTo>
                <a:cubicBezTo>
                  <a:pt x="740212" y="486"/>
                  <a:pt x="743265" y="0"/>
                  <a:pt x="746781" y="0"/>
                </a:cubicBezTo>
                <a:cubicBezTo>
                  <a:pt x="748444" y="0"/>
                  <a:pt x="750060" y="154"/>
                  <a:pt x="751628" y="463"/>
                </a:cubicBezTo>
                <a:cubicBezTo>
                  <a:pt x="753196" y="772"/>
                  <a:pt x="754408" y="1105"/>
                  <a:pt x="755263" y="1461"/>
                </a:cubicBezTo>
                <a:cubicBezTo>
                  <a:pt x="756119" y="1818"/>
                  <a:pt x="756689" y="2138"/>
                  <a:pt x="756974" y="2423"/>
                </a:cubicBezTo>
                <a:cubicBezTo>
                  <a:pt x="757259" y="2709"/>
                  <a:pt x="757497" y="3077"/>
                  <a:pt x="757687" y="3528"/>
                </a:cubicBezTo>
                <a:cubicBezTo>
                  <a:pt x="757877" y="3980"/>
                  <a:pt x="758008" y="4526"/>
                  <a:pt x="758079" y="5168"/>
                </a:cubicBezTo>
                <a:cubicBezTo>
                  <a:pt x="758150" y="5809"/>
                  <a:pt x="758186" y="6581"/>
                  <a:pt x="758186" y="7484"/>
                </a:cubicBezTo>
                <a:close/>
                <a:moveTo>
                  <a:pt x="803164" y="38063"/>
                </a:moveTo>
                <a:cubicBezTo>
                  <a:pt x="803164" y="39108"/>
                  <a:pt x="803140" y="39987"/>
                  <a:pt x="803092" y="40700"/>
                </a:cubicBezTo>
                <a:cubicBezTo>
                  <a:pt x="803045" y="41413"/>
                  <a:pt x="802950" y="41971"/>
                  <a:pt x="802807" y="42375"/>
                </a:cubicBezTo>
                <a:cubicBezTo>
                  <a:pt x="802665" y="42779"/>
                  <a:pt x="802486" y="43088"/>
                  <a:pt x="802273" y="43301"/>
                </a:cubicBezTo>
                <a:cubicBezTo>
                  <a:pt x="802059" y="43515"/>
                  <a:pt x="801762" y="43622"/>
                  <a:pt x="801382" y="43622"/>
                </a:cubicBezTo>
                <a:cubicBezTo>
                  <a:pt x="801001" y="43622"/>
                  <a:pt x="800538" y="43515"/>
                  <a:pt x="799992" y="43301"/>
                </a:cubicBezTo>
                <a:cubicBezTo>
                  <a:pt x="799445" y="43088"/>
                  <a:pt x="798827" y="42874"/>
                  <a:pt x="798138" y="42660"/>
                </a:cubicBezTo>
                <a:cubicBezTo>
                  <a:pt x="797449" y="42446"/>
                  <a:pt x="796677" y="42244"/>
                  <a:pt x="795822" y="42054"/>
                </a:cubicBezTo>
                <a:cubicBezTo>
                  <a:pt x="794967" y="41864"/>
                  <a:pt x="794040" y="41769"/>
                  <a:pt x="793042" y="41769"/>
                </a:cubicBezTo>
                <a:cubicBezTo>
                  <a:pt x="791854" y="41769"/>
                  <a:pt x="790690" y="42007"/>
                  <a:pt x="789549" y="42482"/>
                </a:cubicBezTo>
                <a:cubicBezTo>
                  <a:pt x="788409" y="42957"/>
                  <a:pt x="787209" y="43741"/>
                  <a:pt x="785950" y="44834"/>
                </a:cubicBezTo>
                <a:cubicBezTo>
                  <a:pt x="784691" y="45927"/>
                  <a:pt x="783372" y="47376"/>
                  <a:pt x="781994" y="49182"/>
                </a:cubicBezTo>
                <a:cubicBezTo>
                  <a:pt x="780616" y="50988"/>
                  <a:pt x="779095" y="53197"/>
                  <a:pt x="777432" y="55811"/>
                </a:cubicBezTo>
                <a:lnTo>
                  <a:pt x="777432" y="98007"/>
                </a:lnTo>
                <a:cubicBezTo>
                  <a:pt x="777432" y="98388"/>
                  <a:pt x="777337" y="98708"/>
                  <a:pt x="777147" y="98970"/>
                </a:cubicBezTo>
                <a:cubicBezTo>
                  <a:pt x="776957" y="99231"/>
                  <a:pt x="776648" y="99457"/>
                  <a:pt x="776220" y="99647"/>
                </a:cubicBezTo>
                <a:cubicBezTo>
                  <a:pt x="775793" y="99837"/>
                  <a:pt x="775199" y="99979"/>
                  <a:pt x="774438" y="100075"/>
                </a:cubicBezTo>
                <a:cubicBezTo>
                  <a:pt x="773678" y="100170"/>
                  <a:pt x="772704" y="100217"/>
                  <a:pt x="771516" y="100217"/>
                </a:cubicBezTo>
                <a:cubicBezTo>
                  <a:pt x="770376" y="100217"/>
                  <a:pt x="769425" y="100170"/>
                  <a:pt x="768665" y="100075"/>
                </a:cubicBezTo>
                <a:cubicBezTo>
                  <a:pt x="767905" y="99979"/>
                  <a:pt x="767299" y="99837"/>
                  <a:pt x="766847" y="99647"/>
                </a:cubicBezTo>
                <a:cubicBezTo>
                  <a:pt x="766396" y="99457"/>
                  <a:pt x="766087" y="99231"/>
                  <a:pt x="765921" y="98970"/>
                </a:cubicBezTo>
                <a:cubicBezTo>
                  <a:pt x="765754" y="98708"/>
                  <a:pt x="765671" y="98388"/>
                  <a:pt x="765671" y="98007"/>
                </a:cubicBezTo>
                <a:lnTo>
                  <a:pt x="765671" y="33857"/>
                </a:lnTo>
                <a:cubicBezTo>
                  <a:pt x="765671" y="33477"/>
                  <a:pt x="765743" y="33156"/>
                  <a:pt x="765885" y="32895"/>
                </a:cubicBezTo>
                <a:cubicBezTo>
                  <a:pt x="766028" y="32634"/>
                  <a:pt x="766313" y="32396"/>
                  <a:pt x="766740" y="32182"/>
                </a:cubicBezTo>
                <a:cubicBezTo>
                  <a:pt x="767168" y="31968"/>
                  <a:pt x="767715" y="31826"/>
                  <a:pt x="768380" y="31754"/>
                </a:cubicBezTo>
                <a:cubicBezTo>
                  <a:pt x="769045" y="31683"/>
                  <a:pt x="769924" y="31648"/>
                  <a:pt x="771017" y="31648"/>
                </a:cubicBezTo>
                <a:cubicBezTo>
                  <a:pt x="772063" y="31648"/>
                  <a:pt x="772930" y="31683"/>
                  <a:pt x="773619" y="31754"/>
                </a:cubicBezTo>
                <a:cubicBezTo>
                  <a:pt x="774308" y="31826"/>
                  <a:pt x="774842" y="31968"/>
                  <a:pt x="775223" y="32182"/>
                </a:cubicBezTo>
                <a:cubicBezTo>
                  <a:pt x="775603" y="32396"/>
                  <a:pt x="775876" y="32634"/>
                  <a:pt x="776042" y="32895"/>
                </a:cubicBezTo>
                <a:cubicBezTo>
                  <a:pt x="776209" y="33156"/>
                  <a:pt x="776292" y="33477"/>
                  <a:pt x="776292" y="33857"/>
                </a:cubicBezTo>
                <a:lnTo>
                  <a:pt x="776292" y="43195"/>
                </a:lnTo>
                <a:cubicBezTo>
                  <a:pt x="778050" y="40629"/>
                  <a:pt x="779701" y="38538"/>
                  <a:pt x="781246" y="36922"/>
                </a:cubicBezTo>
                <a:cubicBezTo>
                  <a:pt x="782790" y="35306"/>
                  <a:pt x="784251" y="34035"/>
                  <a:pt x="785629" y="33109"/>
                </a:cubicBezTo>
                <a:cubicBezTo>
                  <a:pt x="787007" y="32182"/>
                  <a:pt x="788373" y="31541"/>
                  <a:pt x="789728" y="31184"/>
                </a:cubicBezTo>
                <a:cubicBezTo>
                  <a:pt x="791082" y="30828"/>
                  <a:pt x="792448" y="30650"/>
                  <a:pt x="793826" y="30650"/>
                </a:cubicBezTo>
                <a:cubicBezTo>
                  <a:pt x="794444" y="30650"/>
                  <a:pt x="795145" y="30685"/>
                  <a:pt x="795929" y="30757"/>
                </a:cubicBezTo>
                <a:cubicBezTo>
                  <a:pt x="796713" y="30828"/>
                  <a:pt x="797533" y="30958"/>
                  <a:pt x="798388" y="31149"/>
                </a:cubicBezTo>
                <a:cubicBezTo>
                  <a:pt x="799243" y="31339"/>
                  <a:pt x="800015" y="31552"/>
                  <a:pt x="800704" y="31790"/>
                </a:cubicBezTo>
                <a:cubicBezTo>
                  <a:pt x="801393" y="32028"/>
                  <a:pt x="801881" y="32265"/>
                  <a:pt x="802166" y="32503"/>
                </a:cubicBezTo>
                <a:cubicBezTo>
                  <a:pt x="802451" y="32740"/>
                  <a:pt x="802641" y="32966"/>
                  <a:pt x="802736" y="33180"/>
                </a:cubicBezTo>
                <a:cubicBezTo>
                  <a:pt x="802831" y="33394"/>
                  <a:pt x="802914" y="33667"/>
                  <a:pt x="802985" y="34000"/>
                </a:cubicBezTo>
                <a:cubicBezTo>
                  <a:pt x="803057" y="34332"/>
                  <a:pt x="803104" y="34819"/>
                  <a:pt x="803128" y="35461"/>
                </a:cubicBezTo>
                <a:cubicBezTo>
                  <a:pt x="803152" y="36102"/>
                  <a:pt x="803164" y="36970"/>
                  <a:pt x="803164" y="38063"/>
                </a:cubicBezTo>
                <a:close/>
                <a:moveTo>
                  <a:pt x="869024" y="63152"/>
                </a:moveTo>
                <a:cubicBezTo>
                  <a:pt x="869024" y="65006"/>
                  <a:pt x="868560" y="66324"/>
                  <a:pt x="867634" y="67108"/>
                </a:cubicBezTo>
                <a:cubicBezTo>
                  <a:pt x="866707" y="67892"/>
                  <a:pt x="865650" y="68284"/>
                  <a:pt x="864462" y="68284"/>
                </a:cubicBezTo>
                <a:lnTo>
                  <a:pt x="822408" y="68284"/>
                </a:lnTo>
                <a:cubicBezTo>
                  <a:pt x="822408" y="71859"/>
                  <a:pt x="822764" y="75076"/>
                  <a:pt x="823477" y="77936"/>
                </a:cubicBezTo>
                <a:cubicBezTo>
                  <a:pt x="824190" y="80796"/>
                  <a:pt x="825378" y="83251"/>
                  <a:pt x="827041" y="85300"/>
                </a:cubicBezTo>
                <a:cubicBezTo>
                  <a:pt x="828704" y="87349"/>
                  <a:pt x="830866" y="88922"/>
                  <a:pt x="833527" y="90020"/>
                </a:cubicBezTo>
                <a:cubicBezTo>
                  <a:pt x="836188" y="91116"/>
                  <a:pt x="839443" y="91664"/>
                  <a:pt x="843292" y="91664"/>
                </a:cubicBezTo>
                <a:cubicBezTo>
                  <a:pt x="846333" y="91664"/>
                  <a:pt x="849042" y="91414"/>
                  <a:pt x="851418" y="90915"/>
                </a:cubicBezTo>
                <a:cubicBezTo>
                  <a:pt x="853794" y="90416"/>
                  <a:pt x="855849" y="89858"/>
                  <a:pt x="857583" y="89240"/>
                </a:cubicBezTo>
                <a:cubicBezTo>
                  <a:pt x="859318" y="88623"/>
                  <a:pt x="860743" y="88064"/>
                  <a:pt x="861860" y="87565"/>
                </a:cubicBezTo>
                <a:cubicBezTo>
                  <a:pt x="862977" y="87066"/>
                  <a:pt x="863820" y="86817"/>
                  <a:pt x="864390" y="86817"/>
                </a:cubicBezTo>
                <a:cubicBezTo>
                  <a:pt x="864723" y="86817"/>
                  <a:pt x="865020" y="86900"/>
                  <a:pt x="865281" y="87066"/>
                </a:cubicBezTo>
                <a:cubicBezTo>
                  <a:pt x="865543" y="87233"/>
                  <a:pt x="865745" y="87482"/>
                  <a:pt x="865887" y="87815"/>
                </a:cubicBezTo>
                <a:cubicBezTo>
                  <a:pt x="866030" y="88147"/>
                  <a:pt x="866137" y="88611"/>
                  <a:pt x="866208" y="89205"/>
                </a:cubicBezTo>
                <a:cubicBezTo>
                  <a:pt x="866279" y="89799"/>
                  <a:pt x="866315" y="90523"/>
                  <a:pt x="866315" y="91379"/>
                </a:cubicBezTo>
                <a:cubicBezTo>
                  <a:pt x="866315" y="91996"/>
                  <a:pt x="866291" y="92531"/>
                  <a:pt x="866244" y="92982"/>
                </a:cubicBezTo>
                <a:cubicBezTo>
                  <a:pt x="866196" y="93434"/>
                  <a:pt x="866137" y="93838"/>
                  <a:pt x="866065" y="94194"/>
                </a:cubicBezTo>
                <a:cubicBezTo>
                  <a:pt x="865994" y="94550"/>
                  <a:pt x="865875" y="94871"/>
                  <a:pt x="865709" y="95156"/>
                </a:cubicBezTo>
                <a:cubicBezTo>
                  <a:pt x="865543" y="95441"/>
                  <a:pt x="865329" y="95715"/>
                  <a:pt x="865068" y="95976"/>
                </a:cubicBezTo>
                <a:cubicBezTo>
                  <a:pt x="864806" y="96237"/>
                  <a:pt x="864034" y="96665"/>
                  <a:pt x="862751" y="97259"/>
                </a:cubicBezTo>
                <a:cubicBezTo>
                  <a:pt x="861468" y="97853"/>
                  <a:pt x="859805" y="98435"/>
                  <a:pt x="857762" y="99005"/>
                </a:cubicBezTo>
                <a:cubicBezTo>
                  <a:pt x="855718" y="99576"/>
                  <a:pt x="853354" y="100086"/>
                  <a:pt x="850669" y="100538"/>
                </a:cubicBezTo>
                <a:cubicBezTo>
                  <a:pt x="847985" y="100989"/>
                  <a:pt x="845122" y="101215"/>
                  <a:pt x="842080" y="101215"/>
                </a:cubicBezTo>
                <a:cubicBezTo>
                  <a:pt x="836806" y="101215"/>
                  <a:pt x="832185" y="100478"/>
                  <a:pt x="828217" y="99003"/>
                </a:cubicBezTo>
                <a:cubicBezTo>
                  <a:pt x="824249" y="97529"/>
                  <a:pt x="820911" y="95340"/>
                  <a:pt x="818202" y="92439"/>
                </a:cubicBezTo>
                <a:cubicBezTo>
                  <a:pt x="815494" y="89537"/>
                  <a:pt x="813450" y="85898"/>
                  <a:pt x="812072" y="81522"/>
                </a:cubicBezTo>
                <a:cubicBezTo>
                  <a:pt x="810694" y="77146"/>
                  <a:pt x="810005" y="72056"/>
                  <a:pt x="810005" y="66253"/>
                </a:cubicBezTo>
                <a:cubicBezTo>
                  <a:pt x="810005" y="60735"/>
                  <a:pt x="810718" y="55776"/>
                  <a:pt x="812144" y="51376"/>
                </a:cubicBezTo>
                <a:cubicBezTo>
                  <a:pt x="813569" y="46976"/>
                  <a:pt x="815624" y="43242"/>
                  <a:pt x="818309" y="40174"/>
                </a:cubicBezTo>
                <a:cubicBezTo>
                  <a:pt x="820994" y="37106"/>
                  <a:pt x="824237" y="34752"/>
                  <a:pt x="828039" y="33111"/>
                </a:cubicBezTo>
                <a:cubicBezTo>
                  <a:pt x="831840" y="31470"/>
                  <a:pt x="836093" y="30650"/>
                  <a:pt x="840797" y="30650"/>
                </a:cubicBezTo>
                <a:cubicBezTo>
                  <a:pt x="845834" y="30650"/>
                  <a:pt x="850123" y="31457"/>
                  <a:pt x="853663" y="33073"/>
                </a:cubicBezTo>
                <a:cubicBezTo>
                  <a:pt x="857203" y="34689"/>
                  <a:pt x="860114" y="36863"/>
                  <a:pt x="862395" y="39595"/>
                </a:cubicBezTo>
                <a:cubicBezTo>
                  <a:pt x="864676" y="42327"/>
                  <a:pt x="866351" y="45535"/>
                  <a:pt x="867420" y="49218"/>
                </a:cubicBezTo>
                <a:cubicBezTo>
                  <a:pt x="868489" y="52900"/>
                  <a:pt x="869024" y="56832"/>
                  <a:pt x="869024" y="61014"/>
                </a:cubicBezTo>
                <a:lnTo>
                  <a:pt x="869024" y="63152"/>
                </a:lnTo>
                <a:moveTo>
                  <a:pt x="857191" y="59660"/>
                </a:moveTo>
                <a:cubicBezTo>
                  <a:pt x="857334" y="53482"/>
                  <a:pt x="855968" y="48635"/>
                  <a:pt x="853093" y="45119"/>
                </a:cubicBezTo>
                <a:cubicBezTo>
                  <a:pt x="850218" y="41603"/>
                  <a:pt x="845953" y="39844"/>
                  <a:pt x="840298" y="39844"/>
                </a:cubicBezTo>
                <a:cubicBezTo>
                  <a:pt x="837400" y="39844"/>
                  <a:pt x="834858" y="40391"/>
                  <a:pt x="832672" y="41484"/>
                </a:cubicBezTo>
                <a:cubicBezTo>
                  <a:pt x="830486" y="42577"/>
                  <a:pt x="828656" y="44026"/>
                  <a:pt x="827183" y="45832"/>
                </a:cubicBezTo>
                <a:cubicBezTo>
                  <a:pt x="825710" y="47638"/>
                  <a:pt x="824570" y="49740"/>
                  <a:pt x="823762" y="52140"/>
                </a:cubicBezTo>
                <a:cubicBezTo>
                  <a:pt x="822954" y="54540"/>
                  <a:pt x="822503" y="57046"/>
                  <a:pt x="822408" y="59660"/>
                </a:cubicBezTo>
                <a:lnTo>
                  <a:pt x="857191" y="59660"/>
                </a:lnTo>
                <a:close/>
                <a:moveTo>
                  <a:pt x="941720" y="63152"/>
                </a:moveTo>
                <a:cubicBezTo>
                  <a:pt x="941720" y="65006"/>
                  <a:pt x="941257" y="66324"/>
                  <a:pt x="940330" y="67108"/>
                </a:cubicBezTo>
                <a:cubicBezTo>
                  <a:pt x="939404" y="67892"/>
                  <a:pt x="938346" y="68284"/>
                  <a:pt x="937159" y="68284"/>
                </a:cubicBezTo>
                <a:lnTo>
                  <a:pt x="895104" y="68284"/>
                </a:lnTo>
                <a:cubicBezTo>
                  <a:pt x="895104" y="71859"/>
                  <a:pt x="895461" y="75076"/>
                  <a:pt x="896174" y="77936"/>
                </a:cubicBezTo>
                <a:cubicBezTo>
                  <a:pt x="896886" y="80796"/>
                  <a:pt x="898074" y="83251"/>
                  <a:pt x="899737" y="85300"/>
                </a:cubicBezTo>
                <a:cubicBezTo>
                  <a:pt x="901401" y="87349"/>
                  <a:pt x="903563" y="88922"/>
                  <a:pt x="906224" y="90020"/>
                </a:cubicBezTo>
                <a:cubicBezTo>
                  <a:pt x="908885" y="91116"/>
                  <a:pt x="912140" y="91664"/>
                  <a:pt x="915989" y="91664"/>
                </a:cubicBezTo>
                <a:cubicBezTo>
                  <a:pt x="919030" y="91664"/>
                  <a:pt x="921739" y="91414"/>
                  <a:pt x="924115" y="90915"/>
                </a:cubicBezTo>
                <a:cubicBezTo>
                  <a:pt x="926491" y="90416"/>
                  <a:pt x="928546" y="89858"/>
                  <a:pt x="930280" y="89240"/>
                </a:cubicBezTo>
                <a:cubicBezTo>
                  <a:pt x="932015" y="88623"/>
                  <a:pt x="933440" y="88064"/>
                  <a:pt x="934557" y="87565"/>
                </a:cubicBezTo>
                <a:cubicBezTo>
                  <a:pt x="935674" y="87066"/>
                  <a:pt x="936517" y="86817"/>
                  <a:pt x="937087" y="86817"/>
                </a:cubicBezTo>
                <a:cubicBezTo>
                  <a:pt x="937420" y="86817"/>
                  <a:pt x="937717" y="86900"/>
                  <a:pt x="937978" y="87066"/>
                </a:cubicBezTo>
                <a:cubicBezTo>
                  <a:pt x="938240" y="87233"/>
                  <a:pt x="938442" y="87482"/>
                  <a:pt x="938584" y="87815"/>
                </a:cubicBezTo>
                <a:cubicBezTo>
                  <a:pt x="938727" y="88147"/>
                  <a:pt x="938834" y="88611"/>
                  <a:pt x="938905" y="89205"/>
                </a:cubicBezTo>
                <a:cubicBezTo>
                  <a:pt x="938976" y="89799"/>
                  <a:pt x="939012" y="90523"/>
                  <a:pt x="939012" y="91379"/>
                </a:cubicBezTo>
                <a:cubicBezTo>
                  <a:pt x="939012" y="91996"/>
                  <a:pt x="938988" y="92531"/>
                  <a:pt x="938940" y="92982"/>
                </a:cubicBezTo>
                <a:cubicBezTo>
                  <a:pt x="938893" y="93434"/>
                  <a:pt x="938834" y="93838"/>
                  <a:pt x="938762" y="94194"/>
                </a:cubicBezTo>
                <a:cubicBezTo>
                  <a:pt x="938691" y="94550"/>
                  <a:pt x="938572" y="94871"/>
                  <a:pt x="938406" y="95156"/>
                </a:cubicBezTo>
                <a:cubicBezTo>
                  <a:pt x="938240" y="95441"/>
                  <a:pt x="938026" y="95715"/>
                  <a:pt x="937764" y="95976"/>
                </a:cubicBezTo>
                <a:cubicBezTo>
                  <a:pt x="937503" y="96237"/>
                  <a:pt x="936731" y="96665"/>
                  <a:pt x="935448" y="97259"/>
                </a:cubicBezTo>
                <a:cubicBezTo>
                  <a:pt x="934165" y="97853"/>
                  <a:pt x="932502" y="98435"/>
                  <a:pt x="930458" y="99005"/>
                </a:cubicBezTo>
                <a:cubicBezTo>
                  <a:pt x="928415" y="99576"/>
                  <a:pt x="926051" y="100086"/>
                  <a:pt x="923366" y="100538"/>
                </a:cubicBezTo>
                <a:cubicBezTo>
                  <a:pt x="920681" y="100989"/>
                  <a:pt x="917818" y="101215"/>
                  <a:pt x="914777" y="101215"/>
                </a:cubicBezTo>
                <a:cubicBezTo>
                  <a:pt x="909503" y="101215"/>
                  <a:pt x="904881" y="100478"/>
                  <a:pt x="900914" y="99003"/>
                </a:cubicBezTo>
                <a:cubicBezTo>
                  <a:pt x="896946" y="97529"/>
                  <a:pt x="893608" y="95340"/>
                  <a:pt x="890899" y="92439"/>
                </a:cubicBezTo>
                <a:cubicBezTo>
                  <a:pt x="888190" y="89537"/>
                  <a:pt x="886147" y="85898"/>
                  <a:pt x="884769" y="81522"/>
                </a:cubicBezTo>
                <a:cubicBezTo>
                  <a:pt x="883391" y="77146"/>
                  <a:pt x="882702" y="72056"/>
                  <a:pt x="882702" y="66253"/>
                </a:cubicBezTo>
                <a:cubicBezTo>
                  <a:pt x="882702" y="60735"/>
                  <a:pt x="883415" y="55776"/>
                  <a:pt x="884840" y="51376"/>
                </a:cubicBezTo>
                <a:cubicBezTo>
                  <a:pt x="886266" y="46976"/>
                  <a:pt x="888321" y="43242"/>
                  <a:pt x="891006" y="40174"/>
                </a:cubicBezTo>
                <a:cubicBezTo>
                  <a:pt x="893691" y="37106"/>
                  <a:pt x="896934" y="34752"/>
                  <a:pt x="900735" y="33111"/>
                </a:cubicBezTo>
                <a:cubicBezTo>
                  <a:pt x="904537" y="31470"/>
                  <a:pt x="908790" y="30650"/>
                  <a:pt x="913494" y="30650"/>
                </a:cubicBezTo>
                <a:cubicBezTo>
                  <a:pt x="918531" y="30650"/>
                  <a:pt x="922820" y="31457"/>
                  <a:pt x="926360" y="33073"/>
                </a:cubicBezTo>
                <a:cubicBezTo>
                  <a:pt x="929900" y="34689"/>
                  <a:pt x="932811" y="36863"/>
                  <a:pt x="935091" y="39595"/>
                </a:cubicBezTo>
                <a:cubicBezTo>
                  <a:pt x="937372" y="42327"/>
                  <a:pt x="939047" y="45535"/>
                  <a:pt x="940117" y="49218"/>
                </a:cubicBezTo>
                <a:cubicBezTo>
                  <a:pt x="941186" y="52900"/>
                  <a:pt x="941720" y="56832"/>
                  <a:pt x="941720" y="61014"/>
                </a:cubicBezTo>
                <a:lnTo>
                  <a:pt x="941720" y="63152"/>
                </a:lnTo>
                <a:moveTo>
                  <a:pt x="929888" y="59660"/>
                </a:moveTo>
                <a:cubicBezTo>
                  <a:pt x="930031" y="53482"/>
                  <a:pt x="928665" y="48635"/>
                  <a:pt x="925790" y="45119"/>
                </a:cubicBezTo>
                <a:cubicBezTo>
                  <a:pt x="922915" y="41603"/>
                  <a:pt x="918650" y="39844"/>
                  <a:pt x="912995" y="39844"/>
                </a:cubicBezTo>
                <a:cubicBezTo>
                  <a:pt x="910097" y="39844"/>
                  <a:pt x="907554" y="40391"/>
                  <a:pt x="905368" y="41484"/>
                </a:cubicBezTo>
                <a:cubicBezTo>
                  <a:pt x="903183" y="42577"/>
                  <a:pt x="901353" y="44026"/>
                  <a:pt x="899880" y="45832"/>
                </a:cubicBezTo>
                <a:cubicBezTo>
                  <a:pt x="898407" y="47638"/>
                  <a:pt x="897267" y="49740"/>
                  <a:pt x="896459" y="52140"/>
                </a:cubicBezTo>
                <a:cubicBezTo>
                  <a:pt x="895651" y="54540"/>
                  <a:pt x="895199" y="57046"/>
                  <a:pt x="895104" y="59660"/>
                </a:cubicBezTo>
                <a:lnTo>
                  <a:pt x="929888" y="59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…">
            <a:extLst xmlns:a="http://schemas.openxmlformats.org/drawingml/2006/main">
              <a:ext uri="{FF2B5EF4-FFF2-40B4-BE49-F238E27FC236}">
                <a16:creationId xmlns:a16="http://schemas.microsoft.com/office/drawing/2014/main" id="{3D01A91D-FF8A-4A98-9F01-B3E8ECFB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265" y="4899505"/>
            <a:ext cx="79404" cy="16537"/>
          </a:xfrm>
          <a:custGeom xmlns:a="http://schemas.openxmlformats.org/drawingml/2006/main">
            <a:pathLst>
              <a:path w="79404" h="16537">
                <a:moveTo>
                  <a:pt x="15040" y="8161"/>
                </a:moveTo>
                <a:cubicBezTo>
                  <a:pt x="15040" y="11501"/>
                  <a:pt x="14481" y="13732"/>
                  <a:pt x="13365" y="14855"/>
                </a:cubicBezTo>
                <a:cubicBezTo>
                  <a:pt x="12248" y="15976"/>
                  <a:pt x="10264" y="16537"/>
                  <a:pt x="7413" y="16537"/>
                </a:cubicBezTo>
                <a:cubicBezTo>
                  <a:pt x="4657" y="16537"/>
                  <a:pt x="2732" y="15988"/>
                  <a:pt x="1639" y="14890"/>
                </a:cubicBezTo>
                <a:cubicBezTo>
                  <a:pt x="546" y="13793"/>
                  <a:pt x="0" y="11621"/>
                  <a:pt x="0" y="8375"/>
                </a:cubicBezTo>
                <a:cubicBezTo>
                  <a:pt x="0" y="5036"/>
                  <a:pt x="558" y="2805"/>
                  <a:pt x="1675" y="1684"/>
                </a:cubicBezTo>
                <a:cubicBezTo>
                  <a:pt x="2792" y="561"/>
                  <a:pt x="4776" y="0"/>
                  <a:pt x="7627" y="0"/>
                </a:cubicBezTo>
                <a:cubicBezTo>
                  <a:pt x="10383" y="0"/>
                  <a:pt x="12307" y="549"/>
                  <a:pt x="13400" y="1646"/>
                </a:cubicBezTo>
                <a:cubicBezTo>
                  <a:pt x="14493" y="2743"/>
                  <a:pt x="15040" y="4915"/>
                  <a:pt x="15040" y="8161"/>
                </a:cubicBezTo>
                <a:moveTo>
                  <a:pt x="47186" y="8161"/>
                </a:moveTo>
                <a:cubicBezTo>
                  <a:pt x="47186" y="11501"/>
                  <a:pt x="46640" y="13732"/>
                  <a:pt x="45547" y="14855"/>
                </a:cubicBezTo>
                <a:cubicBezTo>
                  <a:pt x="44454" y="15976"/>
                  <a:pt x="42482" y="16537"/>
                  <a:pt x="39631" y="16537"/>
                </a:cubicBezTo>
                <a:cubicBezTo>
                  <a:pt x="36875" y="16537"/>
                  <a:pt x="34950" y="15988"/>
                  <a:pt x="33857" y="14890"/>
                </a:cubicBezTo>
                <a:cubicBezTo>
                  <a:pt x="32764" y="13793"/>
                  <a:pt x="32218" y="11621"/>
                  <a:pt x="32218" y="8375"/>
                </a:cubicBezTo>
                <a:cubicBezTo>
                  <a:pt x="32218" y="5036"/>
                  <a:pt x="32776" y="2805"/>
                  <a:pt x="33893" y="1684"/>
                </a:cubicBezTo>
                <a:cubicBezTo>
                  <a:pt x="35009" y="561"/>
                  <a:pt x="36970" y="0"/>
                  <a:pt x="39773" y="0"/>
                </a:cubicBezTo>
                <a:cubicBezTo>
                  <a:pt x="42577" y="0"/>
                  <a:pt x="44513" y="549"/>
                  <a:pt x="45582" y="1646"/>
                </a:cubicBezTo>
                <a:cubicBezTo>
                  <a:pt x="46652" y="2743"/>
                  <a:pt x="47186" y="4915"/>
                  <a:pt x="47186" y="8161"/>
                </a:cubicBezTo>
                <a:moveTo>
                  <a:pt x="79404" y="8161"/>
                </a:moveTo>
                <a:cubicBezTo>
                  <a:pt x="79404" y="11501"/>
                  <a:pt x="78846" y="13732"/>
                  <a:pt x="77729" y="14855"/>
                </a:cubicBezTo>
                <a:cubicBezTo>
                  <a:pt x="76612" y="15976"/>
                  <a:pt x="74628" y="16537"/>
                  <a:pt x="71777" y="16537"/>
                </a:cubicBezTo>
                <a:cubicBezTo>
                  <a:pt x="69021" y="16537"/>
                  <a:pt x="67097" y="15988"/>
                  <a:pt x="66004" y="14890"/>
                </a:cubicBezTo>
                <a:cubicBezTo>
                  <a:pt x="64911" y="13793"/>
                  <a:pt x="64364" y="11621"/>
                  <a:pt x="64364" y="8375"/>
                </a:cubicBezTo>
                <a:cubicBezTo>
                  <a:pt x="64364" y="5036"/>
                  <a:pt x="64923" y="2805"/>
                  <a:pt x="66039" y="1684"/>
                </a:cubicBezTo>
                <a:cubicBezTo>
                  <a:pt x="67156" y="561"/>
                  <a:pt x="69140" y="0"/>
                  <a:pt x="71991" y="0"/>
                </a:cubicBezTo>
                <a:cubicBezTo>
                  <a:pt x="74747" y="0"/>
                  <a:pt x="76672" y="549"/>
                  <a:pt x="77764" y="1646"/>
                </a:cubicBezTo>
                <a:cubicBezTo>
                  <a:pt x="78857" y="2743"/>
                  <a:pt x="79404" y="4915"/>
                  <a:pt x="79404" y="81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…">
            <a:extLst xmlns:a="http://schemas.openxmlformats.org/drawingml/2006/main">
              <a:ext uri="{FF2B5EF4-FFF2-40B4-BE49-F238E27FC236}">
                <a16:creationId xmlns:a16="http://schemas.microsoft.com/office/drawing/2014/main" id="{201A1702-8BEE-4471-B524-A9EB3B0C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64" y="4899505"/>
            <a:ext cx="79404" cy="16537"/>
          </a:xfrm>
          <a:custGeom xmlns:a="http://schemas.openxmlformats.org/drawingml/2006/main">
            <a:pathLst>
              <a:path w="79404" h="16537">
                <a:moveTo>
                  <a:pt x="15040" y="8161"/>
                </a:moveTo>
                <a:cubicBezTo>
                  <a:pt x="15040" y="11501"/>
                  <a:pt x="14481" y="13732"/>
                  <a:pt x="13365" y="14855"/>
                </a:cubicBezTo>
                <a:cubicBezTo>
                  <a:pt x="12248" y="15976"/>
                  <a:pt x="10264" y="16537"/>
                  <a:pt x="7413" y="16537"/>
                </a:cubicBezTo>
                <a:cubicBezTo>
                  <a:pt x="4657" y="16537"/>
                  <a:pt x="2732" y="15988"/>
                  <a:pt x="1639" y="14890"/>
                </a:cubicBezTo>
                <a:cubicBezTo>
                  <a:pt x="546" y="13793"/>
                  <a:pt x="0" y="11621"/>
                  <a:pt x="0" y="8375"/>
                </a:cubicBezTo>
                <a:cubicBezTo>
                  <a:pt x="0" y="5036"/>
                  <a:pt x="558" y="2805"/>
                  <a:pt x="1675" y="1684"/>
                </a:cubicBezTo>
                <a:cubicBezTo>
                  <a:pt x="2792" y="561"/>
                  <a:pt x="4776" y="0"/>
                  <a:pt x="7627" y="0"/>
                </a:cubicBezTo>
                <a:cubicBezTo>
                  <a:pt x="10383" y="0"/>
                  <a:pt x="12307" y="549"/>
                  <a:pt x="13400" y="1646"/>
                </a:cubicBezTo>
                <a:cubicBezTo>
                  <a:pt x="14493" y="2743"/>
                  <a:pt x="15040" y="4915"/>
                  <a:pt x="15040" y="8161"/>
                </a:cubicBezTo>
                <a:moveTo>
                  <a:pt x="47186" y="8161"/>
                </a:moveTo>
                <a:cubicBezTo>
                  <a:pt x="47186" y="11501"/>
                  <a:pt x="46640" y="13732"/>
                  <a:pt x="45547" y="14855"/>
                </a:cubicBezTo>
                <a:cubicBezTo>
                  <a:pt x="44454" y="15976"/>
                  <a:pt x="42482" y="16537"/>
                  <a:pt x="39631" y="16537"/>
                </a:cubicBezTo>
                <a:cubicBezTo>
                  <a:pt x="36875" y="16537"/>
                  <a:pt x="34950" y="15988"/>
                  <a:pt x="33857" y="14890"/>
                </a:cubicBezTo>
                <a:cubicBezTo>
                  <a:pt x="32764" y="13793"/>
                  <a:pt x="32218" y="11621"/>
                  <a:pt x="32218" y="8375"/>
                </a:cubicBezTo>
                <a:cubicBezTo>
                  <a:pt x="32218" y="5036"/>
                  <a:pt x="32776" y="2805"/>
                  <a:pt x="33893" y="1684"/>
                </a:cubicBezTo>
                <a:cubicBezTo>
                  <a:pt x="35009" y="561"/>
                  <a:pt x="36970" y="0"/>
                  <a:pt x="39773" y="0"/>
                </a:cubicBezTo>
                <a:cubicBezTo>
                  <a:pt x="42577" y="0"/>
                  <a:pt x="44513" y="549"/>
                  <a:pt x="45582" y="1646"/>
                </a:cubicBezTo>
                <a:cubicBezTo>
                  <a:pt x="46652" y="2743"/>
                  <a:pt x="47186" y="4915"/>
                  <a:pt x="47186" y="8161"/>
                </a:cubicBezTo>
                <a:moveTo>
                  <a:pt x="79404" y="8161"/>
                </a:moveTo>
                <a:cubicBezTo>
                  <a:pt x="79404" y="11501"/>
                  <a:pt x="78846" y="13732"/>
                  <a:pt x="77729" y="14855"/>
                </a:cubicBezTo>
                <a:cubicBezTo>
                  <a:pt x="76612" y="15976"/>
                  <a:pt x="74628" y="16537"/>
                  <a:pt x="71777" y="16537"/>
                </a:cubicBezTo>
                <a:cubicBezTo>
                  <a:pt x="69021" y="16537"/>
                  <a:pt x="67097" y="15988"/>
                  <a:pt x="66004" y="14890"/>
                </a:cubicBezTo>
                <a:cubicBezTo>
                  <a:pt x="64911" y="13793"/>
                  <a:pt x="64364" y="11621"/>
                  <a:pt x="64364" y="8375"/>
                </a:cubicBezTo>
                <a:cubicBezTo>
                  <a:pt x="64364" y="5036"/>
                  <a:pt x="64923" y="2805"/>
                  <a:pt x="66039" y="1684"/>
                </a:cubicBezTo>
                <a:cubicBezTo>
                  <a:pt x="67156" y="561"/>
                  <a:pt x="69140" y="0"/>
                  <a:pt x="71991" y="0"/>
                </a:cubicBezTo>
                <a:cubicBezTo>
                  <a:pt x="74747" y="0"/>
                  <a:pt x="76672" y="549"/>
                  <a:pt x="77764" y="1646"/>
                </a:cubicBezTo>
                <a:cubicBezTo>
                  <a:pt x="78857" y="2743"/>
                  <a:pt x="79404" y="4915"/>
                  <a:pt x="79404" y="81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2649f03804016"/>
          <a:stretch xmlns:a="http://schemas.openxmlformats.org/drawingml/2006/main"/>
        </p:blipFill>
        <p:spPr>
          <a:xfrm xmlns:a="http://schemas.openxmlformats.org/drawingml/2006/main">
            <a:off x="4525511" y="4256727"/>
            <a:ext cx="1149574" cy="1149574"/>
          </a:xfrm>
          <a:prstGeom xmlns:a="http://schemas.openxmlformats.org/drawingml/2006/main" prst="rect">
            <a:avLst/>
          </a:prstGeom>
        </p:spPr>
      </p:pic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AEE41A-F0B9-41EF-BBA5-64C6AE06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704" y="4520622"/>
            <a:ext cx="1245353" cy="281412"/>
          </a:xfrm>
          <a:custGeom xmlns:a="http://schemas.openxmlformats.org/drawingml/2006/main">
            <a:pathLst>
              <a:path w="1245353" h="281412">
                <a:moveTo>
                  <a:pt x="1103429" y="113457"/>
                </a:moveTo>
                <a:lnTo>
                  <a:pt x="1064990" y="93586"/>
                </a:lnTo>
                <a:lnTo>
                  <a:pt x="1025820" y="75664"/>
                </a:lnTo>
                <a:lnTo>
                  <a:pt x="986080" y="59607"/>
                </a:lnTo>
                <a:lnTo>
                  <a:pt x="945855" y="45494"/>
                </a:lnTo>
                <a:lnTo>
                  <a:pt x="905225" y="33250"/>
                </a:lnTo>
                <a:lnTo>
                  <a:pt x="864188" y="22951"/>
                </a:lnTo>
                <a:lnTo>
                  <a:pt x="822666" y="14516"/>
                </a:lnTo>
                <a:lnTo>
                  <a:pt x="781063" y="8027"/>
                </a:lnTo>
                <a:lnTo>
                  <a:pt x="739215" y="3486"/>
                </a:lnTo>
                <a:lnTo>
                  <a:pt x="697287" y="812"/>
                </a:lnTo>
                <a:lnTo>
                  <a:pt x="655279" y="0"/>
                </a:lnTo>
                <a:lnTo>
                  <a:pt x="613271" y="1054"/>
                </a:lnTo>
                <a:lnTo>
                  <a:pt x="571343" y="4055"/>
                </a:lnTo>
                <a:lnTo>
                  <a:pt x="529658" y="8838"/>
                </a:lnTo>
                <a:lnTo>
                  <a:pt x="488135" y="15571"/>
                </a:lnTo>
                <a:lnTo>
                  <a:pt x="446856" y="24249"/>
                </a:lnTo>
                <a:lnTo>
                  <a:pt x="405982" y="34710"/>
                </a:lnTo>
                <a:lnTo>
                  <a:pt x="365514" y="47037"/>
                </a:lnTo>
                <a:lnTo>
                  <a:pt x="325612" y="61228"/>
                </a:lnTo>
                <a:lnTo>
                  <a:pt x="286279" y="77367"/>
                </a:lnTo>
                <a:lnTo>
                  <a:pt x="247514" y="95289"/>
                </a:lnTo>
                <a:lnTo>
                  <a:pt x="209480" y="115077"/>
                </a:lnTo>
                <a:lnTo>
                  <a:pt x="172256" y="136731"/>
                </a:lnTo>
                <a:lnTo>
                  <a:pt x="135843" y="160251"/>
                </a:lnTo>
                <a:lnTo>
                  <a:pt x="100321" y="185635"/>
                </a:lnTo>
                <a:lnTo>
                  <a:pt x="65771" y="212801"/>
                </a:lnTo>
                <a:lnTo>
                  <a:pt x="32278" y="241836"/>
                </a:lnTo>
                <a:lnTo>
                  <a:pt x="0" y="272654"/>
                </a:lnTo>
                <a:lnTo>
                  <a:pt x="8435" y="281412"/>
                </a:lnTo>
                <a:lnTo>
                  <a:pt x="40551" y="250757"/>
                </a:lnTo>
                <a:lnTo>
                  <a:pt x="40388" y="251000"/>
                </a:lnTo>
                <a:lnTo>
                  <a:pt x="73638" y="222048"/>
                </a:lnTo>
                <a:lnTo>
                  <a:pt x="73395" y="222291"/>
                </a:lnTo>
                <a:lnTo>
                  <a:pt x="107699" y="195284"/>
                </a:lnTo>
                <a:lnTo>
                  <a:pt x="107539" y="195447"/>
                </a:lnTo>
                <a:lnTo>
                  <a:pt x="142728" y="170286"/>
                </a:lnTo>
                <a:lnTo>
                  <a:pt x="178742" y="147030"/>
                </a:lnTo>
                <a:lnTo>
                  <a:pt x="178499" y="147193"/>
                </a:lnTo>
                <a:lnTo>
                  <a:pt x="215481" y="125701"/>
                </a:lnTo>
                <a:lnTo>
                  <a:pt x="215238" y="125784"/>
                </a:lnTo>
                <a:lnTo>
                  <a:pt x="252792" y="106279"/>
                </a:lnTo>
                <a:lnTo>
                  <a:pt x="291228" y="88477"/>
                </a:lnTo>
                <a:lnTo>
                  <a:pt x="290985" y="88560"/>
                </a:lnTo>
                <a:lnTo>
                  <a:pt x="330073" y="72583"/>
                </a:lnTo>
                <a:lnTo>
                  <a:pt x="329830" y="72663"/>
                </a:lnTo>
                <a:lnTo>
                  <a:pt x="369368" y="58595"/>
                </a:lnTo>
                <a:lnTo>
                  <a:pt x="409468" y="46389"/>
                </a:lnTo>
                <a:lnTo>
                  <a:pt x="409145" y="46469"/>
                </a:lnTo>
                <a:lnTo>
                  <a:pt x="449531" y="36071"/>
                </a:lnTo>
                <a:lnTo>
                  <a:pt x="490487" y="27492"/>
                </a:lnTo>
                <a:lnTo>
                  <a:pt x="490161" y="27572"/>
                </a:lnTo>
                <a:lnTo>
                  <a:pt x="531441" y="20923"/>
                </a:lnTo>
                <a:lnTo>
                  <a:pt x="531198" y="20923"/>
                </a:lnTo>
                <a:lnTo>
                  <a:pt x="572640" y="16139"/>
                </a:lnTo>
                <a:lnTo>
                  <a:pt x="572397" y="16139"/>
                </a:lnTo>
                <a:lnTo>
                  <a:pt x="614000" y="13136"/>
                </a:lnTo>
                <a:lnTo>
                  <a:pt x="613677" y="13136"/>
                </a:lnTo>
                <a:lnTo>
                  <a:pt x="655338" y="12167"/>
                </a:lnTo>
                <a:lnTo>
                  <a:pt x="696881" y="12893"/>
                </a:lnTo>
                <a:lnTo>
                  <a:pt x="696638" y="12893"/>
                </a:lnTo>
                <a:lnTo>
                  <a:pt x="738244" y="15571"/>
                </a:lnTo>
                <a:lnTo>
                  <a:pt x="738001" y="15571"/>
                </a:lnTo>
                <a:lnTo>
                  <a:pt x="779603" y="20111"/>
                </a:lnTo>
                <a:lnTo>
                  <a:pt x="779360" y="20111"/>
                </a:lnTo>
                <a:lnTo>
                  <a:pt x="820720" y="26518"/>
                </a:lnTo>
                <a:lnTo>
                  <a:pt x="820397" y="26518"/>
                </a:lnTo>
                <a:lnTo>
                  <a:pt x="861593" y="34873"/>
                </a:lnTo>
                <a:lnTo>
                  <a:pt x="861351" y="34790"/>
                </a:lnTo>
                <a:lnTo>
                  <a:pt x="902144" y="45008"/>
                </a:lnTo>
                <a:lnTo>
                  <a:pt x="901901" y="44928"/>
                </a:lnTo>
                <a:lnTo>
                  <a:pt x="942286" y="57093"/>
                </a:lnTo>
                <a:lnTo>
                  <a:pt x="941963" y="57013"/>
                </a:lnTo>
                <a:lnTo>
                  <a:pt x="981946" y="71040"/>
                </a:lnTo>
                <a:lnTo>
                  <a:pt x="981700" y="70960"/>
                </a:lnTo>
                <a:lnTo>
                  <a:pt x="1021196" y="86857"/>
                </a:lnTo>
                <a:lnTo>
                  <a:pt x="1020873" y="86774"/>
                </a:lnTo>
                <a:lnTo>
                  <a:pt x="1059798" y="104616"/>
                </a:lnTo>
                <a:lnTo>
                  <a:pt x="1059555" y="104453"/>
                </a:lnTo>
                <a:lnTo>
                  <a:pt x="1097754" y="124241"/>
                </a:lnTo>
                <a:lnTo>
                  <a:pt x="1097429" y="124081"/>
                </a:lnTo>
                <a:lnTo>
                  <a:pt x="1134896" y="145733"/>
                </a:lnTo>
                <a:lnTo>
                  <a:pt x="1134653" y="145572"/>
                </a:lnTo>
                <a:lnTo>
                  <a:pt x="1171206" y="169050"/>
                </a:lnTo>
                <a:lnTo>
                  <a:pt x="1206994" y="194556"/>
                </a:lnTo>
                <a:lnTo>
                  <a:pt x="1206751" y="194313"/>
                </a:lnTo>
                <a:lnTo>
                  <a:pt x="1214553" y="200470"/>
                </a:lnTo>
                <a:lnTo>
                  <a:pt x="1180879" y="195770"/>
                </a:lnTo>
                <a:lnTo>
                  <a:pt x="1180465" y="195724"/>
                </a:lnTo>
                <a:lnTo>
                  <a:pt x="1180055" y="195705"/>
                </a:lnTo>
                <a:lnTo>
                  <a:pt x="1179649" y="195714"/>
                </a:lnTo>
                <a:lnTo>
                  <a:pt x="1179249" y="195749"/>
                </a:lnTo>
                <a:lnTo>
                  <a:pt x="1178855" y="195810"/>
                </a:lnTo>
                <a:lnTo>
                  <a:pt x="1178470" y="195896"/>
                </a:lnTo>
                <a:lnTo>
                  <a:pt x="1178093" y="196007"/>
                </a:lnTo>
                <a:lnTo>
                  <a:pt x="1177726" y="196140"/>
                </a:lnTo>
                <a:lnTo>
                  <a:pt x="1177370" y="196297"/>
                </a:lnTo>
                <a:lnTo>
                  <a:pt x="1177026" y="196476"/>
                </a:lnTo>
                <a:lnTo>
                  <a:pt x="1176695" y="196676"/>
                </a:lnTo>
                <a:lnTo>
                  <a:pt x="1176379" y="196896"/>
                </a:lnTo>
                <a:lnTo>
                  <a:pt x="1176077" y="197137"/>
                </a:lnTo>
                <a:lnTo>
                  <a:pt x="1175792" y="197396"/>
                </a:lnTo>
                <a:lnTo>
                  <a:pt x="1175524" y="197674"/>
                </a:lnTo>
                <a:lnTo>
                  <a:pt x="1175275" y="197970"/>
                </a:lnTo>
                <a:lnTo>
                  <a:pt x="1175045" y="198282"/>
                </a:lnTo>
                <a:lnTo>
                  <a:pt x="1174835" y="198611"/>
                </a:lnTo>
                <a:lnTo>
                  <a:pt x="1174647" y="198955"/>
                </a:lnTo>
                <a:lnTo>
                  <a:pt x="1174481" y="199313"/>
                </a:lnTo>
                <a:lnTo>
                  <a:pt x="1174340" y="199686"/>
                </a:lnTo>
                <a:lnTo>
                  <a:pt x="1174223" y="200071"/>
                </a:lnTo>
                <a:lnTo>
                  <a:pt x="1174131" y="200470"/>
                </a:lnTo>
                <a:lnTo>
                  <a:pt x="1174067" y="200879"/>
                </a:lnTo>
                <a:lnTo>
                  <a:pt x="1174021" y="201294"/>
                </a:lnTo>
                <a:lnTo>
                  <a:pt x="1174003" y="201705"/>
                </a:lnTo>
                <a:lnTo>
                  <a:pt x="1174014" y="202111"/>
                </a:lnTo>
                <a:lnTo>
                  <a:pt x="1174052" y="202511"/>
                </a:lnTo>
                <a:lnTo>
                  <a:pt x="1174116" y="202905"/>
                </a:lnTo>
                <a:lnTo>
                  <a:pt x="1174205" y="203292"/>
                </a:lnTo>
                <a:lnTo>
                  <a:pt x="1174320" y="203669"/>
                </a:lnTo>
                <a:lnTo>
                  <a:pt x="1174458" y="204037"/>
                </a:lnTo>
                <a:lnTo>
                  <a:pt x="1174619" y="204395"/>
                </a:lnTo>
                <a:lnTo>
                  <a:pt x="1174803" y="204740"/>
                </a:lnTo>
                <a:lnTo>
                  <a:pt x="1175008" y="205073"/>
                </a:lnTo>
                <a:lnTo>
                  <a:pt x="1175233" y="205392"/>
                </a:lnTo>
                <a:lnTo>
                  <a:pt x="1175479" y="205696"/>
                </a:lnTo>
                <a:lnTo>
                  <a:pt x="1175743" y="205985"/>
                </a:lnTo>
                <a:lnTo>
                  <a:pt x="1176026" y="206256"/>
                </a:lnTo>
                <a:lnTo>
                  <a:pt x="1176326" y="206510"/>
                </a:lnTo>
                <a:lnTo>
                  <a:pt x="1176643" y="206745"/>
                </a:lnTo>
                <a:lnTo>
                  <a:pt x="1176976" y="206960"/>
                </a:lnTo>
                <a:lnTo>
                  <a:pt x="1177324" y="207154"/>
                </a:lnTo>
                <a:lnTo>
                  <a:pt x="1177686" y="207326"/>
                </a:lnTo>
                <a:lnTo>
                  <a:pt x="1178061" y="207475"/>
                </a:lnTo>
                <a:lnTo>
                  <a:pt x="1178449" y="207600"/>
                </a:lnTo>
                <a:lnTo>
                  <a:pt x="1178848" y="207700"/>
                </a:lnTo>
                <a:lnTo>
                  <a:pt x="1179259" y="207775"/>
                </a:lnTo>
                <a:lnTo>
                  <a:pt x="1245353" y="217019"/>
                </a:lnTo>
                <a:lnTo>
                  <a:pt x="1220861" y="154897"/>
                </a:lnTo>
                <a:lnTo>
                  <a:pt x="1220697" y="154520"/>
                </a:lnTo>
                <a:lnTo>
                  <a:pt x="1220509" y="154159"/>
                </a:lnTo>
                <a:lnTo>
                  <a:pt x="1220300" y="153816"/>
                </a:lnTo>
                <a:lnTo>
                  <a:pt x="1220070" y="153490"/>
                </a:lnTo>
                <a:lnTo>
                  <a:pt x="1219819" y="153183"/>
                </a:lnTo>
                <a:lnTo>
                  <a:pt x="1219551" y="152894"/>
                </a:lnTo>
                <a:lnTo>
                  <a:pt x="1219265" y="152624"/>
                </a:lnTo>
                <a:lnTo>
                  <a:pt x="1218963" y="152374"/>
                </a:lnTo>
                <a:lnTo>
                  <a:pt x="1218646" y="152145"/>
                </a:lnTo>
                <a:lnTo>
                  <a:pt x="1218315" y="151936"/>
                </a:lnTo>
                <a:lnTo>
                  <a:pt x="1217972" y="151749"/>
                </a:lnTo>
                <a:lnTo>
                  <a:pt x="1217618" y="151583"/>
                </a:lnTo>
                <a:lnTo>
                  <a:pt x="1217253" y="151440"/>
                </a:lnTo>
                <a:lnTo>
                  <a:pt x="1216879" y="151319"/>
                </a:lnTo>
                <a:lnTo>
                  <a:pt x="1216498" y="151222"/>
                </a:lnTo>
                <a:lnTo>
                  <a:pt x="1216110" y="151149"/>
                </a:lnTo>
                <a:lnTo>
                  <a:pt x="1215717" y="151101"/>
                </a:lnTo>
                <a:lnTo>
                  <a:pt x="1215319" y="151077"/>
                </a:lnTo>
                <a:lnTo>
                  <a:pt x="1214919" y="151079"/>
                </a:lnTo>
                <a:lnTo>
                  <a:pt x="1214517" y="151107"/>
                </a:lnTo>
                <a:lnTo>
                  <a:pt x="1214114" y="151162"/>
                </a:lnTo>
                <a:lnTo>
                  <a:pt x="1213712" y="151243"/>
                </a:lnTo>
                <a:lnTo>
                  <a:pt x="1213312" y="151353"/>
                </a:lnTo>
                <a:lnTo>
                  <a:pt x="1212914" y="151490"/>
                </a:lnTo>
                <a:lnTo>
                  <a:pt x="1212537" y="151655"/>
                </a:lnTo>
                <a:lnTo>
                  <a:pt x="1212176" y="151842"/>
                </a:lnTo>
                <a:lnTo>
                  <a:pt x="1211833" y="152052"/>
                </a:lnTo>
                <a:lnTo>
                  <a:pt x="1211507" y="152282"/>
                </a:lnTo>
                <a:lnTo>
                  <a:pt x="1211199" y="152532"/>
                </a:lnTo>
                <a:lnTo>
                  <a:pt x="1210910" y="152800"/>
                </a:lnTo>
                <a:lnTo>
                  <a:pt x="1210641" y="153085"/>
                </a:lnTo>
                <a:lnTo>
                  <a:pt x="1210391" y="153386"/>
                </a:lnTo>
                <a:lnTo>
                  <a:pt x="1210161" y="153702"/>
                </a:lnTo>
                <a:lnTo>
                  <a:pt x="1209952" y="154031"/>
                </a:lnTo>
                <a:lnTo>
                  <a:pt x="1209764" y="154373"/>
                </a:lnTo>
                <a:lnTo>
                  <a:pt x="1209599" y="154725"/>
                </a:lnTo>
                <a:lnTo>
                  <a:pt x="1209455" y="155087"/>
                </a:lnTo>
                <a:lnTo>
                  <a:pt x="1209335" y="155458"/>
                </a:lnTo>
                <a:lnTo>
                  <a:pt x="1209238" y="155835"/>
                </a:lnTo>
                <a:lnTo>
                  <a:pt x="1209165" y="156219"/>
                </a:lnTo>
                <a:lnTo>
                  <a:pt x="1209117" y="156607"/>
                </a:lnTo>
                <a:lnTo>
                  <a:pt x="1209093" y="157000"/>
                </a:lnTo>
                <a:lnTo>
                  <a:pt x="1209096" y="157394"/>
                </a:lnTo>
                <a:lnTo>
                  <a:pt x="1209124" y="157789"/>
                </a:lnTo>
                <a:lnTo>
                  <a:pt x="1209179" y="158185"/>
                </a:lnTo>
                <a:lnTo>
                  <a:pt x="1209261" y="158578"/>
                </a:lnTo>
                <a:lnTo>
                  <a:pt x="1209370" y="158970"/>
                </a:lnTo>
                <a:lnTo>
                  <a:pt x="1209508" y="159357"/>
                </a:lnTo>
                <a:lnTo>
                  <a:pt x="1221927" y="190819"/>
                </a:lnTo>
                <a:lnTo>
                  <a:pt x="1214129" y="184660"/>
                </a:lnTo>
                <a:lnTo>
                  <a:pt x="1178042" y="159034"/>
                </a:lnTo>
                <a:lnTo>
                  <a:pt x="1141143" y="135271"/>
                </a:lnTo>
                <a:lnTo>
                  <a:pt x="1103429" y="1134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Resample">
            <a:extLst xmlns:a="http://schemas.openxmlformats.org/drawingml/2006/main">
              <a:ext uri="{FF2B5EF4-FFF2-40B4-BE49-F238E27FC236}">
                <a16:creationId xmlns:a16="http://schemas.microsoft.com/office/drawing/2014/main" id="{BABDC48B-E6FB-433B-AA11-A8132193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134" y="4372219"/>
            <a:ext cx="558369" cy="125481"/>
          </a:xfrm>
          <a:custGeom xmlns:a="http://schemas.openxmlformats.org/drawingml/2006/main">
            <a:pathLst>
              <a:path w="558369" h="125481">
                <a:moveTo>
                  <a:pt x="61598" y="97644"/>
                </a:moveTo>
                <a:cubicBezTo>
                  <a:pt x="61598" y="98025"/>
                  <a:pt x="61527" y="98358"/>
                  <a:pt x="61384" y="98643"/>
                </a:cubicBezTo>
                <a:cubicBezTo>
                  <a:pt x="61242" y="98929"/>
                  <a:pt x="60932" y="99167"/>
                  <a:pt x="60456" y="99357"/>
                </a:cubicBezTo>
                <a:cubicBezTo>
                  <a:pt x="59981" y="99547"/>
                  <a:pt x="59314" y="99690"/>
                  <a:pt x="58458" y="99785"/>
                </a:cubicBezTo>
                <a:cubicBezTo>
                  <a:pt x="57601" y="99880"/>
                  <a:pt x="56459" y="99928"/>
                  <a:pt x="55032" y="99928"/>
                </a:cubicBezTo>
                <a:cubicBezTo>
                  <a:pt x="53795" y="99928"/>
                  <a:pt x="52783" y="99880"/>
                  <a:pt x="51998" y="99785"/>
                </a:cubicBezTo>
                <a:cubicBezTo>
                  <a:pt x="51213" y="99690"/>
                  <a:pt x="50583" y="99535"/>
                  <a:pt x="50107" y="99321"/>
                </a:cubicBezTo>
                <a:cubicBezTo>
                  <a:pt x="49631" y="99107"/>
                  <a:pt x="49262" y="98810"/>
                  <a:pt x="49000" y="98429"/>
                </a:cubicBezTo>
                <a:cubicBezTo>
                  <a:pt x="48739" y="98048"/>
                  <a:pt x="48513" y="97573"/>
                  <a:pt x="48322" y="97002"/>
                </a:cubicBezTo>
                <a:lnTo>
                  <a:pt x="39828" y="75232"/>
                </a:lnTo>
                <a:cubicBezTo>
                  <a:pt x="38829" y="72757"/>
                  <a:pt x="37794" y="70485"/>
                  <a:pt x="36724" y="68415"/>
                </a:cubicBezTo>
                <a:cubicBezTo>
                  <a:pt x="35653" y="66345"/>
                  <a:pt x="34380" y="64561"/>
                  <a:pt x="32905" y="63062"/>
                </a:cubicBezTo>
                <a:cubicBezTo>
                  <a:pt x="31430" y="61563"/>
                  <a:pt x="29693" y="60397"/>
                  <a:pt x="27694" y="59564"/>
                </a:cubicBezTo>
                <a:cubicBezTo>
                  <a:pt x="25696" y="58732"/>
                  <a:pt x="23293" y="58315"/>
                  <a:pt x="20485" y="58315"/>
                </a:cubicBezTo>
                <a:lnTo>
                  <a:pt x="12277" y="58315"/>
                </a:lnTo>
                <a:lnTo>
                  <a:pt x="12277" y="97644"/>
                </a:lnTo>
                <a:cubicBezTo>
                  <a:pt x="12277" y="98025"/>
                  <a:pt x="12170" y="98358"/>
                  <a:pt x="11956" y="98643"/>
                </a:cubicBezTo>
                <a:cubicBezTo>
                  <a:pt x="11742" y="98929"/>
                  <a:pt x="11408" y="99155"/>
                  <a:pt x="10956" y="99321"/>
                </a:cubicBezTo>
                <a:cubicBezTo>
                  <a:pt x="10504" y="99488"/>
                  <a:pt x="9886" y="99631"/>
                  <a:pt x="9101" y="99750"/>
                </a:cubicBezTo>
                <a:cubicBezTo>
                  <a:pt x="8315" y="99869"/>
                  <a:pt x="7328" y="99928"/>
                  <a:pt x="6138" y="99928"/>
                </a:cubicBezTo>
                <a:cubicBezTo>
                  <a:pt x="4949" y="99928"/>
                  <a:pt x="3961" y="99869"/>
                  <a:pt x="3176" y="99750"/>
                </a:cubicBezTo>
                <a:cubicBezTo>
                  <a:pt x="2391" y="99631"/>
                  <a:pt x="1761" y="99488"/>
                  <a:pt x="1285" y="99321"/>
                </a:cubicBezTo>
                <a:cubicBezTo>
                  <a:pt x="809" y="99155"/>
                  <a:pt x="476" y="98929"/>
                  <a:pt x="286" y="98643"/>
                </a:cubicBezTo>
                <a:cubicBezTo>
                  <a:pt x="95" y="98358"/>
                  <a:pt x="0" y="98025"/>
                  <a:pt x="0" y="97644"/>
                </a:cubicBezTo>
                <a:lnTo>
                  <a:pt x="0" y="12134"/>
                </a:lnTo>
                <a:cubicBezTo>
                  <a:pt x="0" y="10278"/>
                  <a:pt x="488" y="8982"/>
                  <a:pt x="1463" y="8244"/>
                </a:cubicBezTo>
                <a:cubicBezTo>
                  <a:pt x="2439" y="7506"/>
                  <a:pt x="3474" y="7138"/>
                  <a:pt x="4568" y="7138"/>
                </a:cubicBezTo>
                <a:lnTo>
                  <a:pt x="24197" y="7138"/>
                </a:lnTo>
                <a:cubicBezTo>
                  <a:pt x="26529" y="7138"/>
                  <a:pt x="28468" y="7197"/>
                  <a:pt x="30014" y="7316"/>
                </a:cubicBezTo>
                <a:cubicBezTo>
                  <a:pt x="31561" y="7435"/>
                  <a:pt x="32952" y="7566"/>
                  <a:pt x="34190" y="7709"/>
                </a:cubicBezTo>
                <a:cubicBezTo>
                  <a:pt x="37759" y="8327"/>
                  <a:pt x="40911" y="9303"/>
                  <a:pt x="43647" y="10635"/>
                </a:cubicBezTo>
                <a:cubicBezTo>
                  <a:pt x="46383" y="11968"/>
                  <a:pt x="48679" y="13657"/>
                  <a:pt x="50535" y="15703"/>
                </a:cubicBezTo>
                <a:cubicBezTo>
                  <a:pt x="52391" y="17749"/>
                  <a:pt x="53783" y="20093"/>
                  <a:pt x="54711" y="22734"/>
                </a:cubicBezTo>
                <a:cubicBezTo>
                  <a:pt x="55638" y="25375"/>
                  <a:pt x="56102" y="28289"/>
                  <a:pt x="56102" y="31477"/>
                </a:cubicBezTo>
                <a:cubicBezTo>
                  <a:pt x="56102" y="34570"/>
                  <a:pt x="55686" y="37342"/>
                  <a:pt x="54853" y="39793"/>
                </a:cubicBezTo>
                <a:cubicBezTo>
                  <a:pt x="54021" y="42243"/>
                  <a:pt x="52819" y="44408"/>
                  <a:pt x="51249" y="46288"/>
                </a:cubicBezTo>
                <a:cubicBezTo>
                  <a:pt x="49679" y="48168"/>
                  <a:pt x="47799" y="49797"/>
                  <a:pt x="45610" y="51177"/>
                </a:cubicBezTo>
                <a:cubicBezTo>
                  <a:pt x="43421" y="52557"/>
                  <a:pt x="40970" y="53723"/>
                  <a:pt x="38258" y="54675"/>
                </a:cubicBezTo>
                <a:cubicBezTo>
                  <a:pt x="39781" y="55341"/>
                  <a:pt x="41161" y="56186"/>
                  <a:pt x="42398" y="57209"/>
                </a:cubicBezTo>
                <a:cubicBezTo>
                  <a:pt x="43635" y="58232"/>
                  <a:pt x="44789" y="59457"/>
                  <a:pt x="45860" y="60885"/>
                </a:cubicBezTo>
                <a:cubicBezTo>
                  <a:pt x="46930" y="62312"/>
                  <a:pt x="47942" y="63954"/>
                  <a:pt x="48893" y="65810"/>
                </a:cubicBezTo>
                <a:cubicBezTo>
                  <a:pt x="49845" y="67666"/>
                  <a:pt x="50797" y="69759"/>
                  <a:pt x="51748" y="72091"/>
                </a:cubicBezTo>
                <a:lnTo>
                  <a:pt x="60028" y="92433"/>
                </a:lnTo>
                <a:cubicBezTo>
                  <a:pt x="60694" y="94146"/>
                  <a:pt x="61123" y="95348"/>
                  <a:pt x="61313" y="96038"/>
                </a:cubicBezTo>
                <a:cubicBezTo>
                  <a:pt x="61503" y="96728"/>
                  <a:pt x="61598" y="97263"/>
                  <a:pt x="61598" y="97644"/>
                </a:cubicBezTo>
                <a:moveTo>
                  <a:pt x="43112" y="32762"/>
                </a:moveTo>
                <a:cubicBezTo>
                  <a:pt x="43112" y="29146"/>
                  <a:pt x="42303" y="26088"/>
                  <a:pt x="40685" y="23590"/>
                </a:cubicBezTo>
                <a:cubicBezTo>
                  <a:pt x="39067" y="21092"/>
                  <a:pt x="36355" y="19296"/>
                  <a:pt x="32548" y="18201"/>
                </a:cubicBezTo>
                <a:cubicBezTo>
                  <a:pt x="31358" y="17868"/>
                  <a:pt x="30014" y="17630"/>
                  <a:pt x="28515" y="17487"/>
                </a:cubicBezTo>
                <a:cubicBezTo>
                  <a:pt x="27016" y="17345"/>
                  <a:pt x="25053" y="17273"/>
                  <a:pt x="22627" y="17273"/>
                </a:cubicBezTo>
                <a:lnTo>
                  <a:pt x="12277" y="17273"/>
                </a:lnTo>
                <a:lnTo>
                  <a:pt x="12277" y="48394"/>
                </a:lnTo>
                <a:lnTo>
                  <a:pt x="24268" y="48394"/>
                </a:lnTo>
                <a:cubicBezTo>
                  <a:pt x="27504" y="48394"/>
                  <a:pt x="30300" y="48001"/>
                  <a:pt x="32655" y="47216"/>
                </a:cubicBezTo>
                <a:cubicBezTo>
                  <a:pt x="35010" y="46431"/>
                  <a:pt x="36973" y="45336"/>
                  <a:pt x="38544" y="43933"/>
                </a:cubicBezTo>
                <a:cubicBezTo>
                  <a:pt x="40114" y="42529"/>
                  <a:pt x="41268" y="40875"/>
                  <a:pt x="42005" y="38972"/>
                </a:cubicBezTo>
                <a:cubicBezTo>
                  <a:pt x="42743" y="37069"/>
                  <a:pt x="43112" y="34999"/>
                  <a:pt x="43112" y="32762"/>
                </a:cubicBezTo>
                <a:close/>
                <a:moveTo>
                  <a:pt x="132838" y="62812"/>
                </a:moveTo>
                <a:cubicBezTo>
                  <a:pt x="132838" y="64668"/>
                  <a:pt x="132374" y="65988"/>
                  <a:pt x="131446" y="66773"/>
                </a:cubicBezTo>
                <a:cubicBezTo>
                  <a:pt x="130518" y="67558"/>
                  <a:pt x="129459" y="67951"/>
                  <a:pt x="128270" y="67951"/>
                </a:cubicBezTo>
                <a:lnTo>
                  <a:pt x="86157" y="67951"/>
                </a:lnTo>
                <a:cubicBezTo>
                  <a:pt x="86157" y="71530"/>
                  <a:pt x="86514" y="74752"/>
                  <a:pt x="87228" y="77616"/>
                </a:cubicBezTo>
                <a:cubicBezTo>
                  <a:pt x="87941" y="80480"/>
                  <a:pt x="89131" y="82938"/>
                  <a:pt x="90797" y="84990"/>
                </a:cubicBezTo>
                <a:cubicBezTo>
                  <a:pt x="92462" y="87042"/>
                  <a:pt x="94627" y="88618"/>
                  <a:pt x="97292" y="89717"/>
                </a:cubicBezTo>
                <a:cubicBezTo>
                  <a:pt x="99957" y="90814"/>
                  <a:pt x="103216" y="91363"/>
                  <a:pt x="107071" y="91363"/>
                </a:cubicBezTo>
                <a:cubicBezTo>
                  <a:pt x="110116" y="91363"/>
                  <a:pt x="112828" y="91113"/>
                  <a:pt x="115208" y="90613"/>
                </a:cubicBezTo>
                <a:cubicBezTo>
                  <a:pt x="117587" y="90114"/>
                  <a:pt x="119645" y="89555"/>
                  <a:pt x="121382" y="88936"/>
                </a:cubicBezTo>
                <a:cubicBezTo>
                  <a:pt x="123119" y="88317"/>
                  <a:pt x="124546" y="87758"/>
                  <a:pt x="125664" y="87259"/>
                </a:cubicBezTo>
                <a:cubicBezTo>
                  <a:pt x="126783" y="86759"/>
                  <a:pt x="127627" y="86509"/>
                  <a:pt x="128198" y="86509"/>
                </a:cubicBezTo>
                <a:cubicBezTo>
                  <a:pt x="128531" y="86509"/>
                  <a:pt x="128829" y="86592"/>
                  <a:pt x="129090" y="86759"/>
                </a:cubicBezTo>
                <a:cubicBezTo>
                  <a:pt x="129352" y="86925"/>
                  <a:pt x="129554" y="87175"/>
                  <a:pt x="129697" y="87508"/>
                </a:cubicBezTo>
                <a:cubicBezTo>
                  <a:pt x="129840" y="87841"/>
                  <a:pt x="129947" y="88305"/>
                  <a:pt x="130018" y="88900"/>
                </a:cubicBezTo>
                <a:cubicBezTo>
                  <a:pt x="130090" y="89495"/>
                  <a:pt x="130125" y="90221"/>
                  <a:pt x="130125" y="91077"/>
                </a:cubicBezTo>
                <a:cubicBezTo>
                  <a:pt x="130125" y="91696"/>
                  <a:pt x="130102" y="92231"/>
                  <a:pt x="130054" y="92683"/>
                </a:cubicBezTo>
                <a:cubicBezTo>
                  <a:pt x="130006" y="93135"/>
                  <a:pt x="129947" y="93540"/>
                  <a:pt x="129876" y="93897"/>
                </a:cubicBezTo>
                <a:cubicBezTo>
                  <a:pt x="129804" y="94254"/>
                  <a:pt x="129685" y="94575"/>
                  <a:pt x="129519" y="94860"/>
                </a:cubicBezTo>
                <a:cubicBezTo>
                  <a:pt x="129352" y="95146"/>
                  <a:pt x="129138" y="95419"/>
                  <a:pt x="128876" y="95681"/>
                </a:cubicBezTo>
                <a:cubicBezTo>
                  <a:pt x="128615" y="95943"/>
                  <a:pt x="127841" y="96371"/>
                  <a:pt x="126557" y="96966"/>
                </a:cubicBezTo>
                <a:cubicBezTo>
                  <a:pt x="125272" y="97561"/>
                  <a:pt x="123606" y="98144"/>
                  <a:pt x="121560" y="98715"/>
                </a:cubicBezTo>
                <a:cubicBezTo>
                  <a:pt x="119514" y="99286"/>
                  <a:pt x="117147" y="99797"/>
                  <a:pt x="114458" y="100249"/>
                </a:cubicBezTo>
                <a:cubicBezTo>
                  <a:pt x="111770" y="100701"/>
                  <a:pt x="108903" y="100927"/>
                  <a:pt x="105857" y="100927"/>
                </a:cubicBezTo>
                <a:cubicBezTo>
                  <a:pt x="100575" y="100927"/>
                  <a:pt x="95948" y="100189"/>
                  <a:pt x="91974" y="98712"/>
                </a:cubicBezTo>
                <a:cubicBezTo>
                  <a:pt x="88001" y="97236"/>
                  <a:pt x="84658" y="95045"/>
                  <a:pt x="81946" y="92139"/>
                </a:cubicBezTo>
                <a:cubicBezTo>
                  <a:pt x="79233" y="89233"/>
                  <a:pt x="77187" y="85589"/>
                  <a:pt x="75807" y="81207"/>
                </a:cubicBezTo>
                <a:cubicBezTo>
                  <a:pt x="74427" y="76825"/>
                  <a:pt x="73737" y="71728"/>
                  <a:pt x="73737" y="65917"/>
                </a:cubicBezTo>
                <a:cubicBezTo>
                  <a:pt x="73737" y="60391"/>
                  <a:pt x="74451" y="55425"/>
                  <a:pt x="75879" y="51019"/>
                </a:cubicBezTo>
                <a:cubicBezTo>
                  <a:pt x="77306" y="46613"/>
                  <a:pt x="79364" y="42874"/>
                  <a:pt x="82053" y="39802"/>
                </a:cubicBezTo>
                <a:cubicBezTo>
                  <a:pt x="84741" y="36729"/>
                  <a:pt x="87989" y="34372"/>
                  <a:pt x="91796" y="32729"/>
                </a:cubicBezTo>
                <a:cubicBezTo>
                  <a:pt x="95603" y="31085"/>
                  <a:pt x="99861" y="30264"/>
                  <a:pt x="104572" y="30264"/>
                </a:cubicBezTo>
                <a:cubicBezTo>
                  <a:pt x="109616" y="30264"/>
                  <a:pt x="113911" y="31073"/>
                  <a:pt x="117456" y="32691"/>
                </a:cubicBezTo>
                <a:cubicBezTo>
                  <a:pt x="121001" y="34309"/>
                  <a:pt x="123916" y="36486"/>
                  <a:pt x="126200" y="39222"/>
                </a:cubicBezTo>
                <a:cubicBezTo>
                  <a:pt x="128484" y="41958"/>
                  <a:pt x="130161" y="45170"/>
                  <a:pt x="131232" y="48858"/>
                </a:cubicBezTo>
                <a:cubicBezTo>
                  <a:pt x="132302" y="52545"/>
                  <a:pt x="132838" y="56483"/>
                  <a:pt x="132838" y="60671"/>
                </a:cubicBezTo>
                <a:lnTo>
                  <a:pt x="132838" y="62812"/>
                </a:lnTo>
                <a:moveTo>
                  <a:pt x="120989" y="59314"/>
                </a:moveTo>
                <a:cubicBezTo>
                  <a:pt x="121132" y="53128"/>
                  <a:pt x="119764" y="48275"/>
                  <a:pt x="116885" y="44753"/>
                </a:cubicBezTo>
                <a:cubicBezTo>
                  <a:pt x="114006" y="41232"/>
                  <a:pt x="109735" y="39472"/>
                  <a:pt x="104073" y="39472"/>
                </a:cubicBezTo>
                <a:cubicBezTo>
                  <a:pt x="101170" y="39472"/>
                  <a:pt x="98624" y="40019"/>
                  <a:pt x="96435" y="41113"/>
                </a:cubicBezTo>
                <a:cubicBezTo>
                  <a:pt x="94246" y="42208"/>
                  <a:pt x="92414" y="43659"/>
                  <a:pt x="90939" y="45467"/>
                </a:cubicBezTo>
                <a:cubicBezTo>
                  <a:pt x="89464" y="47275"/>
                  <a:pt x="88322" y="49381"/>
                  <a:pt x="87513" y="51784"/>
                </a:cubicBezTo>
                <a:cubicBezTo>
                  <a:pt x="86704" y="54187"/>
                  <a:pt x="86252" y="56697"/>
                  <a:pt x="86157" y="59314"/>
                </a:cubicBezTo>
                <a:lnTo>
                  <a:pt x="120989" y="59314"/>
                </a:lnTo>
                <a:close/>
                <a:moveTo>
                  <a:pt x="191146" y="80279"/>
                </a:moveTo>
                <a:cubicBezTo>
                  <a:pt x="191146" y="83566"/>
                  <a:pt x="190539" y="86495"/>
                  <a:pt x="189325" y="89068"/>
                </a:cubicBezTo>
                <a:cubicBezTo>
                  <a:pt x="188112" y="91639"/>
                  <a:pt x="186387" y="93806"/>
                  <a:pt x="184151" y="95570"/>
                </a:cubicBezTo>
                <a:cubicBezTo>
                  <a:pt x="181914" y="97332"/>
                  <a:pt x="179249" y="98665"/>
                  <a:pt x="176156" y="99569"/>
                </a:cubicBezTo>
                <a:cubicBezTo>
                  <a:pt x="173063" y="100475"/>
                  <a:pt x="169661" y="100927"/>
                  <a:pt x="165949" y="100927"/>
                </a:cubicBezTo>
                <a:cubicBezTo>
                  <a:pt x="163665" y="100927"/>
                  <a:pt x="161488" y="100749"/>
                  <a:pt x="159418" y="100392"/>
                </a:cubicBezTo>
                <a:cubicBezTo>
                  <a:pt x="157348" y="100035"/>
                  <a:pt x="155493" y="99583"/>
                  <a:pt x="153851" y="99036"/>
                </a:cubicBezTo>
                <a:cubicBezTo>
                  <a:pt x="152209" y="98489"/>
                  <a:pt x="150817" y="97918"/>
                  <a:pt x="149675" y="97323"/>
                </a:cubicBezTo>
                <a:cubicBezTo>
                  <a:pt x="148533" y="96728"/>
                  <a:pt x="147701" y="96193"/>
                  <a:pt x="147177" y="95717"/>
                </a:cubicBezTo>
                <a:cubicBezTo>
                  <a:pt x="146654" y="95241"/>
                  <a:pt x="146273" y="94575"/>
                  <a:pt x="146035" y="93718"/>
                </a:cubicBezTo>
                <a:cubicBezTo>
                  <a:pt x="145797" y="92862"/>
                  <a:pt x="145678" y="91696"/>
                  <a:pt x="145678" y="90221"/>
                </a:cubicBezTo>
                <a:cubicBezTo>
                  <a:pt x="145678" y="89317"/>
                  <a:pt x="145726" y="88555"/>
                  <a:pt x="145821" y="87937"/>
                </a:cubicBezTo>
                <a:cubicBezTo>
                  <a:pt x="145916" y="87318"/>
                  <a:pt x="146035" y="86818"/>
                  <a:pt x="146178" y="86438"/>
                </a:cubicBezTo>
                <a:cubicBezTo>
                  <a:pt x="146321" y="86057"/>
                  <a:pt x="146523" y="85783"/>
                  <a:pt x="146785" y="85617"/>
                </a:cubicBezTo>
                <a:cubicBezTo>
                  <a:pt x="147046" y="85450"/>
                  <a:pt x="147344" y="85367"/>
                  <a:pt x="147677" y="85367"/>
                </a:cubicBezTo>
                <a:cubicBezTo>
                  <a:pt x="148200" y="85367"/>
                  <a:pt x="148974" y="85688"/>
                  <a:pt x="149997" y="86331"/>
                </a:cubicBezTo>
                <a:cubicBezTo>
                  <a:pt x="151020" y="86973"/>
                  <a:pt x="152281" y="87675"/>
                  <a:pt x="153780" y="88436"/>
                </a:cubicBezTo>
                <a:cubicBezTo>
                  <a:pt x="155278" y="89198"/>
                  <a:pt x="157051" y="89900"/>
                  <a:pt x="159097" y="90542"/>
                </a:cubicBezTo>
                <a:cubicBezTo>
                  <a:pt x="161143" y="91184"/>
                  <a:pt x="163499" y="91506"/>
                  <a:pt x="166164" y="91506"/>
                </a:cubicBezTo>
                <a:cubicBezTo>
                  <a:pt x="168162" y="91506"/>
                  <a:pt x="169970" y="91291"/>
                  <a:pt x="171588" y="90863"/>
                </a:cubicBezTo>
                <a:cubicBezTo>
                  <a:pt x="173206" y="90433"/>
                  <a:pt x="174610" y="89801"/>
                  <a:pt x="175799" y="88967"/>
                </a:cubicBezTo>
                <a:cubicBezTo>
                  <a:pt x="176989" y="88133"/>
                  <a:pt x="177905" y="87072"/>
                  <a:pt x="178547" y="85784"/>
                </a:cubicBezTo>
                <a:cubicBezTo>
                  <a:pt x="179190" y="84496"/>
                  <a:pt x="179511" y="82971"/>
                  <a:pt x="179511" y="81207"/>
                </a:cubicBezTo>
                <a:cubicBezTo>
                  <a:pt x="179511" y="79397"/>
                  <a:pt x="179047" y="77873"/>
                  <a:pt x="178119" y="76635"/>
                </a:cubicBezTo>
                <a:cubicBezTo>
                  <a:pt x="177191" y="75396"/>
                  <a:pt x="175966" y="74301"/>
                  <a:pt x="174443" y="73349"/>
                </a:cubicBezTo>
                <a:cubicBezTo>
                  <a:pt x="172921" y="72396"/>
                  <a:pt x="171207" y="71550"/>
                  <a:pt x="169304" y="70813"/>
                </a:cubicBezTo>
                <a:cubicBezTo>
                  <a:pt x="167401" y="70074"/>
                  <a:pt x="165438" y="69300"/>
                  <a:pt x="163415" y="68491"/>
                </a:cubicBezTo>
                <a:cubicBezTo>
                  <a:pt x="161393" y="67680"/>
                  <a:pt x="159418" y="66763"/>
                  <a:pt x="157491" y="65738"/>
                </a:cubicBezTo>
                <a:cubicBezTo>
                  <a:pt x="155564" y="64714"/>
                  <a:pt x="153839" y="63463"/>
                  <a:pt x="152316" y="61987"/>
                </a:cubicBezTo>
                <a:cubicBezTo>
                  <a:pt x="150794" y="60510"/>
                  <a:pt x="149568" y="58748"/>
                  <a:pt x="148640" y="56700"/>
                </a:cubicBezTo>
                <a:cubicBezTo>
                  <a:pt x="147713" y="54653"/>
                  <a:pt x="147249" y="52200"/>
                  <a:pt x="147249" y="49342"/>
                </a:cubicBezTo>
                <a:cubicBezTo>
                  <a:pt x="147249" y="46817"/>
                  <a:pt x="147736" y="44400"/>
                  <a:pt x="148712" y="42090"/>
                </a:cubicBezTo>
                <a:cubicBezTo>
                  <a:pt x="149687" y="39779"/>
                  <a:pt x="151151" y="37755"/>
                  <a:pt x="153101" y="36016"/>
                </a:cubicBezTo>
                <a:cubicBezTo>
                  <a:pt x="155052" y="34277"/>
                  <a:pt x="157491" y="32883"/>
                  <a:pt x="160418" y="31836"/>
                </a:cubicBezTo>
                <a:cubicBezTo>
                  <a:pt x="163344" y="30788"/>
                  <a:pt x="166758" y="30264"/>
                  <a:pt x="170660" y="30264"/>
                </a:cubicBezTo>
                <a:cubicBezTo>
                  <a:pt x="172373" y="30264"/>
                  <a:pt x="174086" y="30409"/>
                  <a:pt x="175799" y="30699"/>
                </a:cubicBezTo>
                <a:cubicBezTo>
                  <a:pt x="177512" y="30989"/>
                  <a:pt x="179059" y="31351"/>
                  <a:pt x="180439" y="31785"/>
                </a:cubicBezTo>
                <a:cubicBezTo>
                  <a:pt x="181819" y="32219"/>
                  <a:pt x="182997" y="32690"/>
                  <a:pt x="183972" y="33197"/>
                </a:cubicBezTo>
                <a:cubicBezTo>
                  <a:pt x="184948" y="33704"/>
                  <a:pt x="185685" y="34151"/>
                  <a:pt x="186185" y="34538"/>
                </a:cubicBezTo>
                <a:cubicBezTo>
                  <a:pt x="186684" y="34924"/>
                  <a:pt x="187018" y="35260"/>
                  <a:pt x="187184" y="35546"/>
                </a:cubicBezTo>
                <a:cubicBezTo>
                  <a:pt x="187351" y="35831"/>
                  <a:pt x="187470" y="36153"/>
                  <a:pt x="187541" y="36509"/>
                </a:cubicBezTo>
                <a:cubicBezTo>
                  <a:pt x="187612" y="36866"/>
                  <a:pt x="187684" y="37306"/>
                  <a:pt x="187755" y="37830"/>
                </a:cubicBezTo>
                <a:cubicBezTo>
                  <a:pt x="187826" y="38353"/>
                  <a:pt x="187862" y="38996"/>
                  <a:pt x="187862" y="39757"/>
                </a:cubicBezTo>
                <a:cubicBezTo>
                  <a:pt x="187862" y="40566"/>
                  <a:pt x="187826" y="41268"/>
                  <a:pt x="187755" y="41863"/>
                </a:cubicBezTo>
                <a:cubicBezTo>
                  <a:pt x="187684" y="42458"/>
                  <a:pt x="187565" y="42945"/>
                  <a:pt x="187398" y="43326"/>
                </a:cubicBezTo>
                <a:cubicBezTo>
                  <a:pt x="187232" y="43707"/>
                  <a:pt x="187029" y="43980"/>
                  <a:pt x="186792" y="44147"/>
                </a:cubicBezTo>
                <a:cubicBezTo>
                  <a:pt x="186554" y="44313"/>
                  <a:pt x="186292" y="44397"/>
                  <a:pt x="186006" y="44397"/>
                </a:cubicBezTo>
                <a:cubicBezTo>
                  <a:pt x="185578" y="44397"/>
                  <a:pt x="184959" y="44131"/>
                  <a:pt x="184151" y="43600"/>
                </a:cubicBezTo>
                <a:cubicBezTo>
                  <a:pt x="183342" y="43069"/>
                  <a:pt x="182295" y="42502"/>
                  <a:pt x="181010" y="41898"/>
                </a:cubicBezTo>
                <a:cubicBezTo>
                  <a:pt x="179725" y="41295"/>
                  <a:pt x="178214" y="40727"/>
                  <a:pt x="176478" y="40196"/>
                </a:cubicBezTo>
                <a:cubicBezTo>
                  <a:pt x="174741" y="39666"/>
                  <a:pt x="172754" y="39400"/>
                  <a:pt x="170518" y="39400"/>
                </a:cubicBezTo>
                <a:cubicBezTo>
                  <a:pt x="168519" y="39400"/>
                  <a:pt x="166758" y="39627"/>
                  <a:pt x="165236" y="40081"/>
                </a:cubicBezTo>
                <a:cubicBezTo>
                  <a:pt x="163713" y="40533"/>
                  <a:pt x="162464" y="41176"/>
                  <a:pt x="161488" y="42010"/>
                </a:cubicBezTo>
                <a:cubicBezTo>
                  <a:pt x="160513" y="42844"/>
                  <a:pt x="159775" y="43834"/>
                  <a:pt x="159276" y="44979"/>
                </a:cubicBezTo>
                <a:cubicBezTo>
                  <a:pt x="158776" y="46122"/>
                  <a:pt x="158526" y="47362"/>
                  <a:pt x="158526" y="48697"/>
                </a:cubicBezTo>
                <a:cubicBezTo>
                  <a:pt x="158526" y="50554"/>
                  <a:pt x="159002" y="52114"/>
                  <a:pt x="159954" y="53377"/>
                </a:cubicBezTo>
                <a:cubicBezTo>
                  <a:pt x="160905" y="54639"/>
                  <a:pt x="162143" y="55747"/>
                  <a:pt x="163665" y="56700"/>
                </a:cubicBezTo>
                <a:cubicBezTo>
                  <a:pt x="165188" y="57652"/>
                  <a:pt x="166925" y="58509"/>
                  <a:pt x="168876" y="59272"/>
                </a:cubicBezTo>
                <a:cubicBezTo>
                  <a:pt x="170827" y="60033"/>
                  <a:pt x="172813" y="60819"/>
                  <a:pt x="174836" y="61630"/>
                </a:cubicBezTo>
                <a:cubicBezTo>
                  <a:pt x="176858" y="62439"/>
                  <a:pt x="178857" y="63344"/>
                  <a:pt x="180832" y="64344"/>
                </a:cubicBezTo>
                <a:cubicBezTo>
                  <a:pt x="182806" y="65345"/>
                  <a:pt x="184555" y="66560"/>
                  <a:pt x="186078" y="67989"/>
                </a:cubicBezTo>
                <a:cubicBezTo>
                  <a:pt x="187600" y="69418"/>
                  <a:pt x="188826" y="71133"/>
                  <a:pt x="189754" y="73135"/>
                </a:cubicBezTo>
                <a:cubicBezTo>
                  <a:pt x="190682" y="75135"/>
                  <a:pt x="191146" y="77516"/>
                  <a:pt x="191146" y="80279"/>
                </a:cubicBezTo>
                <a:close/>
                <a:moveTo>
                  <a:pt x="253883" y="97787"/>
                </a:moveTo>
                <a:cubicBezTo>
                  <a:pt x="253883" y="98358"/>
                  <a:pt x="253692" y="98786"/>
                  <a:pt x="253312" y="99071"/>
                </a:cubicBezTo>
                <a:cubicBezTo>
                  <a:pt x="252931" y="99357"/>
                  <a:pt x="252408" y="99571"/>
                  <a:pt x="251742" y="99714"/>
                </a:cubicBezTo>
                <a:cubicBezTo>
                  <a:pt x="251075" y="99857"/>
                  <a:pt x="250100" y="99928"/>
                  <a:pt x="248815" y="99928"/>
                </a:cubicBezTo>
                <a:cubicBezTo>
                  <a:pt x="247578" y="99928"/>
                  <a:pt x="246590" y="99857"/>
                  <a:pt x="245853" y="99714"/>
                </a:cubicBezTo>
                <a:cubicBezTo>
                  <a:pt x="245115" y="99571"/>
                  <a:pt x="244580" y="99357"/>
                  <a:pt x="244247" y="99071"/>
                </a:cubicBezTo>
                <a:cubicBezTo>
                  <a:pt x="243914" y="98786"/>
                  <a:pt x="243747" y="98358"/>
                  <a:pt x="243747" y="97787"/>
                </a:cubicBezTo>
                <a:lnTo>
                  <a:pt x="243747" y="91363"/>
                </a:lnTo>
                <a:cubicBezTo>
                  <a:pt x="240940" y="94361"/>
                  <a:pt x="237811" y="96704"/>
                  <a:pt x="234361" y="98393"/>
                </a:cubicBezTo>
                <a:cubicBezTo>
                  <a:pt x="230911" y="100083"/>
                  <a:pt x="227259" y="100927"/>
                  <a:pt x="223405" y="100927"/>
                </a:cubicBezTo>
                <a:cubicBezTo>
                  <a:pt x="220026" y="100927"/>
                  <a:pt x="216969" y="100486"/>
                  <a:pt x="214233" y="99602"/>
                </a:cubicBezTo>
                <a:cubicBezTo>
                  <a:pt x="211497" y="98719"/>
                  <a:pt x="209165" y="97442"/>
                  <a:pt x="207238" y="95770"/>
                </a:cubicBezTo>
                <a:cubicBezTo>
                  <a:pt x="205311" y="94099"/>
                  <a:pt x="203812" y="92046"/>
                  <a:pt x="202741" y="89612"/>
                </a:cubicBezTo>
                <a:cubicBezTo>
                  <a:pt x="201670" y="87176"/>
                  <a:pt x="201135" y="84406"/>
                  <a:pt x="201135" y="81301"/>
                </a:cubicBezTo>
                <a:cubicBezTo>
                  <a:pt x="201135" y="77672"/>
                  <a:pt x="201873" y="74521"/>
                  <a:pt x="203348" y="71848"/>
                </a:cubicBezTo>
                <a:cubicBezTo>
                  <a:pt x="204823" y="69173"/>
                  <a:pt x="206940" y="66952"/>
                  <a:pt x="209700" y="65185"/>
                </a:cubicBezTo>
                <a:cubicBezTo>
                  <a:pt x="212460" y="63419"/>
                  <a:pt x="215839" y="62094"/>
                  <a:pt x="219836" y="61210"/>
                </a:cubicBezTo>
                <a:cubicBezTo>
                  <a:pt x="223833" y="60327"/>
                  <a:pt x="228330" y="59885"/>
                  <a:pt x="233326" y="59885"/>
                </a:cubicBezTo>
                <a:lnTo>
                  <a:pt x="242177" y="59885"/>
                </a:lnTo>
                <a:lnTo>
                  <a:pt x="242177" y="54907"/>
                </a:lnTo>
                <a:cubicBezTo>
                  <a:pt x="242177" y="52441"/>
                  <a:pt x="241915" y="50261"/>
                  <a:pt x="241392" y="48365"/>
                </a:cubicBezTo>
                <a:cubicBezTo>
                  <a:pt x="240868" y="46467"/>
                  <a:pt x="240024" y="44890"/>
                  <a:pt x="238858" y="43634"/>
                </a:cubicBezTo>
                <a:cubicBezTo>
                  <a:pt x="237692" y="42377"/>
                  <a:pt x="236181" y="41429"/>
                  <a:pt x="234325" y="40790"/>
                </a:cubicBezTo>
                <a:cubicBezTo>
                  <a:pt x="232470" y="40149"/>
                  <a:pt x="230186" y="39828"/>
                  <a:pt x="227473" y="39828"/>
                </a:cubicBezTo>
                <a:cubicBezTo>
                  <a:pt x="224571" y="39828"/>
                  <a:pt x="221965" y="40170"/>
                  <a:pt x="219657" y="40852"/>
                </a:cubicBezTo>
                <a:cubicBezTo>
                  <a:pt x="217350" y="41535"/>
                  <a:pt x="215327" y="42288"/>
                  <a:pt x="213590" y="43112"/>
                </a:cubicBezTo>
                <a:cubicBezTo>
                  <a:pt x="211854" y="43936"/>
                  <a:pt x="210402" y="44689"/>
                  <a:pt x="209236" y="45371"/>
                </a:cubicBezTo>
                <a:cubicBezTo>
                  <a:pt x="208071" y="46054"/>
                  <a:pt x="207202" y="46395"/>
                  <a:pt x="206631" y="46395"/>
                </a:cubicBezTo>
                <a:cubicBezTo>
                  <a:pt x="206250" y="46395"/>
                  <a:pt x="205917" y="46300"/>
                  <a:pt x="205632" y="46110"/>
                </a:cubicBezTo>
                <a:cubicBezTo>
                  <a:pt x="205346" y="45919"/>
                  <a:pt x="205097" y="45634"/>
                  <a:pt x="204882" y="45253"/>
                </a:cubicBezTo>
                <a:cubicBezTo>
                  <a:pt x="204668" y="44872"/>
                  <a:pt x="204514" y="44385"/>
                  <a:pt x="204418" y="43790"/>
                </a:cubicBezTo>
                <a:cubicBezTo>
                  <a:pt x="204323" y="43195"/>
                  <a:pt x="204276" y="42541"/>
                  <a:pt x="204276" y="41827"/>
                </a:cubicBezTo>
                <a:cubicBezTo>
                  <a:pt x="204276" y="40637"/>
                  <a:pt x="204359" y="39698"/>
                  <a:pt x="204526" y="39008"/>
                </a:cubicBezTo>
                <a:cubicBezTo>
                  <a:pt x="204692" y="38318"/>
                  <a:pt x="205097" y="37663"/>
                  <a:pt x="205739" y="37045"/>
                </a:cubicBezTo>
                <a:cubicBezTo>
                  <a:pt x="206381" y="36426"/>
                  <a:pt x="207488" y="35706"/>
                  <a:pt x="209058" y="34883"/>
                </a:cubicBezTo>
                <a:cubicBezTo>
                  <a:pt x="210628" y="34060"/>
                  <a:pt x="212436" y="33307"/>
                  <a:pt x="214483" y="32626"/>
                </a:cubicBezTo>
                <a:cubicBezTo>
                  <a:pt x="216529" y="31945"/>
                  <a:pt x="218765" y="31381"/>
                  <a:pt x="221192" y="30935"/>
                </a:cubicBezTo>
                <a:cubicBezTo>
                  <a:pt x="223619" y="30488"/>
                  <a:pt x="226070" y="30264"/>
                  <a:pt x="228544" y="30264"/>
                </a:cubicBezTo>
                <a:cubicBezTo>
                  <a:pt x="233160" y="30264"/>
                  <a:pt x="237085" y="30787"/>
                  <a:pt x="240321" y="31834"/>
                </a:cubicBezTo>
                <a:cubicBezTo>
                  <a:pt x="243557" y="32881"/>
                  <a:pt x="246174" y="34416"/>
                  <a:pt x="248173" y="36438"/>
                </a:cubicBezTo>
                <a:cubicBezTo>
                  <a:pt x="250171" y="38460"/>
                  <a:pt x="251623" y="40970"/>
                  <a:pt x="252527" y="43968"/>
                </a:cubicBezTo>
                <a:cubicBezTo>
                  <a:pt x="253431" y="46966"/>
                  <a:pt x="253883" y="50464"/>
                  <a:pt x="253883" y="54461"/>
                </a:cubicBezTo>
                <a:lnTo>
                  <a:pt x="253883" y="97787"/>
                </a:lnTo>
                <a:moveTo>
                  <a:pt x="242177" y="68379"/>
                </a:moveTo>
                <a:lnTo>
                  <a:pt x="232113" y="68379"/>
                </a:lnTo>
                <a:cubicBezTo>
                  <a:pt x="228877" y="68379"/>
                  <a:pt x="226070" y="68655"/>
                  <a:pt x="223690" y="69207"/>
                </a:cubicBezTo>
                <a:cubicBezTo>
                  <a:pt x="221311" y="69757"/>
                  <a:pt x="219336" y="70570"/>
                  <a:pt x="217766" y="71647"/>
                </a:cubicBezTo>
                <a:cubicBezTo>
                  <a:pt x="216196" y="72724"/>
                  <a:pt x="215042" y="74017"/>
                  <a:pt x="214304" y="75526"/>
                </a:cubicBezTo>
                <a:cubicBezTo>
                  <a:pt x="213567" y="77034"/>
                  <a:pt x="213198" y="78769"/>
                  <a:pt x="213198" y="80732"/>
                </a:cubicBezTo>
                <a:cubicBezTo>
                  <a:pt x="213198" y="84084"/>
                  <a:pt x="214257" y="86753"/>
                  <a:pt x="216374" y="88740"/>
                </a:cubicBezTo>
                <a:cubicBezTo>
                  <a:pt x="218492" y="90726"/>
                  <a:pt x="221454" y="91720"/>
                  <a:pt x="225261" y="91720"/>
                </a:cubicBezTo>
                <a:cubicBezTo>
                  <a:pt x="228354" y="91720"/>
                  <a:pt x="231221" y="90930"/>
                  <a:pt x="233862" y="89351"/>
                </a:cubicBezTo>
                <a:cubicBezTo>
                  <a:pt x="236502" y="87770"/>
                  <a:pt x="239274" y="85352"/>
                  <a:pt x="242177" y="82097"/>
                </a:cubicBezTo>
                <a:lnTo>
                  <a:pt x="242177" y="68379"/>
                </a:lnTo>
                <a:close/>
                <a:moveTo>
                  <a:pt x="367728" y="97715"/>
                </a:moveTo>
                <a:cubicBezTo>
                  <a:pt x="367728" y="98096"/>
                  <a:pt x="367633" y="98417"/>
                  <a:pt x="367442" y="98679"/>
                </a:cubicBezTo>
                <a:cubicBezTo>
                  <a:pt x="367252" y="98941"/>
                  <a:pt x="366943" y="99167"/>
                  <a:pt x="366515" y="99357"/>
                </a:cubicBezTo>
                <a:cubicBezTo>
                  <a:pt x="366086" y="99547"/>
                  <a:pt x="365491" y="99690"/>
                  <a:pt x="364730" y="99785"/>
                </a:cubicBezTo>
                <a:cubicBezTo>
                  <a:pt x="363969" y="99880"/>
                  <a:pt x="363017" y="99928"/>
                  <a:pt x="361875" y="99928"/>
                </a:cubicBezTo>
                <a:cubicBezTo>
                  <a:pt x="360685" y="99928"/>
                  <a:pt x="359710" y="99880"/>
                  <a:pt x="358949" y="99785"/>
                </a:cubicBezTo>
                <a:cubicBezTo>
                  <a:pt x="358187" y="99690"/>
                  <a:pt x="357581" y="99547"/>
                  <a:pt x="357128" y="99357"/>
                </a:cubicBezTo>
                <a:cubicBezTo>
                  <a:pt x="356676" y="99167"/>
                  <a:pt x="356355" y="98941"/>
                  <a:pt x="356165" y="98679"/>
                </a:cubicBezTo>
                <a:cubicBezTo>
                  <a:pt x="355975" y="98417"/>
                  <a:pt x="355879" y="98096"/>
                  <a:pt x="355879" y="97715"/>
                </a:cubicBezTo>
                <a:lnTo>
                  <a:pt x="355879" y="58672"/>
                </a:lnTo>
                <a:cubicBezTo>
                  <a:pt x="355879" y="55960"/>
                  <a:pt x="355641" y="53485"/>
                  <a:pt x="355166" y="51249"/>
                </a:cubicBezTo>
                <a:cubicBezTo>
                  <a:pt x="354690" y="49012"/>
                  <a:pt x="353928" y="47085"/>
                  <a:pt x="352882" y="45467"/>
                </a:cubicBezTo>
                <a:cubicBezTo>
                  <a:pt x="351835" y="43849"/>
                  <a:pt x="350502" y="42612"/>
                  <a:pt x="348884" y="41756"/>
                </a:cubicBezTo>
                <a:cubicBezTo>
                  <a:pt x="347267" y="40899"/>
                  <a:pt x="345363" y="40471"/>
                  <a:pt x="343174" y="40471"/>
                </a:cubicBezTo>
                <a:cubicBezTo>
                  <a:pt x="340462" y="40471"/>
                  <a:pt x="337738" y="41518"/>
                  <a:pt x="335002" y="43611"/>
                </a:cubicBezTo>
                <a:cubicBezTo>
                  <a:pt x="332265" y="45705"/>
                  <a:pt x="329256" y="48774"/>
                  <a:pt x="325972" y="52819"/>
                </a:cubicBezTo>
                <a:lnTo>
                  <a:pt x="325972" y="97715"/>
                </a:lnTo>
                <a:cubicBezTo>
                  <a:pt x="325972" y="98096"/>
                  <a:pt x="325877" y="98417"/>
                  <a:pt x="325687" y="98679"/>
                </a:cubicBezTo>
                <a:cubicBezTo>
                  <a:pt x="325497" y="98941"/>
                  <a:pt x="325175" y="99167"/>
                  <a:pt x="324723" y="99357"/>
                </a:cubicBezTo>
                <a:cubicBezTo>
                  <a:pt x="324271" y="99547"/>
                  <a:pt x="323664" y="99690"/>
                  <a:pt x="322903" y="99785"/>
                </a:cubicBezTo>
                <a:cubicBezTo>
                  <a:pt x="322142" y="99880"/>
                  <a:pt x="321190" y="99928"/>
                  <a:pt x="320048" y="99928"/>
                </a:cubicBezTo>
                <a:cubicBezTo>
                  <a:pt x="318954" y="99928"/>
                  <a:pt x="318014" y="99880"/>
                  <a:pt x="317229" y="99785"/>
                </a:cubicBezTo>
                <a:cubicBezTo>
                  <a:pt x="316443" y="99690"/>
                  <a:pt x="315825" y="99547"/>
                  <a:pt x="315373" y="99357"/>
                </a:cubicBezTo>
                <a:cubicBezTo>
                  <a:pt x="314921" y="99167"/>
                  <a:pt x="314611" y="98941"/>
                  <a:pt x="314445" y="98679"/>
                </a:cubicBezTo>
                <a:cubicBezTo>
                  <a:pt x="314278" y="98417"/>
                  <a:pt x="314195" y="98096"/>
                  <a:pt x="314195" y="97715"/>
                </a:cubicBezTo>
                <a:lnTo>
                  <a:pt x="314195" y="58672"/>
                </a:lnTo>
                <a:cubicBezTo>
                  <a:pt x="314195" y="55960"/>
                  <a:pt x="313933" y="53485"/>
                  <a:pt x="313410" y="51249"/>
                </a:cubicBezTo>
                <a:cubicBezTo>
                  <a:pt x="312887" y="49012"/>
                  <a:pt x="312101" y="47085"/>
                  <a:pt x="311055" y="45467"/>
                </a:cubicBezTo>
                <a:cubicBezTo>
                  <a:pt x="310008" y="43849"/>
                  <a:pt x="308687" y="42612"/>
                  <a:pt x="307093" y="41756"/>
                </a:cubicBezTo>
                <a:cubicBezTo>
                  <a:pt x="305499" y="40899"/>
                  <a:pt x="303608" y="40471"/>
                  <a:pt x="301419" y="40471"/>
                </a:cubicBezTo>
                <a:cubicBezTo>
                  <a:pt x="298706" y="40471"/>
                  <a:pt x="295970" y="41518"/>
                  <a:pt x="293210" y="43611"/>
                </a:cubicBezTo>
                <a:cubicBezTo>
                  <a:pt x="290450" y="45705"/>
                  <a:pt x="287452" y="48774"/>
                  <a:pt x="284217" y="52819"/>
                </a:cubicBezTo>
                <a:lnTo>
                  <a:pt x="284217" y="97715"/>
                </a:lnTo>
                <a:cubicBezTo>
                  <a:pt x="284217" y="98096"/>
                  <a:pt x="284122" y="98417"/>
                  <a:pt x="283931" y="98679"/>
                </a:cubicBezTo>
                <a:cubicBezTo>
                  <a:pt x="283741" y="98941"/>
                  <a:pt x="283432" y="99167"/>
                  <a:pt x="283003" y="99357"/>
                </a:cubicBezTo>
                <a:cubicBezTo>
                  <a:pt x="282575" y="99547"/>
                  <a:pt x="281980" y="99690"/>
                  <a:pt x="281219" y="99785"/>
                </a:cubicBezTo>
                <a:cubicBezTo>
                  <a:pt x="280458" y="99880"/>
                  <a:pt x="279482" y="99928"/>
                  <a:pt x="278292" y="99928"/>
                </a:cubicBezTo>
                <a:cubicBezTo>
                  <a:pt x="277150" y="99928"/>
                  <a:pt x="276199" y="99880"/>
                  <a:pt x="275437" y="99785"/>
                </a:cubicBezTo>
                <a:cubicBezTo>
                  <a:pt x="274676" y="99690"/>
                  <a:pt x="274069" y="99547"/>
                  <a:pt x="273617" y="99357"/>
                </a:cubicBezTo>
                <a:cubicBezTo>
                  <a:pt x="273165" y="99167"/>
                  <a:pt x="272856" y="98941"/>
                  <a:pt x="272689" y="98679"/>
                </a:cubicBezTo>
                <a:cubicBezTo>
                  <a:pt x="272523" y="98417"/>
                  <a:pt x="272439" y="98096"/>
                  <a:pt x="272439" y="97715"/>
                </a:cubicBezTo>
                <a:lnTo>
                  <a:pt x="272439" y="33476"/>
                </a:lnTo>
                <a:cubicBezTo>
                  <a:pt x="272439" y="33095"/>
                  <a:pt x="272511" y="32774"/>
                  <a:pt x="272654" y="32512"/>
                </a:cubicBezTo>
                <a:cubicBezTo>
                  <a:pt x="272796" y="32251"/>
                  <a:pt x="273082" y="32013"/>
                  <a:pt x="273510" y="31799"/>
                </a:cubicBezTo>
                <a:cubicBezTo>
                  <a:pt x="273938" y="31584"/>
                  <a:pt x="274486" y="31442"/>
                  <a:pt x="275152" y="31370"/>
                </a:cubicBezTo>
                <a:cubicBezTo>
                  <a:pt x="275818" y="31299"/>
                  <a:pt x="276698" y="31263"/>
                  <a:pt x="277793" y="31263"/>
                </a:cubicBezTo>
                <a:cubicBezTo>
                  <a:pt x="278840" y="31263"/>
                  <a:pt x="279708" y="31299"/>
                  <a:pt x="280398" y="31370"/>
                </a:cubicBezTo>
                <a:cubicBezTo>
                  <a:pt x="281088" y="31442"/>
                  <a:pt x="281623" y="31584"/>
                  <a:pt x="282004" y="31799"/>
                </a:cubicBezTo>
                <a:cubicBezTo>
                  <a:pt x="282385" y="32013"/>
                  <a:pt x="282658" y="32251"/>
                  <a:pt x="282825" y="32512"/>
                </a:cubicBezTo>
                <a:cubicBezTo>
                  <a:pt x="282991" y="32774"/>
                  <a:pt x="283075" y="33095"/>
                  <a:pt x="283075" y="33476"/>
                </a:cubicBezTo>
                <a:lnTo>
                  <a:pt x="283075" y="41970"/>
                </a:lnTo>
                <a:cubicBezTo>
                  <a:pt x="286691" y="37925"/>
                  <a:pt x="290200" y="34963"/>
                  <a:pt x="293603" y="33083"/>
                </a:cubicBezTo>
                <a:cubicBezTo>
                  <a:pt x="297005" y="31204"/>
                  <a:pt x="300443" y="30264"/>
                  <a:pt x="303917" y="30264"/>
                </a:cubicBezTo>
                <a:cubicBezTo>
                  <a:pt x="306582" y="30264"/>
                  <a:pt x="308973" y="30573"/>
                  <a:pt x="311090" y="31192"/>
                </a:cubicBezTo>
                <a:cubicBezTo>
                  <a:pt x="313208" y="31810"/>
                  <a:pt x="315075" y="32679"/>
                  <a:pt x="316693" y="33797"/>
                </a:cubicBezTo>
                <a:cubicBezTo>
                  <a:pt x="318311" y="34915"/>
                  <a:pt x="319691" y="36248"/>
                  <a:pt x="320833" y="37794"/>
                </a:cubicBezTo>
                <a:cubicBezTo>
                  <a:pt x="321975" y="39341"/>
                  <a:pt x="322927" y="41066"/>
                  <a:pt x="323688" y="42969"/>
                </a:cubicBezTo>
                <a:cubicBezTo>
                  <a:pt x="325830" y="40637"/>
                  <a:pt x="327864" y="38663"/>
                  <a:pt x="329791" y="37045"/>
                </a:cubicBezTo>
                <a:cubicBezTo>
                  <a:pt x="331718" y="35427"/>
                  <a:pt x="333574" y="34118"/>
                  <a:pt x="335358" y="33119"/>
                </a:cubicBezTo>
                <a:cubicBezTo>
                  <a:pt x="337143" y="32120"/>
                  <a:pt x="338880" y="31394"/>
                  <a:pt x="340569" y="30942"/>
                </a:cubicBezTo>
                <a:cubicBezTo>
                  <a:pt x="342258" y="30490"/>
                  <a:pt x="343959" y="30264"/>
                  <a:pt x="345672" y="30264"/>
                </a:cubicBezTo>
                <a:cubicBezTo>
                  <a:pt x="349812" y="30264"/>
                  <a:pt x="353286" y="30990"/>
                  <a:pt x="356094" y="32441"/>
                </a:cubicBezTo>
                <a:cubicBezTo>
                  <a:pt x="358901" y="33892"/>
                  <a:pt x="361173" y="35831"/>
                  <a:pt x="362910" y="38258"/>
                </a:cubicBezTo>
                <a:cubicBezTo>
                  <a:pt x="364647" y="40685"/>
                  <a:pt x="365884" y="43528"/>
                  <a:pt x="366622" y="46788"/>
                </a:cubicBezTo>
                <a:cubicBezTo>
                  <a:pt x="367359" y="50047"/>
                  <a:pt x="367728" y="53485"/>
                  <a:pt x="367728" y="57102"/>
                </a:cubicBezTo>
                <a:lnTo>
                  <a:pt x="367728" y="97715"/>
                </a:lnTo>
                <a:close/>
                <a:moveTo>
                  <a:pt x="453308" y="64632"/>
                </a:moveTo>
                <a:cubicBezTo>
                  <a:pt x="453308" y="70251"/>
                  <a:pt x="452701" y="75300"/>
                  <a:pt x="451488" y="79777"/>
                </a:cubicBezTo>
                <a:cubicBezTo>
                  <a:pt x="450274" y="84255"/>
                  <a:pt x="448490" y="88054"/>
                  <a:pt x="446134" y="91175"/>
                </a:cubicBezTo>
                <a:cubicBezTo>
                  <a:pt x="443779" y="94295"/>
                  <a:pt x="440864" y="96700"/>
                  <a:pt x="437391" y="98391"/>
                </a:cubicBezTo>
                <a:cubicBezTo>
                  <a:pt x="433917" y="100082"/>
                  <a:pt x="429944" y="100927"/>
                  <a:pt x="425471" y="100927"/>
                </a:cubicBezTo>
                <a:cubicBezTo>
                  <a:pt x="423567" y="100927"/>
                  <a:pt x="421807" y="100737"/>
                  <a:pt x="420189" y="100356"/>
                </a:cubicBezTo>
                <a:cubicBezTo>
                  <a:pt x="418571" y="99976"/>
                  <a:pt x="416989" y="99381"/>
                  <a:pt x="415442" y="98572"/>
                </a:cubicBezTo>
                <a:cubicBezTo>
                  <a:pt x="413896" y="97761"/>
                  <a:pt x="412361" y="96737"/>
                  <a:pt x="410838" y="95498"/>
                </a:cubicBezTo>
                <a:cubicBezTo>
                  <a:pt x="409316" y="94259"/>
                  <a:pt x="407698" y="92807"/>
                  <a:pt x="405985" y="91140"/>
                </a:cubicBezTo>
                <a:lnTo>
                  <a:pt x="405985" y="123201"/>
                </a:lnTo>
                <a:cubicBezTo>
                  <a:pt x="405985" y="123581"/>
                  <a:pt x="405890" y="123913"/>
                  <a:pt x="405699" y="124198"/>
                </a:cubicBezTo>
                <a:cubicBezTo>
                  <a:pt x="405509" y="124484"/>
                  <a:pt x="405200" y="124721"/>
                  <a:pt x="404771" y="124910"/>
                </a:cubicBezTo>
                <a:cubicBezTo>
                  <a:pt x="404343" y="125100"/>
                  <a:pt x="403748" y="125243"/>
                  <a:pt x="402987" y="125338"/>
                </a:cubicBezTo>
                <a:cubicBezTo>
                  <a:pt x="402226" y="125433"/>
                  <a:pt x="401250" y="125481"/>
                  <a:pt x="400060" y="125481"/>
                </a:cubicBezTo>
                <a:cubicBezTo>
                  <a:pt x="398918" y="125481"/>
                  <a:pt x="397967" y="125433"/>
                  <a:pt x="397205" y="125338"/>
                </a:cubicBezTo>
                <a:cubicBezTo>
                  <a:pt x="396444" y="125243"/>
                  <a:pt x="395837" y="125100"/>
                  <a:pt x="395385" y="124910"/>
                </a:cubicBezTo>
                <a:cubicBezTo>
                  <a:pt x="394933" y="124720"/>
                  <a:pt x="394624" y="124482"/>
                  <a:pt x="394457" y="124196"/>
                </a:cubicBezTo>
                <a:cubicBezTo>
                  <a:pt x="394291" y="123911"/>
                  <a:pt x="394208" y="123578"/>
                  <a:pt x="394208" y="123197"/>
                </a:cubicBezTo>
                <a:lnTo>
                  <a:pt x="394208" y="33476"/>
                </a:lnTo>
                <a:cubicBezTo>
                  <a:pt x="394208" y="33048"/>
                  <a:pt x="394279" y="32703"/>
                  <a:pt x="394422" y="32441"/>
                </a:cubicBezTo>
                <a:cubicBezTo>
                  <a:pt x="394564" y="32179"/>
                  <a:pt x="394850" y="31953"/>
                  <a:pt x="395278" y="31763"/>
                </a:cubicBezTo>
                <a:cubicBezTo>
                  <a:pt x="395706" y="31572"/>
                  <a:pt x="396254" y="31442"/>
                  <a:pt x="396920" y="31370"/>
                </a:cubicBezTo>
                <a:cubicBezTo>
                  <a:pt x="397586" y="31299"/>
                  <a:pt x="398395" y="31263"/>
                  <a:pt x="399347" y="31263"/>
                </a:cubicBezTo>
                <a:cubicBezTo>
                  <a:pt x="400346" y="31263"/>
                  <a:pt x="401167" y="31299"/>
                  <a:pt x="401809" y="31370"/>
                </a:cubicBezTo>
                <a:cubicBezTo>
                  <a:pt x="402452" y="31442"/>
                  <a:pt x="402987" y="31572"/>
                  <a:pt x="403415" y="31763"/>
                </a:cubicBezTo>
                <a:cubicBezTo>
                  <a:pt x="403843" y="31953"/>
                  <a:pt x="404141" y="32180"/>
                  <a:pt x="404307" y="32443"/>
                </a:cubicBezTo>
                <a:cubicBezTo>
                  <a:pt x="404474" y="32705"/>
                  <a:pt x="404557" y="33050"/>
                  <a:pt x="404557" y="33478"/>
                </a:cubicBezTo>
                <a:lnTo>
                  <a:pt x="404557" y="42124"/>
                </a:lnTo>
                <a:cubicBezTo>
                  <a:pt x="406508" y="40124"/>
                  <a:pt x="408388" y="38385"/>
                  <a:pt x="410196" y="36909"/>
                </a:cubicBezTo>
                <a:cubicBezTo>
                  <a:pt x="412004" y="35432"/>
                  <a:pt x="413824" y="34206"/>
                  <a:pt x="415656" y="33231"/>
                </a:cubicBezTo>
                <a:cubicBezTo>
                  <a:pt x="417488" y="32254"/>
                  <a:pt x="419368" y="31515"/>
                  <a:pt x="421295" y="31016"/>
                </a:cubicBezTo>
                <a:cubicBezTo>
                  <a:pt x="423222" y="30514"/>
                  <a:pt x="425257" y="30264"/>
                  <a:pt x="427398" y="30264"/>
                </a:cubicBezTo>
                <a:cubicBezTo>
                  <a:pt x="432061" y="30264"/>
                  <a:pt x="436035" y="31169"/>
                  <a:pt x="439318" y="32978"/>
                </a:cubicBezTo>
                <a:cubicBezTo>
                  <a:pt x="442601" y="34788"/>
                  <a:pt x="445278" y="37266"/>
                  <a:pt x="447348" y="40411"/>
                </a:cubicBezTo>
                <a:cubicBezTo>
                  <a:pt x="449418" y="43554"/>
                  <a:pt x="450929" y="47210"/>
                  <a:pt x="451880" y="51378"/>
                </a:cubicBezTo>
                <a:cubicBezTo>
                  <a:pt x="452832" y="55545"/>
                  <a:pt x="453308" y="59963"/>
                  <a:pt x="453308" y="64632"/>
                </a:cubicBezTo>
                <a:moveTo>
                  <a:pt x="440888" y="65988"/>
                </a:moveTo>
                <a:cubicBezTo>
                  <a:pt x="440888" y="62700"/>
                  <a:pt x="440638" y="59520"/>
                  <a:pt x="440139" y="56446"/>
                </a:cubicBezTo>
                <a:cubicBezTo>
                  <a:pt x="439639" y="53372"/>
                  <a:pt x="438783" y="50644"/>
                  <a:pt x="437569" y="48262"/>
                </a:cubicBezTo>
                <a:cubicBezTo>
                  <a:pt x="436356" y="45880"/>
                  <a:pt x="434726" y="43974"/>
                  <a:pt x="432680" y="42545"/>
                </a:cubicBezTo>
                <a:cubicBezTo>
                  <a:pt x="430634" y="41115"/>
                  <a:pt x="428088" y="40399"/>
                  <a:pt x="425042" y="40399"/>
                </a:cubicBezTo>
                <a:cubicBezTo>
                  <a:pt x="423520" y="40399"/>
                  <a:pt x="422021" y="40626"/>
                  <a:pt x="420546" y="41080"/>
                </a:cubicBezTo>
                <a:cubicBezTo>
                  <a:pt x="419071" y="41532"/>
                  <a:pt x="417572" y="42246"/>
                  <a:pt x="416049" y="43223"/>
                </a:cubicBezTo>
                <a:cubicBezTo>
                  <a:pt x="414526" y="44200"/>
                  <a:pt x="412932" y="45487"/>
                  <a:pt x="411267" y="47084"/>
                </a:cubicBezTo>
                <a:cubicBezTo>
                  <a:pt x="409601" y="48681"/>
                  <a:pt x="407841" y="50648"/>
                  <a:pt x="405985" y="52984"/>
                </a:cubicBezTo>
                <a:lnTo>
                  <a:pt x="405985" y="78564"/>
                </a:lnTo>
                <a:cubicBezTo>
                  <a:pt x="409221" y="82521"/>
                  <a:pt x="412290" y="85548"/>
                  <a:pt x="415192" y="87647"/>
                </a:cubicBezTo>
                <a:cubicBezTo>
                  <a:pt x="418095" y="89743"/>
                  <a:pt x="421141" y="90792"/>
                  <a:pt x="424329" y="90792"/>
                </a:cubicBezTo>
                <a:cubicBezTo>
                  <a:pt x="427279" y="90792"/>
                  <a:pt x="429813" y="90077"/>
                  <a:pt x="431930" y="88648"/>
                </a:cubicBezTo>
                <a:cubicBezTo>
                  <a:pt x="434048" y="87218"/>
                  <a:pt x="435761" y="85311"/>
                  <a:pt x="437070" y="82929"/>
                </a:cubicBezTo>
                <a:cubicBezTo>
                  <a:pt x="438378" y="80547"/>
                  <a:pt x="439342" y="77878"/>
                  <a:pt x="439960" y="74924"/>
                </a:cubicBezTo>
                <a:cubicBezTo>
                  <a:pt x="440579" y="71969"/>
                  <a:pt x="440888" y="68990"/>
                  <a:pt x="440888" y="65988"/>
                </a:cubicBezTo>
                <a:close/>
                <a:moveTo>
                  <a:pt x="478929" y="97713"/>
                </a:moveTo>
                <a:cubicBezTo>
                  <a:pt x="478929" y="98094"/>
                  <a:pt x="478834" y="98416"/>
                  <a:pt x="478644" y="98679"/>
                </a:cubicBezTo>
                <a:cubicBezTo>
                  <a:pt x="478453" y="98941"/>
                  <a:pt x="478144" y="99167"/>
                  <a:pt x="477716" y="99357"/>
                </a:cubicBezTo>
                <a:cubicBezTo>
                  <a:pt x="477288" y="99547"/>
                  <a:pt x="476693" y="99690"/>
                  <a:pt x="475931" y="99785"/>
                </a:cubicBezTo>
                <a:cubicBezTo>
                  <a:pt x="475170" y="99880"/>
                  <a:pt x="474195" y="99928"/>
                  <a:pt x="473005" y="99928"/>
                </a:cubicBezTo>
                <a:cubicBezTo>
                  <a:pt x="471863" y="99928"/>
                  <a:pt x="470911" y="99880"/>
                  <a:pt x="470150" y="99785"/>
                </a:cubicBezTo>
                <a:cubicBezTo>
                  <a:pt x="469389" y="99690"/>
                  <a:pt x="468782" y="99547"/>
                  <a:pt x="468330" y="99357"/>
                </a:cubicBezTo>
                <a:cubicBezTo>
                  <a:pt x="467878" y="99167"/>
                  <a:pt x="467568" y="98941"/>
                  <a:pt x="467402" y="98679"/>
                </a:cubicBezTo>
                <a:cubicBezTo>
                  <a:pt x="467235" y="98416"/>
                  <a:pt x="467152" y="98094"/>
                  <a:pt x="467152" y="97713"/>
                </a:cubicBezTo>
                <a:lnTo>
                  <a:pt x="467152" y="2286"/>
                </a:lnTo>
                <a:cubicBezTo>
                  <a:pt x="467152" y="1906"/>
                  <a:pt x="467235" y="1573"/>
                  <a:pt x="467402" y="1287"/>
                </a:cubicBezTo>
                <a:cubicBezTo>
                  <a:pt x="467568" y="1000"/>
                  <a:pt x="467878" y="761"/>
                  <a:pt x="468330" y="571"/>
                </a:cubicBezTo>
                <a:cubicBezTo>
                  <a:pt x="468782" y="381"/>
                  <a:pt x="469389" y="238"/>
                  <a:pt x="470150" y="143"/>
                </a:cubicBezTo>
                <a:cubicBezTo>
                  <a:pt x="470911" y="48"/>
                  <a:pt x="471863" y="0"/>
                  <a:pt x="473005" y="0"/>
                </a:cubicBezTo>
                <a:cubicBezTo>
                  <a:pt x="474195" y="0"/>
                  <a:pt x="475170" y="48"/>
                  <a:pt x="475931" y="143"/>
                </a:cubicBezTo>
                <a:cubicBezTo>
                  <a:pt x="476693" y="238"/>
                  <a:pt x="477288" y="381"/>
                  <a:pt x="477716" y="571"/>
                </a:cubicBezTo>
                <a:cubicBezTo>
                  <a:pt x="478144" y="761"/>
                  <a:pt x="478453" y="1000"/>
                  <a:pt x="478644" y="1287"/>
                </a:cubicBezTo>
                <a:cubicBezTo>
                  <a:pt x="478834" y="1573"/>
                  <a:pt x="478929" y="1906"/>
                  <a:pt x="478929" y="2286"/>
                </a:cubicBezTo>
                <a:lnTo>
                  <a:pt x="478929" y="97713"/>
                </a:lnTo>
                <a:close/>
                <a:moveTo>
                  <a:pt x="558369" y="62812"/>
                </a:moveTo>
                <a:cubicBezTo>
                  <a:pt x="558369" y="64668"/>
                  <a:pt x="557905" y="65988"/>
                  <a:pt x="556977" y="66773"/>
                </a:cubicBezTo>
                <a:cubicBezTo>
                  <a:pt x="556049" y="67558"/>
                  <a:pt x="554990" y="67951"/>
                  <a:pt x="553800" y="67951"/>
                </a:cubicBezTo>
                <a:lnTo>
                  <a:pt x="511688" y="67951"/>
                </a:lnTo>
                <a:cubicBezTo>
                  <a:pt x="511688" y="71530"/>
                  <a:pt x="512045" y="74752"/>
                  <a:pt x="512759" y="77616"/>
                </a:cubicBezTo>
                <a:cubicBezTo>
                  <a:pt x="513472" y="80480"/>
                  <a:pt x="514662" y="82938"/>
                  <a:pt x="516327" y="84990"/>
                </a:cubicBezTo>
                <a:cubicBezTo>
                  <a:pt x="517993" y="87042"/>
                  <a:pt x="520158" y="88618"/>
                  <a:pt x="522823" y="89717"/>
                </a:cubicBezTo>
                <a:cubicBezTo>
                  <a:pt x="525488" y="90814"/>
                  <a:pt x="528747" y="91363"/>
                  <a:pt x="532601" y="91363"/>
                </a:cubicBezTo>
                <a:cubicBezTo>
                  <a:pt x="535647" y="91363"/>
                  <a:pt x="538359" y="91113"/>
                  <a:pt x="540738" y="90613"/>
                </a:cubicBezTo>
                <a:cubicBezTo>
                  <a:pt x="543118" y="90114"/>
                  <a:pt x="545176" y="89555"/>
                  <a:pt x="546913" y="88936"/>
                </a:cubicBezTo>
                <a:cubicBezTo>
                  <a:pt x="548649" y="88317"/>
                  <a:pt x="550077" y="87758"/>
                  <a:pt x="551195" y="87259"/>
                </a:cubicBezTo>
                <a:cubicBezTo>
                  <a:pt x="552313" y="86759"/>
                  <a:pt x="553158" y="86509"/>
                  <a:pt x="553729" y="86509"/>
                </a:cubicBezTo>
                <a:cubicBezTo>
                  <a:pt x="554062" y="86509"/>
                  <a:pt x="554360" y="86592"/>
                  <a:pt x="554621" y="86759"/>
                </a:cubicBezTo>
                <a:cubicBezTo>
                  <a:pt x="554883" y="86925"/>
                  <a:pt x="555085" y="87175"/>
                  <a:pt x="555228" y="87508"/>
                </a:cubicBezTo>
                <a:cubicBezTo>
                  <a:pt x="555371" y="87841"/>
                  <a:pt x="555478" y="88305"/>
                  <a:pt x="555549" y="88900"/>
                </a:cubicBezTo>
                <a:cubicBezTo>
                  <a:pt x="555621" y="89495"/>
                  <a:pt x="555656" y="90221"/>
                  <a:pt x="555656" y="91077"/>
                </a:cubicBezTo>
                <a:cubicBezTo>
                  <a:pt x="555656" y="91696"/>
                  <a:pt x="555632" y="92231"/>
                  <a:pt x="555585" y="92683"/>
                </a:cubicBezTo>
                <a:cubicBezTo>
                  <a:pt x="555537" y="93135"/>
                  <a:pt x="555478" y="93540"/>
                  <a:pt x="555406" y="93897"/>
                </a:cubicBezTo>
                <a:cubicBezTo>
                  <a:pt x="555335" y="94254"/>
                  <a:pt x="555216" y="94575"/>
                  <a:pt x="555050" y="94860"/>
                </a:cubicBezTo>
                <a:cubicBezTo>
                  <a:pt x="554883" y="95146"/>
                  <a:pt x="554669" y="95419"/>
                  <a:pt x="554407" y="95681"/>
                </a:cubicBezTo>
                <a:cubicBezTo>
                  <a:pt x="554145" y="95943"/>
                  <a:pt x="553372" y="96371"/>
                  <a:pt x="552087" y="96966"/>
                </a:cubicBezTo>
                <a:cubicBezTo>
                  <a:pt x="550803" y="97561"/>
                  <a:pt x="549137" y="98144"/>
                  <a:pt x="547091" y="98715"/>
                </a:cubicBezTo>
                <a:cubicBezTo>
                  <a:pt x="545045" y="99286"/>
                  <a:pt x="542678" y="99797"/>
                  <a:pt x="539989" y="100249"/>
                </a:cubicBezTo>
                <a:cubicBezTo>
                  <a:pt x="537300" y="100701"/>
                  <a:pt x="534433" y="100927"/>
                  <a:pt x="531388" y="100927"/>
                </a:cubicBezTo>
                <a:cubicBezTo>
                  <a:pt x="526106" y="100927"/>
                  <a:pt x="521479" y="100189"/>
                  <a:pt x="517505" y="98712"/>
                </a:cubicBezTo>
                <a:cubicBezTo>
                  <a:pt x="513532" y="97236"/>
                  <a:pt x="510189" y="95045"/>
                  <a:pt x="507477" y="92139"/>
                </a:cubicBezTo>
                <a:cubicBezTo>
                  <a:pt x="504764" y="89233"/>
                  <a:pt x="502718" y="85589"/>
                  <a:pt x="501338" y="81207"/>
                </a:cubicBezTo>
                <a:cubicBezTo>
                  <a:pt x="499958" y="76825"/>
                  <a:pt x="499268" y="71728"/>
                  <a:pt x="499268" y="65917"/>
                </a:cubicBezTo>
                <a:cubicBezTo>
                  <a:pt x="499268" y="60391"/>
                  <a:pt x="499982" y="55425"/>
                  <a:pt x="501410" y="51019"/>
                </a:cubicBezTo>
                <a:cubicBezTo>
                  <a:pt x="502837" y="46613"/>
                  <a:pt x="504895" y="42874"/>
                  <a:pt x="507584" y="39802"/>
                </a:cubicBezTo>
                <a:cubicBezTo>
                  <a:pt x="510272" y="36729"/>
                  <a:pt x="513520" y="34372"/>
                  <a:pt x="517327" y="32729"/>
                </a:cubicBezTo>
                <a:cubicBezTo>
                  <a:pt x="521134" y="31085"/>
                  <a:pt x="525392" y="30264"/>
                  <a:pt x="530103" y="30264"/>
                </a:cubicBezTo>
                <a:cubicBezTo>
                  <a:pt x="535147" y="30264"/>
                  <a:pt x="539442" y="31073"/>
                  <a:pt x="542987" y="32691"/>
                </a:cubicBezTo>
                <a:cubicBezTo>
                  <a:pt x="546532" y="34309"/>
                  <a:pt x="549446" y="36486"/>
                  <a:pt x="551731" y="39222"/>
                </a:cubicBezTo>
                <a:cubicBezTo>
                  <a:pt x="554015" y="41958"/>
                  <a:pt x="555692" y="45170"/>
                  <a:pt x="556763" y="48858"/>
                </a:cubicBezTo>
                <a:cubicBezTo>
                  <a:pt x="557833" y="52545"/>
                  <a:pt x="558369" y="56483"/>
                  <a:pt x="558369" y="60671"/>
                </a:cubicBezTo>
                <a:lnTo>
                  <a:pt x="558369" y="62812"/>
                </a:lnTo>
                <a:moveTo>
                  <a:pt x="546520" y="59314"/>
                </a:moveTo>
                <a:cubicBezTo>
                  <a:pt x="546663" y="53128"/>
                  <a:pt x="545295" y="48275"/>
                  <a:pt x="542416" y="44753"/>
                </a:cubicBezTo>
                <a:cubicBezTo>
                  <a:pt x="539537" y="41232"/>
                  <a:pt x="535266" y="39472"/>
                  <a:pt x="529604" y="39472"/>
                </a:cubicBezTo>
                <a:cubicBezTo>
                  <a:pt x="526701" y="39472"/>
                  <a:pt x="524155" y="40019"/>
                  <a:pt x="521966" y="41113"/>
                </a:cubicBezTo>
                <a:cubicBezTo>
                  <a:pt x="519777" y="42208"/>
                  <a:pt x="517945" y="43659"/>
                  <a:pt x="516470" y="45467"/>
                </a:cubicBezTo>
                <a:cubicBezTo>
                  <a:pt x="514995" y="47275"/>
                  <a:pt x="513853" y="49381"/>
                  <a:pt x="513044" y="51784"/>
                </a:cubicBezTo>
                <a:cubicBezTo>
                  <a:pt x="512235" y="54187"/>
                  <a:pt x="511783" y="56697"/>
                  <a:pt x="511688" y="59314"/>
                </a:cubicBezTo>
                <a:lnTo>
                  <a:pt x="546520" y="59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Collision">
            <a:extLst xmlns:a="http://schemas.openxmlformats.org/drawingml/2006/main">
              <a:ext uri="{FF2B5EF4-FFF2-40B4-BE49-F238E27FC236}">
                <a16:creationId xmlns:a16="http://schemas.microsoft.com/office/drawing/2014/main" id="{57C928E9-991E-411D-8A04-AFCE774F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837" y="5590483"/>
            <a:ext cx="484407" cy="100927"/>
          </a:xfrm>
          <a:custGeom xmlns:a="http://schemas.openxmlformats.org/drawingml/2006/main">
            <a:pathLst>
              <a:path w="484407" h="100927">
                <a:moveTo>
                  <a:pt x="67023" y="86366"/>
                </a:moveTo>
                <a:cubicBezTo>
                  <a:pt x="67023" y="87128"/>
                  <a:pt x="66999" y="87794"/>
                  <a:pt x="66952" y="88365"/>
                </a:cubicBezTo>
                <a:cubicBezTo>
                  <a:pt x="66904" y="88936"/>
                  <a:pt x="66821" y="89436"/>
                  <a:pt x="66702" y="89864"/>
                </a:cubicBezTo>
                <a:cubicBezTo>
                  <a:pt x="66583" y="90292"/>
                  <a:pt x="66428" y="90673"/>
                  <a:pt x="66238" y="91006"/>
                </a:cubicBezTo>
                <a:cubicBezTo>
                  <a:pt x="66048" y="91339"/>
                  <a:pt x="65715" y="91746"/>
                  <a:pt x="65239" y="92226"/>
                </a:cubicBezTo>
                <a:cubicBezTo>
                  <a:pt x="64763" y="92705"/>
                  <a:pt x="63764" y="93436"/>
                  <a:pt x="62241" y="94419"/>
                </a:cubicBezTo>
                <a:cubicBezTo>
                  <a:pt x="60718" y="95402"/>
                  <a:pt x="58827" y="96361"/>
                  <a:pt x="56566" y="97296"/>
                </a:cubicBezTo>
                <a:cubicBezTo>
                  <a:pt x="54306" y="98231"/>
                  <a:pt x="51713" y="99022"/>
                  <a:pt x="48786" y="99669"/>
                </a:cubicBezTo>
                <a:cubicBezTo>
                  <a:pt x="45860" y="100318"/>
                  <a:pt x="42660" y="100642"/>
                  <a:pt x="39186" y="100642"/>
                </a:cubicBezTo>
                <a:cubicBezTo>
                  <a:pt x="33190" y="100642"/>
                  <a:pt x="27778" y="99643"/>
                  <a:pt x="22948" y="97644"/>
                </a:cubicBezTo>
                <a:cubicBezTo>
                  <a:pt x="18118" y="95645"/>
                  <a:pt x="14002" y="92695"/>
                  <a:pt x="10600" y="88793"/>
                </a:cubicBezTo>
                <a:cubicBezTo>
                  <a:pt x="7197" y="84891"/>
                  <a:pt x="4580" y="80073"/>
                  <a:pt x="2748" y="74339"/>
                </a:cubicBezTo>
                <a:cubicBezTo>
                  <a:pt x="916" y="68605"/>
                  <a:pt x="0" y="62003"/>
                  <a:pt x="0" y="54532"/>
                </a:cubicBezTo>
                <a:cubicBezTo>
                  <a:pt x="0" y="46871"/>
                  <a:pt x="987" y="40043"/>
                  <a:pt x="2962" y="34047"/>
                </a:cubicBezTo>
                <a:cubicBezTo>
                  <a:pt x="4937" y="28051"/>
                  <a:pt x="7709" y="22972"/>
                  <a:pt x="11278" y="18808"/>
                </a:cubicBezTo>
                <a:cubicBezTo>
                  <a:pt x="14846" y="14644"/>
                  <a:pt x="19117" y="11468"/>
                  <a:pt x="24090" y="9279"/>
                </a:cubicBezTo>
                <a:cubicBezTo>
                  <a:pt x="29062" y="7090"/>
                  <a:pt x="34570" y="5996"/>
                  <a:pt x="40614" y="5996"/>
                </a:cubicBezTo>
                <a:cubicBezTo>
                  <a:pt x="43278" y="5996"/>
                  <a:pt x="45872" y="6248"/>
                  <a:pt x="48394" y="6752"/>
                </a:cubicBezTo>
                <a:cubicBezTo>
                  <a:pt x="50916" y="7256"/>
                  <a:pt x="53247" y="7892"/>
                  <a:pt x="55389" y="8659"/>
                </a:cubicBezTo>
                <a:cubicBezTo>
                  <a:pt x="57530" y="9426"/>
                  <a:pt x="59433" y="10314"/>
                  <a:pt x="61099" y="11322"/>
                </a:cubicBezTo>
                <a:cubicBezTo>
                  <a:pt x="62764" y="12329"/>
                  <a:pt x="63918" y="13156"/>
                  <a:pt x="64561" y="13805"/>
                </a:cubicBezTo>
                <a:cubicBezTo>
                  <a:pt x="65203" y="14452"/>
                  <a:pt x="65619" y="14942"/>
                  <a:pt x="65810" y="15275"/>
                </a:cubicBezTo>
                <a:cubicBezTo>
                  <a:pt x="66000" y="15608"/>
                  <a:pt x="66155" y="16000"/>
                  <a:pt x="66274" y="16452"/>
                </a:cubicBezTo>
                <a:cubicBezTo>
                  <a:pt x="66393" y="16904"/>
                  <a:pt x="66488" y="17440"/>
                  <a:pt x="66559" y="18058"/>
                </a:cubicBezTo>
                <a:cubicBezTo>
                  <a:pt x="66631" y="18677"/>
                  <a:pt x="66666" y="19415"/>
                  <a:pt x="66666" y="20271"/>
                </a:cubicBezTo>
                <a:cubicBezTo>
                  <a:pt x="66666" y="21223"/>
                  <a:pt x="66619" y="22032"/>
                  <a:pt x="66524" y="22698"/>
                </a:cubicBezTo>
                <a:cubicBezTo>
                  <a:pt x="66428" y="23364"/>
                  <a:pt x="66286" y="23923"/>
                  <a:pt x="66095" y="24375"/>
                </a:cubicBezTo>
                <a:cubicBezTo>
                  <a:pt x="65905" y="24827"/>
                  <a:pt x="65679" y="25160"/>
                  <a:pt x="65417" y="25375"/>
                </a:cubicBezTo>
                <a:cubicBezTo>
                  <a:pt x="65155" y="25589"/>
                  <a:pt x="64834" y="25696"/>
                  <a:pt x="64454" y="25696"/>
                </a:cubicBezTo>
                <a:cubicBezTo>
                  <a:pt x="63787" y="25696"/>
                  <a:pt x="62859" y="25228"/>
                  <a:pt x="61670" y="24293"/>
                </a:cubicBezTo>
                <a:cubicBezTo>
                  <a:pt x="60480" y="23357"/>
                  <a:pt x="58946" y="22326"/>
                  <a:pt x="57066" y="21199"/>
                </a:cubicBezTo>
                <a:cubicBezTo>
                  <a:pt x="55186" y="20072"/>
                  <a:pt x="52902" y="19041"/>
                  <a:pt x="50214" y="18105"/>
                </a:cubicBezTo>
                <a:cubicBezTo>
                  <a:pt x="47525" y="17170"/>
                  <a:pt x="44301" y="16702"/>
                  <a:pt x="40542" y="16702"/>
                </a:cubicBezTo>
                <a:cubicBezTo>
                  <a:pt x="36450" y="16702"/>
                  <a:pt x="32726" y="17523"/>
                  <a:pt x="29372" y="19165"/>
                </a:cubicBezTo>
                <a:cubicBezTo>
                  <a:pt x="26017" y="20806"/>
                  <a:pt x="23150" y="23221"/>
                  <a:pt x="20771" y="26410"/>
                </a:cubicBezTo>
                <a:cubicBezTo>
                  <a:pt x="18392" y="29598"/>
                  <a:pt x="16548" y="33488"/>
                  <a:pt x="15239" y="38080"/>
                </a:cubicBezTo>
                <a:cubicBezTo>
                  <a:pt x="13930" y="42672"/>
                  <a:pt x="13276" y="47918"/>
                  <a:pt x="13276" y="53818"/>
                </a:cubicBezTo>
                <a:cubicBezTo>
                  <a:pt x="13276" y="59671"/>
                  <a:pt x="13907" y="64846"/>
                  <a:pt x="15168" y="69343"/>
                </a:cubicBezTo>
                <a:cubicBezTo>
                  <a:pt x="16429" y="73840"/>
                  <a:pt x="18237" y="77599"/>
                  <a:pt x="20592" y="80621"/>
                </a:cubicBezTo>
                <a:cubicBezTo>
                  <a:pt x="22948" y="83642"/>
                  <a:pt x="25839" y="85926"/>
                  <a:pt x="29265" y="87473"/>
                </a:cubicBezTo>
                <a:cubicBezTo>
                  <a:pt x="32691" y="89019"/>
                  <a:pt x="36569" y="89792"/>
                  <a:pt x="40899" y="89792"/>
                </a:cubicBezTo>
                <a:cubicBezTo>
                  <a:pt x="44563" y="89792"/>
                  <a:pt x="47763" y="89337"/>
                  <a:pt x="50499" y="88425"/>
                </a:cubicBezTo>
                <a:cubicBezTo>
                  <a:pt x="53235" y="87514"/>
                  <a:pt x="55567" y="86494"/>
                  <a:pt x="57494" y="85367"/>
                </a:cubicBezTo>
                <a:cubicBezTo>
                  <a:pt x="59421" y="84240"/>
                  <a:pt x="61004" y="83221"/>
                  <a:pt x="62241" y="82309"/>
                </a:cubicBezTo>
                <a:cubicBezTo>
                  <a:pt x="63478" y="81397"/>
                  <a:pt x="64454" y="80942"/>
                  <a:pt x="65167" y="80942"/>
                </a:cubicBezTo>
                <a:cubicBezTo>
                  <a:pt x="65500" y="80942"/>
                  <a:pt x="65786" y="81013"/>
                  <a:pt x="66024" y="81156"/>
                </a:cubicBezTo>
                <a:cubicBezTo>
                  <a:pt x="66262" y="81299"/>
                  <a:pt x="66452" y="81572"/>
                  <a:pt x="66595" y="81977"/>
                </a:cubicBezTo>
                <a:cubicBezTo>
                  <a:pt x="66738" y="82381"/>
                  <a:pt x="66845" y="82940"/>
                  <a:pt x="66916" y="83654"/>
                </a:cubicBezTo>
                <a:cubicBezTo>
                  <a:pt x="66987" y="84368"/>
                  <a:pt x="67023" y="85272"/>
                  <a:pt x="67023" y="86366"/>
                </a:cubicBezTo>
                <a:close/>
                <a:moveTo>
                  <a:pt x="142677" y="64918"/>
                </a:moveTo>
                <a:cubicBezTo>
                  <a:pt x="142677" y="70156"/>
                  <a:pt x="141987" y="74979"/>
                  <a:pt x="140607" y="79385"/>
                </a:cubicBezTo>
                <a:cubicBezTo>
                  <a:pt x="139227" y="83791"/>
                  <a:pt x="137169" y="87590"/>
                  <a:pt x="134433" y="90783"/>
                </a:cubicBezTo>
                <a:cubicBezTo>
                  <a:pt x="131697" y="93974"/>
                  <a:pt x="128271" y="96463"/>
                  <a:pt x="124155" y="98248"/>
                </a:cubicBezTo>
                <a:cubicBezTo>
                  <a:pt x="120039" y="100034"/>
                  <a:pt x="115268" y="100927"/>
                  <a:pt x="109844" y="100927"/>
                </a:cubicBezTo>
                <a:cubicBezTo>
                  <a:pt x="104562" y="100927"/>
                  <a:pt x="99958" y="100141"/>
                  <a:pt x="96032" y="98570"/>
                </a:cubicBezTo>
                <a:cubicBezTo>
                  <a:pt x="92106" y="96998"/>
                  <a:pt x="88835" y="94712"/>
                  <a:pt x="86218" y="91711"/>
                </a:cubicBezTo>
                <a:cubicBezTo>
                  <a:pt x="83601" y="88710"/>
                  <a:pt x="81650" y="85066"/>
                  <a:pt x="80365" y="80779"/>
                </a:cubicBezTo>
                <a:cubicBezTo>
                  <a:pt x="79080" y="76492"/>
                  <a:pt x="78438" y="71633"/>
                  <a:pt x="78438" y="66202"/>
                </a:cubicBezTo>
                <a:cubicBezTo>
                  <a:pt x="78438" y="60964"/>
                  <a:pt x="79116" y="56141"/>
                  <a:pt x="80472" y="51735"/>
                </a:cubicBezTo>
                <a:cubicBezTo>
                  <a:pt x="81828" y="47329"/>
                  <a:pt x="83874" y="43530"/>
                  <a:pt x="86610" y="40339"/>
                </a:cubicBezTo>
                <a:cubicBezTo>
                  <a:pt x="89346" y="37147"/>
                  <a:pt x="92761" y="34669"/>
                  <a:pt x="96853" y="32907"/>
                </a:cubicBezTo>
                <a:cubicBezTo>
                  <a:pt x="100945" y="31145"/>
                  <a:pt x="105728" y="30264"/>
                  <a:pt x="111200" y="30264"/>
                </a:cubicBezTo>
                <a:cubicBezTo>
                  <a:pt x="116482" y="30264"/>
                  <a:pt x="121086" y="31050"/>
                  <a:pt x="125011" y="32622"/>
                </a:cubicBezTo>
                <a:cubicBezTo>
                  <a:pt x="128937" y="34193"/>
                  <a:pt x="132208" y="36480"/>
                  <a:pt x="134826" y="39480"/>
                </a:cubicBezTo>
                <a:cubicBezTo>
                  <a:pt x="137443" y="42481"/>
                  <a:pt x="139406" y="46125"/>
                  <a:pt x="140714" y="50412"/>
                </a:cubicBezTo>
                <a:cubicBezTo>
                  <a:pt x="142023" y="54699"/>
                  <a:pt x="142677" y="59534"/>
                  <a:pt x="142677" y="64918"/>
                </a:cubicBezTo>
                <a:moveTo>
                  <a:pt x="130257" y="65703"/>
                </a:moveTo>
                <a:cubicBezTo>
                  <a:pt x="130257" y="62225"/>
                  <a:pt x="129936" y="58937"/>
                  <a:pt x="129294" y="55839"/>
                </a:cubicBezTo>
                <a:cubicBezTo>
                  <a:pt x="128651" y="52742"/>
                  <a:pt x="127593" y="50026"/>
                  <a:pt x="126118" y="47691"/>
                </a:cubicBezTo>
                <a:cubicBezTo>
                  <a:pt x="124642" y="45356"/>
                  <a:pt x="122644" y="43510"/>
                  <a:pt x="120122" y="42153"/>
                </a:cubicBezTo>
                <a:cubicBezTo>
                  <a:pt x="117600" y="40794"/>
                  <a:pt x="114459" y="40114"/>
                  <a:pt x="110700" y="40114"/>
                </a:cubicBezTo>
                <a:cubicBezTo>
                  <a:pt x="107226" y="40114"/>
                  <a:pt x="104240" y="40733"/>
                  <a:pt x="101742" y="41972"/>
                </a:cubicBezTo>
                <a:cubicBezTo>
                  <a:pt x="99244" y="43211"/>
                  <a:pt x="97186" y="44962"/>
                  <a:pt x="95568" y="47227"/>
                </a:cubicBezTo>
                <a:cubicBezTo>
                  <a:pt x="93950" y="49490"/>
                  <a:pt x="92749" y="52171"/>
                  <a:pt x="91964" y="55268"/>
                </a:cubicBezTo>
                <a:cubicBezTo>
                  <a:pt x="91178" y="58364"/>
                  <a:pt x="90786" y="61747"/>
                  <a:pt x="90786" y="65417"/>
                </a:cubicBezTo>
                <a:cubicBezTo>
                  <a:pt x="90786" y="68943"/>
                  <a:pt x="91107" y="72255"/>
                  <a:pt x="91749" y="75352"/>
                </a:cubicBezTo>
                <a:cubicBezTo>
                  <a:pt x="92392" y="78449"/>
                  <a:pt x="93463" y="81154"/>
                  <a:pt x="94961" y="83464"/>
                </a:cubicBezTo>
                <a:cubicBezTo>
                  <a:pt x="96460" y="85775"/>
                  <a:pt x="98471" y="87610"/>
                  <a:pt x="100993" y="88969"/>
                </a:cubicBezTo>
                <a:cubicBezTo>
                  <a:pt x="103515" y="90327"/>
                  <a:pt x="106655" y="91006"/>
                  <a:pt x="110415" y="91006"/>
                </a:cubicBezTo>
                <a:cubicBezTo>
                  <a:pt x="113841" y="91006"/>
                  <a:pt x="116815" y="90387"/>
                  <a:pt x="119337" y="89148"/>
                </a:cubicBezTo>
                <a:cubicBezTo>
                  <a:pt x="121859" y="87909"/>
                  <a:pt x="123929" y="86170"/>
                  <a:pt x="125547" y="83931"/>
                </a:cubicBezTo>
                <a:cubicBezTo>
                  <a:pt x="127164" y="81690"/>
                  <a:pt x="128354" y="79021"/>
                  <a:pt x="129115" y="75925"/>
                </a:cubicBezTo>
                <a:cubicBezTo>
                  <a:pt x="129877" y="72828"/>
                  <a:pt x="130257" y="69420"/>
                  <a:pt x="130257" y="65703"/>
                </a:cubicBezTo>
                <a:close/>
                <a:moveTo>
                  <a:pt x="173649" y="97713"/>
                </a:moveTo>
                <a:cubicBezTo>
                  <a:pt x="173649" y="98094"/>
                  <a:pt x="173554" y="98416"/>
                  <a:pt x="173364" y="98679"/>
                </a:cubicBezTo>
                <a:cubicBezTo>
                  <a:pt x="173173" y="98941"/>
                  <a:pt x="172864" y="99167"/>
                  <a:pt x="172436" y="99357"/>
                </a:cubicBezTo>
                <a:cubicBezTo>
                  <a:pt x="172007" y="99547"/>
                  <a:pt x="171413" y="99690"/>
                  <a:pt x="170651" y="99785"/>
                </a:cubicBezTo>
                <a:cubicBezTo>
                  <a:pt x="169890" y="99880"/>
                  <a:pt x="168914" y="99928"/>
                  <a:pt x="167725" y="99928"/>
                </a:cubicBezTo>
                <a:cubicBezTo>
                  <a:pt x="166583" y="99928"/>
                  <a:pt x="165631" y="99880"/>
                  <a:pt x="164870" y="99785"/>
                </a:cubicBezTo>
                <a:cubicBezTo>
                  <a:pt x="164108" y="99690"/>
                  <a:pt x="163502" y="99547"/>
                  <a:pt x="163050" y="99357"/>
                </a:cubicBezTo>
                <a:cubicBezTo>
                  <a:pt x="162598" y="99167"/>
                  <a:pt x="162288" y="98941"/>
                  <a:pt x="162122" y="98679"/>
                </a:cubicBezTo>
                <a:cubicBezTo>
                  <a:pt x="161955" y="98416"/>
                  <a:pt x="161872" y="98094"/>
                  <a:pt x="161872" y="97713"/>
                </a:cubicBezTo>
                <a:lnTo>
                  <a:pt x="161872" y="2286"/>
                </a:lnTo>
                <a:cubicBezTo>
                  <a:pt x="161872" y="1906"/>
                  <a:pt x="161955" y="1573"/>
                  <a:pt x="162122" y="1287"/>
                </a:cubicBezTo>
                <a:cubicBezTo>
                  <a:pt x="162288" y="1000"/>
                  <a:pt x="162598" y="761"/>
                  <a:pt x="163050" y="571"/>
                </a:cubicBezTo>
                <a:cubicBezTo>
                  <a:pt x="163502" y="381"/>
                  <a:pt x="164108" y="238"/>
                  <a:pt x="164870" y="143"/>
                </a:cubicBezTo>
                <a:cubicBezTo>
                  <a:pt x="165631" y="48"/>
                  <a:pt x="166583" y="0"/>
                  <a:pt x="167725" y="0"/>
                </a:cubicBezTo>
                <a:cubicBezTo>
                  <a:pt x="168914" y="0"/>
                  <a:pt x="169890" y="48"/>
                  <a:pt x="170651" y="143"/>
                </a:cubicBezTo>
                <a:cubicBezTo>
                  <a:pt x="171413" y="238"/>
                  <a:pt x="172007" y="381"/>
                  <a:pt x="172436" y="571"/>
                </a:cubicBezTo>
                <a:cubicBezTo>
                  <a:pt x="172864" y="761"/>
                  <a:pt x="173173" y="1000"/>
                  <a:pt x="173364" y="1287"/>
                </a:cubicBezTo>
                <a:cubicBezTo>
                  <a:pt x="173554" y="1573"/>
                  <a:pt x="173649" y="1906"/>
                  <a:pt x="173649" y="2286"/>
                </a:cubicBezTo>
                <a:lnTo>
                  <a:pt x="173649" y="97713"/>
                </a:lnTo>
                <a:close/>
                <a:moveTo>
                  <a:pt x="204055" y="97713"/>
                </a:moveTo>
                <a:cubicBezTo>
                  <a:pt x="204055" y="98094"/>
                  <a:pt x="203960" y="98416"/>
                  <a:pt x="203770" y="98679"/>
                </a:cubicBezTo>
                <a:cubicBezTo>
                  <a:pt x="203579" y="98941"/>
                  <a:pt x="203270" y="99167"/>
                  <a:pt x="202842" y="99357"/>
                </a:cubicBezTo>
                <a:cubicBezTo>
                  <a:pt x="202413" y="99547"/>
                  <a:pt x="201819" y="99690"/>
                  <a:pt x="201057" y="99785"/>
                </a:cubicBezTo>
                <a:cubicBezTo>
                  <a:pt x="200296" y="99880"/>
                  <a:pt x="199320" y="99928"/>
                  <a:pt x="198131" y="99928"/>
                </a:cubicBezTo>
                <a:cubicBezTo>
                  <a:pt x="196989" y="99928"/>
                  <a:pt x="196037" y="99880"/>
                  <a:pt x="195276" y="99785"/>
                </a:cubicBezTo>
                <a:cubicBezTo>
                  <a:pt x="194514" y="99690"/>
                  <a:pt x="193908" y="99547"/>
                  <a:pt x="193456" y="99357"/>
                </a:cubicBezTo>
                <a:cubicBezTo>
                  <a:pt x="193003" y="99167"/>
                  <a:pt x="192694" y="98941"/>
                  <a:pt x="192528" y="98679"/>
                </a:cubicBezTo>
                <a:cubicBezTo>
                  <a:pt x="192361" y="98416"/>
                  <a:pt x="192278" y="98094"/>
                  <a:pt x="192278" y="97713"/>
                </a:cubicBezTo>
                <a:lnTo>
                  <a:pt x="192278" y="2286"/>
                </a:lnTo>
                <a:cubicBezTo>
                  <a:pt x="192278" y="1906"/>
                  <a:pt x="192361" y="1573"/>
                  <a:pt x="192528" y="1287"/>
                </a:cubicBezTo>
                <a:cubicBezTo>
                  <a:pt x="192694" y="1000"/>
                  <a:pt x="193003" y="761"/>
                  <a:pt x="193456" y="571"/>
                </a:cubicBezTo>
                <a:cubicBezTo>
                  <a:pt x="193908" y="381"/>
                  <a:pt x="194514" y="238"/>
                  <a:pt x="195276" y="143"/>
                </a:cubicBezTo>
                <a:cubicBezTo>
                  <a:pt x="196037" y="48"/>
                  <a:pt x="196989" y="0"/>
                  <a:pt x="198131" y="0"/>
                </a:cubicBezTo>
                <a:cubicBezTo>
                  <a:pt x="199320" y="0"/>
                  <a:pt x="200296" y="48"/>
                  <a:pt x="201057" y="143"/>
                </a:cubicBezTo>
                <a:cubicBezTo>
                  <a:pt x="201819" y="238"/>
                  <a:pt x="202413" y="381"/>
                  <a:pt x="202842" y="571"/>
                </a:cubicBezTo>
                <a:cubicBezTo>
                  <a:pt x="203270" y="761"/>
                  <a:pt x="203579" y="1000"/>
                  <a:pt x="203770" y="1287"/>
                </a:cubicBezTo>
                <a:cubicBezTo>
                  <a:pt x="203960" y="1573"/>
                  <a:pt x="204055" y="1906"/>
                  <a:pt x="204055" y="2286"/>
                </a:cubicBezTo>
                <a:lnTo>
                  <a:pt x="204055" y="97713"/>
                </a:lnTo>
                <a:close/>
                <a:moveTo>
                  <a:pt x="240454" y="97715"/>
                </a:moveTo>
                <a:cubicBezTo>
                  <a:pt x="240454" y="98096"/>
                  <a:pt x="240359" y="98417"/>
                  <a:pt x="240168" y="98679"/>
                </a:cubicBezTo>
                <a:cubicBezTo>
                  <a:pt x="239978" y="98941"/>
                  <a:pt x="239669" y="99167"/>
                  <a:pt x="239240" y="99357"/>
                </a:cubicBezTo>
                <a:cubicBezTo>
                  <a:pt x="238812" y="99547"/>
                  <a:pt x="238217" y="99690"/>
                  <a:pt x="237456" y="99785"/>
                </a:cubicBezTo>
                <a:cubicBezTo>
                  <a:pt x="236695" y="99880"/>
                  <a:pt x="235719" y="99928"/>
                  <a:pt x="234530" y="99928"/>
                </a:cubicBezTo>
                <a:cubicBezTo>
                  <a:pt x="233388" y="99928"/>
                  <a:pt x="232436" y="99880"/>
                  <a:pt x="231674" y="99785"/>
                </a:cubicBezTo>
                <a:cubicBezTo>
                  <a:pt x="230913" y="99690"/>
                  <a:pt x="230306" y="99547"/>
                  <a:pt x="229854" y="99357"/>
                </a:cubicBezTo>
                <a:cubicBezTo>
                  <a:pt x="229402" y="99167"/>
                  <a:pt x="229093" y="98941"/>
                  <a:pt x="228926" y="98679"/>
                </a:cubicBezTo>
                <a:cubicBezTo>
                  <a:pt x="228760" y="98417"/>
                  <a:pt x="228677" y="98096"/>
                  <a:pt x="228677" y="97715"/>
                </a:cubicBezTo>
                <a:lnTo>
                  <a:pt x="228677" y="33476"/>
                </a:lnTo>
                <a:cubicBezTo>
                  <a:pt x="228677" y="33143"/>
                  <a:pt x="228760" y="32833"/>
                  <a:pt x="228926" y="32548"/>
                </a:cubicBezTo>
                <a:cubicBezTo>
                  <a:pt x="229093" y="32262"/>
                  <a:pt x="229402" y="32025"/>
                  <a:pt x="229854" y="31834"/>
                </a:cubicBezTo>
                <a:cubicBezTo>
                  <a:pt x="230306" y="31644"/>
                  <a:pt x="230913" y="31501"/>
                  <a:pt x="231674" y="31406"/>
                </a:cubicBezTo>
                <a:cubicBezTo>
                  <a:pt x="232436" y="31311"/>
                  <a:pt x="233388" y="31263"/>
                  <a:pt x="234530" y="31263"/>
                </a:cubicBezTo>
                <a:cubicBezTo>
                  <a:pt x="235719" y="31263"/>
                  <a:pt x="236695" y="31311"/>
                  <a:pt x="237456" y="31406"/>
                </a:cubicBezTo>
                <a:cubicBezTo>
                  <a:pt x="238217" y="31501"/>
                  <a:pt x="238812" y="31644"/>
                  <a:pt x="239240" y="31834"/>
                </a:cubicBezTo>
                <a:cubicBezTo>
                  <a:pt x="239669" y="32025"/>
                  <a:pt x="239978" y="32262"/>
                  <a:pt x="240168" y="32548"/>
                </a:cubicBezTo>
                <a:cubicBezTo>
                  <a:pt x="240359" y="32833"/>
                  <a:pt x="240454" y="33143"/>
                  <a:pt x="240454" y="33476"/>
                </a:cubicBezTo>
                <a:lnTo>
                  <a:pt x="240454" y="97715"/>
                </a:lnTo>
                <a:moveTo>
                  <a:pt x="241810" y="11706"/>
                </a:moveTo>
                <a:cubicBezTo>
                  <a:pt x="241810" y="14466"/>
                  <a:pt x="241287" y="16345"/>
                  <a:pt x="240240" y="17345"/>
                </a:cubicBezTo>
                <a:cubicBezTo>
                  <a:pt x="239193" y="18344"/>
                  <a:pt x="237266" y="18844"/>
                  <a:pt x="234458" y="18844"/>
                </a:cubicBezTo>
                <a:cubicBezTo>
                  <a:pt x="231698" y="18844"/>
                  <a:pt x="229807" y="18356"/>
                  <a:pt x="228784" y="17380"/>
                </a:cubicBezTo>
                <a:cubicBezTo>
                  <a:pt x="227761" y="16405"/>
                  <a:pt x="227249" y="14561"/>
                  <a:pt x="227249" y="11849"/>
                </a:cubicBezTo>
                <a:cubicBezTo>
                  <a:pt x="227249" y="9089"/>
                  <a:pt x="227773" y="7209"/>
                  <a:pt x="228819" y="6210"/>
                </a:cubicBezTo>
                <a:cubicBezTo>
                  <a:pt x="229866" y="5211"/>
                  <a:pt x="231793" y="4711"/>
                  <a:pt x="234601" y="4711"/>
                </a:cubicBezTo>
                <a:cubicBezTo>
                  <a:pt x="237361" y="4711"/>
                  <a:pt x="239252" y="5199"/>
                  <a:pt x="240275" y="6174"/>
                </a:cubicBezTo>
                <a:cubicBezTo>
                  <a:pt x="241298" y="7150"/>
                  <a:pt x="241810" y="8994"/>
                  <a:pt x="241810" y="11706"/>
                </a:cubicBezTo>
                <a:close/>
                <a:moveTo>
                  <a:pt x="299410" y="80279"/>
                </a:moveTo>
                <a:cubicBezTo>
                  <a:pt x="299410" y="83566"/>
                  <a:pt x="298804" y="86495"/>
                  <a:pt x="297590" y="89068"/>
                </a:cubicBezTo>
                <a:cubicBezTo>
                  <a:pt x="296377" y="91639"/>
                  <a:pt x="294652" y="93806"/>
                  <a:pt x="292415" y="95570"/>
                </a:cubicBezTo>
                <a:cubicBezTo>
                  <a:pt x="290179" y="97332"/>
                  <a:pt x="287514" y="98665"/>
                  <a:pt x="284421" y="99569"/>
                </a:cubicBezTo>
                <a:cubicBezTo>
                  <a:pt x="281328" y="100475"/>
                  <a:pt x="277926" y="100927"/>
                  <a:pt x="274214" y="100927"/>
                </a:cubicBezTo>
                <a:cubicBezTo>
                  <a:pt x="271930" y="100927"/>
                  <a:pt x="269753" y="100749"/>
                  <a:pt x="267683" y="100392"/>
                </a:cubicBezTo>
                <a:cubicBezTo>
                  <a:pt x="265613" y="100035"/>
                  <a:pt x="263757" y="99583"/>
                  <a:pt x="262116" y="99036"/>
                </a:cubicBezTo>
                <a:cubicBezTo>
                  <a:pt x="260474" y="98489"/>
                  <a:pt x="259082" y="97918"/>
                  <a:pt x="257940" y="97323"/>
                </a:cubicBezTo>
                <a:cubicBezTo>
                  <a:pt x="256798" y="96728"/>
                  <a:pt x="255965" y="96193"/>
                  <a:pt x="255442" y="95717"/>
                </a:cubicBezTo>
                <a:cubicBezTo>
                  <a:pt x="254918" y="95241"/>
                  <a:pt x="254538" y="94575"/>
                  <a:pt x="254300" y="93718"/>
                </a:cubicBezTo>
                <a:cubicBezTo>
                  <a:pt x="254062" y="92862"/>
                  <a:pt x="253943" y="91696"/>
                  <a:pt x="253943" y="90221"/>
                </a:cubicBezTo>
                <a:cubicBezTo>
                  <a:pt x="253943" y="89317"/>
                  <a:pt x="253991" y="88555"/>
                  <a:pt x="254086" y="87937"/>
                </a:cubicBezTo>
                <a:cubicBezTo>
                  <a:pt x="254181" y="87318"/>
                  <a:pt x="254300" y="86818"/>
                  <a:pt x="254443" y="86438"/>
                </a:cubicBezTo>
                <a:cubicBezTo>
                  <a:pt x="254585" y="86057"/>
                  <a:pt x="254788" y="85783"/>
                  <a:pt x="255049" y="85617"/>
                </a:cubicBezTo>
                <a:cubicBezTo>
                  <a:pt x="255311" y="85450"/>
                  <a:pt x="255608" y="85367"/>
                  <a:pt x="255942" y="85367"/>
                </a:cubicBezTo>
                <a:cubicBezTo>
                  <a:pt x="256465" y="85367"/>
                  <a:pt x="257238" y="85688"/>
                  <a:pt x="258261" y="86331"/>
                </a:cubicBezTo>
                <a:cubicBezTo>
                  <a:pt x="259284" y="86973"/>
                  <a:pt x="260545" y="87675"/>
                  <a:pt x="262044" y="88436"/>
                </a:cubicBezTo>
                <a:cubicBezTo>
                  <a:pt x="263543" y="89198"/>
                  <a:pt x="265316" y="89900"/>
                  <a:pt x="267362" y="90542"/>
                </a:cubicBezTo>
                <a:cubicBezTo>
                  <a:pt x="269408" y="91184"/>
                  <a:pt x="271763" y="91506"/>
                  <a:pt x="274428" y="91506"/>
                </a:cubicBezTo>
                <a:cubicBezTo>
                  <a:pt x="276427" y="91506"/>
                  <a:pt x="278235" y="91291"/>
                  <a:pt x="279853" y="90863"/>
                </a:cubicBezTo>
                <a:cubicBezTo>
                  <a:pt x="281471" y="90433"/>
                  <a:pt x="282875" y="89801"/>
                  <a:pt x="284064" y="88967"/>
                </a:cubicBezTo>
                <a:cubicBezTo>
                  <a:pt x="285254" y="88133"/>
                  <a:pt x="286170" y="87072"/>
                  <a:pt x="286812" y="85784"/>
                </a:cubicBezTo>
                <a:cubicBezTo>
                  <a:pt x="287455" y="84496"/>
                  <a:pt x="287776" y="82971"/>
                  <a:pt x="287776" y="81207"/>
                </a:cubicBezTo>
                <a:cubicBezTo>
                  <a:pt x="287776" y="79397"/>
                  <a:pt x="287312" y="77873"/>
                  <a:pt x="286384" y="76635"/>
                </a:cubicBezTo>
                <a:cubicBezTo>
                  <a:pt x="285456" y="75396"/>
                  <a:pt x="284231" y="74301"/>
                  <a:pt x="282708" y="73349"/>
                </a:cubicBezTo>
                <a:cubicBezTo>
                  <a:pt x="281185" y="72396"/>
                  <a:pt x="279472" y="71550"/>
                  <a:pt x="277569" y="70813"/>
                </a:cubicBezTo>
                <a:cubicBezTo>
                  <a:pt x="275665" y="70074"/>
                  <a:pt x="273703" y="69300"/>
                  <a:pt x="271680" y="68491"/>
                </a:cubicBezTo>
                <a:cubicBezTo>
                  <a:pt x="269658" y="67680"/>
                  <a:pt x="267683" y="66763"/>
                  <a:pt x="265756" y="65738"/>
                </a:cubicBezTo>
                <a:cubicBezTo>
                  <a:pt x="263829" y="64714"/>
                  <a:pt x="262104" y="63463"/>
                  <a:pt x="260581" y="61987"/>
                </a:cubicBezTo>
                <a:cubicBezTo>
                  <a:pt x="259058" y="60510"/>
                  <a:pt x="257833" y="58748"/>
                  <a:pt x="256905" y="56700"/>
                </a:cubicBezTo>
                <a:cubicBezTo>
                  <a:pt x="255977" y="54653"/>
                  <a:pt x="255513" y="52200"/>
                  <a:pt x="255513" y="49342"/>
                </a:cubicBezTo>
                <a:cubicBezTo>
                  <a:pt x="255513" y="46817"/>
                  <a:pt x="256001" y="44400"/>
                  <a:pt x="256977" y="42090"/>
                </a:cubicBezTo>
                <a:cubicBezTo>
                  <a:pt x="257952" y="39779"/>
                  <a:pt x="259415" y="37755"/>
                  <a:pt x="261366" y="36016"/>
                </a:cubicBezTo>
                <a:cubicBezTo>
                  <a:pt x="263317" y="34277"/>
                  <a:pt x="265756" y="32883"/>
                  <a:pt x="268682" y="31836"/>
                </a:cubicBezTo>
                <a:cubicBezTo>
                  <a:pt x="271609" y="30788"/>
                  <a:pt x="275023" y="30264"/>
                  <a:pt x="278925" y="30264"/>
                </a:cubicBezTo>
                <a:cubicBezTo>
                  <a:pt x="280638" y="30264"/>
                  <a:pt x="282351" y="30409"/>
                  <a:pt x="284064" y="30699"/>
                </a:cubicBezTo>
                <a:cubicBezTo>
                  <a:pt x="285777" y="30989"/>
                  <a:pt x="287324" y="31351"/>
                  <a:pt x="288704" y="31785"/>
                </a:cubicBezTo>
                <a:cubicBezTo>
                  <a:pt x="290084" y="32219"/>
                  <a:pt x="291261" y="32690"/>
                  <a:pt x="292237" y="33197"/>
                </a:cubicBezTo>
                <a:cubicBezTo>
                  <a:pt x="293212" y="33704"/>
                  <a:pt x="293950" y="34151"/>
                  <a:pt x="294450" y="34538"/>
                </a:cubicBezTo>
                <a:cubicBezTo>
                  <a:pt x="294949" y="34924"/>
                  <a:pt x="295282" y="35260"/>
                  <a:pt x="295449" y="35546"/>
                </a:cubicBezTo>
                <a:cubicBezTo>
                  <a:pt x="295615" y="35831"/>
                  <a:pt x="295734" y="36153"/>
                  <a:pt x="295806" y="36509"/>
                </a:cubicBezTo>
                <a:cubicBezTo>
                  <a:pt x="295877" y="36866"/>
                  <a:pt x="295948" y="37306"/>
                  <a:pt x="296020" y="37830"/>
                </a:cubicBezTo>
                <a:cubicBezTo>
                  <a:pt x="296091" y="38353"/>
                  <a:pt x="296127" y="38996"/>
                  <a:pt x="296127" y="39757"/>
                </a:cubicBezTo>
                <a:cubicBezTo>
                  <a:pt x="296127" y="40566"/>
                  <a:pt x="296091" y="41268"/>
                  <a:pt x="296020" y="41863"/>
                </a:cubicBezTo>
                <a:cubicBezTo>
                  <a:pt x="295948" y="42458"/>
                  <a:pt x="295829" y="42945"/>
                  <a:pt x="295663" y="43326"/>
                </a:cubicBezTo>
                <a:cubicBezTo>
                  <a:pt x="295496" y="43707"/>
                  <a:pt x="295294" y="43980"/>
                  <a:pt x="295056" y="44147"/>
                </a:cubicBezTo>
                <a:cubicBezTo>
                  <a:pt x="294818" y="44313"/>
                  <a:pt x="294557" y="44397"/>
                  <a:pt x="294271" y="44397"/>
                </a:cubicBezTo>
                <a:cubicBezTo>
                  <a:pt x="293843" y="44397"/>
                  <a:pt x="293224" y="44131"/>
                  <a:pt x="292415" y="43600"/>
                </a:cubicBezTo>
                <a:cubicBezTo>
                  <a:pt x="291606" y="43069"/>
                  <a:pt x="290559" y="42502"/>
                  <a:pt x="289275" y="41898"/>
                </a:cubicBezTo>
                <a:cubicBezTo>
                  <a:pt x="287990" y="41295"/>
                  <a:pt x="286479" y="40727"/>
                  <a:pt x="284742" y="40196"/>
                </a:cubicBezTo>
                <a:cubicBezTo>
                  <a:pt x="283005" y="39666"/>
                  <a:pt x="281019" y="39400"/>
                  <a:pt x="278782" y="39400"/>
                </a:cubicBezTo>
                <a:cubicBezTo>
                  <a:pt x="276784" y="39400"/>
                  <a:pt x="275023" y="39627"/>
                  <a:pt x="273500" y="40081"/>
                </a:cubicBezTo>
                <a:cubicBezTo>
                  <a:pt x="271978" y="40533"/>
                  <a:pt x="270729" y="41176"/>
                  <a:pt x="269753" y="42010"/>
                </a:cubicBezTo>
                <a:cubicBezTo>
                  <a:pt x="268778" y="42844"/>
                  <a:pt x="268040" y="43834"/>
                  <a:pt x="267540" y="44979"/>
                </a:cubicBezTo>
                <a:cubicBezTo>
                  <a:pt x="267041" y="46122"/>
                  <a:pt x="266791" y="47362"/>
                  <a:pt x="266791" y="48697"/>
                </a:cubicBezTo>
                <a:cubicBezTo>
                  <a:pt x="266791" y="50554"/>
                  <a:pt x="267267" y="52114"/>
                  <a:pt x="268218" y="53377"/>
                </a:cubicBezTo>
                <a:cubicBezTo>
                  <a:pt x="269170" y="54639"/>
                  <a:pt x="270407" y="55747"/>
                  <a:pt x="271930" y="56700"/>
                </a:cubicBezTo>
                <a:cubicBezTo>
                  <a:pt x="273453" y="57652"/>
                  <a:pt x="275190" y="58509"/>
                  <a:pt x="277141" y="59272"/>
                </a:cubicBezTo>
                <a:cubicBezTo>
                  <a:pt x="279092" y="60033"/>
                  <a:pt x="281078" y="60819"/>
                  <a:pt x="283101" y="61630"/>
                </a:cubicBezTo>
                <a:cubicBezTo>
                  <a:pt x="285123" y="62439"/>
                  <a:pt x="287121" y="63344"/>
                  <a:pt x="289096" y="64344"/>
                </a:cubicBezTo>
                <a:cubicBezTo>
                  <a:pt x="291071" y="65345"/>
                  <a:pt x="292820" y="66560"/>
                  <a:pt x="294342" y="67989"/>
                </a:cubicBezTo>
                <a:cubicBezTo>
                  <a:pt x="295865" y="69418"/>
                  <a:pt x="297090" y="71133"/>
                  <a:pt x="298018" y="73135"/>
                </a:cubicBezTo>
                <a:cubicBezTo>
                  <a:pt x="298946" y="75135"/>
                  <a:pt x="299410" y="77516"/>
                  <a:pt x="299410" y="80279"/>
                </a:cubicBezTo>
                <a:close/>
                <a:moveTo>
                  <a:pt x="325531" y="97715"/>
                </a:moveTo>
                <a:cubicBezTo>
                  <a:pt x="325531" y="98096"/>
                  <a:pt x="325436" y="98417"/>
                  <a:pt x="325246" y="98679"/>
                </a:cubicBezTo>
                <a:cubicBezTo>
                  <a:pt x="325055" y="98941"/>
                  <a:pt x="324746" y="99167"/>
                  <a:pt x="324318" y="99357"/>
                </a:cubicBezTo>
                <a:cubicBezTo>
                  <a:pt x="323889" y="99547"/>
                  <a:pt x="323295" y="99690"/>
                  <a:pt x="322533" y="99785"/>
                </a:cubicBezTo>
                <a:cubicBezTo>
                  <a:pt x="321772" y="99880"/>
                  <a:pt x="320796" y="99928"/>
                  <a:pt x="319607" y="99928"/>
                </a:cubicBezTo>
                <a:cubicBezTo>
                  <a:pt x="318465" y="99928"/>
                  <a:pt x="317513" y="99880"/>
                  <a:pt x="316752" y="99785"/>
                </a:cubicBezTo>
                <a:cubicBezTo>
                  <a:pt x="315990" y="99690"/>
                  <a:pt x="315384" y="99547"/>
                  <a:pt x="314932" y="99357"/>
                </a:cubicBezTo>
                <a:cubicBezTo>
                  <a:pt x="314480" y="99167"/>
                  <a:pt x="314170" y="98941"/>
                  <a:pt x="314004" y="98679"/>
                </a:cubicBezTo>
                <a:cubicBezTo>
                  <a:pt x="313837" y="98417"/>
                  <a:pt x="313754" y="98096"/>
                  <a:pt x="313754" y="97715"/>
                </a:cubicBezTo>
                <a:lnTo>
                  <a:pt x="313754" y="33476"/>
                </a:lnTo>
                <a:cubicBezTo>
                  <a:pt x="313754" y="33143"/>
                  <a:pt x="313837" y="32833"/>
                  <a:pt x="314004" y="32548"/>
                </a:cubicBezTo>
                <a:cubicBezTo>
                  <a:pt x="314170" y="32262"/>
                  <a:pt x="314480" y="32025"/>
                  <a:pt x="314932" y="31834"/>
                </a:cubicBezTo>
                <a:cubicBezTo>
                  <a:pt x="315384" y="31644"/>
                  <a:pt x="315990" y="31501"/>
                  <a:pt x="316752" y="31406"/>
                </a:cubicBezTo>
                <a:cubicBezTo>
                  <a:pt x="317513" y="31311"/>
                  <a:pt x="318465" y="31263"/>
                  <a:pt x="319607" y="31263"/>
                </a:cubicBezTo>
                <a:cubicBezTo>
                  <a:pt x="320796" y="31263"/>
                  <a:pt x="321772" y="31311"/>
                  <a:pt x="322533" y="31406"/>
                </a:cubicBezTo>
                <a:cubicBezTo>
                  <a:pt x="323295" y="31501"/>
                  <a:pt x="323889" y="31644"/>
                  <a:pt x="324318" y="31834"/>
                </a:cubicBezTo>
                <a:cubicBezTo>
                  <a:pt x="324746" y="32025"/>
                  <a:pt x="325055" y="32262"/>
                  <a:pt x="325246" y="32548"/>
                </a:cubicBezTo>
                <a:cubicBezTo>
                  <a:pt x="325436" y="32833"/>
                  <a:pt x="325531" y="33143"/>
                  <a:pt x="325531" y="33476"/>
                </a:cubicBezTo>
                <a:lnTo>
                  <a:pt x="325531" y="97715"/>
                </a:lnTo>
                <a:moveTo>
                  <a:pt x="326887" y="11706"/>
                </a:moveTo>
                <a:cubicBezTo>
                  <a:pt x="326887" y="14466"/>
                  <a:pt x="326364" y="16345"/>
                  <a:pt x="325317" y="17345"/>
                </a:cubicBezTo>
                <a:cubicBezTo>
                  <a:pt x="324270" y="18344"/>
                  <a:pt x="322343" y="18844"/>
                  <a:pt x="319535" y="18844"/>
                </a:cubicBezTo>
                <a:cubicBezTo>
                  <a:pt x="316775" y="18844"/>
                  <a:pt x="314884" y="18356"/>
                  <a:pt x="313861" y="17380"/>
                </a:cubicBezTo>
                <a:cubicBezTo>
                  <a:pt x="312838" y="16405"/>
                  <a:pt x="312326" y="14561"/>
                  <a:pt x="312326" y="11849"/>
                </a:cubicBezTo>
                <a:cubicBezTo>
                  <a:pt x="312326" y="9089"/>
                  <a:pt x="312850" y="7209"/>
                  <a:pt x="313897" y="6210"/>
                </a:cubicBezTo>
                <a:cubicBezTo>
                  <a:pt x="314943" y="5211"/>
                  <a:pt x="316871" y="4711"/>
                  <a:pt x="319678" y="4711"/>
                </a:cubicBezTo>
                <a:cubicBezTo>
                  <a:pt x="322438" y="4711"/>
                  <a:pt x="324330" y="5199"/>
                  <a:pt x="325353" y="6174"/>
                </a:cubicBezTo>
                <a:cubicBezTo>
                  <a:pt x="326376" y="7150"/>
                  <a:pt x="326887" y="8994"/>
                  <a:pt x="326887" y="11706"/>
                </a:cubicBezTo>
                <a:close/>
                <a:moveTo>
                  <a:pt x="409895" y="64918"/>
                </a:moveTo>
                <a:cubicBezTo>
                  <a:pt x="409895" y="70156"/>
                  <a:pt x="409205" y="74979"/>
                  <a:pt x="407825" y="79385"/>
                </a:cubicBezTo>
                <a:cubicBezTo>
                  <a:pt x="406445" y="83791"/>
                  <a:pt x="404387" y="87590"/>
                  <a:pt x="401651" y="90783"/>
                </a:cubicBezTo>
                <a:cubicBezTo>
                  <a:pt x="398915" y="93974"/>
                  <a:pt x="395489" y="96463"/>
                  <a:pt x="391373" y="98248"/>
                </a:cubicBezTo>
                <a:cubicBezTo>
                  <a:pt x="387257" y="100034"/>
                  <a:pt x="382487" y="100927"/>
                  <a:pt x="377062" y="100927"/>
                </a:cubicBezTo>
                <a:cubicBezTo>
                  <a:pt x="371780" y="100927"/>
                  <a:pt x="367176" y="100141"/>
                  <a:pt x="363250" y="98570"/>
                </a:cubicBezTo>
                <a:cubicBezTo>
                  <a:pt x="359325" y="96998"/>
                  <a:pt x="356053" y="94712"/>
                  <a:pt x="353436" y="91711"/>
                </a:cubicBezTo>
                <a:cubicBezTo>
                  <a:pt x="350819" y="88710"/>
                  <a:pt x="348868" y="85066"/>
                  <a:pt x="347583" y="80779"/>
                </a:cubicBezTo>
                <a:cubicBezTo>
                  <a:pt x="346298" y="76492"/>
                  <a:pt x="345656" y="71633"/>
                  <a:pt x="345656" y="66202"/>
                </a:cubicBezTo>
                <a:cubicBezTo>
                  <a:pt x="345656" y="60964"/>
                  <a:pt x="346334" y="56141"/>
                  <a:pt x="347690" y="51735"/>
                </a:cubicBezTo>
                <a:cubicBezTo>
                  <a:pt x="349046" y="47329"/>
                  <a:pt x="351092" y="43530"/>
                  <a:pt x="353829" y="40339"/>
                </a:cubicBezTo>
                <a:cubicBezTo>
                  <a:pt x="356565" y="37147"/>
                  <a:pt x="359979" y="34669"/>
                  <a:pt x="364071" y="32907"/>
                </a:cubicBezTo>
                <a:cubicBezTo>
                  <a:pt x="368164" y="31145"/>
                  <a:pt x="372946" y="30264"/>
                  <a:pt x="378418" y="30264"/>
                </a:cubicBezTo>
                <a:cubicBezTo>
                  <a:pt x="383700" y="30264"/>
                  <a:pt x="388304" y="31050"/>
                  <a:pt x="392230" y="32622"/>
                </a:cubicBezTo>
                <a:cubicBezTo>
                  <a:pt x="396155" y="34193"/>
                  <a:pt x="399427" y="36480"/>
                  <a:pt x="402044" y="39480"/>
                </a:cubicBezTo>
                <a:cubicBezTo>
                  <a:pt x="404661" y="42481"/>
                  <a:pt x="406624" y="46125"/>
                  <a:pt x="407932" y="50412"/>
                </a:cubicBezTo>
                <a:cubicBezTo>
                  <a:pt x="409241" y="54699"/>
                  <a:pt x="409895" y="59534"/>
                  <a:pt x="409895" y="64918"/>
                </a:cubicBezTo>
                <a:moveTo>
                  <a:pt x="397476" y="65703"/>
                </a:moveTo>
                <a:cubicBezTo>
                  <a:pt x="397476" y="62225"/>
                  <a:pt x="397155" y="58937"/>
                  <a:pt x="396512" y="55839"/>
                </a:cubicBezTo>
                <a:cubicBezTo>
                  <a:pt x="395870" y="52742"/>
                  <a:pt x="394811" y="50026"/>
                  <a:pt x="393336" y="47691"/>
                </a:cubicBezTo>
                <a:cubicBezTo>
                  <a:pt x="391861" y="45356"/>
                  <a:pt x="389862" y="43510"/>
                  <a:pt x="387340" y="42153"/>
                </a:cubicBezTo>
                <a:cubicBezTo>
                  <a:pt x="384818" y="40794"/>
                  <a:pt x="381678" y="40114"/>
                  <a:pt x="377918" y="40114"/>
                </a:cubicBezTo>
                <a:cubicBezTo>
                  <a:pt x="374445" y="40114"/>
                  <a:pt x="371459" y="40733"/>
                  <a:pt x="368961" y="41972"/>
                </a:cubicBezTo>
                <a:cubicBezTo>
                  <a:pt x="366462" y="43211"/>
                  <a:pt x="364404" y="44962"/>
                  <a:pt x="362786" y="47227"/>
                </a:cubicBezTo>
                <a:cubicBezTo>
                  <a:pt x="361169" y="49490"/>
                  <a:pt x="359967" y="52171"/>
                  <a:pt x="359182" y="55268"/>
                </a:cubicBezTo>
                <a:cubicBezTo>
                  <a:pt x="358397" y="58364"/>
                  <a:pt x="358004" y="61747"/>
                  <a:pt x="358004" y="65417"/>
                </a:cubicBezTo>
                <a:cubicBezTo>
                  <a:pt x="358004" y="68943"/>
                  <a:pt x="358325" y="72255"/>
                  <a:pt x="358968" y="75352"/>
                </a:cubicBezTo>
                <a:cubicBezTo>
                  <a:pt x="359610" y="78449"/>
                  <a:pt x="360681" y="81154"/>
                  <a:pt x="362180" y="83464"/>
                </a:cubicBezTo>
                <a:cubicBezTo>
                  <a:pt x="363679" y="85775"/>
                  <a:pt x="365689" y="87610"/>
                  <a:pt x="368211" y="88969"/>
                </a:cubicBezTo>
                <a:cubicBezTo>
                  <a:pt x="370733" y="90327"/>
                  <a:pt x="373874" y="91006"/>
                  <a:pt x="377633" y="91006"/>
                </a:cubicBezTo>
                <a:cubicBezTo>
                  <a:pt x="381059" y="91006"/>
                  <a:pt x="384033" y="90387"/>
                  <a:pt x="386555" y="89148"/>
                </a:cubicBezTo>
                <a:cubicBezTo>
                  <a:pt x="389077" y="87909"/>
                  <a:pt x="391147" y="86170"/>
                  <a:pt x="392765" y="83931"/>
                </a:cubicBezTo>
                <a:cubicBezTo>
                  <a:pt x="394383" y="81690"/>
                  <a:pt x="395572" y="79021"/>
                  <a:pt x="396334" y="75925"/>
                </a:cubicBezTo>
                <a:cubicBezTo>
                  <a:pt x="397095" y="72828"/>
                  <a:pt x="397476" y="69420"/>
                  <a:pt x="397476" y="65703"/>
                </a:cubicBezTo>
                <a:close/>
                <a:moveTo>
                  <a:pt x="484407" y="97715"/>
                </a:moveTo>
                <a:cubicBezTo>
                  <a:pt x="484407" y="98096"/>
                  <a:pt x="484312" y="98417"/>
                  <a:pt x="484121" y="98679"/>
                </a:cubicBezTo>
                <a:cubicBezTo>
                  <a:pt x="483931" y="98941"/>
                  <a:pt x="483622" y="99167"/>
                  <a:pt x="483194" y="99357"/>
                </a:cubicBezTo>
                <a:cubicBezTo>
                  <a:pt x="482765" y="99547"/>
                  <a:pt x="482170" y="99690"/>
                  <a:pt x="481409" y="99785"/>
                </a:cubicBezTo>
                <a:cubicBezTo>
                  <a:pt x="480648" y="99880"/>
                  <a:pt x="479696" y="99928"/>
                  <a:pt x="478554" y="99928"/>
                </a:cubicBezTo>
                <a:cubicBezTo>
                  <a:pt x="477364" y="99928"/>
                  <a:pt x="476389" y="99880"/>
                  <a:pt x="475628" y="99785"/>
                </a:cubicBezTo>
                <a:cubicBezTo>
                  <a:pt x="474866" y="99690"/>
                  <a:pt x="474271" y="99547"/>
                  <a:pt x="473843" y="99357"/>
                </a:cubicBezTo>
                <a:cubicBezTo>
                  <a:pt x="473415" y="99167"/>
                  <a:pt x="473106" y="98941"/>
                  <a:pt x="472915" y="98679"/>
                </a:cubicBezTo>
                <a:cubicBezTo>
                  <a:pt x="472725" y="98417"/>
                  <a:pt x="472630" y="98096"/>
                  <a:pt x="472630" y="97715"/>
                </a:cubicBezTo>
                <a:lnTo>
                  <a:pt x="472630" y="60100"/>
                </a:lnTo>
                <a:cubicBezTo>
                  <a:pt x="472630" y="56436"/>
                  <a:pt x="472344" y="53485"/>
                  <a:pt x="471773" y="51249"/>
                </a:cubicBezTo>
                <a:cubicBezTo>
                  <a:pt x="471202" y="49012"/>
                  <a:pt x="470369" y="47085"/>
                  <a:pt x="469275" y="45467"/>
                </a:cubicBezTo>
                <a:cubicBezTo>
                  <a:pt x="468181" y="43849"/>
                  <a:pt x="466765" y="42612"/>
                  <a:pt x="465028" y="41756"/>
                </a:cubicBezTo>
                <a:cubicBezTo>
                  <a:pt x="463291" y="40899"/>
                  <a:pt x="461281" y="40471"/>
                  <a:pt x="458997" y="40471"/>
                </a:cubicBezTo>
                <a:cubicBezTo>
                  <a:pt x="456046" y="40471"/>
                  <a:pt x="453096" y="41518"/>
                  <a:pt x="450146" y="43611"/>
                </a:cubicBezTo>
                <a:cubicBezTo>
                  <a:pt x="447196" y="45705"/>
                  <a:pt x="444103" y="48774"/>
                  <a:pt x="440867" y="52819"/>
                </a:cubicBezTo>
                <a:lnTo>
                  <a:pt x="440867" y="97715"/>
                </a:lnTo>
                <a:cubicBezTo>
                  <a:pt x="440867" y="98096"/>
                  <a:pt x="440772" y="98417"/>
                  <a:pt x="440581" y="98679"/>
                </a:cubicBezTo>
                <a:cubicBezTo>
                  <a:pt x="440391" y="98941"/>
                  <a:pt x="440082" y="99167"/>
                  <a:pt x="439653" y="99357"/>
                </a:cubicBezTo>
                <a:cubicBezTo>
                  <a:pt x="439225" y="99547"/>
                  <a:pt x="438630" y="99690"/>
                  <a:pt x="437869" y="99785"/>
                </a:cubicBezTo>
                <a:cubicBezTo>
                  <a:pt x="437108" y="99880"/>
                  <a:pt x="436132" y="99928"/>
                  <a:pt x="434943" y="99928"/>
                </a:cubicBezTo>
                <a:cubicBezTo>
                  <a:pt x="433801" y="99928"/>
                  <a:pt x="432849" y="99880"/>
                  <a:pt x="432088" y="99785"/>
                </a:cubicBezTo>
                <a:cubicBezTo>
                  <a:pt x="431326" y="99690"/>
                  <a:pt x="430719" y="99547"/>
                  <a:pt x="430267" y="99357"/>
                </a:cubicBezTo>
                <a:cubicBezTo>
                  <a:pt x="429815" y="99167"/>
                  <a:pt x="429506" y="98941"/>
                  <a:pt x="429339" y="98679"/>
                </a:cubicBezTo>
                <a:cubicBezTo>
                  <a:pt x="429173" y="98417"/>
                  <a:pt x="429090" y="98096"/>
                  <a:pt x="429090" y="97715"/>
                </a:cubicBezTo>
                <a:lnTo>
                  <a:pt x="429090" y="33476"/>
                </a:lnTo>
                <a:cubicBezTo>
                  <a:pt x="429090" y="33095"/>
                  <a:pt x="429161" y="32774"/>
                  <a:pt x="429304" y="32512"/>
                </a:cubicBezTo>
                <a:cubicBezTo>
                  <a:pt x="429447" y="32251"/>
                  <a:pt x="429732" y="32013"/>
                  <a:pt x="430160" y="31799"/>
                </a:cubicBezTo>
                <a:cubicBezTo>
                  <a:pt x="430589" y="31584"/>
                  <a:pt x="431136" y="31442"/>
                  <a:pt x="431802" y="31370"/>
                </a:cubicBezTo>
                <a:cubicBezTo>
                  <a:pt x="432468" y="31299"/>
                  <a:pt x="433349" y="31263"/>
                  <a:pt x="434443" y="31263"/>
                </a:cubicBezTo>
                <a:cubicBezTo>
                  <a:pt x="435490" y="31263"/>
                  <a:pt x="436358" y="31299"/>
                  <a:pt x="437048" y="31370"/>
                </a:cubicBezTo>
                <a:cubicBezTo>
                  <a:pt x="437738" y="31442"/>
                  <a:pt x="438274" y="31584"/>
                  <a:pt x="438654" y="31799"/>
                </a:cubicBezTo>
                <a:cubicBezTo>
                  <a:pt x="439035" y="32013"/>
                  <a:pt x="439309" y="32251"/>
                  <a:pt x="439475" y="32512"/>
                </a:cubicBezTo>
                <a:cubicBezTo>
                  <a:pt x="439642" y="32774"/>
                  <a:pt x="439725" y="33095"/>
                  <a:pt x="439725" y="33476"/>
                </a:cubicBezTo>
                <a:lnTo>
                  <a:pt x="439725" y="41970"/>
                </a:lnTo>
                <a:cubicBezTo>
                  <a:pt x="443341" y="37925"/>
                  <a:pt x="446946" y="34963"/>
                  <a:pt x="450539" y="33083"/>
                </a:cubicBezTo>
                <a:cubicBezTo>
                  <a:pt x="454131" y="31204"/>
                  <a:pt x="457760" y="30264"/>
                  <a:pt x="461424" y="30264"/>
                </a:cubicBezTo>
                <a:cubicBezTo>
                  <a:pt x="465706" y="30264"/>
                  <a:pt x="469311" y="30990"/>
                  <a:pt x="472237" y="32441"/>
                </a:cubicBezTo>
                <a:cubicBezTo>
                  <a:pt x="475164" y="33892"/>
                  <a:pt x="477531" y="35831"/>
                  <a:pt x="479339" y="38258"/>
                </a:cubicBezTo>
                <a:cubicBezTo>
                  <a:pt x="481147" y="40685"/>
                  <a:pt x="482444" y="43528"/>
                  <a:pt x="483229" y="46788"/>
                </a:cubicBezTo>
                <a:cubicBezTo>
                  <a:pt x="484014" y="50047"/>
                  <a:pt x="484407" y="53961"/>
                  <a:pt x="484407" y="58529"/>
                </a:cubicBezTo>
                <a:lnTo>
                  <a:pt x="484407" y="977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0E55A0-9CA5-4B07-B1FA-32F943EE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119" y="4980694"/>
            <a:ext cx="246865" cy="540362"/>
          </a:xfrm>
          <a:custGeom xmlns:a="http://schemas.openxmlformats.org/drawingml/2006/main">
            <a:pathLst>
              <a:path w="246865" h="540362">
                <a:moveTo>
                  <a:pt x="57336" y="66583"/>
                </a:moveTo>
                <a:lnTo>
                  <a:pt x="57500" y="66960"/>
                </a:lnTo>
                <a:lnTo>
                  <a:pt x="57687" y="67320"/>
                </a:lnTo>
                <a:lnTo>
                  <a:pt x="57897" y="67663"/>
                </a:lnTo>
                <a:lnTo>
                  <a:pt x="58127" y="67989"/>
                </a:lnTo>
                <a:lnTo>
                  <a:pt x="58377" y="68297"/>
                </a:lnTo>
                <a:lnTo>
                  <a:pt x="58645" y="68586"/>
                </a:lnTo>
                <a:lnTo>
                  <a:pt x="58931" y="68855"/>
                </a:lnTo>
                <a:lnTo>
                  <a:pt x="59232" y="69105"/>
                </a:lnTo>
                <a:lnTo>
                  <a:pt x="59548" y="69335"/>
                </a:lnTo>
                <a:lnTo>
                  <a:pt x="59877" y="69544"/>
                </a:lnTo>
                <a:lnTo>
                  <a:pt x="60218" y="69732"/>
                </a:lnTo>
                <a:lnTo>
                  <a:pt x="60570" y="69897"/>
                </a:lnTo>
                <a:lnTo>
                  <a:pt x="60932" y="70041"/>
                </a:lnTo>
                <a:lnTo>
                  <a:pt x="61303" y="70161"/>
                </a:lnTo>
                <a:lnTo>
                  <a:pt x="61681" y="70258"/>
                </a:lnTo>
                <a:lnTo>
                  <a:pt x="62064" y="70331"/>
                </a:lnTo>
                <a:lnTo>
                  <a:pt x="62453" y="70380"/>
                </a:lnTo>
                <a:lnTo>
                  <a:pt x="62845" y="70403"/>
                </a:lnTo>
                <a:lnTo>
                  <a:pt x="63239" y="70401"/>
                </a:lnTo>
                <a:lnTo>
                  <a:pt x="63635" y="70373"/>
                </a:lnTo>
                <a:lnTo>
                  <a:pt x="64030" y="70318"/>
                </a:lnTo>
                <a:lnTo>
                  <a:pt x="64424" y="70236"/>
                </a:lnTo>
                <a:lnTo>
                  <a:pt x="64815" y="70127"/>
                </a:lnTo>
                <a:lnTo>
                  <a:pt x="65202" y="69989"/>
                </a:lnTo>
                <a:lnTo>
                  <a:pt x="65589" y="69825"/>
                </a:lnTo>
                <a:lnTo>
                  <a:pt x="65959" y="69637"/>
                </a:lnTo>
                <a:lnTo>
                  <a:pt x="66310" y="69427"/>
                </a:lnTo>
                <a:lnTo>
                  <a:pt x="66643" y="69197"/>
                </a:lnTo>
                <a:lnTo>
                  <a:pt x="66957" y="68947"/>
                </a:lnTo>
                <a:lnTo>
                  <a:pt x="67252" y="68678"/>
                </a:lnTo>
                <a:lnTo>
                  <a:pt x="67526" y="68392"/>
                </a:lnTo>
                <a:lnTo>
                  <a:pt x="67780" y="68090"/>
                </a:lnTo>
                <a:lnTo>
                  <a:pt x="68012" y="67773"/>
                </a:lnTo>
                <a:lnTo>
                  <a:pt x="68223" y="67442"/>
                </a:lnTo>
                <a:lnTo>
                  <a:pt x="68412" y="67099"/>
                </a:lnTo>
                <a:lnTo>
                  <a:pt x="68578" y="66744"/>
                </a:lnTo>
                <a:lnTo>
                  <a:pt x="68721" y="66379"/>
                </a:lnTo>
                <a:lnTo>
                  <a:pt x="68840" y="66006"/>
                </a:lnTo>
                <a:lnTo>
                  <a:pt x="68935" y="65624"/>
                </a:lnTo>
                <a:lnTo>
                  <a:pt x="69005" y="65236"/>
                </a:lnTo>
                <a:lnTo>
                  <a:pt x="69050" y="64843"/>
                </a:lnTo>
                <a:lnTo>
                  <a:pt x="69068" y="64446"/>
                </a:lnTo>
                <a:lnTo>
                  <a:pt x="69061" y="64046"/>
                </a:lnTo>
                <a:lnTo>
                  <a:pt x="69026" y="63644"/>
                </a:lnTo>
                <a:lnTo>
                  <a:pt x="68964" y="63241"/>
                </a:lnTo>
                <a:lnTo>
                  <a:pt x="68874" y="62839"/>
                </a:lnTo>
                <a:lnTo>
                  <a:pt x="68756" y="62439"/>
                </a:lnTo>
                <a:lnTo>
                  <a:pt x="68609" y="62042"/>
                </a:lnTo>
                <a:lnTo>
                  <a:pt x="44037" y="0"/>
                </a:lnTo>
                <a:lnTo>
                  <a:pt x="2109" y="51984"/>
                </a:lnTo>
                <a:lnTo>
                  <a:pt x="1858" y="52315"/>
                </a:lnTo>
                <a:lnTo>
                  <a:pt x="1634" y="52658"/>
                </a:lnTo>
                <a:lnTo>
                  <a:pt x="1435" y="53012"/>
                </a:lnTo>
                <a:lnTo>
                  <a:pt x="1262" y="53376"/>
                </a:lnTo>
                <a:lnTo>
                  <a:pt x="1115" y="53748"/>
                </a:lnTo>
                <a:lnTo>
                  <a:pt x="994" y="54126"/>
                </a:lnTo>
                <a:lnTo>
                  <a:pt x="897" y="54510"/>
                </a:lnTo>
                <a:lnTo>
                  <a:pt x="826" y="54899"/>
                </a:lnTo>
                <a:lnTo>
                  <a:pt x="780" y="55290"/>
                </a:lnTo>
                <a:lnTo>
                  <a:pt x="759" y="55682"/>
                </a:lnTo>
                <a:lnTo>
                  <a:pt x="763" y="56075"/>
                </a:lnTo>
                <a:lnTo>
                  <a:pt x="791" y="56466"/>
                </a:lnTo>
                <a:lnTo>
                  <a:pt x="844" y="56855"/>
                </a:lnTo>
                <a:lnTo>
                  <a:pt x="921" y="57240"/>
                </a:lnTo>
                <a:lnTo>
                  <a:pt x="1022" y="57619"/>
                </a:lnTo>
                <a:lnTo>
                  <a:pt x="1147" y="57993"/>
                </a:lnTo>
                <a:lnTo>
                  <a:pt x="1297" y="58358"/>
                </a:lnTo>
                <a:lnTo>
                  <a:pt x="1470" y="58714"/>
                </a:lnTo>
                <a:lnTo>
                  <a:pt x="1667" y="59059"/>
                </a:lnTo>
                <a:lnTo>
                  <a:pt x="1887" y="59393"/>
                </a:lnTo>
                <a:lnTo>
                  <a:pt x="2131" y="59713"/>
                </a:lnTo>
                <a:lnTo>
                  <a:pt x="2398" y="60019"/>
                </a:lnTo>
                <a:lnTo>
                  <a:pt x="2687" y="60309"/>
                </a:lnTo>
                <a:lnTo>
                  <a:pt x="3000" y="60582"/>
                </a:lnTo>
                <a:lnTo>
                  <a:pt x="3341" y="60832"/>
                </a:lnTo>
                <a:lnTo>
                  <a:pt x="3692" y="61055"/>
                </a:lnTo>
                <a:lnTo>
                  <a:pt x="4052" y="61252"/>
                </a:lnTo>
                <a:lnTo>
                  <a:pt x="4420" y="61422"/>
                </a:lnTo>
                <a:lnTo>
                  <a:pt x="4796" y="61566"/>
                </a:lnTo>
                <a:lnTo>
                  <a:pt x="5176" y="61684"/>
                </a:lnTo>
                <a:lnTo>
                  <a:pt x="5562" y="61776"/>
                </a:lnTo>
                <a:lnTo>
                  <a:pt x="5950" y="61843"/>
                </a:lnTo>
                <a:lnTo>
                  <a:pt x="6341" y="61884"/>
                </a:lnTo>
                <a:lnTo>
                  <a:pt x="6732" y="61901"/>
                </a:lnTo>
                <a:lnTo>
                  <a:pt x="7122" y="61892"/>
                </a:lnTo>
                <a:lnTo>
                  <a:pt x="7511" y="61858"/>
                </a:lnTo>
                <a:lnTo>
                  <a:pt x="7897" y="61801"/>
                </a:lnTo>
                <a:lnTo>
                  <a:pt x="8279" y="61718"/>
                </a:lnTo>
                <a:lnTo>
                  <a:pt x="8655" y="61612"/>
                </a:lnTo>
                <a:lnTo>
                  <a:pt x="9025" y="61482"/>
                </a:lnTo>
                <a:lnTo>
                  <a:pt x="9387" y="61328"/>
                </a:lnTo>
                <a:lnTo>
                  <a:pt x="9740" y="61151"/>
                </a:lnTo>
                <a:lnTo>
                  <a:pt x="10082" y="60950"/>
                </a:lnTo>
                <a:lnTo>
                  <a:pt x="10413" y="60727"/>
                </a:lnTo>
                <a:lnTo>
                  <a:pt x="10731" y="60481"/>
                </a:lnTo>
                <a:lnTo>
                  <a:pt x="11035" y="60212"/>
                </a:lnTo>
                <a:lnTo>
                  <a:pt x="11323" y="59921"/>
                </a:lnTo>
                <a:lnTo>
                  <a:pt x="11596" y="59607"/>
                </a:lnTo>
                <a:lnTo>
                  <a:pt x="33390" y="32567"/>
                </a:lnTo>
                <a:lnTo>
                  <a:pt x="32844" y="37145"/>
                </a:lnTo>
                <a:lnTo>
                  <a:pt x="31224" y="56201"/>
                </a:lnTo>
                <a:lnTo>
                  <a:pt x="30330" y="75178"/>
                </a:lnTo>
                <a:lnTo>
                  <a:pt x="29924" y="94155"/>
                </a:lnTo>
                <a:lnTo>
                  <a:pt x="30249" y="113134"/>
                </a:lnTo>
                <a:lnTo>
                  <a:pt x="31224" y="132028"/>
                </a:lnTo>
                <a:lnTo>
                  <a:pt x="32681" y="150762"/>
                </a:lnTo>
                <a:lnTo>
                  <a:pt x="34790" y="169495"/>
                </a:lnTo>
                <a:lnTo>
                  <a:pt x="37548" y="188069"/>
                </a:lnTo>
                <a:lnTo>
                  <a:pt x="40874" y="206560"/>
                </a:lnTo>
                <a:lnTo>
                  <a:pt x="44766" y="224888"/>
                </a:lnTo>
                <a:lnTo>
                  <a:pt x="49226" y="242973"/>
                </a:lnTo>
                <a:lnTo>
                  <a:pt x="54335" y="260975"/>
                </a:lnTo>
                <a:lnTo>
                  <a:pt x="59930" y="278818"/>
                </a:lnTo>
                <a:lnTo>
                  <a:pt x="66257" y="296497"/>
                </a:lnTo>
                <a:lnTo>
                  <a:pt x="72989" y="313854"/>
                </a:lnTo>
                <a:lnTo>
                  <a:pt x="80287" y="331127"/>
                </a:lnTo>
                <a:lnTo>
                  <a:pt x="88234" y="347995"/>
                </a:lnTo>
                <a:lnTo>
                  <a:pt x="96669" y="364700"/>
                </a:lnTo>
                <a:lnTo>
                  <a:pt x="105670" y="381165"/>
                </a:lnTo>
                <a:lnTo>
                  <a:pt x="115240" y="397384"/>
                </a:lnTo>
                <a:lnTo>
                  <a:pt x="125299" y="413197"/>
                </a:lnTo>
                <a:lnTo>
                  <a:pt x="135840" y="428768"/>
                </a:lnTo>
                <a:lnTo>
                  <a:pt x="147033" y="444015"/>
                </a:lnTo>
                <a:lnTo>
                  <a:pt x="158628" y="458857"/>
                </a:lnTo>
                <a:lnTo>
                  <a:pt x="170793" y="473453"/>
                </a:lnTo>
                <a:lnTo>
                  <a:pt x="183446" y="487647"/>
                </a:lnTo>
                <a:lnTo>
                  <a:pt x="196582" y="501434"/>
                </a:lnTo>
                <a:lnTo>
                  <a:pt x="210289" y="514896"/>
                </a:lnTo>
                <a:lnTo>
                  <a:pt x="224399" y="527872"/>
                </a:lnTo>
                <a:lnTo>
                  <a:pt x="238916" y="540362"/>
                </a:lnTo>
                <a:lnTo>
                  <a:pt x="246865" y="531198"/>
                </a:lnTo>
                <a:lnTo>
                  <a:pt x="232429" y="518708"/>
                </a:lnTo>
                <a:lnTo>
                  <a:pt x="232509" y="518788"/>
                </a:lnTo>
                <a:lnTo>
                  <a:pt x="218562" y="505975"/>
                </a:lnTo>
                <a:lnTo>
                  <a:pt x="218722" y="506138"/>
                </a:lnTo>
                <a:lnTo>
                  <a:pt x="205180" y="492836"/>
                </a:lnTo>
                <a:lnTo>
                  <a:pt x="205343" y="492919"/>
                </a:lnTo>
                <a:lnTo>
                  <a:pt x="192284" y="479294"/>
                </a:lnTo>
                <a:lnTo>
                  <a:pt x="192447" y="479457"/>
                </a:lnTo>
                <a:lnTo>
                  <a:pt x="179957" y="465427"/>
                </a:lnTo>
                <a:lnTo>
                  <a:pt x="180040" y="465587"/>
                </a:lnTo>
                <a:lnTo>
                  <a:pt x="168035" y="451154"/>
                </a:lnTo>
                <a:lnTo>
                  <a:pt x="168118" y="451314"/>
                </a:lnTo>
                <a:lnTo>
                  <a:pt x="156682" y="436635"/>
                </a:lnTo>
                <a:lnTo>
                  <a:pt x="156762" y="436797"/>
                </a:lnTo>
                <a:lnTo>
                  <a:pt x="145735" y="421713"/>
                </a:lnTo>
                <a:lnTo>
                  <a:pt x="145895" y="421876"/>
                </a:lnTo>
                <a:lnTo>
                  <a:pt x="135434" y="406468"/>
                </a:lnTo>
                <a:lnTo>
                  <a:pt x="135517" y="406628"/>
                </a:lnTo>
                <a:lnTo>
                  <a:pt x="125541" y="390897"/>
                </a:lnTo>
                <a:lnTo>
                  <a:pt x="125621" y="391057"/>
                </a:lnTo>
                <a:lnTo>
                  <a:pt x="116215" y="375081"/>
                </a:lnTo>
                <a:lnTo>
                  <a:pt x="116295" y="375244"/>
                </a:lnTo>
                <a:lnTo>
                  <a:pt x="107373" y="358942"/>
                </a:lnTo>
                <a:lnTo>
                  <a:pt x="107456" y="359188"/>
                </a:lnTo>
                <a:lnTo>
                  <a:pt x="99101" y="342643"/>
                </a:lnTo>
                <a:lnTo>
                  <a:pt x="99184" y="342723"/>
                </a:lnTo>
                <a:lnTo>
                  <a:pt x="91397" y="326018"/>
                </a:lnTo>
                <a:lnTo>
                  <a:pt x="91480" y="326261"/>
                </a:lnTo>
                <a:lnTo>
                  <a:pt x="84262" y="309230"/>
                </a:lnTo>
                <a:lnTo>
                  <a:pt x="84262" y="309393"/>
                </a:lnTo>
                <a:lnTo>
                  <a:pt x="77613" y="292199"/>
                </a:lnTo>
                <a:lnTo>
                  <a:pt x="77693" y="292362"/>
                </a:lnTo>
                <a:lnTo>
                  <a:pt x="71477" y="274922"/>
                </a:lnTo>
                <a:lnTo>
                  <a:pt x="65934" y="257406"/>
                </a:lnTo>
                <a:lnTo>
                  <a:pt x="66014" y="257652"/>
                </a:lnTo>
                <a:lnTo>
                  <a:pt x="60985" y="239810"/>
                </a:lnTo>
                <a:lnTo>
                  <a:pt x="61068" y="239973"/>
                </a:lnTo>
                <a:lnTo>
                  <a:pt x="56607" y="222048"/>
                </a:lnTo>
                <a:lnTo>
                  <a:pt x="56687" y="222211"/>
                </a:lnTo>
                <a:lnTo>
                  <a:pt x="52795" y="204126"/>
                </a:lnTo>
                <a:lnTo>
                  <a:pt x="52795" y="204288"/>
                </a:lnTo>
                <a:lnTo>
                  <a:pt x="49552" y="186040"/>
                </a:lnTo>
                <a:lnTo>
                  <a:pt x="49552" y="186203"/>
                </a:lnTo>
                <a:lnTo>
                  <a:pt x="46874" y="167792"/>
                </a:lnTo>
                <a:lnTo>
                  <a:pt x="46874" y="168038"/>
                </a:lnTo>
                <a:lnTo>
                  <a:pt x="44766" y="149547"/>
                </a:lnTo>
                <a:lnTo>
                  <a:pt x="44766" y="149707"/>
                </a:lnTo>
                <a:lnTo>
                  <a:pt x="43305" y="131136"/>
                </a:lnTo>
                <a:lnTo>
                  <a:pt x="43305" y="131299"/>
                </a:lnTo>
                <a:lnTo>
                  <a:pt x="42414" y="112646"/>
                </a:lnTo>
                <a:lnTo>
                  <a:pt x="42414" y="112808"/>
                </a:lnTo>
                <a:lnTo>
                  <a:pt x="42171" y="94075"/>
                </a:lnTo>
                <a:lnTo>
                  <a:pt x="42091" y="94318"/>
                </a:lnTo>
                <a:lnTo>
                  <a:pt x="42497" y="75504"/>
                </a:lnTo>
                <a:lnTo>
                  <a:pt x="42497" y="75667"/>
                </a:lnTo>
                <a:lnTo>
                  <a:pt x="43388" y="56933"/>
                </a:lnTo>
                <a:lnTo>
                  <a:pt x="43388" y="57093"/>
                </a:lnTo>
                <a:lnTo>
                  <a:pt x="44928" y="38279"/>
                </a:lnTo>
                <a:lnTo>
                  <a:pt x="44928" y="38442"/>
                </a:lnTo>
                <a:lnTo>
                  <a:pt x="45222" y="36012"/>
                </a:lnTo>
                <a:lnTo>
                  <a:pt x="57336" y="665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b8c829bbe4ef3"/>
          <a:stretch xmlns:a="http://schemas.openxmlformats.org/drawingml/2006/main"/>
        </p:blipFill>
        <p:spPr>
          <a:xfrm xmlns:a="http://schemas.openxmlformats.org/drawingml/2006/main">
            <a:off x="8393921" y="4256727"/>
            <a:ext cx="1149574" cy="1149574"/>
          </a:xfrm>
          <a:prstGeom xmlns:a="http://schemas.openxmlformats.org/drawingml/2006/main" prst="rect">
            <a:avLst/>
          </a:prstGeom>
        </p:spPr>
      </p:pic>
      <p:pic>
        <p:nvPicPr>
          <p:cNvPr id="4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783637d3c40ed"/>
          <a:stretch xmlns:a="http://schemas.openxmlformats.org/drawingml/2006/main"/>
        </p:blipFill>
        <p:spPr>
          <a:xfrm xmlns:a="http://schemas.openxmlformats.org/drawingml/2006/main">
            <a:off x="7104451" y="4256727"/>
            <a:ext cx="1149574" cy="1149574"/>
          </a:xfrm>
          <a:prstGeom xmlns:a="http://schemas.openxmlformats.org/drawingml/2006/main" prst="rect">
            <a:avLst/>
          </a:prstGeom>
        </p:spPr>
      </p:pic>
      <p:sp>
        <p:nvSpPr>
          <p:cNvPr id="176" name="Text …">
            <a:extLst xmlns:a="http://schemas.openxmlformats.org/drawingml/2006/main">
              <a:ext uri="{FF2B5EF4-FFF2-40B4-BE49-F238E27FC236}">
                <a16:creationId xmlns:a16="http://schemas.microsoft.com/office/drawing/2014/main" id="{9453AF78-94EC-4CC3-9ABD-9E39C913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03" y="4899505"/>
            <a:ext cx="79404" cy="16537"/>
          </a:xfrm>
          <a:custGeom xmlns:a="http://schemas.openxmlformats.org/drawingml/2006/main">
            <a:pathLst>
              <a:path w="79404" h="16537">
                <a:moveTo>
                  <a:pt x="15040" y="8161"/>
                </a:moveTo>
                <a:cubicBezTo>
                  <a:pt x="15040" y="11501"/>
                  <a:pt x="14481" y="13732"/>
                  <a:pt x="13365" y="14855"/>
                </a:cubicBezTo>
                <a:cubicBezTo>
                  <a:pt x="12248" y="15976"/>
                  <a:pt x="10264" y="16537"/>
                  <a:pt x="7413" y="16537"/>
                </a:cubicBezTo>
                <a:cubicBezTo>
                  <a:pt x="4657" y="16537"/>
                  <a:pt x="2732" y="15988"/>
                  <a:pt x="1639" y="14890"/>
                </a:cubicBezTo>
                <a:cubicBezTo>
                  <a:pt x="546" y="13793"/>
                  <a:pt x="0" y="11621"/>
                  <a:pt x="0" y="8375"/>
                </a:cubicBezTo>
                <a:cubicBezTo>
                  <a:pt x="0" y="5036"/>
                  <a:pt x="558" y="2805"/>
                  <a:pt x="1675" y="1684"/>
                </a:cubicBezTo>
                <a:cubicBezTo>
                  <a:pt x="2792" y="561"/>
                  <a:pt x="4776" y="0"/>
                  <a:pt x="7627" y="0"/>
                </a:cubicBezTo>
                <a:cubicBezTo>
                  <a:pt x="10383" y="0"/>
                  <a:pt x="12307" y="549"/>
                  <a:pt x="13400" y="1646"/>
                </a:cubicBezTo>
                <a:cubicBezTo>
                  <a:pt x="14493" y="2743"/>
                  <a:pt x="15040" y="4915"/>
                  <a:pt x="15040" y="8161"/>
                </a:cubicBezTo>
                <a:moveTo>
                  <a:pt x="47186" y="8161"/>
                </a:moveTo>
                <a:cubicBezTo>
                  <a:pt x="47186" y="11501"/>
                  <a:pt x="46640" y="13732"/>
                  <a:pt x="45547" y="14855"/>
                </a:cubicBezTo>
                <a:cubicBezTo>
                  <a:pt x="44454" y="15976"/>
                  <a:pt x="42482" y="16537"/>
                  <a:pt x="39631" y="16537"/>
                </a:cubicBezTo>
                <a:cubicBezTo>
                  <a:pt x="36875" y="16537"/>
                  <a:pt x="34950" y="15988"/>
                  <a:pt x="33857" y="14890"/>
                </a:cubicBezTo>
                <a:cubicBezTo>
                  <a:pt x="32764" y="13793"/>
                  <a:pt x="32218" y="11621"/>
                  <a:pt x="32218" y="8375"/>
                </a:cubicBezTo>
                <a:cubicBezTo>
                  <a:pt x="32218" y="5036"/>
                  <a:pt x="32776" y="2805"/>
                  <a:pt x="33893" y="1684"/>
                </a:cubicBezTo>
                <a:cubicBezTo>
                  <a:pt x="35009" y="561"/>
                  <a:pt x="36970" y="0"/>
                  <a:pt x="39773" y="0"/>
                </a:cubicBezTo>
                <a:cubicBezTo>
                  <a:pt x="42577" y="0"/>
                  <a:pt x="44513" y="549"/>
                  <a:pt x="45582" y="1646"/>
                </a:cubicBezTo>
                <a:cubicBezTo>
                  <a:pt x="46652" y="2743"/>
                  <a:pt x="47186" y="4915"/>
                  <a:pt x="47186" y="8161"/>
                </a:cubicBezTo>
                <a:moveTo>
                  <a:pt x="79404" y="8161"/>
                </a:moveTo>
                <a:cubicBezTo>
                  <a:pt x="79404" y="11501"/>
                  <a:pt x="78846" y="13732"/>
                  <a:pt x="77729" y="14855"/>
                </a:cubicBezTo>
                <a:cubicBezTo>
                  <a:pt x="76612" y="15976"/>
                  <a:pt x="74628" y="16537"/>
                  <a:pt x="71777" y="16537"/>
                </a:cubicBezTo>
                <a:cubicBezTo>
                  <a:pt x="69021" y="16537"/>
                  <a:pt x="67097" y="15988"/>
                  <a:pt x="66004" y="14890"/>
                </a:cubicBezTo>
                <a:cubicBezTo>
                  <a:pt x="64911" y="13793"/>
                  <a:pt x="64364" y="11621"/>
                  <a:pt x="64364" y="8375"/>
                </a:cubicBezTo>
                <a:cubicBezTo>
                  <a:pt x="64364" y="5036"/>
                  <a:pt x="64923" y="2805"/>
                  <a:pt x="66039" y="1684"/>
                </a:cubicBezTo>
                <a:cubicBezTo>
                  <a:pt x="67156" y="561"/>
                  <a:pt x="69140" y="0"/>
                  <a:pt x="71991" y="0"/>
                </a:cubicBezTo>
                <a:cubicBezTo>
                  <a:pt x="74747" y="0"/>
                  <a:pt x="76672" y="549"/>
                  <a:pt x="77764" y="1646"/>
                </a:cubicBezTo>
                <a:cubicBezTo>
                  <a:pt x="78857" y="2743"/>
                  <a:pt x="79404" y="4915"/>
                  <a:pt x="79404" y="81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…">
            <a:extLst xmlns:a="http://schemas.openxmlformats.org/drawingml/2006/main">
              <a:ext uri="{FF2B5EF4-FFF2-40B4-BE49-F238E27FC236}">
                <a16:creationId xmlns:a16="http://schemas.microsoft.com/office/drawing/2014/main" id="{3544150A-C30E-47A0-8D3C-D77302B9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168" y="4899505"/>
            <a:ext cx="79404" cy="16537"/>
          </a:xfrm>
          <a:custGeom xmlns:a="http://schemas.openxmlformats.org/drawingml/2006/main">
            <a:pathLst>
              <a:path w="79404" h="16537">
                <a:moveTo>
                  <a:pt x="15040" y="8161"/>
                </a:moveTo>
                <a:cubicBezTo>
                  <a:pt x="15040" y="11501"/>
                  <a:pt x="14481" y="13732"/>
                  <a:pt x="13365" y="14855"/>
                </a:cubicBezTo>
                <a:cubicBezTo>
                  <a:pt x="12248" y="15976"/>
                  <a:pt x="10264" y="16537"/>
                  <a:pt x="7413" y="16537"/>
                </a:cubicBezTo>
                <a:cubicBezTo>
                  <a:pt x="4657" y="16537"/>
                  <a:pt x="2732" y="15988"/>
                  <a:pt x="1639" y="14890"/>
                </a:cubicBezTo>
                <a:cubicBezTo>
                  <a:pt x="546" y="13793"/>
                  <a:pt x="0" y="11621"/>
                  <a:pt x="0" y="8375"/>
                </a:cubicBezTo>
                <a:cubicBezTo>
                  <a:pt x="0" y="5036"/>
                  <a:pt x="558" y="2805"/>
                  <a:pt x="1675" y="1684"/>
                </a:cubicBezTo>
                <a:cubicBezTo>
                  <a:pt x="2792" y="561"/>
                  <a:pt x="4776" y="0"/>
                  <a:pt x="7627" y="0"/>
                </a:cubicBezTo>
                <a:cubicBezTo>
                  <a:pt x="10383" y="0"/>
                  <a:pt x="12307" y="549"/>
                  <a:pt x="13400" y="1646"/>
                </a:cubicBezTo>
                <a:cubicBezTo>
                  <a:pt x="14493" y="2743"/>
                  <a:pt x="15040" y="4915"/>
                  <a:pt x="15040" y="8161"/>
                </a:cubicBezTo>
                <a:moveTo>
                  <a:pt x="47186" y="8161"/>
                </a:moveTo>
                <a:cubicBezTo>
                  <a:pt x="47186" y="11501"/>
                  <a:pt x="46640" y="13732"/>
                  <a:pt x="45547" y="14855"/>
                </a:cubicBezTo>
                <a:cubicBezTo>
                  <a:pt x="44454" y="15976"/>
                  <a:pt x="42482" y="16537"/>
                  <a:pt x="39631" y="16537"/>
                </a:cubicBezTo>
                <a:cubicBezTo>
                  <a:pt x="36875" y="16537"/>
                  <a:pt x="34950" y="15988"/>
                  <a:pt x="33857" y="14890"/>
                </a:cubicBezTo>
                <a:cubicBezTo>
                  <a:pt x="32764" y="13793"/>
                  <a:pt x="32218" y="11621"/>
                  <a:pt x="32218" y="8375"/>
                </a:cubicBezTo>
                <a:cubicBezTo>
                  <a:pt x="32218" y="5036"/>
                  <a:pt x="32776" y="2805"/>
                  <a:pt x="33893" y="1684"/>
                </a:cubicBezTo>
                <a:cubicBezTo>
                  <a:pt x="35009" y="561"/>
                  <a:pt x="36970" y="0"/>
                  <a:pt x="39773" y="0"/>
                </a:cubicBezTo>
                <a:cubicBezTo>
                  <a:pt x="42577" y="0"/>
                  <a:pt x="44513" y="549"/>
                  <a:pt x="45582" y="1646"/>
                </a:cubicBezTo>
                <a:cubicBezTo>
                  <a:pt x="46652" y="2743"/>
                  <a:pt x="47186" y="4915"/>
                  <a:pt x="47186" y="8161"/>
                </a:cubicBezTo>
                <a:moveTo>
                  <a:pt x="79404" y="8161"/>
                </a:moveTo>
                <a:cubicBezTo>
                  <a:pt x="79404" y="11501"/>
                  <a:pt x="78846" y="13732"/>
                  <a:pt x="77729" y="14855"/>
                </a:cubicBezTo>
                <a:cubicBezTo>
                  <a:pt x="76612" y="15976"/>
                  <a:pt x="74628" y="16537"/>
                  <a:pt x="71777" y="16537"/>
                </a:cubicBezTo>
                <a:cubicBezTo>
                  <a:pt x="69021" y="16537"/>
                  <a:pt x="67097" y="15988"/>
                  <a:pt x="66004" y="14890"/>
                </a:cubicBezTo>
                <a:cubicBezTo>
                  <a:pt x="64911" y="13793"/>
                  <a:pt x="64364" y="11621"/>
                  <a:pt x="64364" y="8375"/>
                </a:cubicBezTo>
                <a:cubicBezTo>
                  <a:pt x="64364" y="5036"/>
                  <a:pt x="64923" y="2805"/>
                  <a:pt x="66039" y="1684"/>
                </a:cubicBezTo>
                <a:cubicBezTo>
                  <a:pt x="67156" y="561"/>
                  <a:pt x="69140" y="0"/>
                  <a:pt x="71991" y="0"/>
                </a:cubicBezTo>
                <a:cubicBezTo>
                  <a:pt x="74747" y="0"/>
                  <a:pt x="76672" y="549"/>
                  <a:pt x="77764" y="1646"/>
                </a:cubicBezTo>
                <a:cubicBezTo>
                  <a:pt x="78857" y="2743"/>
                  <a:pt x="79404" y="4915"/>
                  <a:pt x="79404" y="81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…">
            <a:extLst xmlns:a="http://schemas.openxmlformats.org/drawingml/2006/main">
              <a:ext uri="{FF2B5EF4-FFF2-40B4-BE49-F238E27FC236}">
                <a16:creationId xmlns:a16="http://schemas.microsoft.com/office/drawing/2014/main" id="{0DF4EC97-A701-4FE3-B98E-660CCB61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814" y="4899505"/>
            <a:ext cx="79404" cy="16537"/>
          </a:xfrm>
          <a:custGeom xmlns:a="http://schemas.openxmlformats.org/drawingml/2006/main">
            <a:pathLst>
              <a:path w="79404" h="16537">
                <a:moveTo>
                  <a:pt x="15040" y="8161"/>
                </a:moveTo>
                <a:cubicBezTo>
                  <a:pt x="15040" y="11501"/>
                  <a:pt x="14481" y="13732"/>
                  <a:pt x="13365" y="14855"/>
                </a:cubicBezTo>
                <a:cubicBezTo>
                  <a:pt x="12248" y="15976"/>
                  <a:pt x="10264" y="16537"/>
                  <a:pt x="7413" y="16537"/>
                </a:cubicBezTo>
                <a:cubicBezTo>
                  <a:pt x="4657" y="16537"/>
                  <a:pt x="2732" y="15988"/>
                  <a:pt x="1639" y="14890"/>
                </a:cubicBezTo>
                <a:cubicBezTo>
                  <a:pt x="546" y="13793"/>
                  <a:pt x="0" y="11621"/>
                  <a:pt x="0" y="8375"/>
                </a:cubicBezTo>
                <a:cubicBezTo>
                  <a:pt x="0" y="5036"/>
                  <a:pt x="558" y="2805"/>
                  <a:pt x="1675" y="1684"/>
                </a:cubicBezTo>
                <a:cubicBezTo>
                  <a:pt x="2792" y="561"/>
                  <a:pt x="4776" y="0"/>
                  <a:pt x="7627" y="0"/>
                </a:cubicBezTo>
                <a:cubicBezTo>
                  <a:pt x="10383" y="0"/>
                  <a:pt x="12307" y="549"/>
                  <a:pt x="13400" y="1646"/>
                </a:cubicBezTo>
                <a:cubicBezTo>
                  <a:pt x="14493" y="2743"/>
                  <a:pt x="15040" y="4915"/>
                  <a:pt x="15040" y="8161"/>
                </a:cubicBezTo>
                <a:moveTo>
                  <a:pt x="47186" y="8161"/>
                </a:moveTo>
                <a:cubicBezTo>
                  <a:pt x="47186" y="11501"/>
                  <a:pt x="46640" y="13732"/>
                  <a:pt x="45547" y="14855"/>
                </a:cubicBezTo>
                <a:cubicBezTo>
                  <a:pt x="44454" y="15976"/>
                  <a:pt x="42482" y="16537"/>
                  <a:pt x="39631" y="16537"/>
                </a:cubicBezTo>
                <a:cubicBezTo>
                  <a:pt x="36875" y="16537"/>
                  <a:pt x="34950" y="15988"/>
                  <a:pt x="33857" y="14890"/>
                </a:cubicBezTo>
                <a:cubicBezTo>
                  <a:pt x="32764" y="13793"/>
                  <a:pt x="32218" y="11621"/>
                  <a:pt x="32218" y="8375"/>
                </a:cubicBezTo>
                <a:cubicBezTo>
                  <a:pt x="32218" y="5036"/>
                  <a:pt x="32776" y="2805"/>
                  <a:pt x="33893" y="1684"/>
                </a:cubicBezTo>
                <a:cubicBezTo>
                  <a:pt x="35009" y="561"/>
                  <a:pt x="36970" y="0"/>
                  <a:pt x="39773" y="0"/>
                </a:cubicBezTo>
                <a:cubicBezTo>
                  <a:pt x="42577" y="0"/>
                  <a:pt x="44513" y="549"/>
                  <a:pt x="45582" y="1646"/>
                </a:cubicBezTo>
                <a:cubicBezTo>
                  <a:pt x="46652" y="2743"/>
                  <a:pt x="47186" y="4915"/>
                  <a:pt x="47186" y="8161"/>
                </a:cubicBezTo>
                <a:moveTo>
                  <a:pt x="79404" y="8161"/>
                </a:moveTo>
                <a:cubicBezTo>
                  <a:pt x="79404" y="11501"/>
                  <a:pt x="78846" y="13732"/>
                  <a:pt x="77729" y="14855"/>
                </a:cubicBezTo>
                <a:cubicBezTo>
                  <a:pt x="76612" y="15976"/>
                  <a:pt x="74628" y="16537"/>
                  <a:pt x="71777" y="16537"/>
                </a:cubicBezTo>
                <a:cubicBezTo>
                  <a:pt x="69021" y="16537"/>
                  <a:pt x="67097" y="15988"/>
                  <a:pt x="66004" y="14890"/>
                </a:cubicBezTo>
                <a:cubicBezTo>
                  <a:pt x="64911" y="13793"/>
                  <a:pt x="64364" y="11621"/>
                  <a:pt x="64364" y="8375"/>
                </a:cubicBezTo>
                <a:cubicBezTo>
                  <a:pt x="64364" y="5036"/>
                  <a:pt x="64923" y="2805"/>
                  <a:pt x="66039" y="1684"/>
                </a:cubicBezTo>
                <a:cubicBezTo>
                  <a:pt x="67156" y="561"/>
                  <a:pt x="69140" y="0"/>
                  <a:pt x="71991" y="0"/>
                </a:cubicBezTo>
                <a:cubicBezTo>
                  <a:pt x="74747" y="0"/>
                  <a:pt x="76672" y="549"/>
                  <a:pt x="77764" y="1646"/>
                </a:cubicBezTo>
                <a:cubicBezTo>
                  <a:pt x="78857" y="2743"/>
                  <a:pt x="79404" y="4915"/>
                  <a:pt x="79404" y="81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…">
            <a:extLst xmlns:a="http://schemas.openxmlformats.org/drawingml/2006/main">
              <a:ext uri="{FF2B5EF4-FFF2-40B4-BE49-F238E27FC236}">
                <a16:creationId xmlns:a16="http://schemas.microsoft.com/office/drawing/2014/main" id="{114B6A0D-1506-4682-B81B-C14E0B01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4740" y="4899505"/>
            <a:ext cx="79404" cy="16537"/>
          </a:xfrm>
          <a:custGeom xmlns:a="http://schemas.openxmlformats.org/drawingml/2006/main">
            <a:pathLst>
              <a:path w="79404" h="16537">
                <a:moveTo>
                  <a:pt x="15040" y="8161"/>
                </a:moveTo>
                <a:cubicBezTo>
                  <a:pt x="15040" y="11501"/>
                  <a:pt x="14481" y="13732"/>
                  <a:pt x="13365" y="14855"/>
                </a:cubicBezTo>
                <a:cubicBezTo>
                  <a:pt x="12248" y="15976"/>
                  <a:pt x="10264" y="16537"/>
                  <a:pt x="7413" y="16537"/>
                </a:cubicBezTo>
                <a:cubicBezTo>
                  <a:pt x="4657" y="16537"/>
                  <a:pt x="2732" y="15988"/>
                  <a:pt x="1639" y="14890"/>
                </a:cubicBezTo>
                <a:cubicBezTo>
                  <a:pt x="546" y="13793"/>
                  <a:pt x="0" y="11621"/>
                  <a:pt x="0" y="8375"/>
                </a:cubicBezTo>
                <a:cubicBezTo>
                  <a:pt x="0" y="5036"/>
                  <a:pt x="558" y="2805"/>
                  <a:pt x="1675" y="1684"/>
                </a:cubicBezTo>
                <a:cubicBezTo>
                  <a:pt x="2792" y="561"/>
                  <a:pt x="4776" y="0"/>
                  <a:pt x="7627" y="0"/>
                </a:cubicBezTo>
                <a:cubicBezTo>
                  <a:pt x="10383" y="0"/>
                  <a:pt x="12307" y="549"/>
                  <a:pt x="13400" y="1646"/>
                </a:cubicBezTo>
                <a:cubicBezTo>
                  <a:pt x="14493" y="2743"/>
                  <a:pt x="15040" y="4915"/>
                  <a:pt x="15040" y="8161"/>
                </a:cubicBezTo>
                <a:moveTo>
                  <a:pt x="47186" y="8161"/>
                </a:moveTo>
                <a:cubicBezTo>
                  <a:pt x="47186" y="11501"/>
                  <a:pt x="46640" y="13732"/>
                  <a:pt x="45547" y="14855"/>
                </a:cubicBezTo>
                <a:cubicBezTo>
                  <a:pt x="44454" y="15976"/>
                  <a:pt x="42482" y="16537"/>
                  <a:pt x="39631" y="16537"/>
                </a:cubicBezTo>
                <a:cubicBezTo>
                  <a:pt x="36875" y="16537"/>
                  <a:pt x="34950" y="15988"/>
                  <a:pt x="33857" y="14890"/>
                </a:cubicBezTo>
                <a:cubicBezTo>
                  <a:pt x="32764" y="13793"/>
                  <a:pt x="32218" y="11621"/>
                  <a:pt x="32218" y="8375"/>
                </a:cubicBezTo>
                <a:cubicBezTo>
                  <a:pt x="32218" y="5036"/>
                  <a:pt x="32776" y="2805"/>
                  <a:pt x="33893" y="1684"/>
                </a:cubicBezTo>
                <a:cubicBezTo>
                  <a:pt x="35009" y="561"/>
                  <a:pt x="36970" y="0"/>
                  <a:pt x="39773" y="0"/>
                </a:cubicBezTo>
                <a:cubicBezTo>
                  <a:pt x="42577" y="0"/>
                  <a:pt x="44513" y="549"/>
                  <a:pt x="45582" y="1646"/>
                </a:cubicBezTo>
                <a:cubicBezTo>
                  <a:pt x="46652" y="2743"/>
                  <a:pt x="47186" y="4915"/>
                  <a:pt x="47186" y="8161"/>
                </a:cubicBezTo>
                <a:moveTo>
                  <a:pt x="79404" y="8161"/>
                </a:moveTo>
                <a:cubicBezTo>
                  <a:pt x="79404" y="11501"/>
                  <a:pt x="78846" y="13732"/>
                  <a:pt x="77729" y="14855"/>
                </a:cubicBezTo>
                <a:cubicBezTo>
                  <a:pt x="76612" y="15976"/>
                  <a:pt x="74628" y="16537"/>
                  <a:pt x="71777" y="16537"/>
                </a:cubicBezTo>
                <a:cubicBezTo>
                  <a:pt x="69021" y="16537"/>
                  <a:pt x="67097" y="15988"/>
                  <a:pt x="66004" y="14890"/>
                </a:cubicBezTo>
                <a:cubicBezTo>
                  <a:pt x="64911" y="13793"/>
                  <a:pt x="64364" y="11621"/>
                  <a:pt x="64364" y="8375"/>
                </a:cubicBezTo>
                <a:cubicBezTo>
                  <a:pt x="64364" y="5036"/>
                  <a:pt x="64923" y="2805"/>
                  <a:pt x="66039" y="1684"/>
                </a:cubicBezTo>
                <a:cubicBezTo>
                  <a:pt x="67156" y="561"/>
                  <a:pt x="69140" y="0"/>
                  <a:pt x="71991" y="0"/>
                </a:cubicBezTo>
                <a:cubicBezTo>
                  <a:pt x="74747" y="0"/>
                  <a:pt x="76672" y="549"/>
                  <a:pt x="77764" y="1646"/>
                </a:cubicBezTo>
                <a:cubicBezTo>
                  <a:pt x="78857" y="2743"/>
                  <a:pt x="79404" y="4915"/>
                  <a:pt x="79404" y="81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0329D-8294-4E7D-AF5D-9D7A9C81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953" y="4433034"/>
            <a:ext cx="1127272" cy="249217"/>
          </a:xfrm>
          <a:custGeom xmlns:a="http://schemas.openxmlformats.org/drawingml/2006/main">
            <a:pathLst>
              <a:path w="1127272" h="249217">
                <a:moveTo>
                  <a:pt x="1040093" y="171119"/>
                </a:moveTo>
                <a:lnTo>
                  <a:pt x="1008057" y="149464"/>
                </a:lnTo>
                <a:lnTo>
                  <a:pt x="975376" y="129273"/>
                </a:lnTo>
                <a:lnTo>
                  <a:pt x="942043" y="110457"/>
                </a:lnTo>
                <a:lnTo>
                  <a:pt x="908062" y="93183"/>
                </a:lnTo>
                <a:lnTo>
                  <a:pt x="873515" y="77370"/>
                </a:lnTo>
                <a:lnTo>
                  <a:pt x="838479" y="63014"/>
                </a:lnTo>
                <a:lnTo>
                  <a:pt x="802960" y="50038"/>
                </a:lnTo>
                <a:lnTo>
                  <a:pt x="767033" y="38605"/>
                </a:lnTo>
                <a:lnTo>
                  <a:pt x="730700" y="28629"/>
                </a:lnTo>
                <a:lnTo>
                  <a:pt x="694124" y="20114"/>
                </a:lnTo>
                <a:lnTo>
                  <a:pt x="657225" y="13059"/>
                </a:lnTo>
                <a:lnTo>
                  <a:pt x="620080" y="7544"/>
                </a:lnTo>
                <a:lnTo>
                  <a:pt x="582776" y="3489"/>
                </a:lnTo>
                <a:lnTo>
                  <a:pt x="545388" y="1054"/>
                </a:lnTo>
                <a:lnTo>
                  <a:pt x="507841" y="0"/>
                </a:lnTo>
                <a:lnTo>
                  <a:pt x="470210" y="406"/>
                </a:lnTo>
                <a:lnTo>
                  <a:pt x="432663" y="2435"/>
                </a:lnTo>
                <a:lnTo>
                  <a:pt x="395195" y="5841"/>
                </a:lnTo>
                <a:lnTo>
                  <a:pt x="357728" y="10867"/>
                </a:lnTo>
                <a:lnTo>
                  <a:pt x="320503" y="17436"/>
                </a:lnTo>
                <a:lnTo>
                  <a:pt x="283441" y="25466"/>
                </a:lnTo>
                <a:lnTo>
                  <a:pt x="246622" y="35036"/>
                </a:lnTo>
                <a:lnTo>
                  <a:pt x="210126" y="46146"/>
                </a:lnTo>
                <a:lnTo>
                  <a:pt x="173959" y="58716"/>
                </a:lnTo>
                <a:lnTo>
                  <a:pt x="138192" y="72989"/>
                </a:lnTo>
                <a:lnTo>
                  <a:pt x="102833" y="88723"/>
                </a:lnTo>
                <a:lnTo>
                  <a:pt x="67963" y="105916"/>
                </a:lnTo>
                <a:lnTo>
                  <a:pt x="33576" y="124813"/>
                </a:lnTo>
                <a:lnTo>
                  <a:pt x="0" y="145167"/>
                </a:lnTo>
                <a:lnTo>
                  <a:pt x="6246" y="155548"/>
                </a:lnTo>
                <a:lnTo>
                  <a:pt x="39819" y="135274"/>
                </a:lnTo>
                <a:lnTo>
                  <a:pt x="39576" y="135437"/>
                </a:lnTo>
                <a:lnTo>
                  <a:pt x="73721" y="116700"/>
                </a:lnTo>
                <a:lnTo>
                  <a:pt x="73475" y="116783"/>
                </a:lnTo>
                <a:lnTo>
                  <a:pt x="108105" y="99670"/>
                </a:lnTo>
                <a:lnTo>
                  <a:pt x="107942" y="99752"/>
                </a:lnTo>
                <a:lnTo>
                  <a:pt x="142978" y="84099"/>
                </a:lnTo>
                <a:lnTo>
                  <a:pt x="142735" y="84182"/>
                </a:lnTo>
                <a:lnTo>
                  <a:pt x="178337" y="70069"/>
                </a:lnTo>
                <a:lnTo>
                  <a:pt x="178094" y="70232"/>
                </a:lnTo>
                <a:lnTo>
                  <a:pt x="214021" y="57661"/>
                </a:lnTo>
                <a:lnTo>
                  <a:pt x="213858" y="57744"/>
                </a:lnTo>
                <a:lnTo>
                  <a:pt x="250108" y="46632"/>
                </a:lnTo>
                <a:lnTo>
                  <a:pt x="249866" y="46714"/>
                </a:lnTo>
                <a:lnTo>
                  <a:pt x="286362" y="37225"/>
                </a:lnTo>
                <a:lnTo>
                  <a:pt x="286116" y="37305"/>
                </a:lnTo>
                <a:lnTo>
                  <a:pt x="322935" y="29358"/>
                </a:lnTo>
                <a:lnTo>
                  <a:pt x="322692" y="29358"/>
                </a:lnTo>
                <a:lnTo>
                  <a:pt x="359754" y="22871"/>
                </a:lnTo>
                <a:lnTo>
                  <a:pt x="359511" y="22951"/>
                </a:lnTo>
                <a:lnTo>
                  <a:pt x="396655" y="17922"/>
                </a:lnTo>
                <a:lnTo>
                  <a:pt x="396412" y="17922"/>
                </a:lnTo>
                <a:lnTo>
                  <a:pt x="433634" y="14516"/>
                </a:lnTo>
                <a:lnTo>
                  <a:pt x="433391" y="14599"/>
                </a:lnTo>
                <a:lnTo>
                  <a:pt x="470779" y="12570"/>
                </a:lnTo>
                <a:lnTo>
                  <a:pt x="470536" y="12570"/>
                </a:lnTo>
                <a:lnTo>
                  <a:pt x="507669" y="12166"/>
                </a:lnTo>
                <a:lnTo>
                  <a:pt x="544902" y="13139"/>
                </a:lnTo>
                <a:lnTo>
                  <a:pt x="544660" y="13139"/>
                </a:lnTo>
                <a:lnTo>
                  <a:pt x="581804" y="15653"/>
                </a:lnTo>
                <a:lnTo>
                  <a:pt x="581558" y="15653"/>
                </a:lnTo>
                <a:lnTo>
                  <a:pt x="618703" y="19625"/>
                </a:lnTo>
                <a:lnTo>
                  <a:pt x="618460" y="19625"/>
                </a:lnTo>
                <a:lnTo>
                  <a:pt x="655279" y="25060"/>
                </a:lnTo>
                <a:lnTo>
                  <a:pt x="655036" y="25060"/>
                </a:lnTo>
                <a:lnTo>
                  <a:pt x="691692" y="32035"/>
                </a:lnTo>
                <a:lnTo>
                  <a:pt x="691449" y="32035"/>
                </a:lnTo>
                <a:lnTo>
                  <a:pt x="727862" y="40468"/>
                </a:lnTo>
                <a:lnTo>
                  <a:pt x="727620" y="40388"/>
                </a:lnTo>
                <a:lnTo>
                  <a:pt x="763707" y="50281"/>
                </a:lnTo>
                <a:lnTo>
                  <a:pt x="763464" y="50201"/>
                </a:lnTo>
                <a:lnTo>
                  <a:pt x="798999" y="61588"/>
                </a:lnTo>
                <a:lnTo>
                  <a:pt x="834181" y="74369"/>
                </a:lnTo>
                <a:lnTo>
                  <a:pt x="833939" y="74286"/>
                </a:lnTo>
                <a:lnTo>
                  <a:pt x="868731" y="88560"/>
                </a:lnTo>
                <a:lnTo>
                  <a:pt x="868569" y="88480"/>
                </a:lnTo>
                <a:lnTo>
                  <a:pt x="902873" y="104213"/>
                </a:lnTo>
                <a:lnTo>
                  <a:pt x="902630" y="104130"/>
                </a:lnTo>
                <a:lnTo>
                  <a:pt x="936366" y="121244"/>
                </a:lnTo>
                <a:lnTo>
                  <a:pt x="936123" y="121161"/>
                </a:lnTo>
                <a:lnTo>
                  <a:pt x="969293" y="139815"/>
                </a:lnTo>
                <a:lnTo>
                  <a:pt x="969130" y="139735"/>
                </a:lnTo>
                <a:lnTo>
                  <a:pt x="1001513" y="159730"/>
                </a:lnTo>
                <a:lnTo>
                  <a:pt x="1033198" y="181174"/>
                </a:lnTo>
                <a:lnTo>
                  <a:pt x="1032955" y="181014"/>
                </a:lnTo>
                <a:lnTo>
                  <a:pt x="1064016" y="203963"/>
                </a:lnTo>
                <a:lnTo>
                  <a:pt x="1063773" y="203803"/>
                </a:lnTo>
                <a:lnTo>
                  <a:pt x="1094022" y="228211"/>
                </a:lnTo>
                <a:lnTo>
                  <a:pt x="1093860" y="228051"/>
                </a:lnTo>
                <a:lnTo>
                  <a:pt x="1097307" y="231073"/>
                </a:lnTo>
                <a:lnTo>
                  <a:pt x="1064096" y="224645"/>
                </a:lnTo>
                <a:lnTo>
                  <a:pt x="1063681" y="224578"/>
                </a:lnTo>
                <a:lnTo>
                  <a:pt x="1063268" y="224540"/>
                </a:lnTo>
                <a:lnTo>
                  <a:pt x="1062858" y="224528"/>
                </a:lnTo>
                <a:lnTo>
                  <a:pt x="1062453" y="224543"/>
                </a:lnTo>
                <a:lnTo>
                  <a:pt x="1062052" y="224585"/>
                </a:lnTo>
                <a:lnTo>
                  <a:pt x="1061659" y="224651"/>
                </a:lnTo>
                <a:lnTo>
                  <a:pt x="1061272" y="224743"/>
                </a:lnTo>
                <a:lnTo>
                  <a:pt x="1060895" y="224858"/>
                </a:lnTo>
                <a:lnTo>
                  <a:pt x="1060527" y="224997"/>
                </a:lnTo>
                <a:lnTo>
                  <a:pt x="1060170" y="225158"/>
                </a:lnTo>
                <a:lnTo>
                  <a:pt x="1059826" y="225342"/>
                </a:lnTo>
                <a:lnTo>
                  <a:pt x="1059494" y="225546"/>
                </a:lnTo>
                <a:lnTo>
                  <a:pt x="1059177" y="225772"/>
                </a:lnTo>
                <a:lnTo>
                  <a:pt x="1058876" y="226018"/>
                </a:lnTo>
                <a:lnTo>
                  <a:pt x="1058591" y="226282"/>
                </a:lnTo>
                <a:lnTo>
                  <a:pt x="1058323" y="226566"/>
                </a:lnTo>
                <a:lnTo>
                  <a:pt x="1058075" y="226868"/>
                </a:lnTo>
                <a:lnTo>
                  <a:pt x="1057847" y="227187"/>
                </a:lnTo>
                <a:lnTo>
                  <a:pt x="1057640" y="227523"/>
                </a:lnTo>
                <a:lnTo>
                  <a:pt x="1057455" y="227874"/>
                </a:lnTo>
                <a:lnTo>
                  <a:pt x="1057293" y="228242"/>
                </a:lnTo>
                <a:lnTo>
                  <a:pt x="1057156" y="228623"/>
                </a:lnTo>
                <a:lnTo>
                  <a:pt x="1057045" y="229019"/>
                </a:lnTo>
                <a:lnTo>
                  <a:pt x="1056961" y="229429"/>
                </a:lnTo>
                <a:lnTo>
                  <a:pt x="1056894" y="229843"/>
                </a:lnTo>
                <a:lnTo>
                  <a:pt x="1056855" y="230255"/>
                </a:lnTo>
                <a:lnTo>
                  <a:pt x="1056844" y="230664"/>
                </a:lnTo>
                <a:lnTo>
                  <a:pt x="1056859" y="231067"/>
                </a:lnTo>
                <a:lnTo>
                  <a:pt x="1056900" y="231465"/>
                </a:lnTo>
                <a:lnTo>
                  <a:pt x="1056967" y="231856"/>
                </a:lnTo>
                <a:lnTo>
                  <a:pt x="1057059" y="232239"/>
                </a:lnTo>
                <a:lnTo>
                  <a:pt x="1057174" y="232613"/>
                </a:lnTo>
                <a:lnTo>
                  <a:pt x="1057313" y="232978"/>
                </a:lnTo>
                <a:lnTo>
                  <a:pt x="1057474" y="233331"/>
                </a:lnTo>
                <a:lnTo>
                  <a:pt x="1057658" y="233673"/>
                </a:lnTo>
                <a:lnTo>
                  <a:pt x="1057863" y="234002"/>
                </a:lnTo>
                <a:lnTo>
                  <a:pt x="1058089" y="234317"/>
                </a:lnTo>
                <a:lnTo>
                  <a:pt x="1058334" y="234616"/>
                </a:lnTo>
                <a:lnTo>
                  <a:pt x="1058599" y="234900"/>
                </a:lnTo>
                <a:lnTo>
                  <a:pt x="1058883" y="235167"/>
                </a:lnTo>
                <a:lnTo>
                  <a:pt x="1059184" y="235416"/>
                </a:lnTo>
                <a:lnTo>
                  <a:pt x="1059503" y="235645"/>
                </a:lnTo>
                <a:lnTo>
                  <a:pt x="1059839" y="235855"/>
                </a:lnTo>
                <a:lnTo>
                  <a:pt x="1060191" y="236044"/>
                </a:lnTo>
                <a:lnTo>
                  <a:pt x="1060558" y="236210"/>
                </a:lnTo>
                <a:lnTo>
                  <a:pt x="1060940" y="236354"/>
                </a:lnTo>
                <a:lnTo>
                  <a:pt x="1061335" y="236473"/>
                </a:lnTo>
                <a:lnTo>
                  <a:pt x="1061744" y="236567"/>
                </a:lnTo>
                <a:lnTo>
                  <a:pt x="1127272" y="249217"/>
                </a:lnTo>
                <a:lnTo>
                  <a:pt x="1106107" y="185960"/>
                </a:lnTo>
                <a:lnTo>
                  <a:pt x="1105963" y="185572"/>
                </a:lnTo>
                <a:lnTo>
                  <a:pt x="1105794" y="185199"/>
                </a:lnTo>
                <a:lnTo>
                  <a:pt x="1105603" y="184842"/>
                </a:lnTo>
                <a:lnTo>
                  <a:pt x="1105390" y="184501"/>
                </a:lnTo>
                <a:lnTo>
                  <a:pt x="1105156" y="184177"/>
                </a:lnTo>
                <a:lnTo>
                  <a:pt x="1104903" y="183871"/>
                </a:lnTo>
                <a:lnTo>
                  <a:pt x="1104631" y="183583"/>
                </a:lnTo>
                <a:lnTo>
                  <a:pt x="1104343" y="183314"/>
                </a:lnTo>
                <a:lnTo>
                  <a:pt x="1104039" y="183065"/>
                </a:lnTo>
                <a:lnTo>
                  <a:pt x="1103721" y="182836"/>
                </a:lnTo>
                <a:lnTo>
                  <a:pt x="1103389" y="182629"/>
                </a:lnTo>
                <a:lnTo>
                  <a:pt x="1103045" y="182443"/>
                </a:lnTo>
                <a:lnTo>
                  <a:pt x="1102690" y="182279"/>
                </a:lnTo>
                <a:lnTo>
                  <a:pt x="1102325" y="182139"/>
                </a:lnTo>
                <a:lnTo>
                  <a:pt x="1101951" y="182022"/>
                </a:lnTo>
                <a:lnTo>
                  <a:pt x="1101571" y="181930"/>
                </a:lnTo>
                <a:lnTo>
                  <a:pt x="1101184" y="181862"/>
                </a:lnTo>
                <a:lnTo>
                  <a:pt x="1100792" y="181821"/>
                </a:lnTo>
                <a:lnTo>
                  <a:pt x="1100396" y="181805"/>
                </a:lnTo>
                <a:lnTo>
                  <a:pt x="1099998" y="181817"/>
                </a:lnTo>
                <a:lnTo>
                  <a:pt x="1099598" y="181857"/>
                </a:lnTo>
                <a:lnTo>
                  <a:pt x="1099198" y="181925"/>
                </a:lnTo>
                <a:lnTo>
                  <a:pt x="1098800" y="182022"/>
                </a:lnTo>
                <a:lnTo>
                  <a:pt x="1098403" y="182148"/>
                </a:lnTo>
                <a:lnTo>
                  <a:pt x="1098005" y="182292"/>
                </a:lnTo>
                <a:lnTo>
                  <a:pt x="1097624" y="182460"/>
                </a:lnTo>
                <a:lnTo>
                  <a:pt x="1097260" y="182649"/>
                </a:lnTo>
                <a:lnTo>
                  <a:pt x="1096914" y="182860"/>
                </a:lnTo>
                <a:lnTo>
                  <a:pt x="1096586" y="183090"/>
                </a:lnTo>
                <a:lnTo>
                  <a:pt x="1096277" y="183340"/>
                </a:lnTo>
                <a:lnTo>
                  <a:pt x="1095987" y="183607"/>
                </a:lnTo>
                <a:lnTo>
                  <a:pt x="1095716" y="183891"/>
                </a:lnTo>
                <a:lnTo>
                  <a:pt x="1095466" y="184190"/>
                </a:lnTo>
                <a:lnTo>
                  <a:pt x="1095237" y="184504"/>
                </a:lnTo>
                <a:lnTo>
                  <a:pt x="1095029" y="184831"/>
                </a:lnTo>
                <a:lnTo>
                  <a:pt x="1094843" y="185170"/>
                </a:lnTo>
                <a:lnTo>
                  <a:pt x="1094679" y="185520"/>
                </a:lnTo>
                <a:lnTo>
                  <a:pt x="1094539" y="185879"/>
                </a:lnTo>
                <a:lnTo>
                  <a:pt x="1094421" y="186248"/>
                </a:lnTo>
                <a:lnTo>
                  <a:pt x="1094328" y="186624"/>
                </a:lnTo>
                <a:lnTo>
                  <a:pt x="1094259" y="187007"/>
                </a:lnTo>
                <a:lnTo>
                  <a:pt x="1094215" y="187395"/>
                </a:lnTo>
                <a:lnTo>
                  <a:pt x="1094197" y="187787"/>
                </a:lnTo>
                <a:lnTo>
                  <a:pt x="1094205" y="188182"/>
                </a:lnTo>
                <a:lnTo>
                  <a:pt x="1094240" y="188580"/>
                </a:lnTo>
                <a:lnTo>
                  <a:pt x="1094301" y="188978"/>
                </a:lnTo>
                <a:lnTo>
                  <a:pt x="1094391" y="189376"/>
                </a:lnTo>
                <a:lnTo>
                  <a:pt x="1094508" y="189772"/>
                </a:lnTo>
                <a:lnTo>
                  <a:pt x="1105287" y="221915"/>
                </a:lnTo>
                <a:lnTo>
                  <a:pt x="1101726" y="218804"/>
                </a:lnTo>
                <a:lnTo>
                  <a:pt x="1071314" y="194233"/>
                </a:lnTo>
                <a:lnTo>
                  <a:pt x="1040093" y="171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Resample">
            <a:extLst xmlns:a="http://schemas.openxmlformats.org/drawingml/2006/main">
              <a:ext uri="{FF2B5EF4-FFF2-40B4-BE49-F238E27FC236}">
                <a16:creationId xmlns:a16="http://schemas.microsoft.com/office/drawing/2014/main" id="{922855C5-422C-44D3-A6DF-93CA188B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986" y="4296935"/>
            <a:ext cx="558909" cy="125307"/>
          </a:xfrm>
          <a:custGeom xmlns:a="http://schemas.openxmlformats.org/drawingml/2006/main">
            <a:pathLst>
              <a:path w="558909" h="125307">
                <a:moveTo>
                  <a:pt x="61513" y="97509"/>
                </a:moveTo>
                <a:cubicBezTo>
                  <a:pt x="61513" y="97889"/>
                  <a:pt x="61442" y="98221"/>
                  <a:pt x="61299" y="98506"/>
                </a:cubicBezTo>
                <a:cubicBezTo>
                  <a:pt x="61157" y="98792"/>
                  <a:pt x="60848" y="99029"/>
                  <a:pt x="60373" y="99219"/>
                </a:cubicBezTo>
                <a:cubicBezTo>
                  <a:pt x="59897" y="99409"/>
                  <a:pt x="59232" y="99552"/>
                  <a:pt x="58377" y="99647"/>
                </a:cubicBezTo>
                <a:cubicBezTo>
                  <a:pt x="57521" y="99742"/>
                  <a:pt x="56381" y="99789"/>
                  <a:pt x="54955" y="99789"/>
                </a:cubicBezTo>
                <a:cubicBezTo>
                  <a:pt x="53720" y="99789"/>
                  <a:pt x="52710" y="99742"/>
                  <a:pt x="51926" y="99647"/>
                </a:cubicBezTo>
                <a:cubicBezTo>
                  <a:pt x="51142" y="99552"/>
                  <a:pt x="50512" y="99397"/>
                  <a:pt x="50037" y="99184"/>
                </a:cubicBezTo>
                <a:cubicBezTo>
                  <a:pt x="49562" y="98970"/>
                  <a:pt x="49194" y="98673"/>
                  <a:pt x="48932" y="98293"/>
                </a:cubicBezTo>
                <a:cubicBezTo>
                  <a:pt x="48671" y="97912"/>
                  <a:pt x="48445" y="97437"/>
                  <a:pt x="48255" y="96867"/>
                </a:cubicBezTo>
                <a:lnTo>
                  <a:pt x="39773" y="75127"/>
                </a:lnTo>
                <a:cubicBezTo>
                  <a:pt x="38775" y="72656"/>
                  <a:pt x="37742" y="70387"/>
                  <a:pt x="36673" y="68320"/>
                </a:cubicBezTo>
                <a:cubicBezTo>
                  <a:pt x="35603" y="66253"/>
                  <a:pt x="34332" y="64471"/>
                  <a:pt x="32859" y="62974"/>
                </a:cubicBezTo>
                <a:cubicBezTo>
                  <a:pt x="31386" y="61477"/>
                  <a:pt x="29652" y="60313"/>
                  <a:pt x="27656" y="59482"/>
                </a:cubicBezTo>
                <a:cubicBezTo>
                  <a:pt x="25660" y="58650"/>
                  <a:pt x="23260" y="58234"/>
                  <a:pt x="20457" y="58234"/>
                </a:cubicBezTo>
                <a:lnTo>
                  <a:pt x="12260" y="58234"/>
                </a:lnTo>
                <a:lnTo>
                  <a:pt x="12260" y="97509"/>
                </a:lnTo>
                <a:cubicBezTo>
                  <a:pt x="12260" y="97889"/>
                  <a:pt x="12153" y="98221"/>
                  <a:pt x="11939" y="98506"/>
                </a:cubicBezTo>
                <a:cubicBezTo>
                  <a:pt x="11725" y="98792"/>
                  <a:pt x="11393" y="99017"/>
                  <a:pt x="10941" y="99184"/>
                </a:cubicBezTo>
                <a:cubicBezTo>
                  <a:pt x="10490" y="99350"/>
                  <a:pt x="9872" y="99492"/>
                  <a:pt x="9088" y="99611"/>
                </a:cubicBezTo>
                <a:cubicBezTo>
                  <a:pt x="8304" y="99730"/>
                  <a:pt x="7318" y="99789"/>
                  <a:pt x="6130" y="99789"/>
                </a:cubicBezTo>
                <a:cubicBezTo>
                  <a:pt x="4942" y="99789"/>
                  <a:pt x="3956" y="99730"/>
                  <a:pt x="3172" y="99611"/>
                </a:cubicBezTo>
                <a:cubicBezTo>
                  <a:pt x="2388" y="99492"/>
                  <a:pt x="1758" y="99350"/>
                  <a:pt x="1283" y="99184"/>
                </a:cubicBezTo>
                <a:cubicBezTo>
                  <a:pt x="808" y="99017"/>
                  <a:pt x="475" y="98792"/>
                  <a:pt x="285" y="98506"/>
                </a:cubicBezTo>
                <a:cubicBezTo>
                  <a:pt x="95" y="98221"/>
                  <a:pt x="0" y="97889"/>
                  <a:pt x="0" y="97509"/>
                </a:cubicBezTo>
                <a:lnTo>
                  <a:pt x="0" y="12117"/>
                </a:lnTo>
                <a:cubicBezTo>
                  <a:pt x="0" y="10264"/>
                  <a:pt x="487" y="8969"/>
                  <a:pt x="1461" y="8233"/>
                </a:cubicBezTo>
                <a:cubicBezTo>
                  <a:pt x="2435" y="7496"/>
                  <a:pt x="3469" y="7128"/>
                  <a:pt x="4562" y="7128"/>
                </a:cubicBezTo>
                <a:lnTo>
                  <a:pt x="24163" y="7128"/>
                </a:lnTo>
                <a:cubicBezTo>
                  <a:pt x="26492" y="7128"/>
                  <a:pt x="28428" y="7187"/>
                  <a:pt x="29972" y="7306"/>
                </a:cubicBezTo>
                <a:cubicBezTo>
                  <a:pt x="31517" y="7425"/>
                  <a:pt x="32907" y="7555"/>
                  <a:pt x="34142" y="7698"/>
                </a:cubicBezTo>
                <a:cubicBezTo>
                  <a:pt x="37706" y="8316"/>
                  <a:pt x="40854" y="9290"/>
                  <a:pt x="43587" y="10620"/>
                </a:cubicBezTo>
                <a:cubicBezTo>
                  <a:pt x="46319" y="11951"/>
                  <a:pt x="48612" y="13638"/>
                  <a:pt x="50465" y="15681"/>
                </a:cubicBezTo>
                <a:cubicBezTo>
                  <a:pt x="52318" y="17725"/>
                  <a:pt x="53708" y="20065"/>
                  <a:pt x="54635" y="22702"/>
                </a:cubicBezTo>
                <a:cubicBezTo>
                  <a:pt x="55561" y="25339"/>
                  <a:pt x="56025" y="28250"/>
                  <a:pt x="56025" y="31434"/>
                </a:cubicBezTo>
                <a:cubicBezTo>
                  <a:pt x="56025" y="34522"/>
                  <a:pt x="55609" y="37290"/>
                  <a:pt x="54777" y="39738"/>
                </a:cubicBezTo>
                <a:cubicBezTo>
                  <a:pt x="53946" y="42185"/>
                  <a:pt x="52746" y="44347"/>
                  <a:pt x="51178" y="46224"/>
                </a:cubicBezTo>
                <a:cubicBezTo>
                  <a:pt x="49610" y="48101"/>
                  <a:pt x="47733" y="49728"/>
                  <a:pt x="45547" y="51106"/>
                </a:cubicBezTo>
                <a:cubicBezTo>
                  <a:pt x="43361" y="52484"/>
                  <a:pt x="40914" y="53649"/>
                  <a:pt x="38205" y="54599"/>
                </a:cubicBezTo>
                <a:cubicBezTo>
                  <a:pt x="39726" y="55264"/>
                  <a:pt x="41104" y="56108"/>
                  <a:pt x="42339" y="57129"/>
                </a:cubicBezTo>
                <a:cubicBezTo>
                  <a:pt x="43575" y="58151"/>
                  <a:pt x="44727" y="59375"/>
                  <a:pt x="45796" y="60800"/>
                </a:cubicBezTo>
                <a:cubicBezTo>
                  <a:pt x="46865" y="62226"/>
                  <a:pt x="47875" y="63865"/>
                  <a:pt x="48826" y="65718"/>
                </a:cubicBezTo>
                <a:cubicBezTo>
                  <a:pt x="49776" y="67572"/>
                  <a:pt x="50726" y="69663"/>
                  <a:pt x="51677" y="71991"/>
                </a:cubicBezTo>
                <a:lnTo>
                  <a:pt x="59945" y="92305"/>
                </a:lnTo>
                <a:cubicBezTo>
                  <a:pt x="60610" y="94016"/>
                  <a:pt x="61038" y="95216"/>
                  <a:pt x="61228" y="95905"/>
                </a:cubicBezTo>
                <a:cubicBezTo>
                  <a:pt x="61418" y="96594"/>
                  <a:pt x="61513" y="97128"/>
                  <a:pt x="61513" y="97509"/>
                </a:cubicBezTo>
                <a:moveTo>
                  <a:pt x="43052" y="32717"/>
                </a:moveTo>
                <a:cubicBezTo>
                  <a:pt x="43052" y="29105"/>
                  <a:pt x="42244" y="26052"/>
                  <a:pt x="40629" y="23557"/>
                </a:cubicBezTo>
                <a:cubicBezTo>
                  <a:pt x="39013" y="21063"/>
                  <a:pt x="36304" y="19269"/>
                  <a:pt x="32503" y="18176"/>
                </a:cubicBezTo>
                <a:cubicBezTo>
                  <a:pt x="31315" y="17843"/>
                  <a:pt x="29972" y="17606"/>
                  <a:pt x="28476" y="17463"/>
                </a:cubicBezTo>
                <a:cubicBezTo>
                  <a:pt x="26979" y="17321"/>
                  <a:pt x="25019" y="17249"/>
                  <a:pt x="22595" y="17249"/>
                </a:cubicBezTo>
                <a:lnTo>
                  <a:pt x="12260" y="17249"/>
                </a:lnTo>
                <a:lnTo>
                  <a:pt x="12260" y="48327"/>
                </a:lnTo>
                <a:lnTo>
                  <a:pt x="24235" y="48327"/>
                </a:lnTo>
                <a:cubicBezTo>
                  <a:pt x="27466" y="48327"/>
                  <a:pt x="30258" y="47935"/>
                  <a:pt x="32610" y="47151"/>
                </a:cubicBezTo>
                <a:cubicBezTo>
                  <a:pt x="34962" y="46366"/>
                  <a:pt x="36922" y="45274"/>
                  <a:pt x="38490" y="43872"/>
                </a:cubicBezTo>
                <a:cubicBezTo>
                  <a:pt x="40058" y="42470"/>
                  <a:pt x="41211" y="40819"/>
                  <a:pt x="41947" y="38918"/>
                </a:cubicBezTo>
                <a:cubicBezTo>
                  <a:pt x="42684" y="37017"/>
                  <a:pt x="43052" y="34950"/>
                  <a:pt x="43052" y="32717"/>
                </a:cubicBezTo>
                <a:close/>
                <a:moveTo>
                  <a:pt x="132653" y="62725"/>
                </a:moveTo>
                <a:cubicBezTo>
                  <a:pt x="132653" y="64578"/>
                  <a:pt x="132190" y="65897"/>
                  <a:pt x="131263" y="66681"/>
                </a:cubicBezTo>
                <a:cubicBezTo>
                  <a:pt x="130336" y="67465"/>
                  <a:pt x="129279" y="67857"/>
                  <a:pt x="128091" y="67857"/>
                </a:cubicBezTo>
                <a:lnTo>
                  <a:pt x="86037" y="67857"/>
                </a:lnTo>
                <a:cubicBezTo>
                  <a:pt x="86037" y="71431"/>
                  <a:pt x="86393" y="74648"/>
                  <a:pt x="87106" y="77508"/>
                </a:cubicBezTo>
                <a:cubicBezTo>
                  <a:pt x="87819" y="80368"/>
                  <a:pt x="89007" y="82823"/>
                  <a:pt x="90670" y="84872"/>
                </a:cubicBezTo>
                <a:cubicBezTo>
                  <a:pt x="92333" y="86921"/>
                  <a:pt x="94495" y="88495"/>
                  <a:pt x="97156" y="89592"/>
                </a:cubicBezTo>
                <a:cubicBezTo>
                  <a:pt x="99817" y="90688"/>
                  <a:pt x="103073" y="91236"/>
                  <a:pt x="106922" y="91236"/>
                </a:cubicBezTo>
                <a:cubicBezTo>
                  <a:pt x="109963" y="91236"/>
                  <a:pt x="112671" y="90987"/>
                  <a:pt x="115047" y="90488"/>
                </a:cubicBezTo>
                <a:cubicBezTo>
                  <a:pt x="117423" y="89989"/>
                  <a:pt x="119478" y="89430"/>
                  <a:pt x="121213" y="88813"/>
                </a:cubicBezTo>
                <a:cubicBezTo>
                  <a:pt x="122947" y="88195"/>
                  <a:pt x="124373" y="87636"/>
                  <a:pt x="125490" y="87138"/>
                </a:cubicBezTo>
                <a:cubicBezTo>
                  <a:pt x="126606" y="86639"/>
                  <a:pt x="127450" y="86389"/>
                  <a:pt x="128020" y="86389"/>
                </a:cubicBezTo>
                <a:cubicBezTo>
                  <a:pt x="128353" y="86389"/>
                  <a:pt x="128650" y="86472"/>
                  <a:pt x="128911" y="86639"/>
                </a:cubicBezTo>
                <a:cubicBezTo>
                  <a:pt x="129172" y="86805"/>
                  <a:pt x="129374" y="87054"/>
                  <a:pt x="129517" y="87387"/>
                </a:cubicBezTo>
                <a:cubicBezTo>
                  <a:pt x="129659" y="87720"/>
                  <a:pt x="129766" y="88183"/>
                  <a:pt x="129837" y="88777"/>
                </a:cubicBezTo>
                <a:cubicBezTo>
                  <a:pt x="129909" y="89371"/>
                  <a:pt x="129944" y="90096"/>
                  <a:pt x="129944" y="90951"/>
                </a:cubicBezTo>
                <a:cubicBezTo>
                  <a:pt x="129944" y="91569"/>
                  <a:pt x="129921" y="92103"/>
                  <a:pt x="129873" y="92555"/>
                </a:cubicBezTo>
                <a:cubicBezTo>
                  <a:pt x="129826" y="93006"/>
                  <a:pt x="129766" y="93410"/>
                  <a:pt x="129695" y="93766"/>
                </a:cubicBezTo>
                <a:cubicBezTo>
                  <a:pt x="129624" y="94123"/>
                  <a:pt x="129505" y="94444"/>
                  <a:pt x="129339" y="94729"/>
                </a:cubicBezTo>
                <a:cubicBezTo>
                  <a:pt x="129172" y="95014"/>
                  <a:pt x="128958" y="95287"/>
                  <a:pt x="128697" y="95548"/>
                </a:cubicBezTo>
                <a:cubicBezTo>
                  <a:pt x="128436" y="95810"/>
                  <a:pt x="127663" y="96237"/>
                  <a:pt x="126380" y="96831"/>
                </a:cubicBezTo>
                <a:cubicBezTo>
                  <a:pt x="125097" y="97425"/>
                  <a:pt x="123434" y="98007"/>
                  <a:pt x="121391" y="98578"/>
                </a:cubicBezTo>
                <a:cubicBezTo>
                  <a:pt x="119348" y="99148"/>
                  <a:pt x="116984" y="99659"/>
                  <a:pt x="114299" y="100110"/>
                </a:cubicBezTo>
                <a:cubicBezTo>
                  <a:pt x="111614" y="100562"/>
                  <a:pt x="108751" y="100787"/>
                  <a:pt x="105710" y="100787"/>
                </a:cubicBezTo>
                <a:cubicBezTo>
                  <a:pt x="100435" y="100787"/>
                  <a:pt x="95814" y="100050"/>
                  <a:pt x="91846" y="98575"/>
                </a:cubicBezTo>
                <a:cubicBezTo>
                  <a:pt x="87878" y="97101"/>
                  <a:pt x="84540" y="94913"/>
                  <a:pt x="81832" y="92011"/>
                </a:cubicBezTo>
                <a:cubicBezTo>
                  <a:pt x="79123" y="89110"/>
                  <a:pt x="77080" y="85471"/>
                  <a:pt x="75702" y="81095"/>
                </a:cubicBezTo>
                <a:cubicBezTo>
                  <a:pt x="74324" y="76718"/>
                  <a:pt x="73635" y="71629"/>
                  <a:pt x="73635" y="65825"/>
                </a:cubicBezTo>
                <a:cubicBezTo>
                  <a:pt x="73635" y="60307"/>
                  <a:pt x="74347" y="55348"/>
                  <a:pt x="75773" y="50948"/>
                </a:cubicBezTo>
                <a:cubicBezTo>
                  <a:pt x="77199" y="46548"/>
                  <a:pt x="79254" y="42814"/>
                  <a:pt x="81939" y="39746"/>
                </a:cubicBezTo>
                <a:cubicBezTo>
                  <a:pt x="84623" y="36679"/>
                  <a:pt x="87867" y="34324"/>
                  <a:pt x="91668" y="32683"/>
                </a:cubicBezTo>
                <a:cubicBezTo>
                  <a:pt x="95470" y="31042"/>
                  <a:pt x="99722" y="30222"/>
                  <a:pt x="104427" y="30222"/>
                </a:cubicBezTo>
                <a:cubicBezTo>
                  <a:pt x="109464" y="30222"/>
                  <a:pt x="113752" y="31030"/>
                  <a:pt x="117293" y="32645"/>
                </a:cubicBezTo>
                <a:cubicBezTo>
                  <a:pt x="120833" y="34261"/>
                  <a:pt x="123743" y="36435"/>
                  <a:pt x="126024" y="39167"/>
                </a:cubicBezTo>
                <a:cubicBezTo>
                  <a:pt x="128305" y="41900"/>
                  <a:pt x="129980" y="45107"/>
                  <a:pt x="131049" y="48790"/>
                </a:cubicBezTo>
                <a:cubicBezTo>
                  <a:pt x="132118" y="52473"/>
                  <a:pt x="132653" y="56405"/>
                  <a:pt x="132653" y="60586"/>
                </a:cubicBezTo>
                <a:lnTo>
                  <a:pt x="132653" y="62725"/>
                </a:lnTo>
                <a:moveTo>
                  <a:pt x="120821" y="59232"/>
                </a:moveTo>
                <a:cubicBezTo>
                  <a:pt x="120963" y="53055"/>
                  <a:pt x="119597" y="48208"/>
                  <a:pt x="116722" y="44691"/>
                </a:cubicBezTo>
                <a:cubicBezTo>
                  <a:pt x="113847" y="41175"/>
                  <a:pt x="109583" y="39417"/>
                  <a:pt x="103928" y="39417"/>
                </a:cubicBezTo>
                <a:cubicBezTo>
                  <a:pt x="101029" y="39417"/>
                  <a:pt x="98487" y="39963"/>
                  <a:pt x="96301" y="41056"/>
                </a:cubicBezTo>
                <a:cubicBezTo>
                  <a:pt x="94115" y="42149"/>
                  <a:pt x="92286" y="43598"/>
                  <a:pt x="90813" y="45404"/>
                </a:cubicBezTo>
                <a:cubicBezTo>
                  <a:pt x="89340" y="47210"/>
                  <a:pt x="88199" y="49313"/>
                  <a:pt x="87391" y="51712"/>
                </a:cubicBezTo>
                <a:cubicBezTo>
                  <a:pt x="86584" y="54112"/>
                  <a:pt x="86132" y="56619"/>
                  <a:pt x="86037" y="59232"/>
                </a:cubicBezTo>
                <a:lnTo>
                  <a:pt x="120821" y="59232"/>
                </a:lnTo>
                <a:close/>
                <a:moveTo>
                  <a:pt x="191173" y="80168"/>
                </a:moveTo>
                <a:cubicBezTo>
                  <a:pt x="191173" y="83450"/>
                  <a:pt x="190567" y="86375"/>
                  <a:pt x="189355" y="88944"/>
                </a:cubicBezTo>
                <a:cubicBezTo>
                  <a:pt x="188143" y="91512"/>
                  <a:pt x="186421" y="93676"/>
                  <a:pt x="184187" y="95437"/>
                </a:cubicBezTo>
                <a:cubicBezTo>
                  <a:pt x="181954" y="97197"/>
                  <a:pt x="179293" y="98528"/>
                  <a:pt x="176204" y="99431"/>
                </a:cubicBezTo>
                <a:cubicBezTo>
                  <a:pt x="173115" y="100335"/>
                  <a:pt x="169718" y="100787"/>
                  <a:pt x="166011" y="100787"/>
                </a:cubicBezTo>
                <a:cubicBezTo>
                  <a:pt x="163731" y="100787"/>
                  <a:pt x="161557" y="100609"/>
                  <a:pt x="159489" y="100253"/>
                </a:cubicBezTo>
                <a:cubicBezTo>
                  <a:pt x="157422" y="99896"/>
                  <a:pt x="155569" y="99445"/>
                  <a:pt x="153930" y="98898"/>
                </a:cubicBezTo>
                <a:cubicBezTo>
                  <a:pt x="152290" y="98352"/>
                  <a:pt x="150900" y="97782"/>
                  <a:pt x="149760" y="97188"/>
                </a:cubicBezTo>
                <a:cubicBezTo>
                  <a:pt x="148620" y="96594"/>
                  <a:pt x="147788" y="96059"/>
                  <a:pt x="147265" y="95584"/>
                </a:cubicBezTo>
                <a:cubicBezTo>
                  <a:pt x="146743" y="95109"/>
                  <a:pt x="146362" y="94444"/>
                  <a:pt x="146125" y="93588"/>
                </a:cubicBezTo>
                <a:cubicBezTo>
                  <a:pt x="145887" y="92733"/>
                  <a:pt x="145768" y="91569"/>
                  <a:pt x="145768" y="90096"/>
                </a:cubicBezTo>
                <a:cubicBezTo>
                  <a:pt x="145768" y="89193"/>
                  <a:pt x="145816" y="88432"/>
                  <a:pt x="145911" y="87815"/>
                </a:cubicBezTo>
                <a:cubicBezTo>
                  <a:pt x="146006" y="87197"/>
                  <a:pt x="146125" y="86698"/>
                  <a:pt x="146267" y="86318"/>
                </a:cubicBezTo>
                <a:cubicBezTo>
                  <a:pt x="146410" y="85938"/>
                  <a:pt x="146612" y="85664"/>
                  <a:pt x="146873" y="85498"/>
                </a:cubicBezTo>
                <a:cubicBezTo>
                  <a:pt x="147135" y="85332"/>
                  <a:pt x="147432" y="85249"/>
                  <a:pt x="147764" y="85249"/>
                </a:cubicBezTo>
                <a:cubicBezTo>
                  <a:pt x="148287" y="85249"/>
                  <a:pt x="149059" y="85569"/>
                  <a:pt x="150081" y="86211"/>
                </a:cubicBezTo>
                <a:cubicBezTo>
                  <a:pt x="151102" y="86852"/>
                  <a:pt x="152362" y="87553"/>
                  <a:pt x="153859" y="88314"/>
                </a:cubicBezTo>
                <a:cubicBezTo>
                  <a:pt x="155355" y="89074"/>
                  <a:pt x="157125" y="89775"/>
                  <a:pt x="159169" y="90416"/>
                </a:cubicBezTo>
                <a:cubicBezTo>
                  <a:pt x="161212" y="91058"/>
                  <a:pt x="163564" y="91379"/>
                  <a:pt x="166225" y="91379"/>
                </a:cubicBezTo>
                <a:cubicBezTo>
                  <a:pt x="168221" y="91379"/>
                  <a:pt x="170027" y="91165"/>
                  <a:pt x="171642" y="90737"/>
                </a:cubicBezTo>
                <a:cubicBezTo>
                  <a:pt x="173258" y="90308"/>
                  <a:pt x="174660" y="89677"/>
                  <a:pt x="175848" y="88844"/>
                </a:cubicBezTo>
                <a:cubicBezTo>
                  <a:pt x="177036" y="88011"/>
                  <a:pt x="177951" y="86951"/>
                  <a:pt x="178592" y="85665"/>
                </a:cubicBezTo>
                <a:cubicBezTo>
                  <a:pt x="179234" y="84379"/>
                  <a:pt x="179554" y="82856"/>
                  <a:pt x="179554" y="81095"/>
                </a:cubicBezTo>
                <a:cubicBezTo>
                  <a:pt x="179554" y="79287"/>
                  <a:pt x="179091" y="77765"/>
                  <a:pt x="178164" y="76528"/>
                </a:cubicBezTo>
                <a:cubicBezTo>
                  <a:pt x="177238" y="75291"/>
                  <a:pt x="176014" y="74198"/>
                  <a:pt x="174494" y="73247"/>
                </a:cubicBezTo>
                <a:cubicBezTo>
                  <a:pt x="172973" y="72295"/>
                  <a:pt x="171262" y="71451"/>
                  <a:pt x="169362" y="70715"/>
                </a:cubicBezTo>
                <a:cubicBezTo>
                  <a:pt x="167461" y="69977"/>
                  <a:pt x="165501" y="69204"/>
                  <a:pt x="163481" y="68396"/>
                </a:cubicBezTo>
                <a:cubicBezTo>
                  <a:pt x="161462" y="67587"/>
                  <a:pt x="159489" y="66670"/>
                  <a:pt x="157565" y="65647"/>
                </a:cubicBezTo>
                <a:cubicBezTo>
                  <a:pt x="155640" y="64624"/>
                  <a:pt x="153918" y="63375"/>
                  <a:pt x="152397" y="61901"/>
                </a:cubicBezTo>
                <a:cubicBezTo>
                  <a:pt x="150877" y="60426"/>
                  <a:pt x="149653" y="58666"/>
                  <a:pt x="148726" y="56622"/>
                </a:cubicBezTo>
                <a:cubicBezTo>
                  <a:pt x="147800" y="54577"/>
                  <a:pt x="147337" y="52127"/>
                  <a:pt x="147337" y="49273"/>
                </a:cubicBezTo>
                <a:cubicBezTo>
                  <a:pt x="147337" y="46752"/>
                  <a:pt x="147824" y="44338"/>
                  <a:pt x="148798" y="42032"/>
                </a:cubicBezTo>
                <a:cubicBezTo>
                  <a:pt x="149772" y="39724"/>
                  <a:pt x="151233" y="37702"/>
                  <a:pt x="153181" y="35967"/>
                </a:cubicBezTo>
                <a:cubicBezTo>
                  <a:pt x="155130" y="34229"/>
                  <a:pt x="157565" y="32838"/>
                  <a:pt x="160487" y="31792"/>
                </a:cubicBezTo>
                <a:cubicBezTo>
                  <a:pt x="163410" y="30745"/>
                  <a:pt x="166819" y="30222"/>
                  <a:pt x="170716" y="30222"/>
                </a:cubicBezTo>
                <a:cubicBezTo>
                  <a:pt x="172426" y="30222"/>
                  <a:pt x="174137" y="30367"/>
                  <a:pt x="175848" y="30656"/>
                </a:cubicBezTo>
                <a:cubicBezTo>
                  <a:pt x="177558" y="30946"/>
                  <a:pt x="179103" y="31307"/>
                  <a:pt x="180481" y="31741"/>
                </a:cubicBezTo>
                <a:cubicBezTo>
                  <a:pt x="181859" y="32175"/>
                  <a:pt x="183035" y="32645"/>
                  <a:pt x="184009" y="33151"/>
                </a:cubicBezTo>
                <a:cubicBezTo>
                  <a:pt x="184983" y="33657"/>
                  <a:pt x="185720" y="34104"/>
                  <a:pt x="186219" y="34490"/>
                </a:cubicBezTo>
                <a:cubicBezTo>
                  <a:pt x="186718" y="34876"/>
                  <a:pt x="187050" y="35211"/>
                  <a:pt x="187217" y="35497"/>
                </a:cubicBezTo>
                <a:cubicBezTo>
                  <a:pt x="187383" y="35782"/>
                  <a:pt x="187502" y="36102"/>
                  <a:pt x="187573" y="36459"/>
                </a:cubicBezTo>
                <a:cubicBezTo>
                  <a:pt x="187644" y="36815"/>
                  <a:pt x="187716" y="37255"/>
                  <a:pt x="187787" y="37777"/>
                </a:cubicBezTo>
                <a:cubicBezTo>
                  <a:pt x="187858" y="38300"/>
                  <a:pt x="187894" y="38942"/>
                  <a:pt x="187894" y="39702"/>
                </a:cubicBezTo>
                <a:cubicBezTo>
                  <a:pt x="187894" y="40510"/>
                  <a:pt x="187858" y="41211"/>
                  <a:pt x="187787" y="41805"/>
                </a:cubicBezTo>
                <a:cubicBezTo>
                  <a:pt x="187716" y="42399"/>
                  <a:pt x="187597" y="42886"/>
                  <a:pt x="187431" y="43266"/>
                </a:cubicBezTo>
                <a:cubicBezTo>
                  <a:pt x="187264" y="43646"/>
                  <a:pt x="187062" y="43919"/>
                  <a:pt x="186825" y="44086"/>
                </a:cubicBezTo>
                <a:cubicBezTo>
                  <a:pt x="186587" y="44252"/>
                  <a:pt x="186326" y="44335"/>
                  <a:pt x="186041" y="44335"/>
                </a:cubicBezTo>
                <a:cubicBezTo>
                  <a:pt x="185613" y="44335"/>
                  <a:pt x="184995" y="44070"/>
                  <a:pt x="184187" y="43540"/>
                </a:cubicBezTo>
                <a:cubicBezTo>
                  <a:pt x="183380" y="43010"/>
                  <a:pt x="182334" y="42443"/>
                  <a:pt x="181051" y="41840"/>
                </a:cubicBezTo>
                <a:cubicBezTo>
                  <a:pt x="179768" y="41237"/>
                  <a:pt x="178259" y="40671"/>
                  <a:pt x="176525" y="40141"/>
                </a:cubicBezTo>
                <a:cubicBezTo>
                  <a:pt x="174791" y="39611"/>
                  <a:pt x="172807" y="39346"/>
                  <a:pt x="170573" y="39346"/>
                </a:cubicBezTo>
                <a:cubicBezTo>
                  <a:pt x="168577" y="39346"/>
                  <a:pt x="166819" y="39572"/>
                  <a:pt x="165299" y="40025"/>
                </a:cubicBezTo>
                <a:cubicBezTo>
                  <a:pt x="163778" y="40476"/>
                  <a:pt x="162531" y="41119"/>
                  <a:pt x="161557" y="41952"/>
                </a:cubicBezTo>
                <a:cubicBezTo>
                  <a:pt x="160582" y="42785"/>
                  <a:pt x="159846" y="43773"/>
                  <a:pt x="159347" y="44916"/>
                </a:cubicBezTo>
                <a:cubicBezTo>
                  <a:pt x="158848" y="46058"/>
                  <a:pt x="158598" y="47296"/>
                  <a:pt x="158598" y="48630"/>
                </a:cubicBezTo>
                <a:cubicBezTo>
                  <a:pt x="158598" y="50484"/>
                  <a:pt x="159074" y="52042"/>
                  <a:pt x="160024" y="53303"/>
                </a:cubicBezTo>
                <a:cubicBezTo>
                  <a:pt x="160974" y="54563"/>
                  <a:pt x="162210" y="55670"/>
                  <a:pt x="163731" y="56622"/>
                </a:cubicBezTo>
                <a:cubicBezTo>
                  <a:pt x="165251" y="57572"/>
                  <a:pt x="166986" y="58428"/>
                  <a:pt x="168934" y="59190"/>
                </a:cubicBezTo>
                <a:cubicBezTo>
                  <a:pt x="170882" y="59950"/>
                  <a:pt x="172866" y="60735"/>
                  <a:pt x="174886" y="61544"/>
                </a:cubicBezTo>
                <a:cubicBezTo>
                  <a:pt x="176905" y="62352"/>
                  <a:pt x="178901" y="63256"/>
                  <a:pt x="180873" y="64255"/>
                </a:cubicBezTo>
                <a:cubicBezTo>
                  <a:pt x="182845" y="65254"/>
                  <a:pt x="184591" y="66468"/>
                  <a:pt x="186112" y="67895"/>
                </a:cubicBezTo>
                <a:cubicBezTo>
                  <a:pt x="187632" y="69322"/>
                  <a:pt x="188856" y="71035"/>
                  <a:pt x="189783" y="73033"/>
                </a:cubicBezTo>
                <a:cubicBezTo>
                  <a:pt x="190709" y="75031"/>
                  <a:pt x="191173" y="77409"/>
                  <a:pt x="191173" y="80168"/>
                </a:cubicBezTo>
                <a:close/>
                <a:moveTo>
                  <a:pt x="254115" y="97651"/>
                </a:moveTo>
                <a:cubicBezTo>
                  <a:pt x="254115" y="98221"/>
                  <a:pt x="253925" y="98649"/>
                  <a:pt x="253545" y="98934"/>
                </a:cubicBezTo>
                <a:cubicBezTo>
                  <a:pt x="253164" y="99219"/>
                  <a:pt x="252642" y="99433"/>
                  <a:pt x="251976" y="99576"/>
                </a:cubicBezTo>
                <a:cubicBezTo>
                  <a:pt x="251311" y="99718"/>
                  <a:pt x="250337" y="99789"/>
                  <a:pt x="249054" y="99789"/>
                </a:cubicBezTo>
                <a:cubicBezTo>
                  <a:pt x="247819" y="99789"/>
                  <a:pt x="246833" y="99718"/>
                  <a:pt x="246096" y="99576"/>
                </a:cubicBezTo>
                <a:cubicBezTo>
                  <a:pt x="245359" y="99433"/>
                  <a:pt x="244825" y="99219"/>
                  <a:pt x="244492" y="98934"/>
                </a:cubicBezTo>
                <a:cubicBezTo>
                  <a:pt x="244160" y="98649"/>
                  <a:pt x="243993" y="98221"/>
                  <a:pt x="243993" y="97651"/>
                </a:cubicBezTo>
                <a:lnTo>
                  <a:pt x="243993" y="91236"/>
                </a:lnTo>
                <a:cubicBezTo>
                  <a:pt x="241190" y="94230"/>
                  <a:pt x="238065" y="96570"/>
                  <a:pt x="234620" y="98257"/>
                </a:cubicBezTo>
                <a:cubicBezTo>
                  <a:pt x="231175" y="99944"/>
                  <a:pt x="227528" y="100787"/>
                  <a:pt x="223679" y="100787"/>
                </a:cubicBezTo>
                <a:cubicBezTo>
                  <a:pt x="220305" y="100787"/>
                  <a:pt x="217252" y="100346"/>
                  <a:pt x="214520" y="99464"/>
                </a:cubicBezTo>
                <a:cubicBezTo>
                  <a:pt x="211787" y="98582"/>
                  <a:pt x="209459" y="97307"/>
                  <a:pt x="207534" y="95637"/>
                </a:cubicBezTo>
                <a:cubicBezTo>
                  <a:pt x="205610" y="93968"/>
                  <a:pt x="204113" y="91918"/>
                  <a:pt x="203044" y="89488"/>
                </a:cubicBezTo>
                <a:cubicBezTo>
                  <a:pt x="201975" y="87055"/>
                  <a:pt x="201440" y="84289"/>
                  <a:pt x="201440" y="81188"/>
                </a:cubicBezTo>
                <a:cubicBezTo>
                  <a:pt x="201440" y="77565"/>
                  <a:pt x="202177" y="74418"/>
                  <a:pt x="203650" y="71748"/>
                </a:cubicBezTo>
                <a:cubicBezTo>
                  <a:pt x="205123" y="69077"/>
                  <a:pt x="207237" y="66859"/>
                  <a:pt x="209994" y="65095"/>
                </a:cubicBezTo>
                <a:cubicBezTo>
                  <a:pt x="212750" y="63331"/>
                  <a:pt x="216124" y="62008"/>
                  <a:pt x="220115" y="61125"/>
                </a:cubicBezTo>
                <a:cubicBezTo>
                  <a:pt x="224107" y="60243"/>
                  <a:pt x="228597" y="59802"/>
                  <a:pt x="233587" y="59802"/>
                </a:cubicBezTo>
                <a:lnTo>
                  <a:pt x="242425" y="59802"/>
                </a:lnTo>
                <a:lnTo>
                  <a:pt x="242425" y="54831"/>
                </a:lnTo>
                <a:cubicBezTo>
                  <a:pt x="242425" y="52369"/>
                  <a:pt x="242164" y="50191"/>
                  <a:pt x="241641" y="48298"/>
                </a:cubicBezTo>
                <a:cubicBezTo>
                  <a:pt x="241118" y="46403"/>
                  <a:pt x="240275" y="44828"/>
                  <a:pt x="239111" y="43573"/>
                </a:cubicBezTo>
                <a:cubicBezTo>
                  <a:pt x="237947" y="42318"/>
                  <a:pt x="236438" y="41372"/>
                  <a:pt x="234585" y="40733"/>
                </a:cubicBezTo>
                <a:cubicBezTo>
                  <a:pt x="232731" y="40093"/>
                  <a:pt x="230450" y="39773"/>
                  <a:pt x="227742" y="39773"/>
                </a:cubicBezTo>
                <a:cubicBezTo>
                  <a:pt x="224843" y="39773"/>
                  <a:pt x="222242" y="40114"/>
                  <a:pt x="219937" y="40796"/>
                </a:cubicBezTo>
                <a:cubicBezTo>
                  <a:pt x="217632" y="41477"/>
                  <a:pt x="215613" y="42229"/>
                  <a:pt x="213878" y="43052"/>
                </a:cubicBezTo>
                <a:cubicBezTo>
                  <a:pt x="212144" y="43875"/>
                  <a:pt x="210694" y="44627"/>
                  <a:pt x="209530" y="45308"/>
                </a:cubicBezTo>
                <a:cubicBezTo>
                  <a:pt x="208366" y="45990"/>
                  <a:pt x="207499" y="46331"/>
                  <a:pt x="206929" y="46331"/>
                </a:cubicBezTo>
                <a:cubicBezTo>
                  <a:pt x="206548" y="46331"/>
                  <a:pt x="206216" y="46236"/>
                  <a:pt x="205931" y="46046"/>
                </a:cubicBezTo>
                <a:cubicBezTo>
                  <a:pt x="205646" y="45856"/>
                  <a:pt x="205396" y="45571"/>
                  <a:pt x="205182" y="45190"/>
                </a:cubicBezTo>
                <a:cubicBezTo>
                  <a:pt x="204968" y="44810"/>
                  <a:pt x="204814" y="44323"/>
                  <a:pt x="204719" y="43729"/>
                </a:cubicBezTo>
                <a:cubicBezTo>
                  <a:pt x="204624" y="43135"/>
                  <a:pt x="204576" y="42482"/>
                  <a:pt x="204576" y="41769"/>
                </a:cubicBezTo>
                <a:cubicBezTo>
                  <a:pt x="204576" y="40581"/>
                  <a:pt x="204660" y="39643"/>
                  <a:pt x="204826" y="38954"/>
                </a:cubicBezTo>
                <a:cubicBezTo>
                  <a:pt x="204992" y="38264"/>
                  <a:pt x="205396" y="37611"/>
                  <a:pt x="206038" y="36993"/>
                </a:cubicBezTo>
                <a:cubicBezTo>
                  <a:pt x="206679" y="36376"/>
                  <a:pt x="207784" y="35656"/>
                  <a:pt x="209352" y="34835"/>
                </a:cubicBezTo>
                <a:cubicBezTo>
                  <a:pt x="210920" y="34012"/>
                  <a:pt x="212726" y="33261"/>
                  <a:pt x="214769" y="32581"/>
                </a:cubicBezTo>
                <a:cubicBezTo>
                  <a:pt x="216813" y="31901"/>
                  <a:pt x="219046" y="31338"/>
                  <a:pt x="221469" y="30892"/>
                </a:cubicBezTo>
                <a:cubicBezTo>
                  <a:pt x="223893" y="30445"/>
                  <a:pt x="226340" y="30222"/>
                  <a:pt x="228811" y="30222"/>
                </a:cubicBezTo>
                <a:cubicBezTo>
                  <a:pt x="233420" y="30222"/>
                  <a:pt x="237341" y="30745"/>
                  <a:pt x="240572" y="31790"/>
                </a:cubicBezTo>
                <a:cubicBezTo>
                  <a:pt x="243803" y="32835"/>
                  <a:pt x="246417" y="34368"/>
                  <a:pt x="248413" y="36388"/>
                </a:cubicBezTo>
                <a:cubicBezTo>
                  <a:pt x="250408" y="38407"/>
                  <a:pt x="251858" y="40914"/>
                  <a:pt x="252760" y="43907"/>
                </a:cubicBezTo>
                <a:cubicBezTo>
                  <a:pt x="253663" y="46901"/>
                  <a:pt x="254115" y="50394"/>
                  <a:pt x="254115" y="54385"/>
                </a:cubicBezTo>
                <a:lnTo>
                  <a:pt x="254115" y="97651"/>
                </a:lnTo>
                <a:moveTo>
                  <a:pt x="242425" y="68284"/>
                </a:moveTo>
                <a:lnTo>
                  <a:pt x="232375" y="68284"/>
                </a:lnTo>
                <a:cubicBezTo>
                  <a:pt x="229144" y="68284"/>
                  <a:pt x="226340" y="68560"/>
                  <a:pt x="223964" y="69111"/>
                </a:cubicBezTo>
                <a:cubicBezTo>
                  <a:pt x="221588" y="69660"/>
                  <a:pt x="219616" y="70473"/>
                  <a:pt x="218048" y="71548"/>
                </a:cubicBezTo>
                <a:cubicBezTo>
                  <a:pt x="216480" y="72623"/>
                  <a:pt x="215328" y="73914"/>
                  <a:pt x="214591" y="75421"/>
                </a:cubicBezTo>
                <a:cubicBezTo>
                  <a:pt x="213854" y="76927"/>
                  <a:pt x="213486" y="78660"/>
                  <a:pt x="213486" y="80620"/>
                </a:cubicBezTo>
                <a:cubicBezTo>
                  <a:pt x="213486" y="83967"/>
                  <a:pt x="214544" y="86633"/>
                  <a:pt x="216658" y="88617"/>
                </a:cubicBezTo>
                <a:cubicBezTo>
                  <a:pt x="218773" y="90600"/>
                  <a:pt x="221731" y="91592"/>
                  <a:pt x="225532" y="91592"/>
                </a:cubicBezTo>
                <a:cubicBezTo>
                  <a:pt x="228621" y="91592"/>
                  <a:pt x="231484" y="90804"/>
                  <a:pt x="234121" y="89227"/>
                </a:cubicBezTo>
                <a:cubicBezTo>
                  <a:pt x="236759" y="87648"/>
                  <a:pt x="239527" y="85234"/>
                  <a:pt x="242425" y="81983"/>
                </a:cubicBezTo>
                <a:lnTo>
                  <a:pt x="242425" y="68284"/>
                </a:lnTo>
                <a:close/>
                <a:moveTo>
                  <a:pt x="368094" y="97580"/>
                </a:moveTo>
                <a:cubicBezTo>
                  <a:pt x="368094" y="97960"/>
                  <a:pt x="367999" y="98281"/>
                  <a:pt x="367809" y="98542"/>
                </a:cubicBezTo>
                <a:cubicBezTo>
                  <a:pt x="367619" y="98803"/>
                  <a:pt x="367310" y="99029"/>
                  <a:pt x="366883" y="99219"/>
                </a:cubicBezTo>
                <a:cubicBezTo>
                  <a:pt x="366455" y="99409"/>
                  <a:pt x="365861" y="99552"/>
                  <a:pt x="365101" y="99647"/>
                </a:cubicBezTo>
                <a:cubicBezTo>
                  <a:pt x="364340" y="99742"/>
                  <a:pt x="363390" y="99789"/>
                  <a:pt x="362250" y="99789"/>
                </a:cubicBezTo>
                <a:cubicBezTo>
                  <a:pt x="361062" y="99789"/>
                  <a:pt x="360087" y="99742"/>
                  <a:pt x="359327" y="99647"/>
                </a:cubicBezTo>
                <a:cubicBezTo>
                  <a:pt x="358567" y="99552"/>
                  <a:pt x="357961" y="99409"/>
                  <a:pt x="357510" y="99219"/>
                </a:cubicBezTo>
                <a:cubicBezTo>
                  <a:pt x="357058" y="99029"/>
                  <a:pt x="356737" y="98803"/>
                  <a:pt x="356547" y="98542"/>
                </a:cubicBezTo>
                <a:cubicBezTo>
                  <a:pt x="356357" y="98281"/>
                  <a:pt x="356262" y="97960"/>
                  <a:pt x="356262" y="97580"/>
                </a:cubicBezTo>
                <a:lnTo>
                  <a:pt x="356262" y="58591"/>
                </a:lnTo>
                <a:cubicBezTo>
                  <a:pt x="356262" y="55882"/>
                  <a:pt x="356025" y="53411"/>
                  <a:pt x="355549" y="51178"/>
                </a:cubicBezTo>
                <a:cubicBezTo>
                  <a:pt x="355074" y="48944"/>
                  <a:pt x="354314" y="47020"/>
                  <a:pt x="353268" y="45404"/>
                </a:cubicBezTo>
                <a:cubicBezTo>
                  <a:pt x="352223" y="43789"/>
                  <a:pt x="350893" y="42553"/>
                  <a:pt x="349277" y="41698"/>
                </a:cubicBezTo>
                <a:cubicBezTo>
                  <a:pt x="347661" y="40842"/>
                  <a:pt x="345761" y="40415"/>
                  <a:pt x="343575" y="40415"/>
                </a:cubicBezTo>
                <a:cubicBezTo>
                  <a:pt x="340866" y="40415"/>
                  <a:pt x="338146" y="41460"/>
                  <a:pt x="335413" y="43551"/>
                </a:cubicBezTo>
                <a:cubicBezTo>
                  <a:pt x="332681" y="45642"/>
                  <a:pt x="329675" y="48707"/>
                  <a:pt x="326397" y="52746"/>
                </a:cubicBezTo>
                <a:lnTo>
                  <a:pt x="326397" y="97580"/>
                </a:lnTo>
                <a:cubicBezTo>
                  <a:pt x="326397" y="97960"/>
                  <a:pt x="326302" y="98281"/>
                  <a:pt x="326112" y="98542"/>
                </a:cubicBezTo>
                <a:cubicBezTo>
                  <a:pt x="325921" y="98803"/>
                  <a:pt x="325601" y="99029"/>
                  <a:pt x="325149" y="99219"/>
                </a:cubicBezTo>
                <a:cubicBezTo>
                  <a:pt x="324698" y="99409"/>
                  <a:pt x="324092" y="99552"/>
                  <a:pt x="323332" y="99647"/>
                </a:cubicBezTo>
                <a:cubicBezTo>
                  <a:pt x="322571" y="99742"/>
                  <a:pt x="321621" y="99789"/>
                  <a:pt x="320481" y="99789"/>
                </a:cubicBezTo>
                <a:cubicBezTo>
                  <a:pt x="319388" y="99789"/>
                  <a:pt x="318449" y="99742"/>
                  <a:pt x="317665" y="99647"/>
                </a:cubicBezTo>
                <a:cubicBezTo>
                  <a:pt x="316881" y="99552"/>
                  <a:pt x="316263" y="99409"/>
                  <a:pt x="315812" y="99219"/>
                </a:cubicBezTo>
                <a:cubicBezTo>
                  <a:pt x="315360" y="99029"/>
                  <a:pt x="315052" y="98803"/>
                  <a:pt x="314885" y="98542"/>
                </a:cubicBezTo>
                <a:cubicBezTo>
                  <a:pt x="314719" y="98281"/>
                  <a:pt x="314636" y="97960"/>
                  <a:pt x="314636" y="97580"/>
                </a:cubicBezTo>
                <a:lnTo>
                  <a:pt x="314636" y="58591"/>
                </a:lnTo>
                <a:cubicBezTo>
                  <a:pt x="314636" y="55882"/>
                  <a:pt x="314374" y="53411"/>
                  <a:pt x="313852" y="51178"/>
                </a:cubicBezTo>
                <a:cubicBezTo>
                  <a:pt x="313329" y="48944"/>
                  <a:pt x="312545" y="47020"/>
                  <a:pt x="311499" y="45404"/>
                </a:cubicBezTo>
                <a:cubicBezTo>
                  <a:pt x="310454" y="43789"/>
                  <a:pt x="309135" y="42553"/>
                  <a:pt x="307544" y="41698"/>
                </a:cubicBezTo>
                <a:cubicBezTo>
                  <a:pt x="305952" y="40842"/>
                  <a:pt x="304063" y="40415"/>
                  <a:pt x="301877" y="40415"/>
                </a:cubicBezTo>
                <a:cubicBezTo>
                  <a:pt x="299168" y="40415"/>
                  <a:pt x="296436" y="41460"/>
                  <a:pt x="293680" y="43551"/>
                </a:cubicBezTo>
                <a:cubicBezTo>
                  <a:pt x="290924" y="45642"/>
                  <a:pt x="287930" y="48707"/>
                  <a:pt x="284699" y="52746"/>
                </a:cubicBezTo>
                <a:lnTo>
                  <a:pt x="284699" y="97580"/>
                </a:lnTo>
                <a:cubicBezTo>
                  <a:pt x="284699" y="97960"/>
                  <a:pt x="284604" y="98281"/>
                  <a:pt x="284414" y="98542"/>
                </a:cubicBezTo>
                <a:cubicBezTo>
                  <a:pt x="284224" y="98803"/>
                  <a:pt x="283915" y="99029"/>
                  <a:pt x="283487" y="99219"/>
                </a:cubicBezTo>
                <a:cubicBezTo>
                  <a:pt x="283059" y="99409"/>
                  <a:pt x="282466" y="99552"/>
                  <a:pt x="281705" y="99647"/>
                </a:cubicBezTo>
                <a:cubicBezTo>
                  <a:pt x="280945" y="99742"/>
                  <a:pt x="279971" y="99789"/>
                  <a:pt x="278783" y="99789"/>
                </a:cubicBezTo>
                <a:cubicBezTo>
                  <a:pt x="277642" y="99789"/>
                  <a:pt x="276692" y="99742"/>
                  <a:pt x="275932" y="99647"/>
                </a:cubicBezTo>
                <a:cubicBezTo>
                  <a:pt x="275171" y="99552"/>
                  <a:pt x="274566" y="99409"/>
                  <a:pt x="274114" y="99219"/>
                </a:cubicBezTo>
                <a:cubicBezTo>
                  <a:pt x="273663" y="99029"/>
                  <a:pt x="273354" y="98803"/>
                  <a:pt x="273187" y="98542"/>
                </a:cubicBezTo>
                <a:cubicBezTo>
                  <a:pt x="273021" y="98281"/>
                  <a:pt x="272938" y="97960"/>
                  <a:pt x="272938" y="97580"/>
                </a:cubicBezTo>
                <a:lnTo>
                  <a:pt x="272938" y="33429"/>
                </a:lnTo>
                <a:cubicBezTo>
                  <a:pt x="272938" y="33049"/>
                  <a:pt x="273009" y="32729"/>
                  <a:pt x="273152" y="32467"/>
                </a:cubicBezTo>
                <a:cubicBezTo>
                  <a:pt x="273294" y="32206"/>
                  <a:pt x="273579" y="31968"/>
                  <a:pt x="274007" y="31754"/>
                </a:cubicBezTo>
                <a:cubicBezTo>
                  <a:pt x="274435" y="31541"/>
                  <a:pt x="274981" y="31398"/>
                  <a:pt x="275647" y="31327"/>
                </a:cubicBezTo>
                <a:cubicBezTo>
                  <a:pt x="276312" y="31255"/>
                  <a:pt x="277191" y="31220"/>
                  <a:pt x="278284" y="31220"/>
                </a:cubicBezTo>
                <a:cubicBezTo>
                  <a:pt x="279329" y="31220"/>
                  <a:pt x="280196" y="31255"/>
                  <a:pt x="280886" y="31327"/>
                </a:cubicBezTo>
                <a:cubicBezTo>
                  <a:pt x="281575" y="31398"/>
                  <a:pt x="282109" y="31541"/>
                  <a:pt x="282489" y="31754"/>
                </a:cubicBezTo>
                <a:cubicBezTo>
                  <a:pt x="282869" y="31968"/>
                  <a:pt x="283143" y="32206"/>
                  <a:pt x="283309" y="32467"/>
                </a:cubicBezTo>
                <a:cubicBezTo>
                  <a:pt x="283475" y="32729"/>
                  <a:pt x="283558" y="33049"/>
                  <a:pt x="283558" y="33429"/>
                </a:cubicBezTo>
                <a:lnTo>
                  <a:pt x="283558" y="41912"/>
                </a:lnTo>
                <a:cubicBezTo>
                  <a:pt x="287170" y="37872"/>
                  <a:pt x="290674" y="34914"/>
                  <a:pt x="294072" y="33037"/>
                </a:cubicBezTo>
                <a:cubicBezTo>
                  <a:pt x="297470" y="31160"/>
                  <a:pt x="300903" y="30222"/>
                  <a:pt x="304372" y="30222"/>
                </a:cubicBezTo>
                <a:cubicBezTo>
                  <a:pt x="307033" y="30222"/>
                  <a:pt x="309421" y="30531"/>
                  <a:pt x="311535" y="31149"/>
                </a:cubicBezTo>
                <a:cubicBezTo>
                  <a:pt x="313650" y="31766"/>
                  <a:pt x="315515" y="32634"/>
                  <a:pt x="317130" y="33750"/>
                </a:cubicBezTo>
                <a:cubicBezTo>
                  <a:pt x="318746" y="34867"/>
                  <a:pt x="320124" y="36197"/>
                  <a:pt x="321265" y="37742"/>
                </a:cubicBezTo>
                <a:cubicBezTo>
                  <a:pt x="322405" y="39286"/>
                  <a:pt x="323355" y="41009"/>
                  <a:pt x="324116" y="42909"/>
                </a:cubicBezTo>
                <a:cubicBezTo>
                  <a:pt x="326254" y="40581"/>
                  <a:pt x="328285" y="38609"/>
                  <a:pt x="330210" y="36993"/>
                </a:cubicBezTo>
                <a:cubicBezTo>
                  <a:pt x="332135" y="35378"/>
                  <a:pt x="333988" y="34071"/>
                  <a:pt x="335770" y="33073"/>
                </a:cubicBezTo>
                <a:cubicBezTo>
                  <a:pt x="337552" y="32075"/>
                  <a:pt x="339286" y="31351"/>
                  <a:pt x="340973" y="30899"/>
                </a:cubicBezTo>
                <a:cubicBezTo>
                  <a:pt x="342660" y="30448"/>
                  <a:pt x="344359" y="30222"/>
                  <a:pt x="346069" y="30222"/>
                </a:cubicBezTo>
                <a:cubicBezTo>
                  <a:pt x="350204" y="30222"/>
                  <a:pt x="353672" y="30947"/>
                  <a:pt x="356476" y="32396"/>
                </a:cubicBezTo>
                <a:cubicBezTo>
                  <a:pt x="359280" y="33845"/>
                  <a:pt x="361549" y="35782"/>
                  <a:pt x="363283" y="38205"/>
                </a:cubicBezTo>
                <a:cubicBezTo>
                  <a:pt x="365018" y="40629"/>
                  <a:pt x="366253" y="43468"/>
                  <a:pt x="366990" y="46723"/>
                </a:cubicBezTo>
                <a:cubicBezTo>
                  <a:pt x="367726" y="49978"/>
                  <a:pt x="368094" y="53411"/>
                  <a:pt x="368094" y="57023"/>
                </a:cubicBezTo>
                <a:lnTo>
                  <a:pt x="368094" y="97580"/>
                </a:lnTo>
                <a:close/>
                <a:moveTo>
                  <a:pt x="453702" y="64542"/>
                </a:moveTo>
                <a:cubicBezTo>
                  <a:pt x="453702" y="70154"/>
                  <a:pt x="453096" y="75195"/>
                  <a:pt x="451884" y="79667"/>
                </a:cubicBezTo>
                <a:cubicBezTo>
                  <a:pt x="450672" y="84138"/>
                  <a:pt x="448891" y="87932"/>
                  <a:pt x="446538" y="91049"/>
                </a:cubicBezTo>
                <a:cubicBezTo>
                  <a:pt x="444186" y="94164"/>
                  <a:pt x="441276" y="96566"/>
                  <a:pt x="437807" y="98255"/>
                </a:cubicBezTo>
                <a:cubicBezTo>
                  <a:pt x="434338" y="99943"/>
                  <a:pt x="430370" y="100787"/>
                  <a:pt x="425903" y="100787"/>
                </a:cubicBezTo>
                <a:cubicBezTo>
                  <a:pt x="424003" y="100787"/>
                  <a:pt x="422244" y="100597"/>
                  <a:pt x="420629" y="100217"/>
                </a:cubicBezTo>
                <a:cubicBezTo>
                  <a:pt x="419013" y="99837"/>
                  <a:pt x="417433" y="99243"/>
                  <a:pt x="415889" y="98435"/>
                </a:cubicBezTo>
                <a:cubicBezTo>
                  <a:pt x="414344" y="97626"/>
                  <a:pt x="412812" y="96603"/>
                  <a:pt x="411291" y="95366"/>
                </a:cubicBezTo>
                <a:cubicBezTo>
                  <a:pt x="409771" y="94129"/>
                  <a:pt x="408155" y="92678"/>
                  <a:pt x="406444" y="91013"/>
                </a:cubicBezTo>
                <a:lnTo>
                  <a:pt x="406444" y="123031"/>
                </a:lnTo>
                <a:cubicBezTo>
                  <a:pt x="406444" y="123409"/>
                  <a:pt x="406349" y="123741"/>
                  <a:pt x="406159" y="124026"/>
                </a:cubicBezTo>
                <a:cubicBezTo>
                  <a:pt x="405969" y="124311"/>
                  <a:pt x="405660" y="124548"/>
                  <a:pt x="405233" y="124737"/>
                </a:cubicBezTo>
                <a:cubicBezTo>
                  <a:pt x="404805" y="124927"/>
                  <a:pt x="404211" y="125069"/>
                  <a:pt x="403451" y="125164"/>
                </a:cubicBezTo>
                <a:cubicBezTo>
                  <a:pt x="402690" y="125259"/>
                  <a:pt x="401716" y="125307"/>
                  <a:pt x="400528" y="125307"/>
                </a:cubicBezTo>
                <a:cubicBezTo>
                  <a:pt x="399388" y="125307"/>
                  <a:pt x="398437" y="125259"/>
                  <a:pt x="397677" y="125164"/>
                </a:cubicBezTo>
                <a:cubicBezTo>
                  <a:pt x="396917" y="125069"/>
                  <a:pt x="396311" y="124927"/>
                  <a:pt x="395860" y="124737"/>
                </a:cubicBezTo>
                <a:cubicBezTo>
                  <a:pt x="395408" y="124547"/>
                  <a:pt x="395099" y="124309"/>
                  <a:pt x="394933" y="124024"/>
                </a:cubicBezTo>
                <a:cubicBezTo>
                  <a:pt x="394767" y="123739"/>
                  <a:pt x="394683" y="123406"/>
                  <a:pt x="394683" y="123026"/>
                </a:cubicBezTo>
                <a:lnTo>
                  <a:pt x="394683" y="33429"/>
                </a:lnTo>
                <a:cubicBezTo>
                  <a:pt x="394683" y="33002"/>
                  <a:pt x="394755" y="32657"/>
                  <a:pt x="394897" y="32396"/>
                </a:cubicBezTo>
                <a:cubicBezTo>
                  <a:pt x="395040" y="32135"/>
                  <a:pt x="395325" y="31909"/>
                  <a:pt x="395753" y="31719"/>
                </a:cubicBezTo>
                <a:cubicBezTo>
                  <a:pt x="396180" y="31529"/>
                  <a:pt x="396727" y="31398"/>
                  <a:pt x="397392" y="31327"/>
                </a:cubicBezTo>
                <a:cubicBezTo>
                  <a:pt x="398057" y="31255"/>
                  <a:pt x="398865" y="31220"/>
                  <a:pt x="399816" y="31220"/>
                </a:cubicBezTo>
                <a:cubicBezTo>
                  <a:pt x="400813" y="31220"/>
                  <a:pt x="401633" y="31255"/>
                  <a:pt x="402275" y="31327"/>
                </a:cubicBezTo>
                <a:cubicBezTo>
                  <a:pt x="402916" y="31398"/>
                  <a:pt x="403451" y="31529"/>
                  <a:pt x="403878" y="31719"/>
                </a:cubicBezTo>
                <a:cubicBezTo>
                  <a:pt x="404306" y="31909"/>
                  <a:pt x="404603" y="32135"/>
                  <a:pt x="404769" y="32398"/>
                </a:cubicBezTo>
                <a:cubicBezTo>
                  <a:pt x="404936" y="32660"/>
                  <a:pt x="405019" y="33004"/>
                  <a:pt x="405019" y="33432"/>
                </a:cubicBezTo>
                <a:lnTo>
                  <a:pt x="405019" y="42065"/>
                </a:lnTo>
                <a:cubicBezTo>
                  <a:pt x="406967" y="40068"/>
                  <a:pt x="408844" y="38332"/>
                  <a:pt x="410650" y="36857"/>
                </a:cubicBezTo>
                <a:cubicBezTo>
                  <a:pt x="412456" y="35383"/>
                  <a:pt x="414273" y="34159"/>
                  <a:pt x="416103" y="33184"/>
                </a:cubicBezTo>
                <a:cubicBezTo>
                  <a:pt x="417932" y="32209"/>
                  <a:pt x="419809" y="31472"/>
                  <a:pt x="421734" y="30973"/>
                </a:cubicBezTo>
                <a:cubicBezTo>
                  <a:pt x="423658" y="30472"/>
                  <a:pt x="425689" y="30222"/>
                  <a:pt x="427828" y="30222"/>
                </a:cubicBezTo>
                <a:cubicBezTo>
                  <a:pt x="432485" y="30222"/>
                  <a:pt x="436453" y="31126"/>
                  <a:pt x="439731" y="32933"/>
                </a:cubicBezTo>
                <a:cubicBezTo>
                  <a:pt x="443010" y="34740"/>
                  <a:pt x="445683" y="37214"/>
                  <a:pt x="447750" y="40355"/>
                </a:cubicBezTo>
                <a:cubicBezTo>
                  <a:pt x="449817" y="43494"/>
                  <a:pt x="451326" y="47145"/>
                  <a:pt x="452276" y="51307"/>
                </a:cubicBezTo>
                <a:cubicBezTo>
                  <a:pt x="453227" y="55468"/>
                  <a:pt x="453702" y="59880"/>
                  <a:pt x="453702" y="64542"/>
                </a:cubicBezTo>
                <a:moveTo>
                  <a:pt x="441299" y="65897"/>
                </a:moveTo>
                <a:cubicBezTo>
                  <a:pt x="441299" y="62613"/>
                  <a:pt x="441050" y="59437"/>
                  <a:pt x="440551" y="56368"/>
                </a:cubicBezTo>
                <a:cubicBezTo>
                  <a:pt x="440052" y="53298"/>
                  <a:pt x="439197" y="50574"/>
                  <a:pt x="437985" y="48195"/>
                </a:cubicBezTo>
                <a:cubicBezTo>
                  <a:pt x="436773" y="45816"/>
                  <a:pt x="435146" y="43913"/>
                  <a:pt x="433102" y="42486"/>
                </a:cubicBezTo>
                <a:cubicBezTo>
                  <a:pt x="431059" y="41058"/>
                  <a:pt x="428517" y="40343"/>
                  <a:pt x="425476" y="40343"/>
                </a:cubicBezTo>
                <a:cubicBezTo>
                  <a:pt x="423955" y="40343"/>
                  <a:pt x="422458" y="40570"/>
                  <a:pt x="420985" y="41023"/>
                </a:cubicBezTo>
                <a:cubicBezTo>
                  <a:pt x="419512" y="41474"/>
                  <a:pt x="418015" y="42188"/>
                  <a:pt x="416495" y="43163"/>
                </a:cubicBezTo>
                <a:cubicBezTo>
                  <a:pt x="414974" y="44139"/>
                  <a:pt x="413382" y="45424"/>
                  <a:pt x="411719" y="47019"/>
                </a:cubicBezTo>
                <a:cubicBezTo>
                  <a:pt x="410056" y="48614"/>
                  <a:pt x="408298" y="50578"/>
                  <a:pt x="406444" y="52911"/>
                </a:cubicBezTo>
                <a:lnTo>
                  <a:pt x="406444" y="78455"/>
                </a:lnTo>
                <a:cubicBezTo>
                  <a:pt x="409676" y="82406"/>
                  <a:pt x="412741" y="85430"/>
                  <a:pt x="415639" y="87525"/>
                </a:cubicBezTo>
                <a:cubicBezTo>
                  <a:pt x="418538" y="89619"/>
                  <a:pt x="421579" y="90666"/>
                  <a:pt x="424763" y="90666"/>
                </a:cubicBezTo>
                <a:cubicBezTo>
                  <a:pt x="427709" y="90666"/>
                  <a:pt x="430239" y="89952"/>
                  <a:pt x="432354" y="88525"/>
                </a:cubicBezTo>
                <a:cubicBezTo>
                  <a:pt x="434469" y="87097"/>
                  <a:pt x="436179" y="85193"/>
                  <a:pt x="437486" y="82814"/>
                </a:cubicBezTo>
                <a:cubicBezTo>
                  <a:pt x="438793" y="80435"/>
                  <a:pt x="439755" y="77770"/>
                  <a:pt x="440373" y="74820"/>
                </a:cubicBezTo>
                <a:cubicBezTo>
                  <a:pt x="440991" y="71869"/>
                  <a:pt x="441299" y="68895"/>
                  <a:pt x="441299" y="65897"/>
                </a:cubicBezTo>
                <a:close/>
                <a:moveTo>
                  <a:pt x="479580" y="97578"/>
                </a:moveTo>
                <a:cubicBezTo>
                  <a:pt x="479580" y="97958"/>
                  <a:pt x="479485" y="98279"/>
                  <a:pt x="479295" y="98542"/>
                </a:cubicBezTo>
                <a:cubicBezTo>
                  <a:pt x="479105" y="98803"/>
                  <a:pt x="478796" y="99029"/>
                  <a:pt x="478368" y="99219"/>
                </a:cubicBezTo>
                <a:cubicBezTo>
                  <a:pt x="477940" y="99409"/>
                  <a:pt x="477346" y="99552"/>
                  <a:pt x="476586" y="99647"/>
                </a:cubicBezTo>
                <a:cubicBezTo>
                  <a:pt x="475826" y="99742"/>
                  <a:pt x="474852" y="99789"/>
                  <a:pt x="473664" y="99789"/>
                </a:cubicBezTo>
                <a:cubicBezTo>
                  <a:pt x="472523" y="99789"/>
                  <a:pt x="471573" y="99742"/>
                  <a:pt x="470813" y="99647"/>
                </a:cubicBezTo>
                <a:cubicBezTo>
                  <a:pt x="470052" y="99552"/>
                  <a:pt x="469446" y="99409"/>
                  <a:pt x="468995" y="99219"/>
                </a:cubicBezTo>
                <a:cubicBezTo>
                  <a:pt x="468544" y="99029"/>
                  <a:pt x="468235" y="98803"/>
                  <a:pt x="468068" y="98542"/>
                </a:cubicBezTo>
                <a:cubicBezTo>
                  <a:pt x="467902" y="98279"/>
                  <a:pt x="467819" y="97958"/>
                  <a:pt x="467819" y="97578"/>
                </a:cubicBezTo>
                <a:lnTo>
                  <a:pt x="467819" y="2283"/>
                </a:lnTo>
                <a:cubicBezTo>
                  <a:pt x="467819" y="1903"/>
                  <a:pt x="467902" y="1570"/>
                  <a:pt x="468068" y="1285"/>
                </a:cubicBezTo>
                <a:cubicBezTo>
                  <a:pt x="468235" y="999"/>
                  <a:pt x="468544" y="760"/>
                  <a:pt x="468995" y="570"/>
                </a:cubicBezTo>
                <a:cubicBezTo>
                  <a:pt x="469446" y="380"/>
                  <a:pt x="470052" y="238"/>
                  <a:pt x="470813" y="143"/>
                </a:cubicBezTo>
                <a:cubicBezTo>
                  <a:pt x="471573" y="48"/>
                  <a:pt x="472523" y="0"/>
                  <a:pt x="473664" y="0"/>
                </a:cubicBezTo>
                <a:cubicBezTo>
                  <a:pt x="474852" y="0"/>
                  <a:pt x="475826" y="48"/>
                  <a:pt x="476586" y="143"/>
                </a:cubicBezTo>
                <a:cubicBezTo>
                  <a:pt x="477346" y="238"/>
                  <a:pt x="477940" y="380"/>
                  <a:pt x="478368" y="570"/>
                </a:cubicBezTo>
                <a:cubicBezTo>
                  <a:pt x="478796" y="760"/>
                  <a:pt x="479105" y="999"/>
                  <a:pt x="479295" y="1285"/>
                </a:cubicBezTo>
                <a:cubicBezTo>
                  <a:pt x="479485" y="1570"/>
                  <a:pt x="479580" y="1903"/>
                  <a:pt x="479580" y="2283"/>
                </a:cubicBezTo>
                <a:lnTo>
                  <a:pt x="479580" y="97578"/>
                </a:lnTo>
                <a:close/>
                <a:moveTo>
                  <a:pt x="558909" y="62725"/>
                </a:moveTo>
                <a:cubicBezTo>
                  <a:pt x="558909" y="64578"/>
                  <a:pt x="558445" y="65897"/>
                  <a:pt x="557519" y="66681"/>
                </a:cubicBezTo>
                <a:cubicBezTo>
                  <a:pt x="556592" y="67465"/>
                  <a:pt x="555535" y="67857"/>
                  <a:pt x="554347" y="67857"/>
                </a:cubicBezTo>
                <a:lnTo>
                  <a:pt x="512293" y="67857"/>
                </a:lnTo>
                <a:cubicBezTo>
                  <a:pt x="512293" y="71431"/>
                  <a:pt x="512649" y="74648"/>
                  <a:pt x="513362" y="77508"/>
                </a:cubicBezTo>
                <a:cubicBezTo>
                  <a:pt x="514075" y="80368"/>
                  <a:pt x="515263" y="82823"/>
                  <a:pt x="516926" y="84872"/>
                </a:cubicBezTo>
                <a:cubicBezTo>
                  <a:pt x="518589" y="86921"/>
                  <a:pt x="520751" y="88495"/>
                  <a:pt x="523412" y="89592"/>
                </a:cubicBezTo>
                <a:cubicBezTo>
                  <a:pt x="526073" y="90688"/>
                  <a:pt x="529328" y="91236"/>
                  <a:pt x="533177" y="91236"/>
                </a:cubicBezTo>
                <a:cubicBezTo>
                  <a:pt x="536219" y="91236"/>
                  <a:pt x="538927" y="90987"/>
                  <a:pt x="541303" y="90488"/>
                </a:cubicBezTo>
                <a:cubicBezTo>
                  <a:pt x="543679" y="89989"/>
                  <a:pt x="545734" y="89430"/>
                  <a:pt x="547469" y="88813"/>
                </a:cubicBezTo>
                <a:cubicBezTo>
                  <a:pt x="549203" y="88195"/>
                  <a:pt x="550629" y="87636"/>
                  <a:pt x="551745" y="87138"/>
                </a:cubicBezTo>
                <a:cubicBezTo>
                  <a:pt x="552862" y="86639"/>
                  <a:pt x="553706" y="86389"/>
                  <a:pt x="554276" y="86389"/>
                </a:cubicBezTo>
                <a:cubicBezTo>
                  <a:pt x="554608" y="86389"/>
                  <a:pt x="554905" y="86472"/>
                  <a:pt x="555167" y="86639"/>
                </a:cubicBezTo>
                <a:cubicBezTo>
                  <a:pt x="555428" y="86805"/>
                  <a:pt x="555630" y="87054"/>
                  <a:pt x="555773" y="87387"/>
                </a:cubicBezTo>
                <a:cubicBezTo>
                  <a:pt x="555915" y="87720"/>
                  <a:pt x="556022" y="88183"/>
                  <a:pt x="556093" y="88777"/>
                </a:cubicBezTo>
                <a:cubicBezTo>
                  <a:pt x="556165" y="89371"/>
                  <a:pt x="556200" y="90096"/>
                  <a:pt x="556200" y="90951"/>
                </a:cubicBezTo>
                <a:cubicBezTo>
                  <a:pt x="556200" y="91569"/>
                  <a:pt x="556176" y="92103"/>
                  <a:pt x="556129" y="92555"/>
                </a:cubicBezTo>
                <a:cubicBezTo>
                  <a:pt x="556081" y="93006"/>
                  <a:pt x="556022" y="93410"/>
                  <a:pt x="555951" y="93766"/>
                </a:cubicBezTo>
                <a:cubicBezTo>
                  <a:pt x="555879" y="94123"/>
                  <a:pt x="555761" y="94444"/>
                  <a:pt x="555594" y="94729"/>
                </a:cubicBezTo>
                <a:cubicBezTo>
                  <a:pt x="555428" y="95014"/>
                  <a:pt x="555214" y="95287"/>
                  <a:pt x="554953" y="95548"/>
                </a:cubicBezTo>
                <a:cubicBezTo>
                  <a:pt x="554692" y="95810"/>
                  <a:pt x="553919" y="96237"/>
                  <a:pt x="552636" y="96831"/>
                </a:cubicBezTo>
                <a:cubicBezTo>
                  <a:pt x="551353" y="97425"/>
                  <a:pt x="549690" y="98007"/>
                  <a:pt x="547647" y="98578"/>
                </a:cubicBezTo>
                <a:cubicBezTo>
                  <a:pt x="545604" y="99148"/>
                  <a:pt x="543239" y="99659"/>
                  <a:pt x="540555" y="100110"/>
                </a:cubicBezTo>
                <a:cubicBezTo>
                  <a:pt x="537870" y="100562"/>
                  <a:pt x="535007" y="100787"/>
                  <a:pt x="531966" y="100787"/>
                </a:cubicBezTo>
                <a:cubicBezTo>
                  <a:pt x="526691" y="100787"/>
                  <a:pt x="522070" y="100050"/>
                  <a:pt x="518102" y="98575"/>
                </a:cubicBezTo>
                <a:cubicBezTo>
                  <a:pt x="514134" y="97101"/>
                  <a:pt x="510796" y="94913"/>
                  <a:pt x="508087" y="92011"/>
                </a:cubicBezTo>
                <a:cubicBezTo>
                  <a:pt x="505379" y="89110"/>
                  <a:pt x="503336" y="85471"/>
                  <a:pt x="501958" y="81095"/>
                </a:cubicBezTo>
                <a:cubicBezTo>
                  <a:pt x="500580" y="76718"/>
                  <a:pt x="499890" y="71629"/>
                  <a:pt x="499890" y="65825"/>
                </a:cubicBezTo>
                <a:cubicBezTo>
                  <a:pt x="499890" y="60307"/>
                  <a:pt x="500603" y="55348"/>
                  <a:pt x="502029" y="50948"/>
                </a:cubicBezTo>
                <a:cubicBezTo>
                  <a:pt x="503454" y="46548"/>
                  <a:pt x="505510" y="42814"/>
                  <a:pt x="508194" y="39746"/>
                </a:cubicBezTo>
                <a:cubicBezTo>
                  <a:pt x="510879" y="36679"/>
                  <a:pt x="514122" y="34324"/>
                  <a:pt x="517924" y="32683"/>
                </a:cubicBezTo>
                <a:cubicBezTo>
                  <a:pt x="521725" y="31042"/>
                  <a:pt x="525978" y="30222"/>
                  <a:pt x="530683" y="30222"/>
                </a:cubicBezTo>
                <a:cubicBezTo>
                  <a:pt x="535720" y="30222"/>
                  <a:pt x="540008" y="31030"/>
                  <a:pt x="543548" y="32645"/>
                </a:cubicBezTo>
                <a:cubicBezTo>
                  <a:pt x="547089" y="34261"/>
                  <a:pt x="549999" y="36435"/>
                  <a:pt x="552280" y="39167"/>
                </a:cubicBezTo>
                <a:cubicBezTo>
                  <a:pt x="554561" y="41900"/>
                  <a:pt x="556236" y="45107"/>
                  <a:pt x="557305" y="48790"/>
                </a:cubicBezTo>
                <a:cubicBezTo>
                  <a:pt x="558374" y="52473"/>
                  <a:pt x="558909" y="56405"/>
                  <a:pt x="558909" y="60586"/>
                </a:cubicBezTo>
                <a:lnTo>
                  <a:pt x="558909" y="62725"/>
                </a:lnTo>
                <a:moveTo>
                  <a:pt x="547077" y="59232"/>
                </a:moveTo>
                <a:cubicBezTo>
                  <a:pt x="547219" y="53055"/>
                  <a:pt x="545853" y="48208"/>
                  <a:pt x="542978" y="44691"/>
                </a:cubicBezTo>
                <a:cubicBezTo>
                  <a:pt x="540103" y="41175"/>
                  <a:pt x="535838" y="39417"/>
                  <a:pt x="530184" y="39417"/>
                </a:cubicBezTo>
                <a:cubicBezTo>
                  <a:pt x="527285" y="39417"/>
                  <a:pt x="524743" y="39963"/>
                  <a:pt x="522557" y="41056"/>
                </a:cubicBezTo>
                <a:cubicBezTo>
                  <a:pt x="520371" y="42149"/>
                  <a:pt x="518542" y="43598"/>
                  <a:pt x="517069" y="45404"/>
                </a:cubicBezTo>
                <a:cubicBezTo>
                  <a:pt x="515595" y="47210"/>
                  <a:pt x="514455" y="49313"/>
                  <a:pt x="513647" y="51712"/>
                </a:cubicBezTo>
                <a:cubicBezTo>
                  <a:pt x="512839" y="54112"/>
                  <a:pt x="512388" y="56619"/>
                  <a:pt x="512293" y="59232"/>
                </a:cubicBezTo>
                <a:lnTo>
                  <a:pt x="547077" y="592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4x6Brickout">
            <a:extLst xmlns:a="http://schemas.openxmlformats.org/drawingml/2006/main">
              <a:ext uri="{FF2B5EF4-FFF2-40B4-BE49-F238E27FC236}">
                <a16:creationId xmlns:a16="http://schemas.microsoft.com/office/drawing/2014/main" id="{84885A99-E0CA-4B26-B452-E88AC8B8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627" y="5469460"/>
            <a:ext cx="763871" cy="100787"/>
          </a:xfrm>
          <a:custGeom xmlns:a="http://schemas.openxmlformats.org/drawingml/2006/main">
            <a:pathLst>
              <a:path w="763871" h="100787">
                <a:moveTo>
                  <a:pt x="66360" y="73060"/>
                </a:moveTo>
                <a:cubicBezTo>
                  <a:pt x="66360" y="74628"/>
                  <a:pt x="66122" y="75864"/>
                  <a:pt x="65647" y="76767"/>
                </a:cubicBezTo>
                <a:cubicBezTo>
                  <a:pt x="65172" y="77669"/>
                  <a:pt x="64507" y="78121"/>
                  <a:pt x="63651" y="78121"/>
                </a:cubicBezTo>
                <a:lnTo>
                  <a:pt x="53245" y="78121"/>
                </a:lnTo>
                <a:lnTo>
                  <a:pt x="53245" y="97573"/>
                </a:lnTo>
                <a:cubicBezTo>
                  <a:pt x="53245" y="97955"/>
                  <a:pt x="53150" y="98277"/>
                  <a:pt x="52960" y="98540"/>
                </a:cubicBezTo>
                <a:cubicBezTo>
                  <a:pt x="52770" y="98801"/>
                  <a:pt x="52437" y="99028"/>
                  <a:pt x="51962" y="99219"/>
                </a:cubicBezTo>
                <a:cubicBezTo>
                  <a:pt x="51487" y="99409"/>
                  <a:pt x="50869" y="99552"/>
                  <a:pt x="50109" y="99647"/>
                </a:cubicBezTo>
                <a:cubicBezTo>
                  <a:pt x="49348" y="99742"/>
                  <a:pt x="48374" y="99789"/>
                  <a:pt x="47186" y="99789"/>
                </a:cubicBezTo>
                <a:cubicBezTo>
                  <a:pt x="46046" y="99789"/>
                  <a:pt x="45095" y="99742"/>
                  <a:pt x="44335" y="99647"/>
                </a:cubicBezTo>
                <a:cubicBezTo>
                  <a:pt x="43575" y="99552"/>
                  <a:pt x="42969" y="99409"/>
                  <a:pt x="42517" y="99219"/>
                </a:cubicBezTo>
                <a:cubicBezTo>
                  <a:pt x="42066" y="99028"/>
                  <a:pt x="41757" y="98801"/>
                  <a:pt x="41591" y="98540"/>
                </a:cubicBezTo>
                <a:cubicBezTo>
                  <a:pt x="41424" y="98277"/>
                  <a:pt x="41341" y="97955"/>
                  <a:pt x="41341" y="97573"/>
                </a:cubicBezTo>
                <a:lnTo>
                  <a:pt x="41341" y="78121"/>
                </a:lnTo>
                <a:lnTo>
                  <a:pt x="3279" y="78121"/>
                </a:lnTo>
                <a:cubicBezTo>
                  <a:pt x="2709" y="78121"/>
                  <a:pt x="2233" y="78050"/>
                  <a:pt x="1853" y="77907"/>
                </a:cubicBezTo>
                <a:cubicBezTo>
                  <a:pt x="1473" y="77764"/>
                  <a:pt x="1129" y="77503"/>
                  <a:pt x="820" y="77123"/>
                </a:cubicBezTo>
                <a:cubicBezTo>
                  <a:pt x="511" y="76743"/>
                  <a:pt x="297" y="76196"/>
                  <a:pt x="178" y="75484"/>
                </a:cubicBezTo>
                <a:cubicBezTo>
                  <a:pt x="59" y="74771"/>
                  <a:pt x="0" y="73844"/>
                  <a:pt x="0" y="72704"/>
                </a:cubicBezTo>
                <a:cubicBezTo>
                  <a:pt x="0" y="71801"/>
                  <a:pt x="24" y="70993"/>
                  <a:pt x="71" y="70280"/>
                </a:cubicBezTo>
                <a:cubicBezTo>
                  <a:pt x="119" y="69567"/>
                  <a:pt x="214" y="68914"/>
                  <a:pt x="356" y="68320"/>
                </a:cubicBezTo>
                <a:cubicBezTo>
                  <a:pt x="499" y="67726"/>
                  <a:pt x="689" y="67156"/>
                  <a:pt x="927" y="66609"/>
                </a:cubicBezTo>
                <a:cubicBezTo>
                  <a:pt x="1164" y="66063"/>
                  <a:pt x="1449" y="65481"/>
                  <a:pt x="1782" y="64863"/>
                </a:cubicBezTo>
                <a:lnTo>
                  <a:pt x="34998" y="8908"/>
                </a:lnTo>
                <a:cubicBezTo>
                  <a:pt x="35235" y="8527"/>
                  <a:pt x="35580" y="8196"/>
                  <a:pt x="36031" y="7912"/>
                </a:cubicBezTo>
                <a:cubicBezTo>
                  <a:pt x="36483" y="7627"/>
                  <a:pt x="37065" y="7389"/>
                  <a:pt x="37777" y="7199"/>
                </a:cubicBezTo>
                <a:cubicBezTo>
                  <a:pt x="38490" y="7009"/>
                  <a:pt x="39369" y="6878"/>
                  <a:pt x="40415" y="6807"/>
                </a:cubicBezTo>
                <a:cubicBezTo>
                  <a:pt x="41460" y="6736"/>
                  <a:pt x="42696" y="6700"/>
                  <a:pt x="44121" y="6700"/>
                </a:cubicBezTo>
                <a:cubicBezTo>
                  <a:pt x="45689" y="6700"/>
                  <a:pt x="47055" y="6760"/>
                  <a:pt x="48220" y="6878"/>
                </a:cubicBezTo>
                <a:cubicBezTo>
                  <a:pt x="49384" y="6997"/>
                  <a:pt x="50322" y="7152"/>
                  <a:pt x="51035" y="7342"/>
                </a:cubicBezTo>
                <a:cubicBezTo>
                  <a:pt x="51748" y="7532"/>
                  <a:pt x="52294" y="7781"/>
                  <a:pt x="52675" y="8090"/>
                </a:cubicBezTo>
                <a:cubicBezTo>
                  <a:pt x="53055" y="8397"/>
                  <a:pt x="53245" y="8765"/>
                  <a:pt x="53245" y="9193"/>
                </a:cubicBezTo>
                <a:lnTo>
                  <a:pt x="53245" y="67999"/>
                </a:lnTo>
                <a:lnTo>
                  <a:pt x="63651" y="67999"/>
                </a:lnTo>
                <a:cubicBezTo>
                  <a:pt x="64459" y="67999"/>
                  <a:pt x="65113" y="68415"/>
                  <a:pt x="65612" y="69247"/>
                </a:cubicBezTo>
                <a:cubicBezTo>
                  <a:pt x="66110" y="70078"/>
                  <a:pt x="66360" y="71349"/>
                  <a:pt x="66360" y="73060"/>
                </a:cubicBezTo>
                <a:moveTo>
                  <a:pt x="41341" y="17452"/>
                </a:moveTo>
                <a:lnTo>
                  <a:pt x="41199" y="17452"/>
                </a:lnTo>
                <a:lnTo>
                  <a:pt x="11191" y="67999"/>
                </a:lnTo>
                <a:lnTo>
                  <a:pt x="41341" y="67999"/>
                </a:lnTo>
                <a:lnTo>
                  <a:pt x="41341" y="17452"/>
                </a:lnTo>
                <a:close/>
                <a:moveTo>
                  <a:pt x="129085" y="96226"/>
                </a:moveTo>
                <a:cubicBezTo>
                  <a:pt x="129465" y="96891"/>
                  <a:pt x="129655" y="97449"/>
                  <a:pt x="129655" y="97901"/>
                </a:cubicBezTo>
                <a:cubicBezTo>
                  <a:pt x="129655" y="98352"/>
                  <a:pt x="129429" y="98720"/>
                  <a:pt x="128978" y="99005"/>
                </a:cubicBezTo>
                <a:cubicBezTo>
                  <a:pt x="128526" y="99290"/>
                  <a:pt x="127837" y="99492"/>
                  <a:pt x="126911" y="99611"/>
                </a:cubicBezTo>
                <a:cubicBezTo>
                  <a:pt x="125984" y="99730"/>
                  <a:pt x="124784" y="99789"/>
                  <a:pt x="123311" y="99789"/>
                </a:cubicBezTo>
                <a:cubicBezTo>
                  <a:pt x="121886" y="99789"/>
                  <a:pt x="120757" y="99754"/>
                  <a:pt x="119926" y="99683"/>
                </a:cubicBezTo>
                <a:cubicBezTo>
                  <a:pt x="119094" y="99611"/>
                  <a:pt x="118429" y="99492"/>
                  <a:pt x="117930" y="99326"/>
                </a:cubicBezTo>
                <a:cubicBezTo>
                  <a:pt x="117431" y="99160"/>
                  <a:pt x="117051" y="98946"/>
                  <a:pt x="116789" y="98685"/>
                </a:cubicBezTo>
                <a:cubicBezTo>
                  <a:pt x="116528" y="98423"/>
                  <a:pt x="116302" y="98126"/>
                  <a:pt x="116112" y="97794"/>
                </a:cubicBezTo>
                <a:lnTo>
                  <a:pt x="100716" y="72347"/>
                </a:lnTo>
                <a:lnTo>
                  <a:pt x="85391" y="97794"/>
                </a:lnTo>
                <a:cubicBezTo>
                  <a:pt x="85201" y="98126"/>
                  <a:pt x="84975" y="98423"/>
                  <a:pt x="84714" y="98685"/>
                </a:cubicBezTo>
                <a:cubicBezTo>
                  <a:pt x="84453" y="98946"/>
                  <a:pt x="84073" y="99160"/>
                  <a:pt x="83574" y="99326"/>
                </a:cubicBezTo>
                <a:cubicBezTo>
                  <a:pt x="83075" y="99492"/>
                  <a:pt x="82421" y="99611"/>
                  <a:pt x="81613" y="99683"/>
                </a:cubicBezTo>
                <a:cubicBezTo>
                  <a:pt x="80806" y="99754"/>
                  <a:pt x="79737" y="99789"/>
                  <a:pt x="78406" y="99789"/>
                </a:cubicBezTo>
                <a:cubicBezTo>
                  <a:pt x="77028" y="99789"/>
                  <a:pt x="75899" y="99730"/>
                  <a:pt x="75020" y="99611"/>
                </a:cubicBezTo>
                <a:cubicBezTo>
                  <a:pt x="74141" y="99492"/>
                  <a:pt x="73500" y="99290"/>
                  <a:pt x="73096" y="99005"/>
                </a:cubicBezTo>
                <a:cubicBezTo>
                  <a:pt x="72692" y="98720"/>
                  <a:pt x="72502" y="98352"/>
                  <a:pt x="72526" y="97901"/>
                </a:cubicBezTo>
                <a:cubicBezTo>
                  <a:pt x="72549" y="97449"/>
                  <a:pt x="72775" y="96891"/>
                  <a:pt x="73203" y="96226"/>
                </a:cubicBezTo>
                <a:lnTo>
                  <a:pt x="93161" y="64934"/>
                </a:lnTo>
                <a:lnTo>
                  <a:pt x="74272" y="34784"/>
                </a:lnTo>
                <a:cubicBezTo>
                  <a:pt x="73892" y="34118"/>
                  <a:pt x="73690" y="33560"/>
                  <a:pt x="73666" y="33109"/>
                </a:cubicBezTo>
                <a:cubicBezTo>
                  <a:pt x="73642" y="32657"/>
                  <a:pt x="73856" y="32277"/>
                  <a:pt x="74307" y="31968"/>
                </a:cubicBezTo>
                <a:cubicBezTo>
                  <a:pt x="74759" y="31659"/>
                  <a:pt x="75448" y="31457"/>
                  <a:pt x="76375" y="31362"/>
                </a:cubicBezTo>
                <a:cubicBezTo>
                  <a:pt x="77301" y="31267"/>
                  <a:pt x="78525" y="31220"/>
                  <a:pt x="80045" y="31220"/>
                </a:cubicBezTo>
                <a:cubicBezTo>
                  <a:pt x="81423" y="31220"/>
                  <a:pt x="82528" y="31255"/>
                  <a:pt x="83360" y="31327"/>
                </a:cubicBezTo>
                <a:cubicBezTo>
                  <a:pt x="84191" y="31398"/>
                  <a:pt x="84845" y="31505"/>
                  <a:pt x="85320" y="31648"/>
                </a:cubicBezTo>
                <a:cubicBezTo>
                  <a:pt x="85795" y="31790"/>
                  <a:pt x="86152" y="31980"/>
                  <a:pt x="86389" y="32218"/>
                </a:cubicBezTo>
                <a:cubicBezTo>
                  <a:pt x="86627" y="32455"/>
                  <a:pt x="86841" y="32740"/>
                  <a:pt x="87031" y="33073"/>
                </a:cubicBezTo>
                <a:lnTo>
                  <a:pt x="101643" y="56951"/>
                </a:lnTo>
                <a:lnTo>
                  <a:pt x="116469" y="33073"/>
                </a:lnTo>
                <a:cubicBezTo>
                  <a:pt x="116659" y="32788"/>
                  <a:pt x="116872" y="32527"/>
                  <a:pt x="117110" y="32289"/>
                </a:cubicBezTo>
                <a:cubicBezTo>
                  <a:pt x="117348" y="32051"/>
                  <a:pt x="117668" y="31849"/>
                  <a:pt x="118072" y="31683"/>
                </a:cubicBezTo>
                <a:cubicBezTo>
                  <a:pt x="118476" y="31517"/>
                  <a:pt x="119046" y="31398"/>
                  <a:pt x="119783" y="31327"/>
                </a:cubicBezTo>
                <a:cubicBezTo>
                  <a:pt x="120519" y="31255"/>
                  <a:pt x="121529" y="31220"/>
                  <a:pt x="122812" y="31220"/>
                </a:cubicBezTo>
                <a:cubicBezTo>
                  <a:pt x="124190" y="31220"/>
                  <a:pt x="125319" y="31267"/>
                  <a:pt x="126198" y="31362"/>
                </a:cubicBezTo>
                <a:cubicBezTo>
                  <a:pt x="127077" y="31457"/>
                  <a:pt x="127730" y="31636"/>
                  <a:pt x="128158" y="31897"/>
                </a:cubicBezTo>
                <a:cubicBezTo>
                  <a:pt x="128586" y="32158"/>
                  <a:pt x="128776" y="32527"/>
                  <a:pt x="128728" y="33002"/>
                </a:cubicBezTo>
                <a:cubicBezTo>
                  <a:pt x="128681" y="33477"/>
                  <a:pt x="128443" y="34071"/>
                  <a:pt x="128016" y="34784"/>
                </a:cubicBezTo>
                <a:lnTo>
                  <a:pt x="109269" y="64578"/>
                </a:lnTo>
                <a:lnTo>
                  <a:pt x="129085" y="96226"/>
                </a:lnTo>
                <a:close/>
                <a:moveTo>
                  <a:pt x="204493" y="69530"/>
                </a:moveTo>
                <a:cubicBezTo>
                  <a:pt x="204493" y="73573"/>
                  <a:pt x="203875" y="77486"/>
                  <a:pt x="202640" y="81268"/>
                </a:cubicBezTo>
                <a:cubicBezTo>
                  <a:pt x="201404" y="85050"/>
                  <a:pt x="199503" y="88381"/>
                  <a:pt x="196937" y="91261"/>
                </a:cubicBezTo>
                <a:cubicBezTo>
                  <a:pt x="194371" y="94138"/>
                  <a:pt x="191116" y="96446"/>
                  <a:pt x="187172" y="98183"/>
                </a:cubicBezTo>
                <a:cubicBezTo>
                  <a:pt x="183228" y="99919"/>
                  <a:pt x="178571" y="100787"/>
                  <a:pt x="173202" y="100787"/>
                </a:cubicBezTo>
                <a:cubicBezTo>
                  <a:pt x="169353" y="100787"/>
                  <a:pt x="165955" y="100312"/>
                  <a:pt x="163009" y="99362"/>
                </a:cubicBezTo>
                <a:cubicBezTo>
                  <a:pt x="160063" y="98410"/>
                  <a:pt x="157497" y="97054"/>
                  <a:pt x="155311" y="95294"/>
                </a:cubicBezTo>
                <a:cubicBezTo>
                  <a:pt x="153125" y="93535"/>
                  <a:pt x="151307" y="91371"/>
                  <a:pt x="149858" y="88804"/>
                </a:cubicBezTo>
                <a:cubicBezTo>
                  <a:pt x="148409" y="86236"/>
                  <a:pt x="147244" y="83312"/>
                  <a:pt x="146365" y="80030"/>
                </a:cubicBezTo>
                <a:cubicBezTo>
                  <a:pt x="145486" y="76748"/>
                  <a:pt x="144857" y="73157"/>
                  <a:pt x="144477" y="69258"/>
                </a:cubicBezTo>
                <a:cubicBezTo>
                  <a:pt x="144096" y="65358"/>
                  <a:pt x="143906" y="61174"/>
                  <a:pt x="143906" y="56704"/>
                </a:cubicBezTo>
                <a:cubicBezTo>
                  <a:pt x="143906" y="52757"/>
                  <a:pt x="144120" y="48762"/>
                  <a:pt x="144548" y="44720"/>
                </a:cubicBezTo>
                <a:cubicBezTo>
                  <a:pt x="144975" y="40678"/>
                  <a:pt x="145736" y="36779"/>
                  <a:pt x="146829" y="33022"/>
                </a:cubicBezTo>
                <a:cubicBezTo>
                  <a:pt x="147922" y="29265"/>
                  <a:pt x="149407" y="25734"/>
                  <a:pt x="151284" y="22430"/>
                </a:cubicBezTo>
                <a:cubicBezTo>
                  <a:pt x="153161" y="19125"/>
                  <a:pt x="155513" y="16248"/>
                  <a:pt x="158340" y="13799"/>
                </a:cubicBezTo>
                <a:cubicBezTo>
                  <a:pt x="161167" y="11349"/>
                  <a:pt x="164553" y="9411"/>
                  <a:pt x="168497" y="7985"/>
                </a:cubicBezTo>
                <a:cubicBezTo>
                  <a:pt x="172441" y="6558"/>
                  <a:pt x="177027" y="5845"/>
                  <a:pt x="182254" y="5845"/>
                </a:cubicBezTo>
                <a:cubicBezTo>
                  <a:pt x="184012" y="5845"/>
                  <a:pt x="185794" y="5952"/>
                  <a:pt x="187600" y="6166"/>
                </a:cubicBezTo>
                <a:cubicBezTo>
                  <a:pt x="189406" y="6379"/>
                  <a:pt x="191069" y="6665"/>
                  <a:pt x="192589" y="7021"/>
                </a:cubicBezTo>
                <a:cubicBezTo>
                  <a:pt x="194110" y="7377"/>
                  <a:pt x="195393" y="7769"/>
                  <a:pt x="196438" y="8197"/>
                </a:cubicBezTo>
                <a:cubicBezTo>
                  <a:pt x="197484" y="8625"/>
                  <a:pt x="198173" y="8969"/>
                  <a:pt x="198505" y="9231"/>
                </a:cubicBezTo>
                <a:cubicBezTo>
                  <a:pt x="198838" y="9492"/>
                  <a:pt x="199087" y="9777"/>
                  <a:pt x="199254" y="10086"/>
                </a:cubicBezTo>
                <a:cubicBezTo>
                  <a:pt x="199420" y="10395"/>
                  <a:pt x="199551" y="10727"/>
                  <a:pt x="199646" y="11084"/>
                </a:cubicBezTo>
                <a:cubicBezTo>
                  <a:pt x="199741" y="11440"/>
                  <a:pt x="199812" y="11844"/>
                  <a:pt x="199860" y="12295"/>
                </a:cubicBezTo>
                <a:cubicBezTo>
                  <a:pt x="199907" y="12747"/>
                  <a:pt x="199931" y="13305"/>
                  <a:pt x="199931" y="13971"/>
                </a:cubicBezTo>
                <a:cubicBezTo>
                  <a:pt x="199931" y="14826"/>
                  <a:pt x="199919" y="15562"/>
                  <a:pt x="199895" y="16180"/>
                </a:cubicBezTo>
                <a:cubicBezTo>
                  <a:pt x="199872" y="16798"/>
                  <a:pt x="199776" y="17297"/>
                  <a:pt x="199610" y="17677"/>
                </a:cubicBezTo>
                <a:cubicBezTo>
                  <a:pt x="199444" y="18057"/>
                  <a:pt x="199230" y="18342"/>
                  <a:pt x="198969" y="18532"/>
                </a:cubicBezTo>
                <a:cubicBezTo>
                  <a:pt x="198707" y="18722"/>
                  <a:pt x="198363" y="18817"/>
                  <a:pt x="197935" y="18817"/>
                </a:cubicBezTo>
                <a:cubicBezTo>
                  <a:pt x="197412" y="18817"/>
                  <a:pt x="196700" y="18651"/>
                  <a:pt x="195797" y="18318"/>
                </a:cubicBezTo>
                <a:cubicBezTo>
                  <a:pt x="194894" y="17986"/>
                  <a:pt x="193801" y="17618"/>
                  <a:pt x="192518" y="17214"/>
                </a:cubicBezTo>
                <a:cubicBezTo>
                  <a:pt x="191235" y="16810"/>
                  <a:pt x="189679" y="16441"/>
                  <a:pt x="187849" y="16109"/>
                </a:cubicBezTo>
                <a:cubicBezTo>
                  <a:pt x="186020" y="15776"/>
                  <a:pt x="183893" y="15610"/>
                  <a:pt x="181470" y="15610"/>
                </a:cubicBezTo>
                <a:cubicBezTo>
                  <a:pt x="177051" y="15610"/>
                  <a:pt x="173249" y="16513"/>
                  <a:pt x="170065" y="18318"/>
                </a:cubicBezTo>
                <a:cubicBezTo>
                  <a:pt x="166882" y="20124"/>
                  <a:pt x="164280" y="22548"/>
                  <a:pt x="162260" y="25589"/>
                </a:cubicBezTo>
                <a:cubicBezTo>
                  <a:pt x="160241" y="28630"/>
                  <a:pt x="158744" y="32158"/>
                  <a:pt x="157770" y="36174"/>
                </a:cubicBezTo>
                <a:cubicBezTo>
                  <a:pt x="156796" y="40189"/>
                  <a:pt x="156237" y="44383"/>
                  <a:pt x="156095" y="48754"/>
                </a:cubicBezTo>
                <a:cubicBezTo>
                  <a:pt x="157330" y="48041"/>
                  <a:pt x="158720" y="47329"/>
                  <a:pt x="160265" y="46616"/>
                </a:cubicBezTo>
                <a:cubicBezTo>
                  <a:pt x="161809" y="45903"/>
                  <a:pt x="163496" y="45262"/>
                  <a:pt x="165325" y="44691"/>
                </a:cubicBezTo>
                <a:cubicBezTo>
                  <a:pt x="167155" y="44121"/>
                  <a:pt x="169091" y="43658"/>
                  <a:pt x="171135" y="43301"/>
                </a:cubicBezTo>
                <a:cubicBezTo>
                  <a:pt x="173178" y="42945"/>
                  <a:pt x="175364" y="42767"/>
                  <a:pt x="177692" y="42767"/>
                </a:cubicBezTo>
                <a:cubicBezTo>
                  <a:pt x="182682" y="42767"/>
                  <a:pt x="186887" y="43445"/>
                  <a:pt x="190308" y="44801"/>
                </a:cubicBezTo>
                <a:cubicBezTo>
                  <a:pt x="193730" y="46156"/>
                  <a:pt x="196498" y="48036"/>
                  <a:pt x="198612" y="50438"/>
                </a:cubicBezTo>
                <a:cubicBezTo>
                  <a:pt x="200727" y="52841"/>
                  <a:pt x="202236" y="55672"/>
                  <a:pt x="203138" y="58931"/>
                </a:cubicBezTo>
                <a:cubicBezTo>
                  <a:pt x="204041" y="62191"/>
                  <a:pt x="204493" y="65724"/>
                  <a:pt x="204493" y="69530"/>
                </a:cubicBezTo>
                <a:moveTo>
                  <a:pt x="192090" y="70670"/>
                </a:moveTo>
                <a:cubicBezTo>
                  <a:pt x="192090" y="67910"/>
                  <a:pt x="191817" y="65398"/>
                  <a:pt x="191271" y="63137"/>
                </a:cubicBezTo>
                <a:cubicBezTo>
                  <a:pt x="190724" y="60875"/>
                  <a:pt x="189809" y="58959"/>
                  <a:pt x="188526" y="57388"/>
                </a:cubicBezTo>
                <a:cubicBezTo>
                  <a:pt x="187243" y="55817"/>
                  <a:pt x="185533" y="54603"/>
                  <a:pt x="183394" y="53746"/>
                </a:cubicBezTo>
                <a:cubicBezTo>
                  <a:pt x="181256" y="52889"/>
                  <a:pt x="178619" y="52461"/>
                  <a:pt x="175483" y="52461"/>
                </a:cubicBezTo>
                <a:cubicBezTo>
                  <a:pt x="173724" y="52461"/>
                  <a:pt x="171966" y="52616"/>
                  <a:pt x="170208" y="52926"/>
                </a:cubicBezTo>
                <a:cubicBezTo>
                  <a:pt x="168450" y="53235"/>
                  <a:pt x="166751" y="53664"/>
                  <a:pt x="165112" y="54211"/>
                </a:cubicBezTo>
                <a:cubicBezTo>
                  <a:pt x="163472" y="54758"/>
                  <a:pt x="161904" y="55400"/>
                  <a:pt x="160407" y="56138"/>
                </a:cubicBezTo>
                <a:cubicBezTo>
                  <a:pt x="158910" y="56876"/>
                  <a:pt x="157544" y="57674"/>
                  <a:pt x="156309" y="58531"/>
                </a:cubicBezTo>
                <a:cubicBezTo>
                  <a:pt x="156309" y="64672"/>
                  <a:pt x="156701" y="69814"/>
                  <a:pt x="157485" y="73956"/>
                </a:cubicBezTo>
                <a:cubicBezTo>
                  <a:pt x="158269" y="78097"/>
                  <a:pt x="159409" y="81417"/>
                  <a:pt x="160906" y="83917"/>
                </a:cubicBezTo>
                <a:cubicBezTo>
                  <a:pt x="162403" y="86416"/>
                  <a:pt x="164268" y="88202"/>
                  <a:pt x="166501" y="89274"/>
                </a:cubicBezTo>
                <a:cubicBezTo>
                  <a:pt x="168735" y="90344"/>
                  <a:pt x="171348" y="90880"/>
                  <a:pt x="174342" y="90880"/>
                </a:cubicBezTo>
                <a:cubicBezTo>
                  <a:pt x="177383" y="90880"/>
                  <a:pt x="180021" y="90309"/>
                  <a:pt x="182254" y="89167"/>
                </a:cubicBezTo>
                <a:cubicBezTo>
                  <a:pt x="184487" y="88023"/>
                  <a:pt x="186341" y="86488"/>
                  <a:pt x="187814" y="84560"/>
                </a:cubicBezTo>
                <a:cubicBezTo>
                  <a:pt x="189287" y="82631"/>
                  <a:pt x="190368" y="80465"/>
                  <a:pt x="191057" y="78061"/>
                </a:cubicBezTo>
                <a:cubicBezTo>
                  <a:pt x="191746" y="75657"/>
                  <a:pt x="192090" y="73193"/>
                  <a:pt x="192090" y="70670"/>
                </a:cubicBezTo>
                <a:close/>
                <a:moveTo>
                  <a:pt x="312692" y="72918"/>
                </a:moveTo>
                <a:cubicBezTo>
                  <a:pt x="312692" y="75816"/>
                  <a:pt x="312324" y="78489"/>
                  <a:pt x="311587" y="80936"/>
                </a:cubicBezTo>
                <a:cubicBezTo>
                  <a:pt x="310851" y="83384"/>
                  <a:pt x="309817" y="85581"/>
                  <a:pt x="308487" y="87530"/>
                </a:cubicBezTo>
                <a:cubicBezTo>
                  <a:pt x="307156" y="89478"/>
                  <a:pt x="305553" y="91189"/>
                  <a:pt x="303676" y="92662"/>
                </a:cubicBezTo>
                <a:cubicBezTo>
                  <a:pt x="301799" y="94135"/>
                  <a:pt x="299684" y="95370"/>
                  <a:pt x="297332" y="96368"/>
                </a:cubicBezTo>
                <a:cubicBezTo>
                  <a:pt x="294980" y="97366"/>
                  <a:pt x="292461" y="98114"/>
                  <a:pt x="289776" y="98613"/>
                </a:cubicBezTo>
                <a:cubicBezTo>
                  <a:pt x="287092" y="99112"/>
                  <a:pt x="284015" y="99362"/>
                  <a:pt x="280546" y="99362"/>
                </a:cubicBezTo>
                <a:lnTo>
                  <a:pt x="256454" y="99362"/>
                </a:lnTo>
                <a:cubicBezTo>
                  <a:pt x="255361" y="99362"/>
                  <a:pt x="254327" y="98993"/>
                  <a:pt x="253353" y="98257"/>
                </a:cubicBezTo>
                <a:cubicBezTo>
                  <a:pt x="252379" y="97520"/>
                  <a:pt x="251892" y="96226"/>
                  <a:pt x="251892" y="94372"/>
                </a:cubicBezTo>
                <a:lnTo>
                  <a:pt x="251892" y="12117"/>
                </a:lnTo>
                <a:cubicBezTo>
                  <a:pt x="251892" y="10264"/>
                  <a:pt x="252379" y="8969"/>
                  <a:pt x="253353" y="8233"/>
                </a:cubicBezTo>
                <a:cubicBezTo>
                  <a:pt x="254327" y="7496"/>
                  <a:pt x="255361" y="7128"/>
                  <a:pt x="256454" y="7128"/>
                </a:cubicBezTo>
                <a:lnTo>
                  <a:pt x="277410" y="7128"/>
                </a:lnTo>
                <a:cubicBezTo>
                  <a:pt x="282922" y="7128"/>
                  <a:pt x="287436" y="7651"/>
                  <a:pt x="290952" y="8696"/>
                </a:cubicBezTo>
                <a:cubicBezTo>
                  <a:pt x="294469" y="9741"/>
                  <a:pt x="297403" y="11262"/>
                  <a:pt x="299755" y="13258"/>
                </a:cubicBezTo>
                <a:cubicBezTo>
                  <a:pt x="302107" y="15254"/>
                  <a:pt x="303878" y="17701"/>
                  <a:pt x="305066" y="20599"/>
                </a:cubicBezTo>
                <a:cubicBezTo>
                  <a:pt x="306253" y="23498"/>
                  <a:pt x="306847" y="26777"/>
                  <a:pt x="306847" y="30436"/>
                </a:cubicBezTo>
                <a:cubicBezTo>
                  <a:pt x="306847" y="32622"/>
                  <a:pt x="306586" y="34712"/>
                  <a:pt x="306063" y="36708"/>
                </a:cubicBezTo>
                <a:cubicBezTo>
                  <a:pt x="305541" y="38704"/>
                  <a:pt x="304769" y="40545"/>
                  <a:pt x="303747" y="42232"/>
                </a:cubicBezTo>
                <a:cubicBezTo>
                  <a:pt x="302725" y="43919"/>
                  <a:pt x="301442" y="45428"/>
                  <a:pt x="299898" y="46758"/>
                </a:cubicBezTo>
                <a:cubicBezTo>
                  <a:pt x="298353" y="48089"/>
                  <a:pt x="296583" y="49182"/>
                  <a:pt x="294588" y="50037"/>
                </a:cubicBezTo>
                <a:cubicBezTo>
                  <a:pt x="297106" y="50512"/>
                  <a:pt x="299458" y="51380"/>
                  <a:pt x="301644" y="52639"/>
                </a:cubicBezTo>
                <a:cubicBezTo>
                  <a:pt x="303830" y="53898"/>
                  <a:pt x="305743" y="55502"/>
                  <a:pt x="307382" y="57450"/>
                </a:cubicBezTo>
                <a:cubicBezTo>
                  <a:pt x="309021" y="59398"/>
                  <a:pt x="310316" y="61679"/>
                  <a:pt x="311267" y="64293"/>
                </a:cubicBezTo>
                <a:cubicBezTo>
                  <a:pt x="312217" y="66906"/>
                  <a:pt x="312692" y="69781"/>
                  <a:pt x="312692" y="72918"/>
                </a:cubicBezTo>
                <a:moveTo>
                  <a:pt x="294231" y="31648"/>
                </a:moveTo>
                <a:cubicBezTo>
                  <a:pt x="294231" y="29414"/>
                  <a:pt x="293922" y="27395"/>
                  <a:pt x="293305" y="25589"/>
                </a:cubicBezTo>
                <a:cubicBezTo>
                  <a:pt x="292687" y="23783"/>
                  <a:pt x="291713" y="22251"/>
                  <a:pt x="290382" y="20991"/>
                </a:cubicBezTo>
                <a:cubicBezTo>
                  <a:pt x="289052" y="19732"/>
                  <a:pt x="287317" y="18770"/>
                  <a:pt x="285179" y="18105"/>
                </a:cubicBezTo>
                <a:cubicBezTo>
                  <a:pt x="283041" y="17439"/>
                  <a:pt x="280213" y="17107"/>
                  <a:pt x="276697" y="17107"/>
                </a:cubicBezTo>
                <a:lnTo>
                  <a:pt x="264009" y="17107"/>
                </a:lnTo>
                <a:lnTo>
                  <a:pt x="264009" y="46972"/>
                </a:lnTo>
                <a:lnTo>
                  <a:pt x="277980" y="46972"/>
                </a:lnTo>
                <a:cubicBezTo>
                  <a:pt x="281164" y="46972"/>
                  <a:pt x="283730" y="46557"/>
                  <a:pt x="285678" y="45725"/>
                </a:cubicBezTo>
                <a:cubicBezTo>
                  <a:pt x="287626" y="44893"/>
                  <a:pt x="289242" y="43777"/>
                  <a:pt x="290525" y="42375"/>
                </a:cubicBezTo>
                <a:cubicBezTo>
                  <a:pt x="291808" y="40973"/>
                  <a:pt x="292746" y="39334"/>
                  <a:pt x="293340" y="37457"/>
                </a:cubicBezTo>
                <a:cubicBezTo>
                  <a:pt x="293934" y="35580"/>
                  <a:pt x="294231" y="33643"/>
                  <a:pt x="294231" y="31648"/>
                </a:cubicBezTo>
                <a:moveTo>
                  <a:pt x="299791" y="73630"/>
                </a:moveTo>
                <a:cubicBezTo>
                  <a:pt x="299791" y="70874"/>
                  <a:pt x="299351" y="68451"/>
                  <a:pt x="298472" y="66360"/>
                </a:cubicBezTo>
                <a:cubicBezTo>
                  <a:pt x="297593" y="64269"/>
                  <a:pt x="296310" y="62511"/>
                  <a:pt x="294623" y="61085"/>
                </a:cubicBezTo>
                <a:cubicBezTo>
                  <a:pt x="292936" y="59660"/>
                  <a:pt x="290822" y="58579"/>
                  <a:pt x="288280" y="57842"/>
                </a:cubicBezTo>
                <a:cubicBezTo>
                  <a:pt x="285737" y="57106"/>
                  <a:pt x="282542" y="56737"/>
                  <a:pt x="278693" y="56737"/>
                </a:cubicBezTo>
                <a:lnTo>
                  <a:pt x="264009" y="56737"/>
                </a:lnTo>
                <a:lnTo>
                  <a:pt x="264009" y="89240"/>
                </a:lnTo>
                <a:lnTo>
                  <a:pt x="281829" y="89240"/>
                </a:lnTo>
                <a:cubicBezTo>
                  <a:pt x="284632" y="89240"/>
                  <a:pt x="287080" y="88908"/>
                  <a:pt x="289170" y="88242"/>
                </a:cubicBezTo>
                <a:cubicBezTo>
                  <a:pt x="291261" y="87577"/>
                  <a:pt x="293103" y="86591"/>
                  <a:pt x="294695" y="85284"/>
                </a:cubicBezTo>
                <a:cubicBezTo>
                  <a:pt x="296286" y="83978"/>
                  <a:pt x="297534" y="82350"/>
                  <a:pt x="298437" y="80402"/>
                </a:cubicBezTo>
                <a:cubicBezTo>
                  <a:pt x="299340" y="78453"/>
                  <a:pt x="299791" y="76196"/>
                  <a:pt x="299791" y="73630"/>
                </a:cubicBezTo>
                <a:close/>
                <a:moveTo>
                  <a:pt x="367441" y="37635"/>
                </a:moveTo>
                <a:cubicBezTo>
                  <a:pt x="367441" y="38680"/>
                  <a:pt x="367418" y="39559"/>
                  <a:pt x="367370" y="40272"/>
                </a:cubicBezTo>
                <a:cubicBezTo>
                  <a:pt x="367323" y="40985"/>
                  <a:pt x="367228" y="41543"/>
                  <a:pt x="367085" y="41947"/>
                </a:cubicBezTo>
                <a:cubicBezTo>
                  <a:pt x="366942" y="42351"/>
                  <a:pt x="366764" y="42660"/>
                  <a:pt x="366550" y="42874"/>
                </a:cubicBezTo>
                <a:cubicBezTo>
                  <a:pt x="366337" y="43088"/>
                  <a:pt x="366040" y="43195"/>
                  <a:pt x="365659" y="43195"/>
                </a:cubicBezTo>
                <a:cubicBezTo>
                  <a:pt x="365279" y="43195"/>
                  <a:pt x="364816" y="43088"/>
                  <a:pt x="364270" y="42874"/>
                </a:cubicBezTo>
                <a:cubicBezTo>
                  <a:pt x="363723" y="42660"/>
                  <a:pt x="363105" y="42446"/>
                  <a:pt x="362416" y="42232"/>
                </a:cubicBezTo>
                <a:cubicBezTo>
                  <a:pt x="361727" y="42018"/>
                  <a:pt x="360955" y="41817"/>
                  <a:pt x="360100" y="41626"/>
                </a:cubicBezTo>
                <a:cubicBezTo>
                  <a:pt x="359244" y="41436"/>
                  <a:pt x="358318" y="41341"/>
                  <a:pt x="357320" y="41341"/>
                </a:cubicBezTo>
                <a:cubicBezTo>
                  <a:pt x="356132" y="41341"/>
                  <a:pt x="354968" y="41579"/>
                  <a:pt x="353827" y="42054"/>
                </a:cubicBezTo>
                <a:cubicBezTo>
                  <a:pt x="352687" y="42529"/>
                  <a:pt x="351487" y="43313"/>
                  <a:pt x="350228" y="44406"/>
                </a:cubicBezTo>
                <a:cubicBezTo>
                  <a:pt x="348968" y="45499"/>
                  <a:pt x="347650" y="46949"/>
                  <a:pt x="346272" y="48754"/>
                </a:cubicBezTo>
                <a:cubicBezTo>
                  <a:pt x="344894" y="50560"/>
                  <a:pt x="343373" y="52770"/>
                  <a:pt x="341710" y="55383"/>
                </a:cubicBezTo>
                <a:lnTo>
                  <a:pt x="341710" y="97580"/>
                </a:lnTo>
                <a:cubicBezTo>
                  <a:pt x="341710" y="97960"/>
                  <a:pt x="341615" y="98281"/>
                  <a:pt x="341425" y="98542"/>
                </a:cubicBezTo>
                <a:cubicBezTo>
                  <a:pt x="341235" y="98803"/>
                  <a:pt x="340926" y="99029"/>
                  <a:pt x="340498" y="99219"/>
                </a:cubicBezTo>
                <a:cubicBezTo>
                  <a:pt x="340071" y="99409"/>
                  <a:pt x="339477" y="99552"/>
                  <a:pt x="338716" y="99647"/>
                </a:cubicBezTo>
                <a:cubicBezTo>
                  <a:pt x="337956" y="99742"/>
                  <a:pt x="336982" y="99789"/>
                  <a:pt x="335794" y="99789"/>
                </a:cubicBezTo>
                <a:cubicBezTo>
                  <a:pt x="334653" y="99789"/>
                  <a:pt x="333703" y="99742"/>
                  <a:pt x="332943" y="99647"/>
                </a:cubicBezTo>
                <a:cubicBezTo>
                  <a:pt x="332182" y="99552"/>
                  <a:pt x="331577" y="99409"/>
                  <a:pt x="331125" y="99219"/>
                </a:cubicBezTo>
                <a:cubicBezTo>
                  <a:pt x="330674" y="99029"/>
                  <a:pt x="330365" y="98803"/>
                  <a:pt x="330199" y="98542"/>
                </a:cubicBezTo>
                <a:cubicBezTo>
                  <a:pt x="330032" y="98281"/>
                  <a:pt x="329949" y="97960"/>
                  <a:pt x="329949" y="97580"/>
                </a:cubicBezTo>
                <a:lnTo>
                  <a:pt x="329949" y="33429"/>
                </a:lnTo>
                <a:cubicBezTo>
                  <a:pt x="329949" y="33049"/>
                  <a:pt x="330020" y="32729"/>
                  <a:pt x="330163" y="32467"/>
                </a:cubicBezTo>
                <a:cubicBezTo>
                  <a:pt x="330305" y="32206"/>
                  <a:pt x="330591" y="31968"/>
                  <a:pt x="331018" y="31754"/>
                </a:cubicBezTo>
                <a:cubicBezTo>
                  <a:pt x="331446" y="31541"/>
                  <a:pt x="331992" y="31398"/>
                  <a:pt x="332658" y="31327"/>
                </a:cubicBezTo>
                <a:cubicBezTo>
                  <a:pt x="333323" y="31255"/>
                  <a:pt x="334202" y="31220"/>
                  <a:pt x="335295" y="31220"/>
                </a:cubicBezTo>
                <a:cubicBezTo>
                  <a:pt x="336340" y="31220"/>
                  <a:pt x="337208" y="31255"/>
                  <a:pt x="337897" y="31327"/>
                </a:cubicBezTo>
                <a:cubicBezTo>
                  <a:pt x="338586" y="31398"/>
                  <a:pt x="339120" y="31541"/>
                  <a:pt x="339500" y="31754"/>
                </a:cubicBezTo>
                <a:cubicBezTo>
                  <a:pt x="339881" y="31968"/>
                  <a:pt x="340154" y="32206"/>
                  <a:pt x="340320" y="32467"/>
                </a:cubicBezTo>
                <a:cubicBezTo>
                  <a:pt x="340486" y="32729"/>
                  <a:pt x="340570" y="33049"/>
                  <a:pt x="340570" y="33429"/>
                </a:cubicBezTo>
                <a:lnTo>
                  <a:pt x="340570" y="42767"/>
                </a:lnTo>
                <a:cubicBezTo>
                  <a:pt x="342328" y="40201"/>
                  <a:pt x="343979" y="38110"/>
                  <a:pt x="345523" y="36494"/>
                </a:cubicBezTo>
                <a:cubicBezTo>
                  <a:pt x="347068" y="34879"/>
                  <a:pt x="348529" y="33608"/>
                  <a:pt x="349907" y="32681"/>
                </a:cubicBezTo>
                <a:cubicBezTo>
                  <a:pt x="351285" y="31754"/>
                  <a:pt x="352651" y="31113"/>
                  <a:pt x="354005" y="30757"/>
                </a:cubicBezTo>
                <a:cubicBezTo>
                  <a:pt x="355360" y="30400"/>
                  <a:pt x="356726" y="30222"/>
                  <a:pt x="358104" y="30222"/>
                </a:cubicBezTo>
                <a:cubicBezTo>
                  <a:pt x="358722" y="30222"/>
                  <a:pt x="359423" y="30258"/>
                  <a:pt x="360207" y="30329"/>
                </a:cubicBezTo>
                <a:cubicBezTo>
                  <a:pt x="360991" y="30400"/>
                  <a:pt x="361810" y="30531"/>
                  <a:pt x="362666" y="30721"/>
                </a:cubicBezTo>
                <a:cubicBezTo>
                  <a:pt x="363521" y="30911"/>
                  <a:pt x="364293" y="31125"/>
                  <a:pt x="364982" y="31362"/>
                </a:cubicBezTo>
                <a:cubicBezTo>
                  <a:pt x="365671" y="31600"/>
                  <a:pt x="366158" y="31838"/>
                  <a:pt x="366443" y="32075"/>
                </a:cubicBezTo>
                <a:cubicBezTo>
                  <a:pt x="366729" y="32313"/>
                  <a:pt x="366919" y="32538"/>
                  <a:pt x="367014" y="32752"/>
                </a:cubicBezTo>
                <a:cubicBezTo>
                  <a:pt x="367109" y="32966"/>
                  <a:pt x="367192" y="33239"/>
                  <a:pt x="367263" y="33572"/>
                </a:cubicBezTo>
                <a:cubicBezTo>
                  <a:pt x="367334" y="33905"/>
                  <a:pt x="367382" y="34392"/>
                  <a:pt x="367406" y="35033"/>
                </a:cubicBezTo>
                <a:cubicBezTo>
                  <a:pt x="367430" y="35675"/>
                  <a:pt x="367441" y="36542"/>
                  <a:pt x="367441" y="37635"/>
                </a:cubicBezTo>
                <a:close/>
                <a:moveTo>
                  <a:pt x="396014" y="97580"/>
                </a:moveTo>
                <a:cubicBezTo>
                  <a:pt x="396014" y="97960"/>
                  <a:pt x="395919" y="98281"/>
                  <a:pt x="395729" y="98542"/>
                </a:cubicBezTo>
                <a:cubicBezTo>
                  <a:pt x="395538" y="98803"/>
                  <a:pt x="395230" y="99029"/>
                  <a:pt x="394802" y="99219"/>
                </a:cubicBezTo>
                <a:cubicBezTo>
                  <a:pt x="394374" y="99409"/>
                  <a:pt x="393780" y="99552"/>
                  <a:pt x="393020" y="99647"/>
                </a:cubicBezTo>
                <a:cubicBezTo>
                  <a:pt x="392260" y="99742"/>
                  <a:pt x="391286" y="99789"/>
                  <a:pt x="390098" y="99789"/>
                </a:cubicBezTo>
                <a:cubicBezTo>
                  <a:pt x="388957" y="99789"/>
                  <a:pt x="388007" y="99742"/>
                  <a:pt x="387246" y="99647"/>
                </a:cubicBezTo>
                <a:cubicBezTo>
                  <a:pt x="386486" y="99552"/>
                  <a:pt x="385880" y="99409"/>
                  <a:pt x="385429" y="99219"/>
                </a:cubicBezTo>
                <a:cubicBezTo>
                  <a:pt x="384977" y="99029"/>
                  <a:pt x="384669" y="98803"/>
                  <a:pt x="384502" y="98542"/>
                </a:cubicBezTo>
                <a:cubicBezTo>
                  <a:pt x="384336" y="98281"/>
                  <a:pt x="384253" y="97960"/>
                  <a:pt x="384253" y="97580"/>
                </a:cubicBezTo>
                <a:lnTo>
                  <a:pt x="384253" y="33429"/>
                </a:lnTo>
                <a:cubicBezTo>
                  <a:pt x="384253" y="33097"/>
                  <a:pt x="384336" y="32788"/>
                  <a:pt x="384502" y="32503"/>
                </a:cubicBezTo>
                <a:cubicBezTo>
                  <a:pt x="384669" y="32218"/>
                  <a:pt x="384977" y="31980"/>
                  <a:pt x="385429" y="31790"/>
                </a:cubicBezTo>
                <a:cubicBezTo>
                  <a:pt x="385880" y="31600"/>
                  <a:pt x="386486" y="31457"/>
                  <a:pt x="387246" y="31362"/>
                </a:cubicBezTo>
                <a:cubicBezTo>
                  <a:pt x="388007" y="31267"/>
                  <a:pt x="388957" y="31220"/>
                  <a:pt x="390098" y="31220"/>
                </a:cubicBezTo>
                <a:cubicBezTo>
                  <a:pt x="391286" y="31220"/>
                  <a:pt x="392260" y="31267"/>
                  <a:pt x="393020" y="31362"/>
                </a:cubicBezTo>
                <a:cubicBezTo>
                  <a:pt x="393780" y="31457"/>
                  <a:pt x="394374" y="31600"/>
                  <a:pt x="394802" y="31790"/>
                </a:cubicBezTo>
                <a:cubicBezTo>
                  <a:pt x="395230" y="31980"/>
                  <a:pt x="395538" y="32218"/>
                  <a:pt x="395729" y="32503"/>
                </a:cubicBezTo>
                <a:cubicBezTo>
                  <a:pt x="395919" y="32788"/>
                  <a:pt x="396014" y="33097"/>
                  <a:pt x="396014" y="33429"/>
                </a:cubicBezTo>
                <a:lnTo>
                  <a:pt x="396014" y="97580"/>
                </a:lnTo>
                <a:moveTo>
                  <a:pt x="397368" y="11690"/>
                </a:moveTo>
                <a:cubicBezTo>
                  <a:pt x="397368" y="14446"/>
                  <a:pt x="396845" y="16323"/>
                  <a:pt x="395800" y="17321"/>
                </a:cubicBezTo>
                <a:cubicBezTo>
                  <a:pt x="394754" y="18318"/>
                  <a:pt x="392830" y="18817"/>
                  <a:pt x="390026" y="18817"/>
                </a:cubicBezTo>
                <a:cubicBezTo>
                  <a:pt x="387270" y="18817"/>
                  <a:pt x="385381" y="18330"/>
                  <a:pt x="384360" y="17356"/>
                </a:cubicBezTo>
                <a:cubicBezTo>
                  <a:pt x="383338" y="16382"/>
                  <a:pt x="382827" y="14541"/>
                  <a:pt x="382827" y="11832"/>
                </a:cubicBezTo>
                <a:cubicBezTo>
                  <a:pt x="382827" y="9076"/>
                  <a:pt x="383350" y="7199"/>
                  <a:pt x="384395" y="6201"/>
                </a:cubicBezTo>
                <a:cubicBezTo>
                  <a:pt x="385441" y="5203"/>
                  <a:pt x="387365" y="4704"/>
                  <a:pt x="390169" y="4704"/>
                </a:cubicBezTo>
                <a:cubicBezTo>
                  <a:pt x="392925" y="4704"/>
                  <a:pt x="394814" y="5191"/>
                  <a:pt x="395835" y="6166"/>
                </a:cubicBezTo>
                <a:cubicBezTo>
                  <a:pt x="396857" y="7140"/>
                  <a:pt x="397368" y="8981"/>
                  <a:pt x="397368" y="11690"/>
                </a:cubicBezTo>
                <a:close/>
                <a:moveTo>
                  <a:pt x="460733" y="87886"/>
                </a:moveTo>
                <a:cubicBezTo>
                  <a:pt x="460733" y="88694"/>
                  <a:pt x="460709" y="89395"/>
                  <a:pt x="460662" y="89989"/>
                </a:cubicBezTo>
                <a:cubicBezTo>
                  <a:pt x="460614" y="90583"/>
                  <a:pt x="460531" y="91082"/>
                  <a:pt x="460412" y="91486"/>
                </a:cubicBezTo>
                <a:cubicBezTo>
                  <a:pt x="460294" y="91889"/>
                  <a:pt x="460151" y="92246"/>
                  <a:pt x="459985" y="92555"/>
                </a:cubicBezTo>
                <a:cubicBezTo>
                  <a:pt x="459818" y="92864"/>
                  <a:pt x="459438" y="93315"/>
                  <a:pt x="458844" y="93909"/>
                </a:cubicBezTo>
                <a:cubicBezTo>
                  <a:pt x="458250" y="94503"/>
                  <a:pt x="457241" y="95240"/>
                  <a:pt x="455815" y="96119"/>
                </a:cubicBezTo>
                <a:cubicBezTo>
                  <a:pt x="454389" y="96998"/>
                  <a:pt x="452786" y="97782"/>
                  <a:pt x="451004" y="98471"/>
                </a:cubicBezTo>
                <a:cubicBezTo>
                  <a:pt x="449222" y="99160"/>
                  <a:pt x="447285" y="99718"/>
                  <a:pt x="445195" y="100146"/>
                </a:cubicBezTo>
                <a:cubicBezTo>
                  <a:pt x="443104" y="100573"/>
                  <a:pt x="440942" y="100787"/>
                  <a:pt x="438708" y="100787"/>
                </a:cubicBezTo>
                <a:cubicBezTo>
                  <a:pt x="434099" y="100787"/>
                  <a:pt x="430012" y="100026"/>
                  <a:pt x="426448" y="98502"/>
                </a:cubicBezTo>
                <a:cubicBezTo>
                  <a:pt x="422885" y="96978"/>
                  <a:pt x="419903" y="94752"/>
                  <a:pt x="417503" y="91824"/>
                </a:cubicBezTo>
                <a:cubicBezTo>
                  <a:pt x="415103" y="88896"/>
                  <a:pt x="413274" y="85301"/>
                  <a:pt x="412015" y="81039"/>
                </a:cubicBezTo>
                <a:cubicBezTo>
                  <a:pt x="410755" y="76777"/>
                  <a:pt x="410126" y="71861"/>
                  <a:pt x="410126" y="66291"/>
                </a:cubicBezTo>
                <a:cubicBezTo>
                  <a:pt x="410126" y="59958"/>
                  <a:pt x="410898" y="54517"/>
                  <a:pt x="412442" y="49970"/>
                </a:cubicBezTo>
                <a:cubicBezTo>
                  <a:pt x="413987" y="45423"/>
                  <a:pt x="416101" y="41698"/>
                  <a:pt x="418786" y="38793"/>
                </a:cubicBezTo>
                <a:cubicBezTo>
                  <a:pt x="421471" y="35889"/>
                  <a:pt x="424631" y="33734"/>
                  <a:pt x="428266" y="32329"/>
                </a:cubicBezTo>
                <a:cubicBezTo>
                  <a:pt x="431901" y="30924"/>
                  <a:pt x="435833" y="30222"/>
                  <a:pt x="440063" y="30222"/>
                </a:cubicBezTo>
                <a:cubicBezTo>
                  <a:pt x="442106" y="30222"/>
                  <a:pt x="444090" y="30412"/>
                  <a:pt x="446014" y="30792"/>
                </a:cubicBezTo>
                <a:cubicBezTo>
                  <a:pt x="447939" y="31172"/>
                  <a:pt x="449709" y="31671"/>
                  <a:pt x="451324" y="32289"/>
                </a:cubicBezTo>
                <a:cubicBezTo>
                  <a:pt x="452940" y="32907"/>
                  <a:pt x="454378" y="33620"/>
                  <a:pt x="455637" y="34427"/>
                </a:cubicBezTo>
                <a:cubicBezTo>
                  <a:pt x="456896" y="35235"/>
                  <a:pt x="457811" y="35924"/>
                  <a:pt x="458381" y="36494"/>
                </a:cubicBezTo>
                <a:cubicBezTo>
                  <a:pt x="458951" y="37065"/>
                  <a:pt x="459343" y="37516"/>
                  <a:pt x="459557" y="37849"/>
                </a:cubicBezTo>
                <a:cubicBezTo>
                  <a:pt x="459771" y="38181"/>
                  <a:pt x="459949" y="38573"/>
                  <a:pt x="460092" y="39025"/>
                </a:cubicBezTo>
                <a:cubicBezTo>
                  <a:pt x="460234" y="39476"/>
                  <a:pt x="460329" y="39987"/>
                  <a:pt x="460377" y="40557"/>
                </a:cubicBezTo>
                <a:cubicBezTo>
                  <a:pt x="460424" y="41127"/>
                  <a:pt x="460448" y="41840"/>
                  <a:pt x="460448" y="42696"/>
                </a:cubicBezTo>
                <a:cubicBezTo>
                  <a:pt x="460448" y="44549"/>
                  <a:pt x="460234" y="45844"/>
                  <a:pt x="459807" y="46580"/>
                </a:cubicBezTo>
                <a:cubicBezTo>
                  <a:pt x="459379" y="47317"/>
                  <a:pt x="458856" y="47685"/>
                  <a:pt x="458238" y="47685"/>
                </a:cubicBezTo>
                <a:cubicBezTo>
                  <a:pt x="457526" y="47685"/>
                  <a:pt x="456706" y="47293"/>
                  <a:pt x="455779" y="46509"/>
                </a:cubicBezTo>
                <a:cubicBezTo>
                  <a:pt x="454853" y="45725"/>
                  <a:pt x="453677" y="44858"/>
                  <a:pt x="452251" y="43907"/>
                </a:cubicBezTo>
                <a:cubicBezTo>
                  <a:pt x="450826" y="42957"/>
                  <a:pt x="449103" y="42090"/>
                  <a:pt x="447083" y="41306"/>
                </a:cubicBezTo>
                <a:cubicBezTo>
                  <a:pt x="445064" y="40522"/>
                  <a:pt x="442676" y="40130"/>
                  <a:pt x="439920" y="40130"/>
                </a:cubicBezTo>
                <a:cubicBezTo>
                  <a:pt x="434265" y="40130"/>
                  <a:pt x="429929" y="42310"/>
                  <a:pt x="426912" y="46672"/>
                </a:cubicBezTo>
                <a:cubicBezTo>
                  <a:pt x="423894" y="51031"/>
                  <a:pt x="422386" y="57357"/>
                  <a:pt x="422386" y="65647"/>
                </a:cubicBezTo>
                <a:cubicBezTo>
                  <a:pt x="422386" y="69793"/>
                  <a:pt x="422778" y="73427"/>
                  <a:pt x="423562" y="76548"/>
                </a:cubicBezTo>
                <a:cubicBezTo>
                  <a:pt x="424346" y="79670"/>
                  <a:pt x="425498" y="82279"/>
                  <a:pt x="427019" y="84376"/>
                </a:cubicBezTo>
                <a:cubicBezTo>
                  <a:pt x="428539" y="86472"/>
                  <a:pt x="430404" y="88033"/>
                  <a:pt x="432614" y="89058"/>
                </a:cubicBezTo>
                <a:cubicBezTo>
                  <a:pt x="434824" y="90082"/>
                  <a:pt x="437354" y="90595"/>
                  <a:pt x="440205" y="90595"/>
                </a:cubicBezTo>
                <a:cubicBezTo>
                  <a:pt x="442914" y="90595"/>
                  <a:pt x="445290" y="90167"/>
                  <a:pt x="447333" y="89312"/>
                </a:cubicBezTo>
                <a:cubicBezTo>
                  <a:pt x="449376" y="88456"/>
                  <a:pt x="451146" y="87518"/>
                  <a:pt x="452643" y="86496"/>
                </a:cubicBezTo>
                <a:cubicBezTo>
                  <a:pt x="454140" y="85474"/>
                  <a:pt x="455399" y="84548"/>
                  <a:pt x="456421" y="83716"/>
                </a:cubicBezTo>
                <a:cubicBezTo>
                  <a:pt x="457443" y="82885"/>
                  <a:pt x="458238" y="82469"/>
                  <a:pt x="458809" y="82469"/>
                </a:cubicBezTo>
                <a:cubicBezTo>
                  <a:pt x="459141" y="82469"/>
                  <a:pt x="459426" y="82564"/>
                  <a:pt x="459664" y="82754"/>
                </a:cubicBezTo>
                <a:cubicBezTo>
                  <a:pt x="459902" y="82944"/>
                  <a:pt x="460104" y="83265"/>
                  <a:pt x="460270" y="83716"/>
                </a:cubicBezTo>
                <a:cubicBezTo>
                  <a:pt x="460436" y="84168"/>
                  <a:pt x="460555" y="84738"/>
                  <a:pt x="460626" y="85427"/>
                </a:cubicBezTo>
                <a:cubicBezTo>
                  <a:pt x="460698" y="86116"/>
                  <a:pt x="460733" y="86936"/>
                  <a:pt x="460733" y="87886"/>
                </a:cubicBezTo>
                <a:close/>
                <a:moveTo>
                  <a:pt x="528164" y="97509"/>
                </a:moveTo>
                <a:cubicBezTo>
                  <a:pt x="528164" y="97889"/>
                  <a:pt x="528069" y="98221"/>
                  <a:pt x="527879" y="98506"/>
                </a:cubicBezTo>
                <a:cubicBezTo>
                  <a:pt x="527689" y="98792"/>
                  <a:pt x="527368" y="99029"/>
                  <a:pt x="526917" y="99219"/>
                </a:cubicBezTo>
                <a:cubicBezTo>
                  <a:pt x="526466" y="99409"/>
                  <a:pt x="525836" y="99552"/>
                  <a:pt x="525028" y="99647"/>
                </a:cubicBezTo>
                <a:cubicBezTo>
                  <a:pt x="524220" y="99742"/>
                  <a:pt x="523199" y="99789"/>
                  <a:pt x="521963" y="99789"/>
                </a:cubicBezTo>
                <a:cubicBezTo>
                  <a:pt x="520680" y="99789"/>
                  <a:pt x="519623" y="99754"/>
                  <a:pt x="518791" y="99683"/>
                </a:cubicBezTo>
                <a:cubicBezTo>
                  <a:pt x="517960" y="99611"/>
                  <a:pt x="517259" y="99492"/>
                  <a:pt x="516689" y="99326"/>
                </a:cubicBezTo>
                <a:cubicBezTo>
                  <a:pt x="516118" y="99160"/>
                  <a:pt x="515655" y="98922"/>
                  <a:pt x="515299" y="98613"/>
                </a:cubicBezTo>
                <a:cubicBezTo>
                  <a:pt x="514942" y="98304"/>
                  <a:pt x="514622" y="97936"/>
                  <a:pt x="514336" y="97509"/>
                </a:cubicBezTo>
                <a:lnTo>
                  <a:pt x="487251" y="62012"/>
                </a:lnTo>
                <a:lnTo>
                  <a:pt x="487251" y="97580"/>
                </a:lnTo>
                <a:cubicBezTo>
                  <a:pt x="487251" y="97960"/>
                  <a:pt x="487156" y="98281"/>
                  <a:pt x="486966" y="98542"/>
                </a:cubicBezTo>
                <a:cubicBezTo>
                  <a:pt x="486776" y="98803"/>
                  <a:pt x="486467" y="99029"/>
                  <a:pt x="486039" y="99219"/>
                </a:cubicBezTo>
                <a:cubicBezTo>
                  <a:pt x="485611" y="99409"/>
                  <a:pt x="485017" y="99552"/>
                  <a:pt x="484257" y="99647"/>
                </a:cubicBezTo>
                <a:cubicBezTo>
                  <a:pt x="483497" y="99742"/>
                  <a:pt x="482523" y="99789"/>
                  <a:pt x="481335" y="99789"/>
                </a:cubicBezTo>
                <a:cubicBezTo>
                  <a:pt x="480194" y="99789"/>
                  <a:pt x="479244" y="99742"/>
                  <a:pt x="478484" y="99647"/>
                </a:cubicBezTo>
                <a:cubicBezTo>
                  <a:pt x="477723" y="99552"/>
                  <a:pt x="477117" y="99409"/>
                  <a:pt x="476666" y="99219"/>
                </a:cubicBezTo>
                <a:cubicBezTo>
                  <a:pt x="476215" y="99029"/>
                  <a:pt x="475906" y="98803"/>
                  <a:pt x="475739" y="98542"/>
                </a:cubicBezTo>
                <a:cubicBezTo>
                  <a:pt x="475573" y="98279"/>
                  <a:pt x="475490" y="97958"/>
                  <a:pt x="475490" y="97578"/>
                </a:cubicBezTo>
                <a:lnTo>
                  <a:pt x="475490" y="2283"/>
                </a:lnTo>
                <a:cubicBezTo>
                  <a:pt x="475490" y="1903"/>
                  <a:pt x="475573" y="1570"/>
                  <a:pt x="475739" y="1285"/>
                </a:cubicBezTo>
                <a:cubicBezTo>
                  <a:pt x="475906" y="999"/>
                  <a:pt x="476215" y="760"/>
                  <a:pt x="476666" y="570"/>
                </a:cubicBezTo>
                <a:cubicBezTo>
                  <a:pt x="477117" y="380"/>
                  <a:pt x="477723" y="238"/>
                  <a:pt x="478484" y="143"/>
                </a:cubicBezTo>
                <a:cubicBezTo>
                  <a:pt x="479244" y="48"/>
                  <a:pt x="480194" y="0"/>
                  <a:pt x="481335" y="0"/>
                </a:cubicBezTo>
                <a:cubicBezTo>
                  <a:pt x="482523" y="0"/>
                  <a:pt x="483497" y="48"/>
                  <a:pt x="484257" y="143"/>
                </a:cubicBezTo>
                <a:cubicBezTo>
                  <a:pt x="485017" y="238"/>
                  <a:pt x="485611" y="380"/>
                  <a:pt x="486039" y="570"/>
                </a:cubicBezTo>
                <a:cubicBezTo>
                  <a:pt x="486467" y="760"/>
                  <a:pt x="486776" y="999"/>
                  <a:pt x="486966" y="1285"/>
                </a:cubicBezTo>
                <a:cubicBezTo>
                  <a:pt x="487156" y="1570"/>
                  <a:pt x="487251" y="1903"/>
                  <a:pt x="487251" y="2283"/>
                </a:cubicBezTo>
                <a:lnTo>
                  <a:pt x="487251" y="60373"/>
                </a:lnTo>
                <a:lnTo>
                  <a:pt x="511485" y="33715"/>
                </a:lnTo>
                <a:cubicBezTo>
                  <a:pt x="511865" y="33239"/>
                  <a:pt x="512269" y="32847"/>
                  <a:pt x="512697" y="32538"/>
                </a:cubicBezTo>
                <a:cubicBezTo>
                  <a:pt x="513125" y="32230"/>
                  <a:pt x="513636" y="31968"/>
                  <a:pt x="514230" y="31754"/>
                </a:cubicBezTo>
                <a:cubicBezTo>
                  <a:pt x="514824" y="31541"/>
                  <a:pt x="515524" y="31398"/>
                  <a:pt x="516332" y="31327"/>
                </a:cubicBezTo>
                <a:cubicBezTo>
                  <a:pt x="517140" y="31255"/>
                  <a:pt x="518114" y="31220"/>
                  <a:pt x="519255" y="31220"/>
                </a:cubicBezTo>
                <a:cubicBezTo>
                  <a:pt x="520443" y="31220"/>
                  <a:pt x="521440" y="31255"/>
                  <a:pt x="522248" y="31327"/>
                </a:cubicBezTo>
                <a:cubicBezTo>
                  <a:pt x="523056" y="31398"/>
                  <a:pt x="523710" y="31517"/>
                  <a:pt x="524208" y="31683"/>
                </a:cubicBezTo>
                <a:cubicBezTo>
                  <a:pt x="524707" y="31849"/>
                  <a:pt x="525064" y="32063"/>
                  <a:pt x="525278" y="32325"/>
                </a:cubicBezTo>
                <a:cubicBezTo>
                  <a:pt x="525491" y="32586"/>
                  <a:pt x="525598" y="32931"/>
                  <a:pt x="525598" y="33358"/>
                </a:cubicBezTo>
                <a:cubicBezTo>
                  <a:pt x="525598" y="33928"/>
                  <a:pt x="525444" y="34499"/>
                  <a:pt x="525135" y="35069"/>
                </a:cubicBezTo>
                <a:cubicBezTo>
                  <a:pt x="524826" y="35639"/>
                  <a:pt x="524315" y="36304"/>
                  <a:pt x="523603" y="37065"/>
                </a:cubicBezTo>
                <a:lnTo>
                  <a:pt x="500366" y="60301"/>
                </a:lnTo>
                <a:lnTo>
                  <a:pt x="526454" y="94158"/>
                </a:lnTo>
                <a:cubicBezTo>
                  <a:pt x="527071" y="94966"/>
                  <a:pt x="527511" y="95620"/>
                  <a:pt x="527772" y="96119"/>
                </a:cubicBezTo>
                <a:cubicBezTo>
                  <a:pt x="528034" y="96618"/>
                  <a:pt x="528164" y="97081"/>
                  <a:pt x="528164" y="97509"/>
                </a:cubicBezTo>
                <a:close/>
                <a:moveTo>
                  <a:pt x="638210" y="64827"/>
                </a:moveTo>
                <a:cubicBezTo>
                  <a:pt x="638210" y="70059"/>
                  <a:pt x="637521" y="74875"/>
                  <a:pt x="636143" y="79275"/>
                </a:cubicBezTo>
                <a:cubicBezTo>
                  <a:pt x="634765" y="83675"/>
                  <a:pt x="632710" y="87469"/>
                  <a:pt x="629977" y="90657"/>
                </a:cubicBezTo>
                <a:cubicBezTo>
                  <a:pt x="627245" y="93844"/>
                  <a:pt x="623824" y="96329"/>
                  <a:pt x="619713" y="98112"/>
                </a:cubicBezTo>
                <a:cubicBezTo>
                  <a:pt x="615603" y="99896"/>
                  <a:pt x="610839" y="100787"/>
                  <a:pt x="605422" y="100787"/>
                </a:cubicBezTo>
                <a:cubicBezTo>
                  <a:pt x="600147" y="100787"/>
                  <a:pt x="595550" y="100003"/>
                  <a:pt x="591630" y="98433"/>
                </a:cubicBezTo>
                <a:cubicBezTo>
                  <a:pt x="587709" y="96863"/>
                  <a:pt x="584442" y="94580"/>
                  <a:pt x="581829" y="91584"/>
                </a:cubicBezTo>
                <a:cubicBezTo>
                  <a:pt x="579215" y="88587"/>
                  <a:pt x="577267" y="84948"/>
                  <a:pt x="575984" y="80667"/>
                </a:cubicBezTo>
                <a:cubicBezTo>
                  <a:pt x="574701" y="76386"/>
                  <a:pt x="574060" y="71534"/>
                  <a:pt x="574060" y="66110"/>
                </a:cubicBezTo>
                <a:cubicBezTo>
                  <a:pt x="574060" y="60879"/>
                  <a:pt x="574737" y="56063"/>
                  <a:pt x="576091" y="51663"/>
                </a:cubicBezTo>
                <a:cubicBezTo>
                  <a:pt x="577445" y="47263"/>
                  <a:pt x="579489" y="43470"/>
                  <a:pt x="582221" y="40283"/>
                </a:cubicBezTo>
                <a:cubicBezTo>
                  <a:pt x="584953" y="37095"/>
                  <a:pt x="588363" y="34621"/>
                  <a:pt x="592449" y="32861"/>
                </a:cubicBezTo>
                <a:cubicBezTo>
                  <a:pt x="596536" y="31102"/>
                  <a:pt x="601312" y="30222"/>
                  <a:pt x="606776" y="30222"/>
                </a:cubicBezTo>
                <a:cubicBezTo>
                  <a:pt x="612051" y="30222"/>
                  <a:pt x="616648" y="31007"/>
                  <a:pt x="620569" y="32576"/>
                </a:cubicBezTo>
                <a:cubicBezTo>
                  <a:pt x="624489" y="34146"/>
                  <a:pt x="627756" y="36429"/>
                  <a:pt x="630369" y="39426"/>
                </a:cubicBezTo>
                <a:cubicBezTo>
                  <a:pt x="632983" y="42422"/>
                  <a:pt x="634943" y="46061"/>
                  <a:pt x="636250" y="50342"/>
                </a:cubicBezTo>
                <a:cubicBezTo>
                  <a:pt x="637557" y="54624"/>
                  <a:pt x="638210" y="59452"/>
                  <a:pt x="638210" y="64827"/>
                </a:cubicBezTo>
                <a:moveTo>
                  <a:pt x="625808" y="65612"/>
                </a:moveTo>
                <a:cubicBezTo>
                  <a:pt x="625808" y="62138"/>
                  <a:pt x="625487" y="58855"/>
                  <a:pt x="624845" y="55762"/>
                </a:cubicBezTo>
                <a:cubicBezTo>
                  <a:pt x="624204" y="52669"/>
                  <a:pt x="623147" y="49956"/>
                  <a:pt x="621673" y="47625"/>
                </a:cubicBezTo>
                <a:cubicBezTo>
                  <a:pt x="620200" y="45294"/>
                  <a:pt x="618205" y="43450"/>
                  <a:pt x="615686" y="42094"/>
                </a:cubicBezTo>
                <a:cubicBezTo>
                  <a:pt x="613168" y="40737"/>
                  <a:pt x="610031" y="40058"/>
                  <a:pt x="606277" y="40058"/>
                </a:cubicBezTo>
                <a:cubicBezTo>
                  <a:pt x="602808" y="40058"/>
                  <a:pt x="599827" y="40677"/>
                  <a:pt x="597332" y="41914"/>
                </a:cubicBezTo>
                <a:cubicBezTo>
                  <a:pt x="594837" y="43151"/>
                  <a:pt x="592782" y="44900"/>
                  <a:pt x="591166" y="47162"/>
                </a:cubicBezTo>
                <a:cubicBezTo>
                  <a:pt x="589551" y="49422"/>
                  <a:pt x="588351" y="52098"/>
                  <a:pt x="587567" y="55192"/>
                </a:cubicBezTo>
                <a:cubicBezTo>
                  <a:pt x="586783" y="58283"/>
                  <a:pt x="586391" y="61662"/>
                  <a:pt x="586391" y="65326"/>
                </a:cubicBezTo>
                <a:cubicBezTo>
                  <a:pt x="586391" y="68847"/>
                  <a:pt x="586712" y="72154"/>
                  <a:pt x="587353" y="75247"/>
                </a:cubicBezTo>
                <a:cubicBezTo>
                  <a:pt x="587995" y="78341"/>
                  <a:pt x="589064" y="81041"/>
                  <a:pt x="590561" y="83349"/>
                </a:cubicBezTo>
                <a:cubicBezTo>
                  <a:pt x="592057" y="85656"/>
                  <a:pt x="594065" y="87489"/>
                  <a:pt x="596584" y="88846"/>
                </a:cubicBezTo>
                <a:cubicBezTo>
                  <a:pt x="599102" y="90202"/>
                  <a:pt x="602238" y="90880"/>
                  <a:pt x="605992" y="90880"/>
                </a:cubicBezTo>
                <a:cubicBezTo>
                  <a:pt x="609414" y="90880"/>
                  <a:pt x="612384" y="90261"/>
                  <a:pt x="614902" y="89024"/>
                </a:cubicBezTo>
                <a:cubicBezTo>
                  <a:pt x="617421" y="87787"/>
                  <a:pt x="619488" y="86051"/>
                  <a:pt x="621103" y="83814"/>
                </a:cubicBezTo>
                <a:cubicBezTo>
                  <a:pt x="622719" y="81576"/>
                  <a:pt x="623907" y="78912"/>
                  <a:pt x="624667" y="75820"/>
                </a:cubicBezTo>
                <a:cubicBezTo>
                  <a:pt x="625427" y="72727"/>
                  <a:pt x="625808" y="69324"/>
                  <a:pt x="625808" y="65612"/>
                </a:cubicBezTo>
                <a:close/>
                <a:moveTo>
                  <a:pt x="706494" y="97580"/>
                </a:moveTo>
                <a:cubicBezTo>
                  <a:pt x="706494" y="97960"/>
                  <a:pt x="706411" y="98281"/>
                  <a:pt x="706245" y="98542"/>
                </a:cubicBezTo>
                <a:cubicBezTo>
                  <a:pt x="706079" y="98803"/>
                  <a:pt x="705782" y="99029"/>
                  <a:pt x="705354" y="99219"/>
                </a:cubicBezTo>
                <a:cubicBezTo>
                  <a:pt x="704926" y="99409"/>
                  <a:pt x="704368" y="99552"/>
                  <a:pt x="703679" y="99647"/>
                </a:cubicBezTo>
                <a:cubicBezTo>
                  <a:pt x="702990" y="99742"/>
                  <a:pt x="702146" y="99789"/>
                  <a:pt x="701149" y="99789"/>
                </a:cubicBezTo>
                <a:cubicBezTo>
                  <a:pt x="700056" y="99789"/>
                  <a:pt x="699165" y="99742"/>
                  <a:pt x="698476" y="99647"/>
                </a:cubicBezTo>
                <a:cubicBezTo>
                  <a:pt x="697787" y="99552"/>
                  <a:pt x="697240" y="99409"/>
                  <a:pt x="696836" y="99219"/>
                </a:cubicBezTo>
                <a:cubicBezTo>
                  <a:pt x="696432" y="99029"/>
                  <a:pt x="696159" y="98803"/>
                  <a:pt x="696017" y="98542"/>
                </a:cubicBezTo>
                <a:cubicBezTo>
                  <a:pt x="695874" y="98281"/>
                  <a:pt x="695803" y="97960"/>
                  <a:pt x="695803" y="97580"/>
                </a:cubicBezTo>
                <a:lnTo>
                  <a:pt x="695803" y="89098"/>
                </a:lnTo>
                <a:cubicBezTo>
                  <a:pt x="692144" y="93162"/>
                  <a:pt x="688532" y="96127"/>
                  <a:pt x="684968" y="97992"/>
                </a:cubicBezTo>
                <a:cubicBezTo>
                  <a:pt x="681405" y="99856"/>
                  <a:pt x="677793" y="100787"/>
                  <a:pt x="674134" y="100787"/>
                </a:cubicBezTo>
                <a:cubicBezTo>
                  <a:pt x="669857" y="100787"/>
                  <a:pt x="666258" y="100074"/>
                  <a:pt x="663336" y="98647"/>
                </a:cubicBezTo>
                <a:cubicBezTo>
                  <a:pt x="660413" y="97220"/>
                  <a:pt x="658049" y="95282"/>
                  <a:pt x="656243" y="92833"/>
                </a:cubicBezTo>
                <a:cubicBezTo>
                  <a:pt x="654438" y="90383"/>
                  <a:pt x="653143" y="87529"/>
                  <a:pt x="652359" y="84271"/>
                </a:cubicBezTo>
                <a:cubicBezTo>
                  <a:pt x="651575" y="81011"/>
                  <a:pt x="651183" y="77051"/>
                  <a:pt x="651183" y="72390"/>
                </a:cubicBezTo>
                <a:lnTo>
                  <a:pt x="651183" y="33432"/>
                </a:lnTo>
                <a:cubicBezTo>
                  <a:pt x="651183" y="33052"/>
                  <a:pt x="651266" y="32731"/>
                  <a:pt x="651432" y="32469"/>
                </a:cubicBezTo>
                <a:cubicBezTo>
                  <a:pt x="651598" y="32207"/>
                  <a:pt x="651919" y="31968"/>
                  <a:pt x="652394" y="31754"/>
                </a:cubicBezTo>
                <a:cubicBezTo>
                  <a:pt x="652870" y="31541"/>
                  <a:pt x="653487" y="31398"/>
                  <a:pt x="654248" y="31327"/>
                </a:cubicBezTo>
                <a:cubicBezTo>
                  <a:pt x="655008" y="31255"/>
                  <a:pt x="655958" y="31220"/>
                  <a:pt x="657099" y="31220"/>
                </a:cubicBezTo>
                <a:cubicBezTo>
                  <a:pt x="658239" y="31220"/>
                  <a:pt x="659190" y="31255"/>
                  <a:pt x="659950" y="31327"/>
                </a:cubicBezTo>
                <a:cubicBezTo>
                  <a:pt x="660710" y="31398"/>
                  <a:pt x="661316" y="31541"/>
                  <a:pt x="661767" y="31754"/>
                </a:cubicBezTo>
                <a:cubicBezTo>
                  <a:pt x="662219" y="31968"/>
                  <a:pt x="662540" y="32207"/>
                  <a:pt x="662730" y="32469"/>
                </a:cubicBezTo>
                <a:cubicBezTo>
                  <a:pt x="662920" y="32731"/>
                  <a:pt x="663015" y="33052"/>
                  <a:pt x="663015" y="33432"/>
                </a:cubicBezTo>
                <a:lnTo>
                  <a:pt x="663015" y="70826"/>
                </a:lnTo>
                <a:cubicBezTo>
                  <a:pt x="663015" y="74584"/>
                  <a:pt x="663288" y="77594"/>
                  <a:pt x="663834" y="79854"/>
                </a:cubicBezTo>
                <a:cubicBezTo>
                  <a:pt x="664381" y="82114"/>
                  <a:pt x="665213" y="84041"/>
                  <a:pt x="666329" y="85636"/>
                </a:cubicBezTo>
                <a:cubicBezTo>
                  <a:pt x="667446" y="87230"/>
                  <a:pt x="668860" y="88467"/>
                  <a:pt x="670570" y="89347"/>
                </a:cubicBezTo>
                <a:cubicBezTo>
                  <a:pt x="672281" y="90226"/>
                  <a:pt x="674277" y="90666"/>
                  <a:pt x="676558" y="90666"/>
                </a:cubicBezTo>
                <a:cubicBezTo>
                  <a:pt x="679504" y="90666"/>
                  <a:pt x="682438" y="89614"/>
                  <a:pt x="685360" y="87512"/>
                </a:cubicBezTo>
                <a:cubicBezTo>
                  <a:pt x="688283" y="85409"/>
                  <a:pt x="691383" y="82326"/>
                  <a:pt x="694662" y="78263"/>
                </a:cubicBezTo>
                <a:lnTo>
                  <a:pt x="694662" y="33429"/>
                </a:lnTo>
                <a:cubicBezTo>
                  <a:pt x="694662" y="33049"/>
                  <a:pt x="694745" y="32729"/>
                  <a:pt x="694912" y="32467"/>
                </a:cubicBezTo>
                <a:cubicBezTo>
                  <a:pt x="695078" y="32206"/>
                  <a:pt x="695399" y="31968"/>
                  <a:pt x="695874" y="31754"/>
                </a:cubicBezTo>
                <a:cubicBezTo>
                  <a:pt x="696349" y="31541"/>
                  <a:pt x="696955" y="31398"/>
                  <a:pt x="697692" y="31327"/>
                </a:cubicBezTo>
                <a:cubicBezTo>
                  <a:pt x="698428" y="31255"/>
                  <a:pt x="699390" y="31220"/>
                  <a:pt x="700578" y="31220"/>
                </a:cubicBezTo>
                <a:cubicBezTo>
                  <a:pt x="701719" y="31220"/>
                  <a:pt x="702669" y="31255"/>
                  <a:pt x="703429" y="31327"/>
                </a:cubicBezTo>
                <a:cubicBezTo>
                  <a:pt x="704190" y="31398"/>
                  <a:pt x="704784" y="31541"/>
                  <a:pt x="705211" y="31754"/>
                </a:cubicBezTo>
                <a:cubicBezTo>
                  <a:pt x="705639" y="31968"/>
                  <a:pt x="705960" y="32206"/>
                  <a:pt x="706174" y="32467"/>
                </a:cubicBezTo>
                <a:cubicBezTo>
                  <a:pt x="706388" y="32729"/>
                  <a:pt x="706494" y="33049"/>
                  <a:pt x="706494" y="33429"/>
                </a:cubicBezTo>
                <a:lnTo>
                  <a:pt x="706494" y="97580"/>
                </a:lnTo>
                <a:close/>
                <a:moveTo>
                  <a:pt x="763871" y="92947"/>
                </a:moveTo>
                <a:cubicBezTo>
                  <a:pt x="763871" y="94325"/>
                  <a:pt x="763776" y="95418"/>
                  <a:pt x="763586" y="96226"/>
                </a:cubicBezTo>
                <a:cubicBezTo>
                  <a:pt x="763396" y="97033"/>
                  <a:pt x="763111" y="97627"/>
                  <a:pt x="762731" y="98007"/>
                </a:cubicBezTo>
                <a:cubicBezTo>
                  <a:pt x="762350" y="98388"/>
                  <a:pt x="761780" y="98744"/>
                  <a:pt x="761020" y="99077"/>
                </a:cubicBezTo>
                <a:cubicBezTo>
                  <a:pt x="760260" y="99409"/>
                  <a:pt x="759392" y="99683"/>
                  <a:pt x="758418" y="99896"/>
                </a:cubicBezTo>
                <a:cubicBezTo>
                  <a:pt x="757444" y="100110"/>
                  <a:pt x="756411" y="100288"/>
                  <a:pt x="755318" y="100431"/>
                </a:cubicBezTo>
                <a:cubicBezTo>
                  <a:pt x="754225" y="100573"/>
                  <a:pt x="753132" y="100645"/>
                  <a:pt x="752039" y="100645"/>
                </a:cubicBezTo>
                <a:cubicBezTo>
                  <a:pt x="748713" y="100645"/>
                  <a:pt x="745861" y="100204"/>
                  <a:pt x="743485" y="99324"/>
                </a:cubicBezTo>
                <a:cubicBezTo>
                  <a:pt x="741110" y="98442"/>
                  <a:pt x="739161" y="97108"/>
                  <a:pt x="737641" y="95321"/>
                </a:cubicBezTo>
                <a:cubicBezTo>
                  <a:pt x="736120" y="93535"/>
                  <a:pt x="735015" y="91272"/>
                  <a:pt x="734326" y="88534"/>
                </a:cubicBezTo>
                <a:cubicBezTo>
                  <a:pt x="733637" y="85796"/>
                  <a:pt x="733293" y="82569"/>
                  <a:pt x="733293" y="78854"/>
                </a:cubicBezTo>
                <a:lnTo>
                  <a:pt x="733293" y="41270"/>
                </a:lnTo>
                <a:lnTo>
                  <a:pt x="724312" y="41270"/>
                </a:lnTo>
                <a:cubicBezTo>
                  <a:pt x="723599" y="41270"/>
                  <a:pt x="723029" y="40890"/>
                  <a:pt x="722601" y="40130"/>
                </a:cubicBezTo>
                <a:cubicBezTo>
                  <a:pt x="722173" y="39369"/>
                  <a:pt x="721959" y="38134"/>
                  <a:pt x="721959" y="36423"/>
                </a:cubicBezTo>
                <a:cubicBezTo>
                  <a:pt x="721959" y="35520"/>
                  <a:pt x="722019" y="34760"/>
                  <a:pt x="722138" y="34142"/>
                </a:cubicBezTo>
                <a:cubicBezTo>
                  <a:pt x="722256" y="33524"/>
                  <a:pt x="722411" y="33014"/>
                  <a:pt x="722601" y="32610"/>
                </a:cubicBezTo>
                <a:cubicBezTo>
                  <a:pt x="722791" y="32206"/>
                  <a:pt x="723041" y="31921"/>
                  <a:pt x="723349" y="31754"/>
                </a:cubicBezTo>
                <a:cubicBezTo>
                  <a:pt x="723658" y="31588"/>
                  <a:pt x="724003" y="31505"/>
                  <a:pt x="724383" y="31505"/>
                </a:cubicBezTo>
                <a:lnTo>
                  <a:pt x="733293" y="31505"/>
                </a:lnTo>
                <a:lnTo>
                  <a:pt x="733293" y="16251"/>
                </a:lnTo>
                <a:cubicBezTo>
                  <a:pt x="733293" y="15919"/>
                  <a:pt x="733376" y="15610"/>
                  <a:pt x="733542" y="15325"/>
                </a:cubicBezTo>
                <a:cubicBezTo>
                  <a:pt x="733708" y="15040"/>
                  <a:pt x="734017" y="14790"/>
                  <a:pt x="734469" y="14576"/>
                </a:cubicBezTo>
                <a:cubicBezTo>
                  <a:pt x="734920" y="14363"/>
                  <a:pt x="735526" y="14208"/>
                  <a:pt x="736286" y="14113"/>
                </a:cubicBezTo>
                <a:cubicBezTo>
                  <a:pt x="737047" y="14018"/>
                  <a:pt x="737997" y="13971"/>
                  <a:pt x="739138" y="13971"/>
                </a:cubicBezTo>
                <a:cubicBezTo>
                  <a:pt x="740325" y="13971"/>
                  <a:pt x="741300" y="14018"/>
                  <a:pt x="742060" y="14113"/>
                </a:cubicBezTo>
                <a:cubicBezTo>
                  <a:pt x="742820" y="14208"/>
                  <a:pt x="743414" y="14363"/>
                  <a:pt x="743842" y="14576"/>
                </a:cubicBezTo>
                <a:cubicBezTo>
                  <a:pt x="744270" y="14790"/>
                  <a:pt x="744578" y="15040"/>
                  <a:pt x="744768" y="15325"/>
                </a:cubicBezTo>
                <a:cubicBezTo>
                  <a:pt x="744959" y="15610"/>
                  <a:pt x="745054" y="15919"/>
                  <a:pt x="745054" y="16251"/>
                </a:cubicBezTo>
                <a:lnTo>
                  <a:pt x="745054" y="31505"/>
                </a:lnTo>
                <a:lnTo>
                  <a:pt x="761519" y="31505"/>
                </a:lnTo>
                <a:cubicBezTo>
                  <a:pt x="761899" y="31505"/>
                  <a:pt x="762232" y="31588"/>
                  <a:pt x="762517" y="31754"/>
                </a:cubicBezTo>
                <a:cubicBezTo>
                  <a:pt x="762802" y="31921"/>
                  <a:pt x="763051" y="32206"/>
                  <a:pt x="763265" y="32610"/>
                </a:cubicBezTo>
                <a:cubicBezTo>
                  <a:pt x="763479" y="33014"/>
                  <a:pt x="763633" y="33524"/>
                  <a:pt x="763728" y="34142"/>
                </a:cubicBezTo>
                <a:cubicBezTo>
                  <a:pt x="763824" y="34760"/>
                  <a:pt x="763871" y="35520"/>
                  <a:pt x="763871" y="36423"/>
                </a:cubicBezTo>
                <a:cubicBezTo>
                  <a:pt x="763871" y="38134"/>
                  <a:pt x="763657" y="39369"/>
                  <a:pt x="763230" y="40130"/>
                </a:cubicBezTo>
                <a:cubicBezTo>
                  <a:pt x="762802" y="40890"/>
                  <a:pt x="762232" y="41270"/>
                  <a:pt x="761519" y="41270"/>
                </a:cubicBezTo>
                <a:lnTo>
                  <a:pt x="745054" y="41270"/>
                </a:lnTo>
                <a:lnTo>
                  <a:pt x="745054" y="77156"/>
                </a:lnTo>
                <a:cubicBezTo>
                  <a:pt x="745054" y="81588"/>
                  <a:pt x="745707" y="84935"/>
                  <a:pt x="747014" y="87200"/>
                </a:cubicBezTo>
                <a:cubicBezTo>
                  <a:pt x="748321" y="89463"/>
                  <a:pt x="750661" y="90595"/>
                  <a:pt x="754035" y="90595"/>
                </a:cubicBezTo>
                <a:cubicBezTo>
                  <a:pt x="755128" y="90595"/>
                  <a:pt x="756102" y="90488"/>
                  <a:pt x="756957" y="90274"/>
                </a:cubicBezTo>
                <a:cubicBezTo>
                  <a:pt x="757812" y="90060"/>
                  <a:pt x="758573" y="89834"/>
                  <a:pt x="759238" y="89597"/>
                </a:cubicBezTo>
                <a:cubicBezTo>
                  <a:pt x="759903" y="89359"/>
                  <a:pt x="760473" y="89133"/>
                  <a:pt x="760949" y="88920"/>
                </a:cubicBezTo>
                <a:cubicBezTo>
                  <a:pt x="761424" y="88706"/>
                  <a:pt x="761851" y="88599"/>
                  <a:pt x="762232" y="88599"/>
                </a:cubicBezTo>
                <a:cubicBezTo>
                  <a:pt x="762469" y="88599"/>
                  <a:pt x="762695" y="88658"/>
                  <a:pt x="762909" y="88777"/>
                </a:cubicBezTo>
                <a:cubicBezTo>
                  <a:pt x="763123" y="88896"/>
                  <a:pt x="763289" y="89121"/>
                  <a:pt x="763408" y="89454"/>
                </a:cubicBezTo>
                <a:cubicBezTo>
                  <a:pt x="763527" y="89787"/>
                  <a:pt x="763633" y="90238"/>
                  <a:pt x="763728" y="90808"/>
                </a:cubicBezTo>
                <a:cubicBezTo>
                  <a:pt x="763824" y="91379"/>
                  <a:pt x="763871" y="92091"/>
                  <a:pt x="763871" y="929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oflibrary">
            <a:extLst xmlns:a="http://schemas.openxmlformats.org/drawingml/2006/main">
              <a:ext uri="{FF2B5EF4-FFF2-40B4-BE49-F238E27FC236}">
                <a16:creationId xmlns:a16="http://schemas.microsoft.com/office/drawing/2014/main" id="{F5C34E95-162E-43E1-BAD4-78DF57DC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290" y="5645584"/>
            <a:ext cx="525316" cy="125735"/>
          </a:xfrm>
          <a:custGeom xmlns:a="http://schemas.openxmlformats.org/drawingml/2006/main">
            <a:pathLst>
              <a:path w="525316" h="125735">
                <a:moveTo>
                  <a:pt x="64150" y="65255"/>
                </a:moveTo>
                <a:cubicBezTo>
                  <a:pt x="64150" y="70487"/>
                  <a:pt x="63461" y="75302"/>
                  <a:pt x="62083" y="79702"/>
                </a:cubicBezTo>
                <a:cubicBezTo>
                  <a:pt x="60705" y="84102"/>
                  <a:pt x="58650" y="87896"/>
                  <a:pt x="55918" y="91085"/>
                </a:cubicBezTo>
                <a:cubicBezTo>
                  <a:pt x="53185" y="94271"/>
                  <a:pt x="49764" y="96756"/>
                  <a:pt x="45654" y="98540"/>
                </a:cubicBezTo>
                <a:cubicBezTo>
                  <a:pt x="41543" y="100323"/>
                  <a:pt x="36780" y="101215"/>
                  <a:pt x="31362" y="101215"/>
                </a:cubicBezTo>
                <a:cubicBezTo>
                  <a:pt x="26088" y="101215"/>
                  <a:pt x="21490" y="100430"/>
                  <a:pt x="17570" y="98861"/>
                </a:cubicBezTo>
                <a:cubicBezTo>
                  <a:pt x="13650" y="97291"/>
                  <a:pt x="10383" y="95008"/>
                  <a:pt x="7769" y="92011"/>
                </a:cubicBezTo>
                <a:cubicBezTo>
                  <a:pt x="5156" y="89015"/>
                  <a:pt x="3208" y="85376"/>
                  <a:pt x="1925" y="81094"/>
                </a:cubicBezTo>
                <a:cubicBezTo>
                  <a:pt x="642" y="76813"/>
                  <a:pt x="0" y="71961"/>
                  <a:pt x="0" y="66538"/>
                </a:cubicBezTo>
                <a:cubicBezTo>
                  <a:pt x="0" y="61307"/>
                  <a:pt x="677" y="56491"/>
                  <a:pt x="2031" y="52091"/>
                </a:cubicBezTo>
                <a:cubicBezTo>
                  <a:pt x="3386" y="47691"/>
                  <a:pt x="5429" y="43898"/>
                  <a:pt x="8161" y="40711"/>
                </a:cubicBezTo>
                <a:cubicBezTo>
                  <a:pt x="10894" y="37523"/>
                  <a:pt x="14303" y="35049"/>
                  <a:pt x="18390" y="33289"/>
                </a:cubicBezTo>
                <a:cubicBezTo>
                  <a:pt x="22476" y="31529"/>
                  <a:pt x="27252" y="30650"/>
                  <a:pt x="32717" y="30650"/>
                </a:cubicBezTo>
                <a:cubicBezTo>
                  <a:pt x="37991" y="30650"/>
                  <a:pt x="42589" y="31434"/>
                  <a:pt x="46509" y="33004"/>
                </a:cubicBezTo>
                <a:cubicBezTo>
                  <a:pt x="50429" y="34574"/>
                  <a:pt x="53696" y="36857"/>
                  <a:pt x="56310" y="39853"/>
                </a:cubicBezTo>
                <a:cubicBezTo>
                  <a:pt x="58923" y="42850"/>
                  <a:pt x="60883" y="46489"/>
                  <a:pt x="62190" y="50770"/>
                </a:cubicBezTo>
                <a:cubicBezTo>
                  <a:pt x="63497" y="55051"/>
                  <a:pt x="64150" y="59880"/>
                  <a:pt x="64150" y="65255"/>
                </a:cubicBezTo>
                <a:moveTo>
                  <a:pt x="51748" y="66039"/>
                </a:moveTo>
                <a:cubicBezTo>
                  <a:pt x="51748" y="62566"/>
                  <a:pt x="51427" y="59283"/>
                  <a:pt x="50786" y="56189"/>
                </a:cubicBezTo>
                <a:cubicBezTo>
                  <a:pt x="50144" y="53096"/>
                  <a:pt x="49087" y="50384"/>
                  <a:pt x="47614" y="48053"/>
                </a:cubicBezTo>
                <a:cubicBezTo>
                  <a:pt x="46141" y="45721"/>
                  <a:pt x="44145" y="43878"/>
                  <a:pt x="41626" y="42522"/>
                </a:cubicBezTo>
                <a:cubicBezTo>
                  <a:pt x="39108" y="41165"/>
                  <a:pt x="35972" y="40486"/>
                  <a:pt x="32218" y="40486"/>
                </a:cubicBezTo>
                <a:cubicBezTo>
                  <a:pt x="28749" y="40486"/>
                  <a:pt x="25767" y="41104"/>
                  <a:pt x="23272" y="42341"/>
                </a:cubicBezTo>
                <a:cubicBezTo>
                  <a:pt x="20778" y="43578"/>
                  <a:pt x="18722" y="45328"/>
                  <a:pt x="17107" y="47589"/>
                </a:cubicBezTo>
                <a:cubicBezTo>
                  <a:pt x="15491" y="49849"/>
                  <a:pt x="14291" y="52526"/>
                  <a:pt x="13507" y="55619"/>
                </a:cubicBezTo>
                <a:cubicBezTo>
                  <a:pt x="12723" y="58711"/>
                  <a:pt x="12331" y="62089"/>
                  <a:pt x="12331" y="65754"/>
                </a:cubicBezTo>
                <a:cubicBezTo>
                  <a:pt x="12331" y="69275"/>
                  <a:pt x="12652" y="72582"/>
                  <a:pt x="13293" y="75675"/>
                </a:cubicBezTo>
                <a:cubicBezTo>
                  <a:pt x="13935" y="78768"/>
                  <a:pt x="15004" y="81469"/>
                  <a:pt x="16501" y="83776"/>
                </a:cubicBezTo>
                <a:cubicBezTo>
                  <a:pt x="17998" y="86084"/>
                  <a:pt x="20005" y="87916"/>
                  <a:pt x="22524" y="89274"/>
                </a:cubicBezTo>
                <a:cubicBezTo>
                  <a:pt x="25042" y="90629"/>
                  <a:pt x="28179" y="91307"/>
                  <a:pt x="31933" y="91307"/>
                </a:cubicBezTo>
                <a:cubicBezTo>
                  <a:pt x="35354" y="91307"/>
                  <a:pt x="38324" y="90689"/>
                  <a:pt x="40842" y="89452"/>
                </a:cubicBezTo>
                <a:cubicBezTo>
                  <a:pt x="43361" y="88215"/>
                  <a:pt x="45428" y="86478"/>
                  <a:pt x="47044" y="84242"/>
                </a:cubicBezTo>
                <a:cubicBezTo>
                  <a:pt x="48659" y="82004"/>
                  <a:pt x="49847" y="79339"/>
                  <a:pt x="50607" y="76248"/>
                </a:cubicBezTo>
                <a:cubicBezTo>
                  <a:pt x="51368" y="73154"/>
                  <a:pt x="51748" y="69752"/>
                  <a:pt x="51748" y="66039"/>
                </a:cubicBezTo>
                <a:close/>
                <a:moveTo>
                  <a:pt x="118751" y="7484"/>
                </a:moveTo>
                <a:cubicBezTo>
                  <a:pt x="118751" y="8387"/>
                  <a:pt x="118703" y="9112"/>
                  <a:pt x="118608" y="9658"/>
                </a:cubicBezTo>
                <a:cubicBezTo>
                  <a:pt x="118513" y="10205"/>
                  <a:pt x="118406" y="10644"/>
                  <a:pt x="118288" y="10977"/>
                </a:cubicBezTo>
                <a:cubicBezTo>
                  <a:pt x="118169" y="11309"/>
                  <a:pt x="118014" y="11535"/>
                  <a:pt x="117824" y="11654"/>
                </a:cubicBezTo>
                <a:cubicBezTo>
                  <a:pt x="117634" y="11773"/>
                  <a:pt x="117397" y="11832"/>
                  <a:pt x="117111" y="11832"/>
                </a:cubicBezTo>
                <a:cubicBezTo>
                  <a:pt x="116779" y="11832"/>
                  <a:pt x="116363" y="11725"/>
                  <a:pt x="115864" y="11511"/>
                </a:cubicBezTo>
                <a:cubicBezTo>
                  <a:pt x="115365" y="11298"/>
                  <a:pt x="114759" y="11060"/>
                  <a:pt x="114046" y="10799"/>
                </a:cubicBezTo>
                <a:cubicBezTo>
                  <a:pt x="113334" y="10537"/>
                  <a:pt x="112490" y="10300"/>
                  <a:pt x="111516" y="10086"/>
                </a:cubicBezTo>
                <a:cubicBezTo>
                  <a:pt x="110542" y="9872"/>
                  <a:pt x="109413" y="9765"/>
                  <a:pt x="108130" y="9765"/>
                </a:cubicBezTo>
                <a:cubicBezTo>
                  <a:pt x="106372" y="9765"/>
                  <a:pt x="104875" y="10049"/>
                  <a:pt x="103640" y="10618"/>
                </a:cubicBezTo>
                <a:cubicBezTo>
                  <a:pt x="102404" y="11187"/>
                  <a:pt x="101406" y="12075"/>
                  <a:pt x="100646" y="13282"/>
                </a:cubicBezTo>
                <a:cubicBezTo>
                  <a:pt x="99886" y="14490"/>
                  <a:pt x="99339" y="16052"/>
                  <a:pt x="99007" y="17971"/>
                </a:cubicBezTo>
                <a:cubicBezTo>
                  <a:pt x="98674" y="19890"/>
                  <a:pt x="98508" y="22222"/>
                  <a:pt x="98508" y="24970"/>
                </a:cubicBezTo>
                <a:lnTo>
                  <a:pt x="98508" y="31933"/>
                </a:lnTo>
                <a:lnTo>
                  <a:pt x="112835" y="31933"/>
                </a:lnTo>
                <a:cubicBezTo>
                  <a:pt x="113215" y="31933"/>
                  <a:pt x="113536" y="32016"/>
                  <a:pt x="113797" y="32182"/>
                </a:cubicBezTo>
                <a:cubicBezTo>
                  <a:pt x="114058" y="32348"/>
                  <a:pt x="114296" y="32634"/>
                  <a:pt x="114510" y="33037"/>
                </a:cubicBezTo>
                <a:cubicBezTo>
                  <a:pt x="114724" y="33441"/>
                  <a:pt x="114890" y="33952"/>
                  <a:pt x="115009" y="34570"/>
                </a:cubicBezTo>
                <a:cubicBezTo>
                  <a:pt x="115128" y="35188"/>
                  <a:pt x="115187" y="35948"/>
                  <a:pt x="115187" y="36851"/>
                </a:cubicBezTo>
                <a:cubicBezTo>
                  <a:pt x="115187" y="38561"/>
                  <a:pt x="114973" y="39797"/>
                  <a:pt x="114545" y="40557"/>
                </a:cubicBezTo>
                <a:cubicBezTo>
                  <a:pt x="114118" y="41318"/>
                  <a:pt x="113548" y="41698"/>
                  <a:pt x="112835" y="41698"/>
                </a:cubicBezTo>
                <a:lnTo>
                  <a:pt x="98508" y="41698"/>
                </a:lnTo>
                <a:lnTo>
                  <a:pt x="98508" y="98005"/>
                </a:lnTo>
                <a:cubicBezTo>
                  <a:pt x="98508" y="98385"/>
                  <a:pt x="98413" y="98707"/>
                  <a:pt x="98223" y="98970"/>
                </a:cubicBezTo>
                <a:cubicBezTo>
                  <a:pt x="98033" y="99231"/>
                  <a:pt x="97712" y="99457"/>
                  <a:pt x="97260" y="99647"/>
                </a:cubicBezTo>
                <a:cubicBezTo>
                  <a:pt x="96809" y="99837"/>
                  <a:pt x="96203" y="99979"/>
                  <a:pt x="95443" y="100075"/>
                </a:cubicBezTo>
                <a:cubicBezTo>
                  <a:pt x="94683" y="100170"/>
                  <a:pt x="93732" y="100217"/>
                  <a:pt x="92592" y="100217"/>
                </a:cubicBezTo>
                <a:cubicBezTo>
                  <a:pt x="91451" y="100217"/>
                  <a:pt x="90501" y="100170"/>
                  <a:pt x="89741" y="100075"/>
                </a:cubicBezTo>
                <a:cubicBezTo>
                  <a:pt x="88980" y="99979"/>
                  <a:pt x="88374" y="99837"/>
                  <a:pt x="87923" y="99647"/>
                </a:cubicBezTo>
                <a:cubicBezTo>
                  <a:pt x="87472" y="99457"/>
                  <a:pt x="87151" y="99231"/>
                  <a:pt x="86961" y="98970"/>
                </a:cubicBezTo>
                <a:cubicBezTo>
                  <a:pt x="86771" y="98707"/>
                  <a:pt x="86676" y="98385"/>
                  <a:pt x="86676" y="98005"/>
                </a:cubicBezTo>
                <a:lnTo>
                  <a:pt x="86676" y="41698"/>
                </a:lnTo>
                <a:lnTo>
                  <a:pt x="77623" y="41698"/>
                </a:lnTo>
                <a:cubicBezTo>
                  <a:pt x="76863" y="41698"/>
                  <a:pt x="76293" y="41318"/>
                  <a:pt x="75913" y="40557"/>
                </a:cubicBezTo>
                <a:cubicBezTo>
                  <a:pt x="75533" y="39797"/>
                  <a:pt x="75342" y="38561"/>
                  <a:pt x="75342" y="36851"/>
                </a:cubicBezTo>
                <a:cubicBezTo>
                  <a:pt x="75342" y="35948"/>
                  <a:pt x="75390" y="35188"/>
                  <a:pt x="75485" y="34570"/>
                </a:cubicBezTo>
                <a:cubicBezTo>
                  <a:pt x="75580" y="33952"/>
                  <a:pt x="75723" y="33441"/>
                  <a:pt x="75913" y="33037"/>
                </a:cubicBezTo>
                <a:cubicBezTo>
                  <a:pt x="76103" y="32634"/>
                  <a:pt x="76340" y="32348"/>
                  <a:pt x="76625" y="32182"/>
                </a:cubicBezTo>
                <a:cubicBezTo>
                  <a:pt x="76911" y="32016"/>
                  <a:pt x="77243" y="31933"/>
                  <a:pt x="77623" y="31933"/>
                </a:cubicBezTo>
                <a:lnTo>
                  <a:pt x="86676" y="31933"/>
                </a:lnTo>
                <a:lnTo>
                  <a:pt x="86676" y="25319"/>
                </a:lnTo>
                <a:cubicBezTo>
                  <a:pt x="86676" y="20861"/>
                  <a:pt x="87091" y="17033"/>
                  <a:pt x="87923" y="13832"/>
                </a:cubicBezTo>
                <a:cubicBezTo>
                  <a:pt x="88755" y="10632"/>
                  <a:pt x="90026" y="8013"/>
                  <a:pt x="91736" y="5974"/>
                </a:cubicBezTo>
                <a:cubicBezTo>
                  <a:pt x="93447" y="3935"/>
                  <a:pt x="95597" y="2430"/>
                  <a:pt x="98187" y="1459"/>
                </a:cubicBezTo>
                <a:cubicBezTo>
                  <a:pt x="100777" y="486"/>
                  <a:pt x="103830" y="0"/>
                  <a:pt x="107346" y="0"/>
                </a:cubicBezTo>
                <a:cubicBezTo>
                  <a:pt x="109009" y="0"/>
                  <a:pt x="110625" y="154"/>
                  <a:pt x="112193" y="463"/>
                </a:cubicBezTo>
                <a:cubicBezTo>
                  <a:pt x="113761" y="772"/>
                  <a:pt x="114973" y="1105"/>
                  <a:pt x="115828" y="1461"/>
                </a:cubicBezTo>
                <a:cubicBezTo>
                  <a:pt x="116684" y="1818"/>
                  <a:pt x="117254" y="2138"/>
                  <a:pt x="117539" y="2423"/>
                </a:cubicBezTo>
                <a:cubicBezTo>
                  <a:pt x="117824" y="2709"/>
                  <a:pt x="118062" y="3077"/>
                  <a:pt x="118252" y="3528"/>
                </a:cubicBezTo>
                <a:cubicBezTo>
                  <a:pt x="118442" y="3980"/>
                  <a:pt x="118573" y="4526"/>
                  <a:pt x="118644" y="5168"/>
                </a:cubicBezTo>
                <a:cubicBezTo>
                  <a:pt x="118715" y="5809"/>
                  <a:pt x="118751" y="6581"/>
                  <a:pt x="118751" y="7484"/>
                </a:cubicBezTo>
                <a:close/>
                <a:moveTo>
                  <a:pt x="174345" y="98005"/>
                </a:moveTo>
                <a:cubicBezTo>
                  <a:pt x="174345" y="98385"/>
                  <a:pt x="174250" y="98707"/>
                  <a:pt x="174060" y="98970"/>
                </a:cubicBezTo>
                <a:cubicBezTo>
                  <a:pt x="173870" y="99231"/>
                  <a:pt x="173561" y="99457"/>
                  <a:pt x="173134" y="99647"/>
                </a:cubicBezTo>
                <a:cubicBezTo>
                  <a:pt x="172706" y="99837"/>
                  <a:pt x="172112" y="99979"/>
                  <a:pt x="171352" y="100075"/>
                </a:cubicBezTo>
                <a:cubicBezTo>
                  <a:pt x="170591" y="100170"/>
                  <a:pt x="169617" y="100217"/>
                  <a:pt x="168429" y="100217"/>
                </a:cubicBezTo>
                <a:cubicBezTo>
                  <a:pt x="167289" y="100217"/>
                  <a:pt x="166339" y="100170"/>
                  <a:pt x="165578" y="100075"/>
                </a:cubicBezTo>
                <a:cubicBezTo>
                  <a:pt x="164818" y="99979"/>
                  <a:pt x="164212" y="99837"/>
                  <a:pt x="163761" y="99647"/>
                </a:cubicBezTo>
                <a:cubicBezTo>
                  <a:pt x="163309" y="99457"/>
                  <a:pt x="163000" y="99231"/>
                  <a:pt x="162834" y="98970"/>
                </a:cubicBezTo>
                <a:cubicBezTo>
                  <a:pt x="162668" y="98707"/>
                  <a:pt x="162585" y="98385"/>
                  <a:pt x="162585" y="98005"/>
                </a:cubicBezTo>
                <a:lnTo>
                  <a:pt x="162585" y="2711"/>
                </a:lnTo>
                <a:cubicBezTo>
                  <a:pt x="162585" y="2331"/>
                  <a:pt x="162668" y="1998"/>
                  <a:pt x="162834" y="1713"/>
                </a:cubicBezTo>
                <a:cubicBezTo>
                  <a:pt x="163000" y="1426"/>
                  <a:pt x="163309" y="1188"/>
                  <a:pt x="163761" y="998"/>
                </a:cubicBezTo>
                <a:cubicBezTo>
                  <a:pt x="164212" y="808"/>
                  <a:pt x="164818" y="665"/>
                  <a:pt x="165578" y="570"/>
                </a:cubicBezTo>
                <a:cubicBezTo>
                  <a:pt x="166339" y="475"/>
                  <a:pt x="167289" y="428"/>
                  <a:pt x="168429" y="428"/>
                </a:cubicBezTo>
                <a:cubicBezTo>
                  <a:pt x="169617" y="428"/>
                  <a:pt x="170591" y="475"/>
                  <a:pt x="171352" y="570"/>
                </a:cubicBezTo>
                <a:cubicBezTo>
                  <a:pt x="172112" y="665"/>
                  <a:pt x="172706" y="808"/>
                  <a:pt x="173134" y="998"/>
                </a:cubicBezTo>
                <a:cubicBezTo>
                  <a:pt x="173561" y="1188"/>
                  <a:pt x="173870" y="1426"/>
                  <a:pt x="174060" y="1713"/>
                </a:cubicBezTo>
                <a:cubicBezTo>
                  <a:pt x="174250" y="1998"/>
                  <a:pt x="174345" y="2331"/>
                  <a:pt x="174345" y="2711"/>
                </a:cubicBezTo>
                <a:lnTo>
                  <a:pt x="174345" y="98005"/>
                </a:lnTo>
                <a:close/>
                <a:moveTo>
                  <a:pt x="204709" y="98007"/>
                </a:moveTo>
                <a:cubicBezTo>
                  <a:pt x="204709" y="98388"/>
                  <a:pt x="204614" y="98708"/>
                  <a:pt x="204424" y="98970"/>
                </a:cubicBezTo>
                <a:cubicBezTo>
                  <a:pt x="204234" y="99231"/>
                  <a:pt x="203925" y="99457"/>
                  <a:pt x="203497" y="99647"/>
                </a:cubicBezTo>
                <a:cubicBezTo>
                  <a:pt x="203070" y="99837"/>
                  <a:pt x="202476" y="99979"/>
                  <a:pt x="201715" y="100075"/>
                </a:cubicBezTo>
                <a:cubicBezTo>
                  <a:pt x="200955" y="100170"/>
                  <a:pt x="199981" y="100217"/>
                  <a:pt x="198793" y="100217"/>
                </a:cubicBezTo>
                <a:cubicBezTo>
                  <a:pt x="197652" y="100217"/>
                  <a:pt x="196702" y="100170"/>
                  <a:pt x="195942" y="100075"/>
                </a:cubicBezTo>
                <a:cubicBezTo>
                  <a:pt x="195181" y="99979"/>
                  <a:pt x="194576" y="99837"/>
                  <a:pt x="194124" y="99647"/>
                </a:cubicBezTo>
                <a:cubicBezTo>
                  <a:pt x="193673" y="99457"/>
                  <a:pt x="193364" y="99231"/>
                  <a:pt x="193198" y="98970"/>
                </a:cubicBezTo>
                <a:cubicBezTo>
                  <a:pt x="193031" y="98708"/>
                  <a:pt x="192948" y="98388"/>
                  <a:pt x="192948" y="98007"/>
                </a:cubicBezTo>
                <a:lnTo>
                  <a:pt x="192948" y="33857"/>
                </a:lnTo>
                <a:cubicBezTo>
                  <a:pt x="192948" y="33524"/>
                  <a:pt x="193031" y="33216"/>
                  <a:pt x="193198" y="32931"/>
                </a:cubicBezTo>
                <a:cubicBezTo>
                  <a:pt x="193364" y="32645"/>
                  <a:pt x="193673" y="32408"/>
                  <a:pt x="194124" y="32218"/>
                </a:cubicBezTo>
                <a:cubicBezTo>
                  <a:pt x="194576" y="32028"/>
                  <a:pt x="195181" y="31885"/>
                  <a:pt x="195942" y="31790"/>
                </a:cubicBezTo>
                <a:cubicBezTo>
                  <a:pt x="196702" y="31695"/>
                  <a:pt x="197652" y="31648"/>
                  <a:pt x="198793" y="31648"/>
                </a:cubicBezTo>
                <a:cubicBezTo>
                  <a:pt x="199981" y="31648"/>
                  <a:pt x="200955" y="31695"/>
                  <a:pt x="201715" y="31790"/>
                </a:cubicBezTo>
                <a:cubicBezTo>
                  <a:pt x="202476" y="31885"/>
                  <a:pt x="203070" y="32028"/>
                  <a:pt x="203497" y="32218"/>
                </a:cubicBezTo>
                <a:cubicBezTo>
                  <a:pt x="203925" y="32408"/>
                  <a:pt x="204234" y="32645"/>
                  <a:pt x="204424" y="32931"/>
                </a:cubicBezTo>
                <a:cubicBezTo>
                  <a:pt x="204614" y="33216"/>
                  <a:pt x="204709" y="33524"/>
                  <a:pt x="204709" y="33857"/>
                </a:cubicBezTo>
                <a:lnTo>
                  <a:pt x="204709" y="98007"/>
                </a:lnTo>
                <a:moveTo>
                  <a:pt x="206063" y="12117"/>
                </a:moveTo>
                <a:cubicBezTo>
                  <a:pt x="206063" y="14873"/>
                  <a:pt x="205541" y="16750"/>
                  <a:pt x="204495" y="17748"/>
                </a:cubicBezTo>
                <a:cubicBezTo>
                  <a:pt x="203450" y="18746"/>
                  <a:pt x="201525" y="19245"/>
                  <a:pt x="198722" y="19245"/>
                </a:cubicBezTo>
                <a:cubicBezTo>
                  <a:pt x="195966" y="19245"/>
                  <a:pt x="194077" y="18758"/>
                  <a:pt x="193055" y="17784"/>
                </a:cubicBezTo>
                <a:cubicBezTo>
                  <a:pt x="192033" y="16810"/>
                  <a:pt x="191523" y="14968"/>
                  <a:pt x="191523" y="12260"/>
                </a:cubicBezTo>
                <a:cubicBezTo>
                  <a:pt x="191523" y="9504"/>
                  <a:pt x="192045" y="7627"/>
                  <a:pt x="193091" y="6629"/>
                </a:cubicBezTo>
                <a:cubicBezTo>
                  <a:pt x="194136" y="5631"/>
                  <a:pt x="196061" y="5132"/>
                  <a:pt x="198864" y="5132"/>
                </a:cubicBezTo>
                <a:cubicBezTo>
                  <a:pt x="201620" y="5132"/>
                  <a:pt x="203509" y="5619"/>
                  <a:pt x="204531" y="6593"/>
                </a:cubicBezTo>
                <a:cubicBezTo>
                  <a:pt x="205552" y="7567"/>
                  <a:pt x="206063" y="9409"/>
                  <a:pt x="206063" y="12117"/>
                </a:cubicBezTo>
                <a:close/>
                <a:moveTo>
                  <a:pt x="288315" y="65113"/>
                </a:moveTo>
                <a:cubicBezTo>
                  <a:pt x="288315" y="70677"/>
                  <a:pt x="287709" y="75683"/>
                  <a:pt x="286497" y="80130"/>
                </a:cubicBezTo>
                <a:cubicBezTo>
                  <a:pt x="285285" y="84577"/>
                  <a:pt x="283503" y="88372"/>
                  <a:pt x="281151" y="91512"/>
                </a:cubicBezTo>
                <a:cubicBezTo>
                  <a:pt x="278799" y="94651"/>
                  <a:pt x="275912" y="97053"/>
                  <a:pt x="272491" y="98718"/>
                </a:cubicBezTo>
                <a:cubicBezTo>
                  <a:pt x="269070" y="100383"/>
                  <a:pt x="265149" y="101215"/>
                  <a:pt x="260730" y="101215"/>
                </a:cubicBezTo>
                <a:cubicBezTo>
                  <a:pt x="258687" y="101215"/>
                  <a:pt x="256798" y="101012"/>
                  <a:pt x="255063" y="100607"/>
                </a:cubicBezTo>
                <a:cubicBezTo>
                  <a:pt x="253329" y="100203"/>
                  <a:pt x="251630" y="99550"/>
                  <a:pt x="249967" y="98647"/>
                </a:cubicBezTo>
                <a:cubicBezTo>
                  <a:pt x="248304" y="97742"/>
                  <a:pt x="246641" y="96600"/>
                  <a:pt x="244978" y="95221"/>
                </a:cubicBezTo>
                <a:cubicBezTo>
                  <a:pt x="243314" y="93841"/>
                  <a:pt x="241556" y="92177"/>
                  <a:pt x="239703" y="90227"/>
                </a:cubicBezTo>
                <a:lnTo>
                  <a:pt x="239703" y="98021"/>
                </a:lnTo>
                <a:cubicBezTo>
                  <a:pt x="239703" y="98398"/>
                  <a:pt x="239608" y="98728"/>
                  <a:pt x="239418" y="99012"/>
                </a:cubicBezTo>
                <a:cubicBezTo>
                  <a:pt x="239228" y="99296"/>
                  <a:pt x="238919" y="99521"/>
                  <a:pt x="238491" y="99687"/>
                </a:cubicBezTo>
                <a:cubicBezTo>
                  <a:pt x="238064" y="99852"/>
                  <a:pt x="237529" y="99981"/>
                  <a:pt x="236887" y="100075"/>
                </a:cubicBezTo>
                <a:cubicBezTo>
                  <a:pt x="236246" y="100170"/>
                  <a:pt x="235426" y="100217"/>
                  <a:pt x="234428" y="100217"/>
                </a:cubicBezTo>
                <a:cubicBezTo>
                  <a:pt x="233478" y="100217"/>
                  <a:pt x="232670" y="100170"/>
                  <a:pt x="232005" y="100075"/>
                </a:cubicBezTo>
                <a:cubicBezTo>
                  <a:pt x="231340" y="99979"/>
                  <a:pt x="230793" y="99849"/>
                  <a:pt x="230366" y="99683"/>
                </a:cubicBezTo>
                <a:cubicBezTo>
                  <a:pt x="229938" y="99516"/>
                  <a:pt x="229653" y="99290"/>
                  <a:pt x="229510" y="99005"/>
                </a:cubicBezTo>
                <a:cubicBezTo>
                  <a:pt x="229368" y="98719"/>
                  <a:pt x="229296" y="98385"/>
                  <a:pt x="229296" y="98005"/>
                </a:cubicBezTo>
                <a:lnTo>
                  <a:pt x="229296" y="2711"/>
                </a:lnTo>
                <a:cubicBezTo>
                  <a:pt x="229296" y="2331"/>
                  <a:pt x="229379" y="1998"/>
                  <a:pt x="229546" y="1713"/>
                </a:cubicBezTo>
                <a:cubicBezTo>
                  <a:pt x="229712" y="1426"/>
                  <a:pt x="230021" y="1188"/>
                  <a:pt x="230472" y="998"/>
                </a:cubicBezTo>
                <a:cubicBezTo>
                  <a:pt x="230924" y="808"/>
                  <a:pt x="231530" y="665"/>
                  <a:pt x="232290" y="570"/>
                </a:cubicBezTo>
                <a:cubicBezTo>
                  <a:pt x="233050" y="475"/>
                  <a:pt x="234001" y="428"/>
                  <a:pt x="235141" y="428"/>
                </a:cubicBezTo>
                <a:cubicBezTo>
                  <a:pt x="236329" y="428"/>
                  <a:pt x="237303" y="475"/>
                  <a:pt x="238064" y="570"/>
                </a:cubicBezTo>
                <a:cubicBezTo>
                  <a:pt x="238824" y="665"/>
                  <a:pt x="239418" y="809"/>
                  <a:pt x="239846" y="1000"/>
                </a:cubicBezTo>
                <a:cubicBezTo>
                  <a:pt x="240273" y="1190"/>
                  <a:pt x="240582" y="1429"/>
                  <a:pt x="240772" y="1715"/>
                </a:cubicBezTo>
                <a:cubicBezTo>
                  <a:pt x="240962" y="2000"/>
                  <a:pt x="241057" y="2333"/>
                  <a:pt x="241057" y="2713"/>
                </a:cubicBezTo>
                <a:lnTo>
                  <a:pt x="241057" y="41210"/>
                </a:lnTo>
                <a:cubicBezTo>
                  <a:pt x="242958" y="39260"/>
                  <a:pt x="244799" y="37619"/>
                  <a:pt x="246581" y="36287"/>
                </a:cubicBezTo>
                <a:cubicBezTo>
                  <a:pt x="248363" y="34955"/>
                  <a:pt x="250110" y="33873"/>
                  <a:pt x="251820" y="33042"/>
                </a:cubicBezTo>
                <a:cubicBezTo>
                  <a:pt x="253531" y="32209"/>
                  <a:pt x="255242" y="31602"/>
                  <a:pt x="256952" y="31222"/>
                </a:cubicBezTo>
                <a:cubicBezTo>
                  <a:pt x="258663" y="30840"/>
                  <a:pt x="260469" y="30650"/>
                  <a:pt x="262369" y="30650"/>
                </a:cubicBezTo>
                <a:cubicBezTo>
                  <a:pt x="267026" y="30650"/>
                  <a:pt x="271006" y="31578"/>
                  <a:pt x="274308" y="33434"/>
                </a:cubicBezTo>
                <a:cubicBezTo>
                  <a:pt x="277611" y="35289"/>
                  <a:pt x="280296" y="37774"/>
                  <a:pt x="282363" y="40889"/>
                </a:cubicBezTo>
                <a:cubicBezTo>
                  <a:pt x="284430" y="44005"/>
                  <a:pt x="285939" y="47655"/>
                  <a:pt x="286889" y="51841"/>
                </a:cubicBezTo>
                <a:cubicBezTo>
                  <a:pt x="287839" y="56026"/>
                  <a:pt x="288315" y="60450"/>
                  <a:pt x="288315" y="65113"/>
                </a:cubicBezTo>
                <a:moveTo>
                  <a:pt x="275912" y="66467"/>
                </a:moveTo>
                <a:cubicBezTo>
                  <a:pt x="275912" y="63184"/>
                  <a:pt x="275663" y="59995"/>
                  <a:pt x="275164" y="56902"/>
                </a:cubicBezTo>
                <a:cubicBezTo>
                  <a:pt x="274665" y="53809"/>
                  <a:pt x="273798" y="51073"/>
                  <a:pt x="272562" y="48694"/>
                </a:cubicBezTo>
                <a:cubicBezTo>
                  <a:pt x="271327" y="46315"/>
                  <a:pt x="269687" y="44400"/>
                  <a:pt x="267644" y="42950"/>
                </a:cubicBezTo>
                <a:cubicBezTo>
                  <a:pt x="265601" y="41497"/>
                  <a:pt x="263058" y="40771"/>
                  <a:pt x="260017" y="40771"/>
                </a:cubicBezTo>
                <a:cubicBezTo>
                  <a:pt x="258497" y="40771"/>
                  <a:pt x="257000" y="40986"/>
                  <a:pt x="255527" y="41415"/>
                </a:cubicBezTo>
                <a:cubicBezTo>
                  <a:pt x="254054" y="41843"/>
                  <a:pt x="252557" y="42556"/>
                  <a:pt x="251036" y="43555"/>
                </a:cubicBezTo>
                <a:cubicBezTo>
                  <a:pt x="249516" y="44555"/>
                  <a:pt x="247936" y="45840"/>
                  <a:pt x="246296" y="47411"/>
                </a:cubicBezTo>
                <a:cubicBezTo>
                  <a:pt x="244657" y="48982"/>
                  <a:pt x="242910" y="50958"/>
                  <a:pt x="241057" y="53338"/>
                </a:cubicBezTo>
                <a:lnTo>
                  <a:pt x="241057" y="78954"/>
                </a:lnTo>
                <a:cubicBezTo>
                  <a:pt x="244289" y="82905"/>
                  <a:pt x="247377" y="85917"/>
                  <a:pt x="250323" y="87988"/>
                </a:cubicBezTo>
                <a:cubicBezTo>
                  <a:pt x="253270" y="90058"/>
                  <a:pt x="256335" y="91093"/>
                  <a:pt x="259518" y="91093"/>
                </a:cubicBezTo>
                <a:cubicBezTo>
                  <a:pt x="262464" y="91093"/>
                  <a:pt x="264983" y="90380"/>
                  <a:pt x="267074" y="88953"/>
                </a:cubicBezTo>
                <a:cubicBezTo>
                  <a:pt x="269165" y="87524"/>
                  <a:pt x="270863" y="85633"/>
                  <a:pt x="272170" y="83277"/>
                </a:cubicBezTo>
                <a:cubicBezTo>
                  <a:pt x="273477" y="80922"/>
                  <a:pt x="274427" y="78281"/>
                  <a:pt x="275021" y="75354"/>
                </a:cubicBezTo>
                <a:cubicBezTo>
                  <a:pt x="275615" y="72428"/>
                  <a:pt x="275912" y="69465"/>
                  <a:pt x="275912" y="66467"/>
                </a:cubicBezTo>
                <a:close/>
                <a:moveTo>
                  <a:pt x="339923" y="38063"/>
                </a:moveTo>
                <a:cubicBezTo>
                  <a:pt x="339923" y="39108"/>
                  <a:pt x="339899" y="39987"/>
                  <a:pt x="339852" y="40700"/>
                </a:cubicBezTo>
                <a:cubicBezTo>
                  <a:pt x="339804" y="41413"/>
                  <a:pt x="339709" y="41971"/>
                  <a:pt x="339567" y="42375"/>
                </a:cubicBezTo>
                <a:cubicBezTo>
                  <a:pt x="339424" y="42779"/>
                  <a:pt x="339246" y="43088"/>
                  <a:pt x="339032" y="43301"/>
                </a:cubicBezTo>
                <a:cubicBezTo>
                  <a:pt x="338818" y="43515"/>
                  <a:pt x="338521" y="43622"/>
                  <a:pt x="338141" y="43622"/>
                </a:cubicBezTo>
                <a:cubicBezTo>
                  <a:pt x="337761" y="43622"/>
                  <a:pt x="337298" y="43515"/>
                  <a:pt x="336751" y="43301"/>
                </a:cubicBezTo>
                <a:cubicBezTo>
                  <a:pt x="336205" y="43088"/>
                  <a:pt x="335587" y="42874"/>
                  <a:pt x="334898" y="42660"/>
                </a:cubicBezTo>
                <a:cubicBezTo>
                  <a:pt x="334209" y="42446"/>
                  <a:pt x="333437" y="42244"/>
                  <a:pt x="332582" y="42054"/>
                </a:cubicBezTo>
                <a:cubicBezTo>
                  <a:pt x="331726" y="41864"/>
                  <a:pt x="330800" y="41769"/>
                  <a:pt x="329802" y="41769"/>
                </a:cubicBezTo>
                <a:cubicBezTo>
                  <a:pt x="328614" y="41769"/>
                  <a:pt x="327450" y="42007"/>
                  <a:pt x="326309" y="42482"/>
                </a:cubicBezTo>
                <a:cubicBezTo>
                  <a:pt x="325169" y="42957"/>
                  <a:pt x="323969" y="43741"/>
                  <a:pt x="322710" y="44834"/>
                </a:cubicBezTo>
                <a:cubicBezTo>
                  <a:pt x="321450" y="45927"/>
                  <a:pt x="320132" y="47376"/>
                  <a:pt x="318754" y="49182"/>
                </a:cubicBezTo>
                <a:cubicBezTo>
                  <a:pt x="317376" y="50988"/>
                  <a:pt x="315855" y="53197"/>
                  <a:pt x="314192" y="55811"/>
                </a:cubicBezTo>
                <a:lnTo>
                  <a:pt x="314192" y="98007"/>
                </a:lnTo>
                <a:cubicBezTo>
                  <a:pt x="314192" y="98388"/>
                  <a:pt x="314097" y="98708"/>
                  <a:pt x="313907" y="98970"/>
                </a:cubicBezTo>
                <a:cubicBezTo>
                  <a:pt x="313717" y="99231"/>
                  <a:pt x="313408" y="99457"/>
                  <a:pt x="312980" y="99647"/>
                </a:cubicBezTo>
                <a:cubicBezTo>
                  <a:pt x="312552" y="99837"/>
                  <a:pt x="311958" y="99979"/>
                  <a:pt x="311198" y="100075"/>
                </a:cubicBezTo>
                <a:cubicBezTo>
                  <a:pt x="310438" y="100170"/>
                  <a:pt x="309464" y="100217"/>
                  <a:pt x="308276" y="100217"/>
                </a:cubicBezTo>
                <a:cubicBezTo>
                  <a:pt x="307135" y="100217"/>
                  <a:pt x="306185" y="100170"/>
                  <a:pt x="305425" y="100075"/>
                </a:cubicBezTo>
                <a:cubicBezTo>
                  <a:pt x="304664" y="99979"/>
                  <a:pt x="304058" y="99837"/>
                  <a:pt x="303607" y="99647"/>
                </a:cubicBezTo>
                <a:cubicBezTo>
                  <a:pt x="303156" y="99457"/>
                  <a:pt x="302847" y="99231"/>
                  <a:pt x="302680" y="98970"/>
                </a:cubicBezTo>
                <a:cubicBezTo>
                  <a:pt x="302514" y="98708"/>
                  <a:pt x="302431" y="98388"/>
                  <a:pt x="302431" y="98007"/>
                </a:cubicBezTo>
                <a:lnTo>
                  <a:pt x="302431" y="33857"/>
                </a:lnTo>
                <a:cubicBezTo>
                  <a:pt x="302431" y="33477"/>
                  <a:pt x="302502" y="33156"/>
                  <a:pt x="302645" y="32895"/>
                </a:cubicBezTo>
                <a:cubicBezTo>
                  <a:pt x="302787" y="32634"/>
                  <a:pt x="303072" y="32396"/>
                  <a:pt x="303500" y="32182"/>
                </a:cubicBezTo>
                <a:cubicBezTo>
                  <a:pt x="303928" y="31968"/>
                  <a:pt x="304474" y="31826"/>
                  <a:pt x="305139" y="31754"/>
                </a:cubicBezTo>
                <a:cubicBezTo>
                  <a:pt x="305805" y="31683"/>
                  <a:pt x="306684" y="31648"/>
                  <a:pt x="307777" y="31648"/>
                </a:cubicBezTo>
                <a:cubicBezTo>
                  <a:pt x="308822" y="31648"/>
                  <a:pt x="309689" y="31683"/>
                  <a:pt x="310378" y="31754"/>
                </a:cubicBezTo>
                <a:cubicBezTo>
                  <a:pt x="311067" y="31826"/>
                  <a:pt x="311602" y="31968"/>
                  <a:pt x="311982" y="32182"/>
                </a:cubicBezTo>
                <a:cubicBezTo>
                  <a:pt x="312362" y="32396"/>
                  <a:pt x="312636" y="32634"/>
                  <a:pt x="312802" y="32895"/>
                </a:cubicBezTo>
                <a:cubicBezTo>
                  <a:pt x="312968" y="33156"/>
                  <a:pt x="313051" y="33477"/>
                  <a:pt x="313051" y="33857"/>
                </a:cubicBezTo>
                <a:lnTo>
                  <a:pt x="313051" y="43195"/>
                </a:lnTo>
                <a:cubicBezTo>
                  <a:pt x="314810" y="40629"/>
                  <a:pt x="316461" y="38538"/>
                  <a:pt x="318005" y="36922"/>
                </a:cubicBezTo>
                <a:cubicBezTo>
                  <a:pt x="319550" y="35306"/>
                  <a:pt x="321011" y="34035"/>
                  <a:pt x="322389" y="33109"/>
                </a:cubicBezTo>
                <a:cubicBezTo>
                  <a:pt x="323767" y="32182"/>
                  <a:pt x="325133" y="31541"/>
                  <a:pt x="326487" y="31184"/>
                </a:cubicBezTo>
                <a:cubicBezTo>
                  <a:pt x="327842" y="30828"/>
                  <a:pt x="329208" y="30650"/>
                  <a:pt x="330586" y="30650"/>
                </a:cubicBezTo>
                <a:cubicBezTo>
                  <a:pt x="331204" y="30650"/>
                  <a:pt x="331904" y="30685"/>
                  <a:pt x="332688" y="30757"/>
                </a:cubicBezTo>
                <a:cubicBezTo>
                  <a:pt x="333473" y="30828"/>
                  <a:pt x="334292" y="30958"/>
                  <a:pt x="335148" y="31149"/>
                </a:cubicBezTo>
                <a:cubicBezTo>
                  <a:pt x="336003" y="31339"/>
                  <a:pt x="336775" y="31552"/>
                  <a:pt x="337464" y="31790"/>
                </a:cubicBezTo>
                <a:cubicBezTo>
                  <a:pt x="338153" y="32028"/>
                  <a:pt x="338640" y="32265"/>
                  <a:pt x="338925" y="32503"/>
                </a:cubicBezTo>
                <a:cubicBezTo>
                  <a:pt x="339210" y="32740"/>
                  <a:pt x="339401" y="32966"/>
                  <a:pt x="339496" y="33180"/>
                </a:cubicBezTo>
                <a:cubicBezTo>
                  <a:pt x="339591" y="33394"/>
                  <a:pt x="339674" y="33667"/>
                  <a:pt x="339745" y="34000"/>
                </a:cubicBezTo>
                <a:cubicBezTo>
                  <a:pt x="339816" y="34332"/>
                  <a:pt x="339864" y="34819"/>
                  <a:pt x="339888" y="35461"/>
                </a:cubicBezTo>
                <a:cubicBezTo>
                  <a:pt x="339911" y="36102"/>
                  <a:pt x="339923" y="36970"/>
                  <a:pt x="339923" y="38063"/>
                </a:cubicBezTo>
                <a:close/>
                <a:moveTo>
                  <a:pt x="399368" y="98079"/>
                </a:moveTo>
                <a:cubicBezTo>
                  <a:pt x="399368" y="98649"/>
                  <a:pt x="399178" y="99077"/>
                  <a:pt x="398798" y="99362"/>
                </a:cubicBezTo>
                <a:cubicBezTo>
                  <a:pt x="398418" y="99647"/>
                  <a:pt x="397895" y="99861"/>
                  <a:pt x="397230" y="100003"/>
                </a:cubicBezTo>
                <a:cubicBezTo>
                  <a:pt x="396565" y="100146"/>
                  <a:pt x="395591" y="100217"/>
                  <a:pt x="394308" y="100217"/>
                </a:cubicBezTo>
                <a:cubicBezTo>
                  <a:pt x="393072" y="100217"/>
                  <a:pt x="392086" y="100146"/>
                  <a:pt x="391350" y="100003"/>
                </a:cubicBezTo>
                <a:cubicBezTo>
                  <a:pt x="390613" y="99861"/>
                  <a:pt x="390079" y="99647"/>
                  <a:pt x="389746" y="99362"/>
                </a:cubicBezTo>
                <a:cubicBezTo>
                  <a:pt x="389413" y="99077"/>
                  <a:pt x="389247" y="98649"/>
                  <a:pt x="389247" y="98079"/>
                </a:cubicBezTo>
                <a:lnTo>
                  <a:pt x="389247" y="91664"/>
                </a:lnTo>
                <a:cubicBezTo>
                  <a:pt x="386443" y="94657"/>
                  <a:pt x="383319" y="96998"/>
                  <a:pt x="379874" y="98685"/>
                </a:cubicBezTo>
                <a:cubicBezTo>
                  <a:pt x="376429" y="100372"/>
                  <a:pt x="372782" y="101215"/>
                  <a:pt x="368933" y="101215"/>
                </a:cubicBezTo>
                <a:cubicBezTo>
                  <a:pt x="365559" y="101215"/>
                  <a:pt x="362506" y="100774"/>
                  <a:pt x="359773" y="99892"/>
                </a:cubicBezTo>
                <a:cubicBezTo>
                  <a:pt x="357041" y="99010"/>
                  <a:pt x="354713" y="97734"/>
                  <a:pt x="352788" y="96065"/>
                </a:cubicBezTo>
                <a:cubicBezTo>
                  <a:pt x="350864" y="94396"/>
                  <a:pt x="349367" y="92346"/>
                  <a:pt x="348298" y="89915"/>
                </a:cubicBezTo>
                <a:cubicBezTo>
                  <a:pt x="347228" y="87483"/>
                  <a:pt x="346694" y="84716"/>
                  <a:pt x="346694" y="81616"/>
                </a:cubicBezTo>
                <a:cubicBezTo>
                  <a:pt x="346694" y="77992"/>
                  <a:pt x="347430" y="74846"/>
                  <a:pt x="348903" y="72176"/>
                </a:cubicBezTo>
                <a:cubicBezTo>
                  <a:pt x="350377" y="69504"/>
                  <a:pt x="352491" y="67287"/>
                  <a:pt x="355247" y="65522"/>
                </a:cubicBezTo>
                <a:cubicBezTo>
                  <a:pt x="358003" y="63758"/>
                  <a:pt x="361377" y="62435"/>
                  <a:pt x="365369" y="61553"/>
                </a:cubicBezTo>
                <a:cubicBezTo>
                  <a:pt x="369360" y="60671"/>
                  <a:pt x="373851" y="60230"/>
                  <a:pt x="378840" y="60230"/>
                </a:cubicBezTo>
                <a:lnTo>
                  <a:pt x="387679" y="60230"/>
                </a:lnTo>
                <a:lnTo>
                  <a:pt x="387679" y="55258"/>
                </a:lnTo>
                <a:cubicBezTo>
                  <a:pt x="387679" y="52796"/>
                  <a:pt x="387417" y="50619"/>
                  <a:pt x="386895" y="48725"/>
                </a:cubicBezTo>
                <a:cubicBezTo>
                  <a:pt x="386372" y="46830"/>
                  <a:pt x="385529" y="45256"/>
                  <a:pt x="384364" y="44001"/>
                </a:cubicBezTo>
                <a:cubicBezTo>
                  <a:pt x="383200" y="42746"/>
                  <a:pt x="381691" y="41799"/>
                  <a:pt x="379838" y="41161"/>
                </a:cubicBezTo>
                <a:cubicBezTo>
                  <a:pt x="377985" y="40521"/>
                  <a:pt x="375704" y="40201"/>
                  <a:pt x="372996" y="40201"/>
                </a:cubicBezTo>
                <a:cubicBezTo>
                  <a:pt x="370097" y="40201"/>
                  <a:pt x="367495" y="40542"/>
                  <a:pt x="365191" y="41223"/>
                </a:cubicBezTo>
                <a:cubicBezTo>
                  <a:pt x="362886" y="41905"/>
                  <a:pt x="360866" y="42657"/>
                  <a:pt x="359132" y="43480"/>
                </a:cubicBezTo>
                <a:cubicBezTo>
                  <a:pt x="357397" y="44302"/>
                  <a:pt x="355948" y="45054"/>
                  <a:pt x="354784" y="45736"/>
                </a:cubicBezTo>
                <a:cubicBezTo>
                  <a:pt x="353620" y="46418"/>
                  <a:pt x="352753" y="46758"/>
                  <a:pt x="352182" y="46758"/>
                </a:cubicBezTo>
                <a:cubicBezTo>
                  <a:pt x="351802" y="46758"/>
                  <a:pt x="351470" y="46663"/>
                  <a:pt x="351184" y="46473"/>
                </a:cubicBezTo>
                <a:cubicBezTo>
                  <a:pt x="350899" y="46283"/>
                  <a:pt x="350650" y="45998"/>
                  <a:pt x="350436" y="45618"/>
                </a:cubicBezTo>
                <a:cubicBezTo>
                  <a:pt x="350222" y="45238"/>
                  <a:pt x="350068" y="44751"/>
                  <a:pt x="349973" y="44157"/>
                </a:cubicBezTo>
                <a:cubicBezTo>
                  <a:pt x="349878" y="43563"/>
                  <a:pt x="349830" y="42909"/>
                  <a:pt x="349830" y="42197"/>
                </a:cubicBezTo>
                <a:cubicBezTo>
                  <a:pt x="349830" y="41009"/>
                  <a:pt x="349913" y="40070"/>
                  <a:pt x="350080" y="39381"/>
                </a:cubicBezTo>
                <a:cubicBezTo>
                  <a:pt x="350246" y="38692"/>
                  <a:pt x="350650" y="38039"/>
                  <a:pt x="351291" y="37421"/>
                </a:cubicBezTo>
                <a:cubicBezTo>
                  <a:pt x="351933" y="36803"/>
                  <a:pt x="353038" y="36084"/>
                  <a:pt x="354606" y="35263"/>
                </a:cubicBezTo>
                <a:cubicBezTo>
                  <a:pt x="356174" y="34440"/>
                  <a:pt x="357980" y="33689"/>
                  <a:pt x="360023" y="33008"/>
                </a:cubicBezTo>
                <a:cubicBezTo>
                  <a:pt x="362066" y="32328"/>
                  <a:pt x="364300" y="31766"/>
                  <a:pt x="366723" y="31320"/>
                </a:cubicBezTo>
                <a:cubicBezTo>
                  <a:pt x="369146" y="30873"/>
                  <a:pt x="371594" y="30650"/>
                  <a:pt x="374065" y="30650"/>
                </a:cubicBezTo>
                <a:cubicBezTo>
                  <a:pt x="378674" y="30650"/>
                  <a:pt x="382594" y="31172"/>
                  <a:pt x="385826" y="32218"/>
                </a:cubicBezTo>
                <a:cubicBezTo>
                  <a:pt x="389057" y="33263"/>
                  <a:pt x="391670" y="34796"/>
                  <a:pt x="393666" y="36815"/>
                </a:cubicBezTo>
                <a:cubicBezTo>
                  <a:pt x="395662" y="38835"/>
                  <a:pt x="397111" y="41341"/>
                  <a:pt x="398014" y="44335"/>
                </a:cubicBezTo>
                <a:cubicBezTo>
                  <a:pt x="398917" y="47329"/>
                  <a:pt x="399368" y="50821"/>
                  <a:pt x="399368" y="54813"/>
                </a:cubicBezTo>
                <a:lnTo>
                  <a:pt x="399368" y="98079"/>
                </a:lnTo>
                <a:moveTo>
                  <a:pt x="387679" y="68712"/>
                </a:moveTo>
                <a:lnTo>
                  <a:pt x="377629" y="68712"/>
                </a:lnTo>
                <a:cubicBezTo>
                  <a:pt x="374397" y="68712"/>
                  <a:pt x="371594" y="68988"/>
                  <a:pt x="369218" y="69539"/>
                </a:cubicBezTo>
                <a:cubicBezTo>
                  <a:pt x="366842" y="70088"/>
                  <a:pt x="364870" y="70900"/>
                  <a:pt x="363302" y="71975"/>
                </a:cubicBezTo>
                <a:cubicBezTo>
                  <a:pt x="361734" y="73050"/>
                  <a:pt x="360581" y="74342"/>
                  <a:pt x="359845" y="75849"/>
                </a:cubicBezTo>
                <a:cubicBezTo>
                  <a:pt x="359108" y="77355"/>
                  <a:pt x="358740" y="79088"/>
                  <a:pt x="358740" y="81048"/>
                </a:cubicBezTo>
                <a:cubicBezTo>
                  <a:pt x="358740" y="84395"/>
                  <a:pt x="359797" y="87060"/>
                  <a:pt x="361912" y="89044"/>
                </a:cubicBezTo>
                <a:cubicBezTo>
                  <a:pt x="364026" y="91028"/>
                  <a:pt x="366984" y="92020"/>
                  <a:pt x="370786" y="92020"/>
                </a:cubicBezTo>
                <a:cubicBezTo>
                  <a:pt x="373875" y="92020"/>
                  <a:pt x="376738" y="91232"/>
                  <a:pt x="379375" y="89655"/>
                </a:cubicBezTo>
                <a:cubicBezTo>
                  <a:pt x="382012" y="88076"/>
                  <a:pt x="384780" y="85661"/>
                  <a:pt x="387679" y="82411"/>
                </a:cubicBezTo>
                <a:lnTo>
                  <a:pt x="387679" y="68712"/>
                </a:lnTo>
                <a:close/>
                <a:moveTo>
                  <a:pt x="461523" y="38063"/>
                </a:moveTo>
                <a:cubicBezTo>
                  <a:pt x="461523" y="39108"/>
                  <a:pt x="461499" y="39987"/>
                  <a:pt x="461452" y="40700"/>
                </a:cubicBezTo>
                <a:cubicBezTo>
                  <a:pt x="461404" y="41413"/>
                  <a:pt x="461309" y="41971"/>
                  <a:pt x="461167" y="42375"/>
                </a:cubicBezTo>
                <a:cubicBezTo>
                  <a:pt x="461024" y="42779"/>
                  <a:pt x="460846" y="43088"/>
                  <a:pt x="460632" y="43301"/>
                </a:cubicBezTo>
                <a:cubicBezTo>
                  <a:pt x="460418" y="43515"/>
                  <a:pt x="460121" y="43622"/>
                  <a:pt x="459741" y="43622"/>
                </a:cubicBezTo>
                <a:cubicBezTo>
                  <a:pt x="459361" y="43622"/>
                  <a:pt x="458898" y="43515"/>
                  <a:pt x="458351" y="43301"/>
                </a:cubicBezTo>
                <a:cubicBezTo>
                  <a:pt x="457805" y="43088"/>
                  <a:pt x="457187" y="42874"/>
                  <a:pt x="456498" y="42660"/>
                </a:cubicBezTo>
                <a:cubicBezTo>
                  <a:pt x="455809" y="42446"/>
                  <a:pt x="455037" y="42244"/>
                  <a:pt x="454181" y="42054"/>
                </a:cubicBezTo>
                <a:cubicBezTo>
                  <a:pt x="453326" y="41864"/>
                  <a:pt x="452399" y="41769"/>
                  <a:pt x="451401" y="41769"/>
                </a:cubicBezTo>
                <a:cubicBezTo>
                  <a:pt x="450214" y="41769"/>
                  <a:pt x="449049" y="42007"/>
                  <a:pt x="447909" y="42482"/>
                </a:cubicBezTo>
                <a:cubicBezTo>
                  <a:pt x="446768" y="42957"/>
                  <a:pt x="445569" y="43741"/>
                  <a:pt x="444309" y="44834"/>
                </a:cubicBezTo>
                <a:cubicBezTo>
                  <a:pt x="443050" y="45927"/>
                  <a:pt x="441731" y="47376"/>
                  <a:pt x="440353" y="49182"/>
                </a:cubicBezTo>
                <a:cubicBezTo>
                  <a:pt x="438975" y="50988"/>
                  <a:pt x="437455" y="53197"/>
                  <a:pt x="435792" y="55811"/>
                </a:cubicBezTo>
                <a:lnTo>
                  <a:pt x="435792" y="98007"/>
                </a:lnTo>
                <a:cubicBezTo>
                  <a:pt x="435792" y="98388"/>
                  <a:pt x="435697" y="98708"/>
                  <a:pt x="435506" y="98970"/>
                </a:cubicBezTo>
                <a:cubicBezTo>
                  <a:pt x="435316" y="99231"/>
                  <a:pt x="435008" y="99457"/>
                  <a:pt x="434580" y="99647"/>
                </a:cubicBezTo>
                <a:cubicBezTo>
                  <a:pt x="434152" y="99837"/>
                  <a:pt x="433558" y="99979"/>
                  <a:pt x="432798" y="100075"/>
                </a:cubicBezTo>
                <a:cubicBezTo>
                  <a:pt x="432038" y="100170"/>
                  <a:pt x="431063" y="100217"/>
                  <a:pt x="429875" y="100217"/>
                </a:cubicBezTo>
                <a:cubicBezTo>
                  <a:pt x="428735" y="100217"/>
                  <a:pt x="427785" y="100170"/>
                  <a:pt x="427024" y="100075"/>
                </a:cubicBezTo>
                <a:cubicBezTo>
                  <a:pt x="426264" y="99979"/>
                  <a:pt x="425658" y="99837"/>
                  <a:pt x="425207" y="99647"/>
                </a:cubicBezTo>
                <a:cubicBezTo>
                  <a:pt x="424755" y="99457"/>
                  <a:pt x="424446" y="99231"/>
                  <a:pt x="424280" y="98970"/>
                </a:cubicBezTo>
                <a:cubicBezTo>
                  <a:pt x="424114" y="98708"/>
                  <a:pt x="424031" y="98388"/>
                  <a:pt x="424031" y="98007"/>
                </a:cubicBezTo>
                <a:lnTo>
                  <a:pt x="424031" y="33857"/>
                </a:lnTo>
                <a:cubicBezTo>
                  <a:pt x="424031" y="33477"/>
                  <a:pt x="424102" y="33156"/>
                  <a:pt x="424245" y="32895"/>
                </a:cubicBezTo>
                <a:cubicBezTo>
                  <a:pt x="424387" y="32634"/>
                  <a:pt x="424672" y="32396"/>
                  <a:pt x="425100" y="32182"/>
                </a:cubicBezTo>
                <a:cubicBezTo>
                  <a:pt x="425528" y="31968"/>
                  <a:pt x="426074" y="31826"/>
                  <a:pt x="426739" y="31754"/>
                </a:cubicBezTo>
                <a:cubicBezTo>
                  <a:pt x="427405" y="31683"/>
                  <a:pt x="428284" y="31648"/>
                  <a:pt x="429377" y="31648"/>
                </a:cubicBezTo>
                <a:cubicBezTo>
                  <a:pt x="430422" y="31648"/>
                  <a:pt x="431289" y="31683"/>
                  <a:pt x="431978" y="31754"/>
                </a:cubicBezTo>
                <a:cubicBezTo>
                  <a:pt x="432667" y="31826"/>
                  <a:pt x="433202" y="31968"/>
                  <a:pt x="433582" y="32182"/>
                </a:cubicBezTo>
                <a:cubicBezTo>
                  <a:pt x="433962" y="32396"/>
                  <a:pt x="434235" y="32634"/>
                  <a:pt x="434402" y="32895"/>
                </a:cubicBezTo>
                <a:cubicBezTo>
                  <a:pt x="434568" y="33156"/>
                  <a:pt x="434651" y="33477"/>
                  <a:pt x="434651" y="33857"/>
                </a:cubicBezTo>
                <a:lnTo>
                  <a:pt x="434651" y="43195"/>
                </a:lnTo>
                <a:cubicBezTo>
                  <a:pt x="436409" y="40629"/>
                  <a:pt x="438061" y="38538"/>
                  <a:pt x="439605" y="36922"/>
                </a:cubicBezTo>
                <a:cubicBezTo>
                  <a:pt x="441149" y="35306"/>
                  <a:pt x="442611" y="34035"/>
                  <a:pt x="443989" y="33109"/>
                </a:cubicBezTo>
                <a:cubicBezTo>
                  <a:pt x="445367" y="32182"/>
                  <a:pt x="446733" y="31541"/>
                  <a:pt x="448087" y="31184"/>
                </a:cubicBezTo>
                <a:cubicBezTo>
                  <a:pt x="449441" y="30828"/>
                  <a:pt x="450808" y="30650"/>
                  <a:pt x="452186" y="30650"/>
                </a:cubicBezTo>
                <a:cubicBezTo>
                  <a:pt x="452803" y="30650"/>
                  <a:pt x="453504" y="30685"/>
                  <a:pt x="454288" y="30757"/>
                </a:cubicBezTo>
                <a:cubicBezTo>
                  <a:pt x="455072" y="30828"/>
                  <a:pt x="455892" y="30958"/>
                  <a:pt x="456747" y="31149"/>
                </a:cubicBezTo>
                <a:cubicBezTo>
                  <a:pt x="457603" y="31339"/>
                  <a:pt x="458375" y="31552"/>
                  <a:pt x="459064" y="31790"/>
                </a:cubicBezTo>
                <a:cubicBezTo>
                  <a:pt x="459753" y="32028"/>
                  <a:pt x="460240" y="32265"/>
                  <a:pt x="460525" y="32503"/>
                </a:cubicBezTo>
                <a:cubicBezTo>
                  <a:pt x="460810" y="32740"/>
                  <a:pt x="461000" y="32966"/>
                  <a:pt x="461095" y="33180"/>
                </a:cubicBezTo>
                <a:cubicBezTo>
                  <a:pt x="461190" y="33394"/>
                  <a:pt x="461274" y="33667"/>
                  <a:pt x="461345" y="34000"/>
                </a:cubicBezTo>
                <a:cubicBezTo>
                  <a:pt x="461416" y="34332"/>
                  <a:pt x="461464" y="34819"/>
                  <a:pt x="461487" y="35461"/>
                </a:cubicBezTo>
                <a:cubicBezTo>
                  <a:pt x="461511" y="36102"/>
                  <a:pt x="461523" y="36970"/>
                  <a:pt x="461523" y="38063"/>
                </a:cubicBezTo>
                <a:close/>
                <a:moveTo>
                  <a:pt x="501866" y="99789"/>
                </a:moveTo>
                <a:lnTo>
                  <a:pt x="493312" y="123382"/>
                </a:lnTo>
                <a:cubicBezTo>
                  <a:pt x="493027" y="124143"/>
                  <a:pt x="492302" y="124725"/>
                  <a:pt x="491138" y="125129"/>
                </a:cubicBezTo>
                <a:cubicBezTo>
                  <a:pt x="489974" y="125533"/>
                  <a:pt x="488204" y="125735"/>
                  <a:pt x="485828" y="125735"/>
                </a:cubicBezTo>
                <a:cubicBezTo>
                  <a:pt x="484593" y="125735"/>
                  <a:pt x="483595" y="125675"/>
                  <a:pt x="482834" y="125556"/>
                </a:cubicBezTo>
                <a:cubicBezTo>
                  <a:pt x="482074" y="125438"/>
                  <a:pt x="481492" y="125236"/>
                  <a:pt x="481088" y="124951"/>
                </a:cubicBezTo>
                <a:cubicBezTo>
                  <a:pt x="480684" y="124666"/>
                  <a:pt x="480458" y="124285"/>
                  <a:pt x="480411" y="123810"/>
                </a:cubicBezTo>
                <a:cubicBezTo>
                  <a:pt x="480363" y="123335"/>
                  <a:pt x="480482" y="122765"/>
                  <a:pt x="480767" y="122099"/>
                </a:cubicBezTo>
                <a:lnTo>
                  <a:pt x="489606" y="99789"/>
                </a:lnTo>
                <a:cubicBezTo>
                  <a:pt x="489178" y="99599"/>
                  <a:pt x="488774" y="99290"/>
                  <a:pt x="488394" y="98863"/>
                </a:cubicBezTo>
                <a:cubicBezTo>
                  <a:pt x="488014" y="98435"/>
                  <a:pt x="487753" y="97984"/>
                  <a:pt x="487610" y="97509"/>
                </a:cubicBezTo>
                <a:lnTo>
                  <a:pt x="464730" y="36209"/>
                </a:lnTo>
                <a:cubicBezTo>
                  <a:pt x="464350" y="35211"/>
                  <a:pt x="464160" y="34427"/>
                  <a:pt x="464160" y="33857"/>
                </a:cubicBezTo>
                <a:cubicBezTo>
                  <a:pt x="464160" y="33287"/>
                  <a:pt x="464350" y="32835"/>
                  <a:pt x="464730" y="32503"/>
                </a:cubicBezTo>
                <a:cubicBezTo>
                  <a:pt x="465110" y="32170"/>
                  <a:pt x="465728" y="31944"/>
                  <a:pt x="466583" y="31826"/>
                </a:cubicBezTo>
                <a:cubicBezTo>
                  <a:pt x="467438" y="31707"/>
                  <a:pt x="468579" y="31648"/>
                  <a:pt x="470004" y="31648"/>
                </a:cubicBezTo>
                <a:cubicBezTo>
                  <a:pt x="471430" y="31648"/>
                  <a:pt x="472547" y="31683"/>
                  <a:pt x="473354" y="31754"/>
                </a:cubicBezTo>
                <a:cubicBezTo>
                  <a:pt x="474162" y="31826"/>
                  <a:pt x="474804" y="31956"/>
                  <a:pt x="475279" y="32146"/>
                </a:cubicBezTo>
                <a:cubicBezTo>
                  <a:pt x="475754" y="32337"/>
                  <a:pt x="476099" y="32610"/>
                  <a:pt x="476312" y="32966"/>
                </a:cubicBezTo>
                <a:cubicBezTo>
                  <a:pt x="476526" y="33323"/>
                  <a:pt x="476752" y="33810"/>
                  <a:pt x="476990" y="34427"/>
                </a:cubicBezTo>
                <a:lnTo>
                  <a:pt x="495308" y="85890"/>
                </a:lnTo>
                <a:lnTo>
                  <a:pt x="495522" y="85890"/>
                </a:lnTo>
                <a:lnTo>
                  <a:pt x="513199" y="34142"/>
                </a:lnTo>
                <a:cubicBezTo>
                  <a:pt x="513484" y="33239"/>
                  <a:pt x="513829" y="32657"/>
                  <a:pt x="514232" y="32396"/>
                </a:cubicBezTo>
                <a:cubicBezTo>
                  <a:pt x="514636" y="32135"/>
                  <a:pt x="515242" y="31944"/>
                  <a:pt x="516050" y="31826"/>
                </a:cubicBezTo>
                <a:cubicBezTo>
                  <a:pt x="516858" y="31707"/>
                  <a:pt x="518022" y="31648"/>
                  <a:pt x="519543" y="31648"/>
                </a:cubicBezTo>
                <a:cubicBezTo>
                  <a:pt x="520873" y="31648"/>
                  <a:pt x="521966" y="31707"/>
                  <a:pt x="522821" y="31826"/>
                </a:cubicBezTo>
                <a:cubicBezTo>
                  <a:pt x="523677" y="31944"/>
                  <a:pt x="524306" y="32170"/>
                  <a:pt x="524710" y="32503"/>
                </a:cubicBezTo>
                <a:cubicBezTo>
                  <a:pt x="525114" y="32835"/>
                  <a:pt x="525316" y="33287"/>
                  <a:pt x="525316" y="33857"/>
                </a:cubicBezTo>
                <a:cubicBezTo>
                  <a:pt x="525316" y="34427"/>
                  <a:pt x="525174" y="35140"/>
                  <a:pt x="524888" y="35995"/>
                </a:cubicBezTo>
                <a:lnTo>
                  <a:pt x="501866" y="997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B0EF4-7725-4F68-99E9-FE3DF20C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657" y="4807144"/>
            <a:ext cx="242890" cy="635894"/>
          </a:xfrm>
          <a:custGeom xmlns:a="http://schemas.openxmlformats.org/drawingml/2006/main">
            <a:pathLst>
              <a:path w="242890" h="635894">
                <a:moveTo>
                  <a:pt x="57256" y="66583"/>
                </a:moveTo>
                <a:lnTo>
                  <a:pt x="57429" y="66969"/>
                </a:lnTo>
                <a:lnTo>
                  <a:pt x="57624" y="67338"/>
                </a:lnTo>
                <a:lnTo>
                  <a:pt x="57840" y="67690"/>
                </a:lnTo>
                <a:lnTo>
                  <a:pt x="58075" y="68022"/>
                </a:lnTo>
                <a:lnTo>
                  <a:pt x="58329" y="68336"/>
                </a:lnTo>
                <a:lnTo>
                  <a:pt x="58600" y="68631"/>
                </a:lnTo>
                <a:lnTo>
                  <a:pt x="58888" y="68905"/>
                </a:lnTo>
                <a:lnTo>
                  <a:pt x="59190" y="69159"/>
                </a:lnTo>
                <a:lnTo>
                  <a:pt x="59507" y="69391"/>
                </a:lnTo>
                <a:lnTo>
                  <a:pt x="59837" y="69602"/>
                </a:lnTo>
                <a:lnTo>
                  <a:pt x="60178" y="69791"/>
                </a:lnTo>
                <a:lnTo>
                  <a:pt x="60531" y="69957"/>
                </a:lnTo>
                <a:lnTo>
                  <a:pt x="60893" y="70100"/>
                </a:lnTo>
                <a:lnTo>
                  <a:pt x="61264" y="70219"/>
                </a:lnTo>
                <a:lnTo>
                  <a:pt x="61642" y="70314"/>
                </a:lnTo>
                <a:lnTo>
                  <a:pt x="62027" y="70385"/>
                </a:lnTo>
                <a:lnTo>
                  <a:pt x="62417" y="70429"/>
                </a:lnTo>
                <a:lnTo>
                  <a:pt x="62811" y="70448"/>
                </a:lnTo>
                <a:lnTo>
                  <a:pt x="63209" y="70441"/>
                </a:lnTo>
                <a:lnTo>
                  <a:pt x="63608" y="70406"/>
                </a:lnTo>
                <a:lnTo>
                  <a:pt x="64009" y="70344"/>
                </a:lnTo>
                <a:lnTo>
                  <a:pt x="64409" y="70255"/>
                </a:lnTo>
                <a:lnTo>
                  <a:pt x="64808" y="70136"/>
                </a:lnTo>
                <a:lnTo>
                  <a:pt x="65205" y="69989"/>
                </a:lnTo>
                <a:lnTo>
                  <a:pt x="65582" y="69825"/>
                </a:lnTo>
                <a:lnTo>
                  <a:pt x="65943" y="69637"/>
                </a:lnTo>
                <a:lnTo>
                  <a:pt x="66286" y="69428"/>
                </a:lnTo>
                <a:lnTo>
                  <a:pt x="66612" y="69197"/>
                </a:lnTo>
                <a:lnTo>
                  <a:pt x="66919" y="68947"/>
                </a:lnTo>
                <a:lnTo>
                  <a:pt x="67208" y="68679"/>
                </a:lnTo>
                <a:lnTo>
                  <a:pt x="67477" y="68394"/>
                </a:lnTo>
                <a:lnTo>
                  <a:pt x="67727" y="68093"/>
                </a:lnTo>
                <a:lnTo>
                  <a:pt x="67957" y="67777"/>
                </a:lnTo>
                <a:lnTo>
                  <a:pt x="68166" y="67448"/>
                </a:lnTo>
                <a:lnTo>
                  <a:pt x="68353" y="67106"/>
                </a:lnTo>
                <a:lnTo>
                  <a:pt x="68519" y="66754"/>
                </a:lnTo>
                <a:lnTo>
                  <a:pt x="68662" y="66392"/>
                </a:lnTo>
                <a:lnTo>
                  <a:pt x="68783" y="66022"/>
                </a:lnTo>
                <a:lnTo>
                  <a:pt x="68880" y="65644"/>
                </a:lnTo>
                <a:lnTo>
                  <a:pt x="68953" y="65260"/>
                </a:lnTo>
                <a:lnTo>
                  <a:pt x="69001" y="64872"/>
                </a:lnTo>
                <a:lnTo>
                  <a:pt x="69025" y="64480"/>
                </a:lnTo>
                <a:lnTo>
                  <a:pt x="69023" y="64085"/>
                </a:lnTo>
                <a:lnTo>
                  <a:pt x="68995" y="63690"/>
                </a:lnTo>
                <a:lnTo>
                  <a:pt x="68940" y="63295"/>
                </a:lnTo>
                <a:lnTo>
                  <a:pt x="68858" y="62901"/>
                </a:lnTo>
                <a:lnTo>
                  <a:pt x="68749" y="62509"/>
                </a:lnTo>
                <a:lnTo>
                  <a:pt x="68611" y="62122"/>
                </a:lnTo>
                <a:lnTo>
                  <a:pt x="44037" y="0"/>
                </a:lnTo>
                <a:lnTo>
                  <a:pt x="2109" y="51984"/>
                </a:lnTo>
                <a:lnTo>
                  <a:pt x="1858" y="52314"/>
                </a:lnTo>
                <a:lnTo>
                  <a:pt x="1634" y="52656"/>
                </a:lnTo>
                <a:lnTo>
                  <a:pt x="1435" y="53008"/>
                </a:lnTo>
                <a:lnTo>
                  <a:pt x="1262" y="53369"/>
                </a:lnTo>
                <a:lnTo>
                  <a:pt x="1115" y="53737"/>
                </a:lnTo>
                <a:lnTo>
                  <a:pt x="994" y="54112"/>
                </a:lnTo>
                <a:lnTo>
                  <a:pt x="897" y="54492"/>
                </a:lnTo>
                <a:lnTo>
                  <a:pt x="826" y="54876"/>
                </a:lnTo>
                <a:lnTo>
                  <a:pt x="780" y="55262"/>
                </a:lnTo>
                <a:lnTo>
                  <a:pt x="759" y="55650"/>
                </a:lnTo>
                <a:lnTo>
                  <a:pt x="763" y="56037"/>
                </a:lnTo>
                <a:lnTo>
                  <a:pt x="791" y="56423"/>
                </a:lnTo>
                <a:lnTo>
                  <a:pt x="844" y="56807"/>
                </a:lnTo>
                <a:lnTo>
                  <a:pt x="921" y="57187"/>
                </a:lnTo>
                <a:lnTo>
                  <a:pt x="1022" y="57562"/>
                </a:lnTo>
                <a:lnTo>
                  <a:pt x="1147" y="57931"/>
                </a:lnTo>
                <a:lnTo>
                  <a:pt x="1297" y="58292"/>
                </a:lnTo>
                <a:lnTo>
                  <a:pt x="1470" y="58644"/>
                </a:lnTo>
                <a:lnTo>
                  <a:pt x="1667" y="58986"/>
                </a:lnTo>
                <a:lnTo>
                  <a:pt x="1887" y="59316"/>
                </a:lnTo>
                <a:lnTo>
                  <a:pt x="2131" y="59634"/>
                </a:lnTo>
                <a:lnTo>
                  <a:pt x="2398" y="59938"/>
                </a:lnTo>
                <a:lnTo>
                  <a:pt x="2687" y="60227"/>
                </a:lnTo>
                <a:lnTo>
                  <a:pt x="3000" y="60499"/>
                </a:lnTo>
                <a:lnTo>
                  <a:pt x="3331" y="60750"/>
                </a:lnTo>
                <a:lnTo>
                  <a:pt x="3673" y="60974"/>
                </a:lnTo>
                <a:lnTo>
                  <a:pt x="4026" y="61173"/>
                </a:lnTo>
                <a:lnTo>
                  <a:pt x="4387" y="61345"/>
                </a:lnTo>
                <a:lnTo>
                  <a:pt x="4756" y="61493"/>
                </a:lnTo>
                <a:lnTo>
                  <a:pt x="5131" y="61614"/>
                </a:lnTo>
                <a:lnTo>
                  <a:pt x="5511" y="61711"/>
                </a:lnTo>
                <a:lnTo>
                  <a:pt x="5894" y="61782"/>
                </a:lnTo>
                <a:lnTo>
                  <a:pt x="6281" y="61828"/>
                </a:lnTo>
                <a:lnTo>
                  <a:pt x="6668" y="61849"/>
                </a:lnTo>
                <a:lnTo>
                  <a:pt x="7056" y="61845"/>
                </a:lnTo>
                <a:lnTo>
                  <a:pt x="7442" y="61817"/>
                </a:lnTo>
                <a:lnTo>
                  <a:pt x="7826" y="61764"/>
                </a:lnTo>
                <a:lnTo>
                  <a:pt x="8206" y="61687"/>
                </a:lnTo>
                <a:lnTo>
                  <a:pt x="8581" y="61586"/>
                </a:lnTo>
                <a:lnTo>
                  <a:pt x="8949" y="61460"/>
                </a:lnTo>
                <a:lnTo>
                  <a:pt x="9310" y="61311"/>
                </a:lnTo>
                <a:lnTo>
                  <a:pt x="9662" y="61138"/>
                </a:lnTo>
                <a:lnTo>
                  <a:pt x="10004" y="60941"/>
                </a:lnTo>
                <a:lnTo>
                  <a:pt x="10334" y="60721"/>
                </a:lnTo>
                <a:lnTo>
                  <a:pt x="10652" y="60477"/>
                </a:lnTo>
                <a:lnTo>
                  <a:pt x="10955" y="60210"/>
                </a:lnTo>
                <a:lnTo>
                  <a:pt x="11244" y="59920"/>
                </a:lnTo>
                <a:lnTo>
                  <a:pt x="11516" y="59607"/>
                </a:lnTo>
                <a:lnTo>
                  <a:pt x="33232" y="32774"/>
                </a:lnTo>
                <a:lnTo>
                  <a:pt x="32035" y="42494"/>
                </a:lnTo>
                <a:lnTo>
                  <a:pt x="30007" y="64148"/>
                </a:lnTo>
                <a:lnTo>
                  <a:pt x="28629" y="85802"/>
                </a:lnTo>
                <a:lnTo>
                  <a:pt x="27818" y="107536"/>
                </a:lnTo>
                <a:lnTo>
                  <a:pt x="27818" y="129108"/>
                </a:lnTo>
                <a:lnTo>
                  <a:pt x="28304" y="150682"/>
                </a:lnTo>
                <a:lnTo>
                  <a:pt x="29441" y="172253"/>
                </a:lnTo>
                <a:lnTo>
                  <a:pt x="31224" y="193664"/>
                </a:lnTo>
                <a:lnTo>
                  <a:pt x="33576" y="215073"/>
                </a:lnTo>
                <a:lnTo>
                  <a:pt x="36576" y="236321"/>
                </a:lnTo>
                <a:lnTo>
                  <a:pt x="40225" y="257486"/>
                </a:lnTo>
                <a:lnTo>
                  <a:pt x="44443" y="278492"/>
                </a:lnTo>
                <a:lnTo>
                  <a:pt x="49229" y="299335"/>
                </a:lnTo>
                <a:lnTo>
                  <a:pt x="54581" y="320014"/>
                </a:lnTo>
                <a:lnTo>
                  <a:pt x="60582" y="340614"/>
                </a:lnTo>
                <a:lnTo>
                  <a:pt x="67231" y="360971"/>
                </a:lnTo>
                <a:lnTo>
                  <a:pt x="74369" y="381162"/>
                </a:lnTo>
                <a:lnTo>
                  <a:pt x="82153" y="401113"/>
                </a:lnTo>
                <a:lnTo>
                  <a:pt x="90508" y="420821"/>
                </a:lnTo>
                <a:lnTo>
                  <a:pt x="99347" y="440446"/>
                </a:lnTo>
                <a:lnTo>
                  <a:pt x="108836" y="459666"/>
                </a:lnTo>
                <a:lnTo>
                  <a:pt x="118892" y="478726"/>
                </a:lnTo>
                <a:lnTo>
                  <a:pt x="129516" y="497376"/>
                </a:lnTo>
                <a:lnTo>
                  <a:pt x="140706" y="515867"/>
                </a:lnTo>
                <a:lnTo>
                  <a:pt x="152385" y="534035"/>
                </a:lnTo>
                <a:lnTo>
                  <a:pt x="164632" y="551875"/>
                </a:lnTo>
                <a:lnTo>
                  <a:pt x="177445" y="569394"/>
                </a:lnTo>
                <a:lnTo>
                  <a:pt x="190827" y="586588"/>
                </a:lnTo>
                <a:lnTo>
                  <a:pt x="204694" y="603455"/>
                </a:lnTo>
                <a:lnTo>
                  <a:pt x="219047" y="619917"/>
                </a:lnTo>
                <a:lnTo>
                  <a:pt x="233972" y="635894"/>
                </a:lnTo>
                <a:lnTo>
                  <a:pt x="242890" y="627621"/>
                </a:lnTo>
                <a:lnTo>
                  <a:pt x="228051" y="611728"/>
                </a:lnTo>
                <a:lnTo>
                  <a:pt x="228131" y="611808"/>
                </a:lnTo>
                <a:lnTo>
                  <a:pt x="213858" y="595506"/>
                </a:lnTo>
                <a:lnTo>
                  <a:pt x="214021" y="595589"/>
                </a:lnTo>
                <a:lnTo>
                  <a:pt x="200234" y="578881"/>
                </a:lnTo>
                <a:lnTo>
                  <a:pt x="200314" y="579044"/>
                </a:lnTo>
                <a:lnTo>
                  <a:pt x="187095" y="562013"/>
                </a:lnTo>
                <a:lnTo>
                  <a:pt x="187178" y="562176"/>
                </a:lnTo>
                <a:lnTo>
                  <a:pt x="174525" y="544740"/>
                </a:lnTo>
                <a:lnTo>
                  <a:pt x="174608" y="544902"/>
                </a:lnTo>
                <a:lnTo>
                  <a:pt x="162523" y="527223"/>
                </a:lnTo>
                <a:lnTo>
                  <a:pt x="162603" y="527303"/>
                </a:lnTo>
                <a:lnTo>
                  <a:pt x="151007" y="509298"/>
                </a:lnTo>
                <a:lnTo>
                  <a:pt x="151087" y="509461"/>
                </a:lnTo>
                <a:lnTo>
                  <a:pt x="139977" y="491133"/>
                </a:lnTo>
                <a:lnTo>
                  <a:pt x="140058" y="491296"/>
                </a:lnTo>
                <a:lnTo>
                  <a:pt x="129596" y="472805"/>
                </a:lnTo>
                <a:lnTo>
                  <a:pt x="129679" y="472885"/>
                </a:lnTo>
                <a:lnTo>
                  <a:pt x="119704" y="454071"/>
                </a:lnTo>
                <a:lnTo>
                  <a:pt x="119784" y="454234"/>
                </a:lnTo>
                <a:lnTo>
                  <a:pt x="110369" y="435241"/>
                </a:lnTo>
                <a:lnTo>
                  <a:pt x="101618" y="415875"/>
                </a:lnTo>
                <a:lnTo>
                  <a:pt x="101618" y="416035"/>
                </a:lnTo>
                <a:lnTo>
                  <a:pt x="93346" y="396490"/>
                </a:lnTo>
                <a:lnTo>
                  <a:pt x="93426" y="396652"/>
                </a:lnTo>
                <a:lnTo>
                  <a:pt x="85802" y="376864"/>
                </a:lnTo>
                <a:lnTo>
                  <a:pt x="85802" y="377027"/>
                </a:lnTo>
                <a:lnTo>
                  <a:pt x="78747" y="356996"/>
                </a:lnTo>
                <a:lnTo>
                  <a:pt x="78747" y="357159"/>
                </a:lnTo>
                <a:lnTo>
                  <a:pt x="72178" y="336882"/>
                </a:lnTo>
                <a:lnTo>
                  <a:pt x="72260" y="337045"/>
                </a:lnTo>
                <a:lnTo>
                  <a:pt x="66260" y="316691"/>
                </a:lnTo>
                <a:lnTo>
                  <a:pt x="66340" y="316851"/>
                </a:lnTo>
                <a:lnTo>
                  <a:pt x="60988" y="296414"/>
                </a:lnTo>
                <a:lnTo>
                  <a:pt x="61068" y="296577"/>
                </a:lnTo>
                <a:lnTo>
                  <a:pt x="56284" y="275817"/>
                </a:lnTo>
                <a:lnTo>
                  <a:pt x="56364" y="275977"/>
                </a:lnTo>
                <a:lnTo>
                  <a:pt x="52147" y="255135"/>
                </a:lnTo>
                <a:lnTo>
                  <a:pt x="52147" y="255380"/>
                </a:lnTo>
                <a:lnTo>
                  <a:pt x="48580" y="234375"/>
                </a:lnTo>
                <a:lnTo>
                  <a:pt x="48580" y="234538"/>
                </a:lnTo>
                <a:lnTo>
                  <a:pt x="45660" y="213452"/>
                </a:lnTo>
                <a:lnTo>
                  <a:pt x="45660" y="213612"/>
                </a:lnTo>
                <a:lnTo>
                  <a:pt x="43308" y="192447"/>
                </a:lnTo>
                <a:lnTo>
                  <a:pt x="43388" y="192610"/>
                </a:lnTo>
                <a:lnTo>
                  <a:pt x="41605" y="171361"/>
                </a:lnTo>
                <a:lnTo>
                  <a:pt x="41605" y="171524"/>
                </a:lnTo>
                <a:lnTo>
                  <a:pt x="40468" y="150113"/>
                </a:lnTo>
                <a:lnTo>
                  <a:pt x="40468" y="150356"/>
                </a:lnTo>
                <a:lnTo>
                  <a:pt x="39983" y="128971"/>
                </a:lnTo>
                <a:lnTo>
                  <a:pt x="40065" y="107699"/>
                </a:lnTo>
                <a:lnTo>
                  <a:pt x="39982" y="107862"/>
                </a:lnTo>
                <a:lnTo>
                  <a:pt x="40794" y="86371"/>
                </a:lnTo>
                <a:lnTo>
                  <a:pt x="40794" y="86531"/>
                </a:lnTo>
                <a:lnTo>
                  <a:pt x="42171" y="64960"/>
                </a:lnTo>
                <a:lnTo>
                  <a:pt x="42091" y="65122"/>
                </a:lnTo>
                <a:lnTo>
                  <a:pt x="44120" y="43711"/>
                </a:lnTo>
                <a:lnTo>
                  <a:pt x="44120" y="43874"/>
                </a:lnTo>
                <a:lnTo>
                  <a:pt x="45120" y="35837"/>
                </a:lnTo>
                <a:lnTo>
                  <a:pt x="57256" y="665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(c)Inference">
            <a:extLst xmlns:a="http://schemas.openxmlformats.org/drawingml/2006/main">
              <a:ext uri="{FF2B5EF4-FFF2-40B4-BE49-F238E27FC236}">
                <a16:creationId xmlns:a16="http://schemas.microsoft.com/office/drawing/2014/main" id="{8A9FCC9E-F409-4046-A0F2-25633E66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95" y="3445780"/>
            <a:ext cx="987179" cy="169153"/>
          </a:xfrm>
          <a:custGeom xmlns:a="http://schemas.openxmlformats.org/drawingml/2006/main">
            <a:pathLst>
              <a:path w="987179" h="169153">
                <a:moveTo>
                  <a:pt x="40718" y="5331"/>
                </a:moveTo>
                <a:cubicBezTo>
                  <a:pt x="35391" y="17706"/>
                  <a:pt x="31363" y="30478"/>
                  <a:pt x="28636" y="43647"/>
                </a:cubicBezTo>
                <a:cubicBezTo>
                  <a:pt x="25909" y="56813"/>
                  <a:pt x="24545" y="70314"/>
                  <a:pt x="24545" y="84148"/>
                </a:cubicBezTo>
                <a:cubicBezTo>
                  <a:pt x="24545" y="98046"/>
                  <a:pt x="25925" y="111548"/>
                  <a:pt x="28684" y="124653"/>
                </a:cubicBezTo>
                <a:cubicBezTo>
                  <a:pt x="31443" y="137756"/>
                  <a:pt x="35423" y="150590"/>
                  <a:pt x="40623" y="163156"/>
                </a:cubicBezTo>
                <a:cubicBezTo>
                  <a:pt x="41004" y="164171"/>
                  <a:pt x="41194" y="165043"/>
                  <a:pt x="41194" y="165772"/>
                </a:cubicBezTo>
                <a:cubicBezTo>
                  <a:pt x="41194" y="166504"/>
                  <a:pt x="40845" y="167123"/>
                  <a:pt x="40148" y="167631"/>
                </a:cubicBezTo>
                <a:cubicBezTo>
                  <a:pt x="39450" y="168138"/>
                  <a:pt x="38388" y="168519"/>
                  <a:pt x="36961" y="168772"/>
                </a:cubicBezTo>
                <a:cubicBezTo>
                  <a:pt x="35533" y="169026"/>
                  <a:pt x="33551" y="169153"/>
                  <a:pt x="31015" y="169153"/>
                </a:cubicBezTo>
                <a:cubicBezTo>
                  <a:pt x="29239" y="169153"/>
                  <a:pt x="27716" y="169089"/>
                  <a:pt x="26448" y="168962"/>
                </a:cubicBezTo>
                <a:cubicBezTo>
                  <a:pt x="25179" y="168836"/>
                  <a:pt x="24117" y="168661"/>
                  <a:pt x="23261" y="168439"/>
                </a:cubicBezTo>
                <a:cubicBezTo>
                  <a:pt x="22405" y="168217"/>
                  <a:pt x="21739" y="167932"/>
                  <a:pt x="21263" y="167583"/>
                </a:cubicBezTo>
                <a:cubicBezTo>
                  <a:pt x="20787" y="167234"/>
                  <a:pt x="20454" y="166837"/>
                  <a:pt x="20264" y="166391"/>
                </a:cubicBezTo>
                <a:cubicBezTo>
                  <a:pt x="16839" y="159793"/>
                  <a:pt x="13858" y="153146"/>
                  <a:pt x="11321" y="146451"/>
                </a:cubicBezTo>
                <a:cubicBezTo>
                  <a:pt x="8784" y="139756"/>
                  <a:pt x="6675" y="132997"/>
                  <a:pt x="4995" y="126175"/>
                </a:cubicBezTo>
                <a:cubicBezTo>
                  <a:pt x="3314" y="119353"/>
                  <a:pt x="2061" y="112467"/>
                  <a:pt x="1237" y="105518"/>
                </a:cubicBezTo>
                <a:cubicBezTo>
                  <a:pt x="412" y="98569"/>
                  <a:pt x="0" y="91509"/>
                  <a:pt x="0" y="84339"/>
                </a:cubicBezTo>
                <a:cubicBezTo>
                  <a:pt x="0" y="77231"/>
                  <a:pt x="428" y="70203"/>
                  <a:pt x="1284" y="63254"/>
                </a:cubicBezTo>
                <a:cubicBezTo>
                  <a:pt x="2141" y="56305"/>
                  <a:pt x="3425" y="49419"/>
                  <a:pt x="5137" y="42597"/>
                </a:cubicBezTo>
                <a:cubicBezTo>
                  <a:pt x="6850" y="35775"/>
                  <a:pt x="8959" y="29001"/>
                  <a:pt x="11464" y="22274"/>
                </a:cubicBezTo>
                <a:cubicBezTo>
                  <a:pt x="13969" y="15547"/>
                  <a:pt x="16903" y="8852"/>
                  <a:pt x="20264" y="2188"/>
                </a:cubicBezTo>
                <a:cubicBezTo>
                  <a:pt x="20391" y="1871"/>
                  <a:pt x="20645" y="1586"/>
                  <a:pt x="21025" y="1332"/>
                </a:cubicBezTo>
                <a:cubicBezTo>
                  <a:pt x="21406" y="1078"/>
                  <a:pt x="21977" y="840"/>
                  <a:pt x="22738" y="618"/>
                </a:cubicBezTo>
                <a:cubicBezTo>
                  <a:pt x="23499" y="396"/>
                  <a:pt x="24529" y="238"/>
                  <a:pt x="25830" y="143"/>
                </a:cubicBezTo>
                <a:cubicBezTo>
                  <a:pt x="27130" y="48"/>
                  <a:pt x="28795" y="0"/>
                  <a:pt x="30824" y="0"/>
                </a:cubicBezTo>
                <a:cubicBezTo>
                  <a:pt x="33108" y="0"/>
                  <a:pt x="34979" y="111"/>
                  <a:pt x="36437" y="333"/>
                </a:cubicBezTo>
                <a:cubicBezTo>
                  <a:pt x="37896" y="555"/>
                  <a:pt x="39006" y="888"/>
                  <a:pt x="39767" y="1332"/>
                </a:cubicBezTo>
                <a:cubicBezTo>
                  <a:pt x="40528" y="1776"/>
                  <a:pt x="40956" y="2348"/>
                  <a:pt x="41051" y="3047"/>
                </a:cubicBezTo>
                <a:cubicBezTo>
                  <a:pt x="41147" y="3745"/>
                  <a:pt x="41036" y="4506"/>
                  <a:pt x="40718" y="5331"/>
                </a:cubicBezTo>
                <a:close/>
                <a:moveTo>
                  <a:pt x="126815" y="118730"/>
                </a:moveTo>
                <a:cubicBezTo>
                  <a:pt x="126815" y="120379"/>
                  <a:pt x="126767" y="121759"/>
                  <a:pt x="126672" y="122869"/>
                </a:cubicBezTo>
                <a:cubicBezTo>
                  <a:pt x="126577" y="123979"/>
                  <a:pt x="126450" y="124914"/>
                  <a:pt x="126291" y="125675"/>
                </a:cubicBezTo>
                <a:cubicBezTo>
                  <a:pt x="126133" y="126436"/>
                  <a:pt x="125943" y="127055"/>
                  <a:pt x="125721" y="127531"/>
                </a:cubicBezTo>
                <a:cubicBezTo>
                  <a:pt x="125499" y="128006"/>
                  <a:pt x="125007" y="128609"/>
                  <a:pt x="124246" y="129338"/>
                </a:cubicBezTo>
                <a:cubicBezTo>
                  <a:pt x="123485" y="130068"/>
                  <a:pt x="122185" y="130955"/>
                  <a:pt x="120345" y="132002"/>
                </a:cubicBezTo>
                <a:cubicBezTo>
                  <a:pt x="118506" y="133048"/>
                  <a:pt x="116413" y="133984"/>
                  <a:pt x="114066" y="134808"/>
                </a:cubicBezTo>
                <a:cubicBezTo>
                  <a:pt x="111720" y="135633"/>
                  <a:pt x="109167" y="136299"/>
                  <a:pt x="106408" y="136806"/>
                </a:cubicBezTo>
                <a:cubicBezTo>
                  <a:pt x="103649" y="137314"/>
                  <a:pt x="100811" y="137567"/>
                  <a:pt x="97893" y="137567"/>
                </a:cubicBezTo>
                <a:cubicBezTo>
                  <a:pt x="91360" y="137567"/>
                  <a:pt x="85573" y="136553"/>
                  <a:pt x="80531" y="134523"/>
                </a:cubicBezTo>
                <a:cubicBezTo>
                  <a:pt x="75489" y="132493"/>
                  <a:pt x="71255" y="129497"/>
                  <a:pt x="67830" y="125533"/>
                </a:cubicBezTo>
                <a:cubicBezTo>
                  <a:pt x="64405" y="121569"/>
                  <a:pt x="61821" y="116733"/>
                  <a:pt x="60076" y="111024"/>
                </a:cubicBezTo>
                <a:cubicBezTo>
                  <a:pt x="58332" y="105316"/>
                  <a:pt x="57460" y="98783"/>
                  <a:pt x="57460" y="91426"/>
                </a:cubicBezTo>
                <a:cubicBezTo>
                  <a:pt x="57460" y="82927"/>
                  <a:pt x="58523" y="75586"/>
                  <a:pt x="60647" y="69402"/>
                </a:cubicBezTo>
                <a:cubicBezTo>
                  <a:pt x="62772" y="63218"/>
                  <a:pt x="65737" y="58097"/>
                  <a:pt x="69543" y="54038"/>
                </a:cubicBezTo>
                <a:cubicBezTo>
                  <a:pt x="73348" y="49978"/>
                  <a:pt x="77851" y="46966"/>
                  <a:pt x="83052" y="45000"/>
                </a:cubicBezTo>
                <a:cubicBezTo>
                  <a:pt x="88253" y="43033"/>
                  <a:pt x="93961" y="42050"/>
                  <a:pt x="100176" y="42050"/>
                </a:cubicBezTo>
                <a:cubicBezTo>
                  <a:pt x="102713" y="42050"/>
                  <a:pt x="105203" y="42272"/>
                  <a:pt x="107645" y="42716"/>
                </a:cubicBezTo>
                <a:cubicBezTo>
                  <a:pt x="110087" y="43160"/>
                  <a:pt x="112370" y="43763"/>
                  <a:pt x="114495" y="44524"/>
                </a:cubicBezTo>
                <a:cubicBezTo>
                  <a:pt x="116619" y="45285"/>
                  <a:pt x="118522" y="46141"/>
                  <a:pt x="120203" y="47093"/>
                </a:cubicBezTo>
                <a:cubicBezTo>
                  <a:pt x="121883" y="48044"/>
                  <a:pt x="123073" y="48868"/>
                  <a:pt x="123770" y="49566"/>
                </a:cubicBezTo>
                <a:cubicBezTo>
                  <a:pt x="124468" y="50264"/>
                  <a:pt x="124960" y="50850"/>
                  <a:pt x="125245" y="51326"/>
                </a:cubicBezTo>
                <a:cubicBezTo>
                  <a:pt x="125530" y="51802"/>
                  <a:pt x="125752" y="52420"/>
                  <a:pt x="125911" y="53181"/>
                </a:cubicBezTo>
                <a:cubicBezTo>
                  <a:pt x="126069" y="53942"/>
                  <a:pt x="126196" y="54878"/>
                  <a:pt x="126291" y="55988"/>
                </a:cubicBezTo>
                <a:cubicBezTo>
                  <a:pt x="126387" y="57098"/>
                  <a:pt x="126434" y="58446"/>
                  <a:pt x="126434" y="60031"/>
                </a:cubicBezTo>
                <a:cubicBezTo>
                  <a:pt x="126434" y="63710"/>
                  <a:pt x="126117" y="66294"/>
                  <a:pt x="125483" y="67785"/>
                </a:cubicBezTo>
                <a:cubicBezTo>
                  <a:pt x="124849" y="69275"/>
                  <a:pt x="124024" y="70020"/>
                  <a:pt x="123009" y="70020"/>
                </a:cubicBezTo>
                <a:cubicBezTo>
                  <a:pt x="121931" y="70020"/>
                  <a:pt x="120789" y="69577"/>
                  <a:pt x="119584" y="68689"/>
                </a:cubicBezTo>
                <a:cubicBezTo>
                  <a:pt x="118379" y="67801"/>
                  <a:pt x="116952" y="66818"/>
                  <a:pt x="115303" y="65739"/>
                </a:cubicBezTo>
                <a:cubicBezTo>
                  <a:pt x="113654" y="64661"/>
                  <a:pt x="111688" y="63678"/>
                  <a:pt x="109405" y="62790"/>
                </a:cubicBezTo>
                <a:cubicBezTo>
                  <a:pt x="107121" y="61902"/>
                  <a:pt x="104394" y="61458"/>
                  <a:pt x="101223" y="61458"/>
                </a:cubicBezTo>
                <a:cubicBezTo>
                  <a:pt x="95007" y="61458"/>
                  <a:pt x="90251" y="63852"/>
                  <a:pt x="86952" y="68641"/>
                </a:cubicBezTo>
                <a:cubicBezTo>
                  <a:pt x="83654" y="73430"/>
                  <a:pt x="82005" y="80454"/>
                  <a:pt x="82005" y="89714"/>
                </a:cubicBezTo>
                <a:cubicBezTo>
                  <a:pt x="82005" y="94280"/>
                  <a:pt x="82418" y="98308"/>
                  <a:pt x="83242" y="101796"/>
                </a:cubicBezTo>
                <a:cubicBezTo>
                  <a:pt x="84067" y="105284"/>
                  <a:pt x="85288" y="108202"/>
                  <a:pt x="86905" y="110549"/>
                </a:cubicBezTo>
                <a:cubicBezTo>
                  <a:pt x="88522" y="112895"/>
                  <a:pt x="90552" y="114655"/>
                  <a:pt x="92994" y="115829"/>
                </a:cubicBezTo>
                <a:cubicBezTo>
                  <a:pt x="95436" y="117002"/>
                  <a:pt x="98274" y="117589"/>
                  <a:pt x="101508" y="117589"/>
                </a:cubicBezTo>
                <a:cubicBezTo>
                  <a:pt x="104806" y="117589"/>
                  <a:pt x="107645" y="117097"/>
                  <a:pt x="110023" y="116114"/>
                </a:cubicBezTo>
                <a:cubicBezTo>
                  <a:pt x="112402" y="115131"/>
                  <a:pt x="114479" y="114037"/>
                  <a:pt x="116255" y="112832"/>
                </a:cubicBezTo>
                <a:cubicBezTo>
                  <a:pt x="118030" y="111627"/>
                  <a:pt x="119521" y="110533"/>
                  <a:pt x="120726" y="109550"/>
                </a:cubicBezTo>
                <a:cubicBezTo>
                  <a:pt x="121931" y="108567"/>
                  <a:pt x="122946" y="108075"/>
                  <a:pt x="123770" y="108075"/>
                </a:cubicBezTo>
                <a:cubicBezTo>
                  <a:pt x="124341" y="108075"/>
                  <a:pt x="124817" y="108234"/>
                  <a:pt x="125197" y="108551"/>
                </a:cubicBezTo>
                <a:cubicBezTo>
                  <a:pt x="125578" y="108868"/>
                  <a:pt x="125879" y="109455"/>
                  <a:pt x="126101" y="110311"/>
                </a:cubicBezTo>
                <a:cubicBezTo>
                  <a:pt x="126323" y="111167"/>
                  <a:pt x="126498" y="112261"/>
                  <a:pt x="126624" y="113593"/>
                </a:cubicBezTo>
                <a:cubicBezTo>
                  <a:pt x="126751" y="114925"/>
                  <a:pt x="126815" y="116637"/>
                  <a:pt x="126815" y="118730"/>
                </a:cubicBezTo>
                <a:close/>
                <a:moveTo>
                  <a:pt x="180138" y="84339"/>
                </a:moveTo>
                <a:cubicBezTo>
                  <a:pt x="180138" y="91509"/>
                  <a:pt x="179725" y="98569"/>
                  <a:pt x="178901" y="105518"/>
                </a:cubicBezTo>
                <a:cubicBezTo>
                  <a:pt x="178076" y="112467"/>
                  <a:pt x="176824" y="119353"/>
                  <a:pt x="175143" y="126175"/>
                </a:cubicBezTo>
                <a:cubicBezTo>
                  <a:pt x="173462" y="132997"/>
                  <a:pt x="171369" y="139756"/>
                  <a:pt x="168864" y="146451"/>
                </a:cubicBezTo>
                <a:cubicBezTo>
                  <a:pt x="166359" y="153146"/>
                  <a:pt x="163394" y="159793"/>
                  <a:pt x="159969" y="166391"/>
                </a:cubicBezTo>
                <a:cubicBezTo>
                  <a:pt x="159778" y="166837"/>
                  <a:pt x="159445" y="167234"/>
                  <a:pt x="158970" y="167583"/>
                </a:cubicBezTo>
                <a:cubicBezTo>
                  <a:pt x="158494" y="167932"/>
                  <a:pt x="157828" y="168217"/>
                  <a:pt x="156972" y="168439"/>
                </a:cubicBezTo>
                <a:cubicBezTo>
                  <a:pt x="156116" y="168661"/>
                  <a:pt x="155053" y="168836"/>
                  <a:pt x="153785" y="168962"/>
                </a:cubicBezTo>
                <a:cubicBezTo>
                  <a:pt x="152516" y="169089"/>
                  <a:pt x="150994" y="169153"/>
                  <a:pt x="149218" y="169153"/>
                </a:cubicBezTo>
                <a:cubicBezTo>
                  <a:pt x="146618" y="169153"/>
                  <a:pt x="144604" y="169026"/>
                  <a:pt x="143177" y="168772"/>
                </a:cubicBezTo>
                <a:cubicBezTo>
                  <a:pt x="141750" y="168519"/>
                  <a:pt x="140688" y="168138"/>
                  <a:pt x="139990" y="167631"/>
                </a:cubicBezTo>
                <a:cubicBezTo>
                  <a:pt x="139292" y="167123"/>
                  <a:pt x="138943" y="166504"/>
                  <a:pt x="138943" y="165772"/>
                </a:cubicBezTo>
                <a:cubicBezTo>
                  <a:pt x="138943" y="165043"/>
                  <a:pt x="139134" y="164171"/>
                  <a:pt x="139514" y="163156"/>
                </a:cubicBezTo>
                <a:cubicBezTo>
                  <a:pt x="144779" y="150717"/>
                  <a:pt x="148790" y="137914"/>
                  <a:pt x="151549" y="124748"/>
                </a:cubicBezTo>
                <a:cubicBezTo>
                  <a:pt x="154308" y="111579"/>
                  <a:pt x="155688" y="98046"/>
                  <a:pt x="155688" y="84148"/>
                </a:cubicBezTo>
                <a:cubicBezTo>
                  <a:pt x="155688" y="70314"/>
                  <a:pt x="154324" y="56813"/>
                  <a:pt x="151597" y="43647"/>
                </a:cubicBezTo>
                <a:cubicBezTo>
                  <a:pt x="148869" y="30478"/>
                  <a:pt x="144810" y="17706"/>
                  <a:pt x="139419" y="5331"/>
                </a:cubicBezTo>
                <a:cubicBezTo>
                  <a:pt x="139102" y="4506"/>
                  <a:pt x="138991" y="3745"/>
                  <a:pt x="139086" y="3047"/>
                </a:cubicBezTo>
                <a:cubicBezTo>
                  <a:pt x="139181" y="2348"/>
                  <a:pt x="139625" y="1776"/>
                  <a:pt x="140418" y="1332"/>
                </a:cubicBezTo>
                <a:cubicBezTo>
                  <a:pt x="141211" y="888"/>
                  <a:pt x="142321" y="555"/>
                  <a:pt x="143748" y="333"/>
                </a:cubicBezTo>
                <a:cubicBezTo>
                  <a:pt x="145175" y="111"/>
                  <a:pt x="147062" y="0"/>
                  <a:pt x="149409" y="0"/>
                </a:cubicBezTo>
                <a:cubicBezTo>
                  <a:pt x="151375" y="0"/>
                  <a:pt x="152992" y="48"/>
                  <a:pt x="154260" y="143"/>
                </a:cubicBezTo>
                <a:cubicBezTo>
                  <a:pt x="155529" y="238"/>
                  <a:pt x="156575" y="396"/>
                  <a:pt x="157400" y="618"/>
                </a:cubicBezTo>
                <a:cubicBezTo>
                  <a:pt x="158225" y="840"/>
                  <a:pt x="158811" y="1078"/>
                  <a:pt x="159160" y="1332"/>
                </a:cubicBezTo>
                <a:cubicBezTo>
                  <a:pt x="159509" y="1586"/>
                  <a:pt x="159778" y="1871"/>
                  <a:pt x="159969" y="2188"/>
                </a:cubicBezTo>
                <a:cubicBezTo>
                  <a:pt x="166565" y="15515"/>
                  <a:pt x="171575" y="28985"/>
                  <a:pt x="175000" y="42597"/>
                </a:cubicBezTo>
                <a:cubicBezTo>
                  <a:pt x="178425" y="56210"/>
                  <a:pt x="180138" y="70124"/>
                  <a:pt x="180138" y="84339"/>
                </a:cubicBezTo>
                <a:close/>
                <a:moveTo>
                  <a:pt x="277551" y="132050"/>
                </a:moveTo>
                <a:cubicBezTo>
                  <a:pt x="277551" y="132684"/>
                  <a:pt x="277344" y="133255"/>
                  <a:pt x="276932" y="133762"/>
                </a:cubicBezTo>
                <a:cubicBezTo>
                  <a:pt x="276520" y="134269"/>
                  <a:pt x="275838" y="134682"/>
                  <a:pt x="274887" y="134999"/>
                </a:cubicBezTo>
                <a:cubicBezTo>
                  <a:pt x="273935" y="135316"/>
                  <a:pt x="272667" y="135570"/>
                  <a:pt x="271081" y="135760"/>
                </a:cubicBezTo>
                <a:cubicBezTo>
                  <a:pt x="269496" y="135950"/>
                  <a:pt x="267466" y="136045"/>
                  <a:pt x="264993" y="136045"/>
                </a:cubicBezTo>
                <a:cubicBezTo>
                  <a:pt x="262582" y="136045"/>
                  <a:pt x="260569" y="135950"/>
                  <a:pt x="258951" y="135760"/>
                </a:cubicBezTo>
                <a:cubicBezTo>
                  <a:pt x="257334" y="135570"/>
                  <a:pt x="256050" y="135316"/>
                  <a:pt x="255098" y="134999"/>
                </a:cubicBezTo>
                <a:cubicBezTo>
                  <a:pt x="254147" y="134682"/>
                  <a:pt x="253465" y="134269"/>
                  <a:pt x="253053" y="133762"/>
                </a:cubicBezTo>
                <a:cubicBezTo>
                  <a:pt x="252641" y="133255"/>
                  <a:pt x="252435" y="132684"/>
                  <a:pt x="252435" y="132050"/>
                </a:cubicBezTo>
                <a:lnTo>
                  <a:pt x="252435" y="15793"/>
                </a:lnTo>
                <a:cubicBezTo>
                  <a:pt x="252435" y="15158"/>
                  <a:pt x="252641" y="14588"/>
                  <a:pt x="253053" y="14080"/>
                </a:cubicBezTo>
                <a:cubicBezTo>
                  <a:pt x="253465" y="13573"/>
                  <a:pt x="254163" y="13161"/>
                  <a:pt x="255146" y="12843"/>
                </a:cubicBezTo>
                <a:cubicBezTo>
                  <a:pt x="256129" y="12526"/>
                  <a:pt x="257413" y="12273"/>
                  <a:pt x="258999" y="12082"/>
                </a:cubicBezTo>
                <a:cubicBezTo>
                  <a:pt x="260585" y="11892"/>
                  <a:pt x="262582" y="11797"/>
                  <a:pt x="264993" y="11797"/>
                </a:cubicBezTo>
                <a:cubicBezTo>
                  <a:pt x="267466" y="11797"/>
                  <a:pt x="269496" y="11892"/>
                  <a:pt x="271081" y="12082"/>
                </a:cubicBezTo>
                <a:cubicBezTo>
                  <a:pt x="272667" y="12273"/>
                  <a:pt x="273935" y="12526"/>
                  <a:pt x="274887" y="12843"/>
                </a:cubicBezTo>
                <a:cubicBezTo>
                  <a:pt x="275838" y="13161"/>
                  <a:pt x="276520" y="13573"/>
                  <a:pt x="276932" y="14080"/>
                </a:cubicBezTo>
                <a:cubicBezTo>
                  <a:pt x="277344" y="14588"/>
                  <a:pt x="277551" y="15158"/>
                  <a:pt x="277551" y="15793"/>
                </a:cubicBezTo>
                <a:lnTo>
                  <a:pt x="277551" y="132050"/>
                </a:lnTo>
                <a:close/>
                <a:moveTo>
                  <a:pt x="380774" y="132237"/>
                </a:moveTo>
                <a:cubicBezTo>
                  <a:pt x="380774" y="132871"/>
                  <a:pt x="380583" y="133427"/>
                  <a:pt x="380203" y="133905"/>
                </a:cubicBezTo>
                <a:cubicBezTo>
                  <a:pt x="379822" y="134380"/>
                  <a:pt x="379188" y="134777"/>
                  <a:pt x="378300" y="135094"/>
                </a:cubicBezTo>
                <a:cubicBezTo>
                  <a:pt x="377412" y="135411"/>
                  <a:pt x="376191" y="135649"/>
                  <a:pt x="374637" y="135807"/>
                </a:cubicBezTo>
                <a:cubicBezTo>
                  <a:pt x="373084" y="135966"/>
                  <a:pt x="371165" y="136045"/>
                  <a:pt x="368882" y="136045"/>
                </a:cubicBezTo>
                <a:cubicBezTo>
                  <a:pt x="366535" y="136045"/>
                  <a:pt x="364585" y="135966"/>
                  <a:pt x="363031" y="135807"/>
                </a:cubicBezTo>
                <a:cubicBezTo>
                  <a:pt x="361477" y="135649"/>
                  <a:pt x="360256" y="135411"/>
                  <a:pt x="359368" y="135094"/>
                </a:cubicBezTo>
                <a:cubicBezTo>
                  <a:pt x="358480" y="134777"/>
                  <a:pt x="357846" y="134380"/>
                  <a:pt x="357465" y="133905"/>
                </a:cubicBezTo>
                <a:cubicBezTo>
                  <a:pt x="357085" y="133429"/>
                  <a:pt x="356894" y="132874"/>
                  <a:pt x="356894" y="132240"/>
                </a:cubicBezTo>
                <a:lnTo>
                  <a:pt x="356894" y="83815"/>
                </a:lnTo>
                <a:cubicBezTo>
                  <a:pt x="356894" y="79693"/>
                  <a:pt x="356593" y="76458"/>
                  <a:pt x="355991" y="74111"/>
                </a:cubicBezTo>
                <a:cubicBezTo>
                  <a:pt x="355388" y="71765"/>
                  <a:pt x="354516" y="69751"/>
                  <a:pt x="353374" y="68070"/>
                </a:cubicBezTo>
                <a:cubicBezTo>
                  <a:pt x="352233" y="66389"/>
                  <a:pt x="350758" y="65089"/>
                  <a:pt x="348951" y="64170"/>
                </a:cubicBezTo>
                <a:cubicBezTo>
                  <a:pt x="347143" y="63250"/>
                  <a:pt x="345034" y="62790"/>
                  <a:pt x="342624" y="62790"/>
                </a:cubicBezTo>
                <a:cubicBezTo>
                  <a:pt x="339580" y="62790"/>
                  <a:pt x="336504" y="63900"/>
                  <a:pt x="333396" y="66120"/>
                </a:cubicBezTo>
                <a:cubicBezTo>
                  <a:pt x="330288" y="68340"/>
                  <a:pt x="327053" y="71574"/>
                  <a:pt x="323692" y="75824"/>
                </a:cubicBezTo>
                <a:lnTo>
                  <a:pt x="323692" y="132240"/>
                </a:lnTo>
                <a:cubicBezTo>
                  <a:pt x="323692" y="132874"/>
                  <a:pt x="323502" y="133429"/>
                  <a:pt x="323121" y="133905"/>
                </a:cubicBezTo>
                <a:cubicBezTo>
                  <a:pt x="322740" y="134380"/>
                  <a:pt x="322090" y="134777"/>
                  <a:pt x="321171" y="135094"/>
                </a:cubicBezTo>
                <a:cubicBezTo>
                  <a:pt x="320251" y="135411"/>
                  <a:pt x="319030" y="135649"/>
                  <a:pt x="317508" y="135807"/>
                </a:cubicBezTo>
                <a:cubicBezTo>
                  <a:pt x="315986" y="135966"/>
                  <a:pt x="314051" y="136045"/>
                  <a:pt x="311705" y="136045"/>
                </a:cubicBezTo>
                <a:cubicBezTo>
                  <a:pt x="309358" y="136045"/>
                  <a:pt x="307423" y="135966"/>
                  <a:pt x="305901" y="135807"/>
                </a:cubicBezTo>
                <a:cubicBezTo>
                  <a:pt x="304379" y="135649"/>
                  <a:pt x="303158" y="135411"/>
                  <a:pt x="302239" y="135094"/>
                </a:cubicBezTo>
                <a:cubicBezTo>
                  <a:pt x="301319" y="134777"/>
                  <a:pt x="300669" y="134380"/>
                  <a:pt x="300288" y="133905"/>
                </a:cubicBezTo>
                <a:cubicBezTo>
                  <a:pt x="299908" y="133429"/>
                  <a:pt x="299717" y="132874"/>
                  <a:pt x="299717" y="132240"/>
                </a:cubicBezTo>
                <a:lnTo>
                  <a:pt x="299717" y="47378"/>
                </a:lnTo>
                <a:cubicBezTo>
                  <a:pt x="299717" y="46744"/>
                  <a:pt x="299876" y="46189"/>
                  <a:pt x="300193" y="45713"/>
                </a:cubicBezTo>
                <a:cubicBezTo>
                  <a:pt x="300510" y="45237"/>
                  <a:pt x="301081" y="44841"/>
                  <a:pt x="301906" y="44524"/>
                </a:cubicBezTo>
                <a:cubicBezTo>
                  <a:pt x="302730" y="44207"/>
                  <a:pt x="303792" y="43969"/>
                  <a:pt x="305093" y="43810"/>
                </a:cubicBezTo>
                <a:cubicBezTo>
                  <a:pt x="306393" y="43652"/>
                  <a:pt x="308026" y="43573"/>
                  <a:pt x="309992" y="43573"/>
                </a:cubicBezTo>
                <a:cubicBezTo>
                  <a:pt x="312022" y="43573"/>
                  <a:pt x="313702" y="43652"/>
                  <a:pt x="315034" y="43810"/>
                </a:cubicBezTo>
                <a:cubicBezTo>
                  <a:pt x="316366" y="43969"/>
                  <a:pt x="317397" y="44207"/>
                  <a:pt x="318126" y="44524"/>
                </a:cubicBezTo>
                <a:cubicBezTo>
                  <a:pt x="318856" y="44841"/>
                  <a:pt x="319379" y="45237"/>
                  <a:pt x="319696" y="45713"/>
                </a:cubicBezTo>
                <a:cubicBezTo>
                  <a:pt x="320013" y="46189"/>
                  <a:pt x="320172" y="46744"/>
                  <a:pt x="320172" y="47378"/>
                </a:cubicBezTo>
                <a:lnTo>
                  <a:pt x="320172" y="57177"/>
                </a:lnTo>
                <a:cubicBezTo>
                  <a:pt x="324865" y="52071"/>
                  <a:pt x="329638" y="48242"/>
                  <a:pt x="334490" y="45689"/>
                </a:cubicBezTo>
                <a:cubicBezTo>
                  <a:pt x="339342" y="43136"/>
                  <a:pt x="344400" y="41860"/>
                  <a:pt x="349664" y="41860"/>
                </a:cubicBezTo>
                <a:cubicBezTo>
                  <a:pt x="355436" y="41860"/>
                  <a:pt x="360304" y="42812"/>
                  <a:pt x="364268" y="44717"/>
                </a:cubicBezTo>
                <a:cubicBezTo>
                  <a:pt x="368232" y="46622"/>
                  <a:pt x="371435" y="49209"/>
                  <a:pt x="373876" y="52480"/>
                </a:cubicBezTo>
                <a:cubicBezTo>
                  <a:pt x="376318" y="55748"/>
                  <a:pt x="378078" y="59573"/>
                  <a:pt x="379156" y="63956"/>
                </a:cubicBezTo>
                <a:cubicBezTo>
                  <a:pt x="380235" y="68336"/>
                  <a:pt x="380774" y="73605"/>
                  <a:pt x="380774" y="79763"/>
                </a:cubicBezTo>
                <a:lnTo>
                  <a:pt x="380774" y="132237"/>
                </a:lnTo>
                <a:close/>
                <a:moveTo>
                  <a:pt x="454556" y="15032"/>
                </a:moveTo>
                <a:cubicBezTo>
                  <a:pt x="454556" y="16871"/>
                  <a:pt x="454492" y="18345"/>
                  <a:pt x="454365" y="19455"/>
                </a:cubicBezTo>
                <a:cubicBezTo>
                  <a:pt x="454238" y="20565"/>
                  <a:pt x="454048" y="21422"/>
                  <a:pt x="453794" y="22024"/>
                </a:cubicBezTo>
                <a:cubicBezTo>
                  <a:pt x="453541" y="22627"/>
                  <a:pt x="453255" y="23039"/>
                  <a:pt x="452938" y="23261"/>
                </a:cubicBezTo>
                <a:cubicBezTo>
                  <a:pt x="452621" y="23483"/>
                  <a:pt x="452272" y="23594"/>
                  <a:pt x="451892" y="23594"/>
                </a:cubicBezTo>
                <a:cubicBezTo>
                  <a:pt x="451448" y="23594"/>
                  <a:pt x="450956" y="23483"/>
                  <a:pt x="450417" y="23261"/>
                </a:cubicBezTo>
                <a:cubicBezTo>
                  <a:pt x="449878" y="23039"/>
                  <a:pt x="449212" y="22801"/>
                  <a:pt x="448419" y="22547"/>
                </a:cubicBezTo>
                <a:cubicBezTo>
                  <a:pt x="447626" y="22294"/>
                  <a:pt x="446691" y="22056"/>
                  <a:pt x="445613" y="21834"/>
                </a:cubicBezTo>
                <a:cubicBezTo>
                  <a:pt x="444534" y="21612"/>
                  <a:pt x="443266" y="21501"/>
                  <a:pt x="441807" y="21501"/>
                </a:cubicBezTo>
                <a:cubicBezTo>
                  <a:pt x="440095" y="21501"/>
                  <a:pt x="438620" y="21770"/>
                  <a:pt x="437383" y="22310"/>
                </a:cubicBezTo>
                <a:cubicBezTo>
                  <a:pt x="436147" y="22849"/>
                  <a:pt x="435116" y="23705"/>
                  <a:pt x="434291" y="24878"/>
                </a:cubicBezTo>
                <a:cubicBezTo>
                  <a:pt x="433467" y="26052"/>
                  <a:pt x="432864" y="27574"/>
                  <a:pt x="432484" y="29445"/>
                </a:cubicBezTo>
                <a:cubicBezTo>
                  <a:pt x="432103" y="31316"/>
                  <a:pt x="431913" y="33615"/>
                  <a:pt x="431913" y="36342"/>
                </a:cubicBezTo>
                <a:lnTo>
                  <a:pt x="431913" y="44143"/>
                </a:lnTo>
                <a:lnTo>
                  <a:pt x="447420" y="44143"/>
                </a:lnTo>
                <a:cubicBezTo>
                  <a:pt x="447991" y="44143"/>
                  <a:pt x="448514" y="44302"/>
                  <a:pt x="448990" y="44619"/>
                </a:cubicBezTo>
                <a:cubicBezTo>
                  <a:pt x="449466" y="44936"/>
                  <a:pt x="449862" y="45459"/>
                  <a:pt x="450179" y="46189"/>
                </a:cubicBezTo>
                <a:cubicBezTo>
                  <a:pt x="450496" y="46918"/>
                  <a:pt x="450734" y="47917"/>
                  <a:pt x="450893" y="49186"/>
                </a:cubicBezTo>
                <a:cubicBezTo>
                  <a:pt x="451051" y="50454"/>
                  <a:pt x="451131" y="52008"/>
                  <a:pt x="451131" y="53847"/>
                </a:cubicBezTo>
                <a:cubicBezTo>
                  <a:pt x="451131" y="57336"/>
                  <a:pt x="450813" y="59825"/>
                  <a:pt x="450179" y="61316"/>
                </a:cubicBezTo>
                <a:cubicBezTo>
                  <a:pt x="449545" y="62806"/>
                  <a:pt x="448625" y="63551"/>
                  <a:pt x="447420" y="63551"/>
                </a:cubicBezTo>
                <a:lnTo>
                  <a:pt x="431913" y="63551"/>
                </a:lnTo>
                <a:lnTo>
                  <a:pt x="431913" y="132240"/>
                </a:lnTo>
                <a:cubicBezTo>
                  <a:pt x="431913" y="132874"/>
                  <a:pt x="431723" y="133429"/>
                  <a:pt x="431342" y="133905"/>
                </a:cubicBezTo>
                <a:cubicBezTo>
                  <a:pt x="430962" y="134380"/>
                  <a:pt x="430327" y="134777"/>
                  <a:pt x="429439" y="135094"/>
                </a:cubicBezTo>
                <a:cubicBezTo>
                  <a:pt x="428552" y="135411"/>
                  <a:pt x="427315" y="135649"/>
                  <a:pt x="425729" y="135807"/>
                </a:cubicBezTo>
                <a:cubicBezTo>
                  <a:pt x="424144" y="135966"/>
                  <a:pt x="422209" y="136045"/>
                  <a:pt x="419926" y="136045"/>
                </a:cubicBezTo>
                <a:cubicBezTo>
                  <a:pt x="417643" y="136045"/>
                  <a:pt x="415724" y="135966"/>
                  <a:pt x="414170" y="135807"/>
                </a:cubicBezTo>
                <a:cubicBezTo>
                  <a:pt x="412616" y="135649"/>
                  <a:pt x="411379" y="135411"/>
                  <a:pt x="410460" y="135094"/>
                </a:cubicBezTo>
                <a:cubicBezTo>
                  <a:pt x="409540" y="134777"/>
                  <a:pt x="408906" y="134380"/>
                  <a:pt x="408557" y="133905"/>
                </a:cubicBezTo>
                <a:cubicBezTo>
                  <a:pt x="408208" y="133429"/>
                  <a:pt x="408034" y="132874"/>
                  <a:pt x="408034" y="132240"/>
                </a:cubicBezTo>
                <a:lnTo>
                  <a:pt x="408034" y="63551"/>
                </a:lnTo>
                <a:lnTo>
                  <a:pt x="397378" y="63551"/>
                </a:lnTo>
                <a:cubicBezTo>
                  <a:pt x="396173" y="63551"/>
                  <a:pt x="395270" y="62806"/>
                  <a:pt x="394667" y="61316"/>
                </a:cubicBezTo>
                <a:cubicBezTo>
                  <a:pt x="394065" y="59825"/>
                  <a:pt x="393763" y="57336"/>
                  <a:pt x="393763" y="53847"/>
                </a:cubicBezTo>
                <a:cubicBezTo>
                  <a:pt x="393763" y="52008"/>
                  <a:pt x="393843" y="50454"/>
                  <a:pt x="394001" y="49186"/>
                </a:cubicBezTo>
                <a:cubicBezTo>
                  <a:pt x="394160" y="47917"/>
                  <a:pt x="394382" y="46918"/>
                  <a:pt x="394667" y="46189"/>
                </a:cubicBezTo>
                <a:cubicBezTo>
                  <a:pt x="394952" y="45459"/>
                  <a:pt x="395333" y="44936"/>
                  <a:pt x="395809" y="44619"/>
                </a:cubicBezTo>
                <a:cubicBezTo>
                  <a:pt x="396284" y="44302"/>
                  <a:pt x="396839" y="44143"/>
                  <a:pt x="397474" y="44143"/>
                </a:cubicBezTo>
                <a:lnTo>
                  <a:pt x="408034" y="44143"/>
                </a:lnTo>
                <a:lnTo>
                  <a:pt x="408034" y="37008"/>
                </a:lnTo>
                <a:cubicBezTo>
                  <a:pt x="408034" y="31236"/>
                  <a:pt x="408605" y="26178"/>
                  <a:pt x="409746" y="21834"/>
                </a:cubicBezTo>
                <a:cubicBezTo>
                  <a:pt x="410888" y="17489"/>
                  <a:pt x="412680" y="13874"/>
                  <a:pt x="415121" y="10988"/>
                </a:cubicBezTo>
                <a:cubicBezTo>
                  <a:pt x="417563" y="8102"/>
                  <a:pt x="420671" y="5930"/>
                  <a:pt x="424445" y="4471"/>
                </a:cubicBezTo>
                <a:cubicBezTo>
                  <a:pt x="428219" y="3013"/>
                  <a:pt x="432674" y="2283"/>
                  <a:pt x="437811" y="2283"/>
                </a:cubicBezTo>
                <a:cubicBezTo>
                  <a:pt x="440285" y="2283"/>
                  <a:pt x="442632" y="2489"/>
                  <a:pt x="444852" y="2902"/>
                </a:cubicBezTo>
                <a:cubicBezTo>
                  <a:pt x="447071" y="3314"/>
                  <a:pt x="448816" y="3758"/>
                  <a:pt x="450084" y="4234"/>
                </a:cubicBezTo>
                <a:cubicBezTo>
                  <a:pt x="451353" y="4709"/>
                  <a:pt x="452209" y="5153"/>
                  <a:pt x="452653" y="5565"/>
                </a:cubicBezTo>
                <a:cubicBezTo>
                  <a:pt x="453097" y="5978"/>
                  <a:pt x="453461" y="6580"/>
                  <a:pt x="453747" y="7373"/>
                </a:cubicBezTo>
                <a:cubicBezTo>
                  <a:pt x="454032" y="8166"/>
                  <a:pt x="454238" y="9181"/>
                  <a:pt x="454365" y="10417"/>
                </a:cubicBezTo>
                <a:cubicBezTo>
                  <a:pt x="454492" y="11654"/>
                  <a:pt x="454556" y="13192"/>
                  <a:pt x="454556" y="15032"/>
                </a:cubicBezTo>
                <a:close/>
                <a:moveTo>
                  <a:pt x="542555" y="87320"/>
                </a:moveTo>
                <a:cubicBezTo>
                  <a:pt x="542555" y="90244"/>
                  <a:pt x="541904" y="92404"/>
                  <a:pt x="540604" y="93802"/>
                </a:cubicBezTo>
                <a:cubicBezTo>
                  <a:pt x="539304" y="95199"/>
                  <a:pt x="537512" y="95898"/>
                  <a:pt x="535229" y="95898"/>
                </a:cubicBezTo>
                <a:lnTo>
                  <a:pt x="483570" y="95898"/>
                </a:lnTo>
                <a:cubicBezTo>
                  <a:pt x="483570" y="99527"/>
                  <a:pt x="483998" y="102822"/>
                  <a:pt x="484854" y="105783"/>
                </a:cubicBezTo>
                <a:cubicBezTo>
                  <a:pt x="485711" y="108744"/>
                  <a:pt x="487074" y="111260"/>
                  <a:pt x="488945" y="113331"/>
                </a:cubicBezTo>
                <a:cubicBezTo>
                  <a:pt x="490816" y="115401"/>
                  <a:pt x="493226" y="116976"/>
                  <a:pt x="496176" y="118059"/>
                </a:cubicBezTo>
                <a:cubicBezTo>
                  <a:pt x="499125" y="119141"/>
                  <a:pt x="502661" y="119682"/>
                  <a:pt x="506783" y="119682"/>
                </a:cubicBezTo>
                <a:cubicBezTo>
                  <a:pt x="510969" y="119682"/>
                  <a:pt x="514648" y="119376"/>
                  <a:pt x="517819" y="118763"/>
                </a:cubicBezTo>
                <a:cubicBezTo>
                  <a:pt x="520990" y="118151"/>
                  <a:pt x="523733" y="117474"/>
                  <a:pt x="526048" y="116733"/>
                </a:cubicBezTo>
                <a:cubicBezTo>
                  <a:pt x="528363" y="115991"/>
                  <a:pt x="530282" y="115314"/>
                  <a:pt x="531804" y="114702"/>
                </a:cubicBezTo>
                <a:cubicBezTo>
                  <a:pt x="533326" y="114090"/>
                  <a:pt x="534563" y="113783"/>
                  <a:pt x="535514" y="113783"/>
                </a:cubicBezTo>
                <a:cubicBezTo>
                  <a:pt x="536085" y="113783"/>
                  <a:pt x="536561" y="113895"/>
                  <a:pt x="536942" y="114119"/>
                </a:cubicBezTo>
                <a:cubicBezTo>
                  <a:pt x="537322" y="114341"/>
                  <a:pt x="537639" y="114740"/>
                  <a:pt x="537893" y="115314"/>
                </a:cubicBezTo>
                <a:cubicBezTo>
                  <a:pt x="538147" y="115887"/>
                  <a:pt x="538321" y="116700"/>
                  <a:pt x="538416" y="117752"/>
                </a:cubicBezTo>
                <a:cubicBezTo>
                  <a:pt x="538511" y="118805"/>
                  <a:pt x="538559" y="120128"/>
                  <a:pt x="538559" y="121721"/>
                </a:cubicBezTo>
                <a:cubicBezTo>
                  <a:pt x="538559" y="123125"/>
                  <a:pt x="538527" y="124321"/>
                  <a:pt x="538464" y="125310"/>
                </a:cubicBezTo>
                <a:cubicBezTo>
                  <a:pt x="538400" y="126297"/>
                  <a:pt x="538305" y="127141"/>
                  <a:pt x="538178" y="127843"/>
                </a:cubicBezTo>
                <a:cubicBezTo>
                  <a:pt x="538051" y="128544"/>
                  <a:pt x="537861" y="129135"/>
                  <a:pt x="537607" y="129615"/>
                </a:cubicBezTo>
                <a:cubicBezTo>
                  <a:pt x="537354" y="130092"/>
                  <a:pt x="537021" y="130554"/>
                  <a:pt x="536609" y="131000"/>
                </a:cubicBezTo>
                <a:cubicBezTo>
                  <a:pt x="536196" y="131446"/>
                  <a:pt x="535071" y="132050"/>
                  <a:pt x="533231" y="132811"/>
                </a:cubicBezTo>
                <a:cubicBezTo>
                  <a:pt x="531392" y="133572"/>
                  <a:pt x="529045" y="134317"/>
                  <a:pt x="526191" y="135046"/>
                </a:cubicBezTo>
                <a:cubicBezTo>
                  <a:pt x="523337" y="135776"/>
                  <a:pt x="520071" y="136410"/>
                  <a:pt x="516392" y="136949"/>
                </a:cubicBezTo>
                <a:cubicBezTo>
                  <a:pt x="512713" y="137488"/>
                  <a:pt x="508781" y="137758"/>
                  <a:pt x="504595" y="137758"/>
                </a:cubicBezTo>
                <a:cubicBezTo>
                  <a:pt x="497048" y="137758"/>
                  <a:pt x="490436" y="136804"/>
                  <a:pt x="484759" y="134898"/>
                </a:cubicBezTo>
                <a:cubicBezTo>
                  <a:pt x="479083" y="132991"/>
                  <a:pt x="474342" y="130099"/>
                  <a:pt x="470536" y="126222"/>
                </a:cubicBezTo>
                <a:cubicBezTo>
                  <a:pt x="466731" y="122346"/>
                  <a:pt x="463893" y="117453"/>
                  <a:pt x="462022" y="111545"/>
                </a:cubicBezTo>
                <a:cubicBezTo>
                  <a:pt x="460150" y="105634"/>
                  <a:pt x="459215" y="98707"/>
                  <a:pt x="459215" y="90763"/>
                </a:cubicBezTo>
                <a:cubicBezTo>
                  <a:pt x="459215" y="83200"/>
                  <a:pt x="460198" y="76384"/>
                  <a:pt x="462164" y="70315"/>
                </a:cubicBezTo>
                <a:cubicBezTo>
                  <a:pt x="464130" y="64246"/>
                  <a:pt x="466984" y="59099"/>
                  <a:pt x="470726" y="54873"/>
                </a:cubicBezTo>
                <a:cubicBezTo>
                  <a:pt x="474469" y="50645"/>
                  <a:pt x="479019" y="47420"/>
                  <a:pt x="484379" y="45196"/>
                </a:cubicBezTo>
                <a:cubicBezTo>
                  <a:pt x="489738" y="42972"/>
                  <a:pt x="495779" y="41860"/>
                  <a:pt x="502502" y="41860"/>
                </a:cubicBezTo>
                <a:cubicBezTo>
                  <a:pt x="509606" y="41860"/>
                  <a:pt x="515679" y="42909"/>
                  <a:pt x="520721" y="45006"/>
                </a:cubicBezTo>
                <a:cubicBezTo>
                  <a:pt x="525763" y="47103"/>
                  <a:pt x="529901" y="50009"/>
                  <a:pt x="533136" y="53725"/>
                </a:cubicBezTo>
                <a:cubicBezTo>
                  <a:pt x="536371" y="57442"/>
                  <a:pt x="538749" y="61842"/>
                  <a:pt x="540271" y="66926"/>
                </a:cubicBezTo>
                <a:cubicBezTo>
                  <a:pt x="541793" y="72007"/>
                  <a:pt x="542555" y="77535"/>
                  <a:pt x="542555" y="83509"/>
                </a:cubicBezTo>
                <a:lnTo>
                  <a:pt x="542555" y="87320"/>
                </a:lnTo>
                <a:moveTo>
                  <a:pt x="519341" y="80486"/>
                </a:moveTo>
                <a:cubicBezTo>
                  <a:pt x="519532" y="73733"/>
                  <a:pt x="518184" y="68430"/>
                  <a:pt x="515298" y="64577"/>
                </a:cubicBezTo>
                <a:cubicBezTo>
                  <a:pt x="512412" y="60722"/>
                  <a:pt x="507957" y="58794"/>
                  <a:pt x="501931" y="58794"/>
                </a:cubicBezTo>
                <a:cubicBezTo>
                  <a:pt x="498887" y="58794"/>
                  <a:pt x="496239" y="59368"/>
                  <a:pt x="493987" y="60516"/>
                </a:cubicBezTo>
                <a:cubicBezTo>
                  <a:pt x="491736" y="61661"/>
                  <a:pt x="489865" y="63206"/>
                  <a:pt x="488374" y="65151"/>
                </a:cubicBezTo>
                <a:cubicBezTo>
                  <a:pt x="486884" y="67093"/>
                  <a:pt x="485742" y="69386"/>
                  <a:pt x="484949" y="72030"/>
                </a:cubicBezTo>
                <a:cubicBezTo>
                  <a:pt x="484157" y="74672"/>
                  <a:pt x="483697" y="77491"/>
                  <a:pt x="483570" y="80486"/>
                </a:cubicBezTo>
                <a:lnTo>
                  <a:pt x="519341" y="80486"/>
                </a:lnTo>
                <a:close/>
                <a:moveTo>
                  <a:pt x="616680" y="55179"/>
                </a:moveTo>
                <a:cubicBezTo>
                  <a:pt x="616680" y="57462"/>
                  <a:pt x="616616" y="59333"/>
                  <a:pt x="616489" y="60792"/>
                </a:cubicBezTo>
                <a:cubicBezTo>
                  <a:pt x="616362" y="62251"/>
                  <a:pt x="616172" y="63393"/>
                  <a:pt x="615919" y="64217"/>
                </a:cubicBezTo>
                <a:cubicBezTo>
                  <a:pt x="615665" y="65042"/>
                  <a:pt x="615332" y="65613"/>
                  <a:pt x="614920" y="65930"/>
                </a:cubicBezTo>
                <a:cubicBezTo>
                  <a:pt x="614507" y="66247"/>
                  <a:pt x="613984" y="66405"/>
                  <a:pt x="613350" y="66405"/>
                </a:cubicBezTo>
                <a:cubicBezTo>
                  <a:pt x="612842" y="66405"/>
                  <a:pt x="612272" y="66294"/>
                  <a:pt x="611637" y="66072"/>
                </a:cubicBezTo>
                <a:cubicBezTo>
                  <a:pt x="611003" y="65850"/>
                  <a:pt x="610290" y="65613"/>
                  <a:pt x="609497" y="65359"/>
                </a:cubicBezTo>
                <a:cubicBezTo>
                  <a:pt x="608704" y="65105"/>
                  <a:pt x="607832" y="64867"/>
                  <a:pt x="606881" y="64645"/>
                </a:cubicBezTo>
                <a:cubicBezTo>
                  <a:pt x="605929" y="64423"/>
                  <a:pt x="604883" y="64312"/>
                  <a:pt x="603741" y="64312"/>
                </a:cubicBezTo>
                <a:cubicBezTo>
                  <a:pt x="602409" y="64312"/>
                  <a:pt x="601077" y="64584"/>
                  <a:pt x="599745" y="65127"/>
                </a:cubicBezTo>
                <a:cubicBezTo>
                  <a:pt x="598413" y="65668"/>
                  <a:pt x="597034" y="66513"/>
                  <a:pt x="595607" y="67663"/>
                </a:cubicBezTo>
                <a:cubicBezTo>
                  <a:pt x="594180" y="68812"/>
                  <a:pt x="592689" y="70345"/>
                  <a:pt x="591135" y="72259"/>
                </a:cubicBezTo>
                <a:cubicBezTo>
                  <a:pt x="589582" y="74174"/>
                  <a:pt x="587917" y="76535"/>
                  <a:pt x="586141" y="79344"/>
                </a:cubicBezTo>
                <a:lnTo>
                  <a:pt x="586141" y="132240"/>
                </a:lnTo>
                <a:cubicBezTo>
                  <a:pt x="586141" y="132874"/>
                  <a:pt x="585950" y="133429"/>
                  <a:pt x="585570" y="133905"/>
                </a:cubicBezTo>
                <a:cubicBezTo>
                  <a:pt x="585189" y="134380"/>
                  <a:pt x="584539" y="134777"/>
                  <a:pt x="583620" y="135094"/>
                </a:cubicBezTo>
                <a:cubicBezTo>
                  <a:pt x="582700" y="135411"/>
                  <a:pt x="581479" y="135649"/>
                  <a:pt x="579957" y="135807"/>
                </a:cubicBezTo>
                <a:cubicBezTo>
                  <a:pt x="578435" y="135966"/>
                  <a:pt x="576500" y="136045"/>
                  <a:pt x="574154" y="136045"/>
                </a:cubicBezTo>
                <a:cubicBezTo>
                  <a:pt x="571807" y="136045"/>
                  <a:pt x="569872" y="135966"/>
                  <a:pt x="568350" y="135807"/>
                </a:cubicBezTo>
                <a:cubicBezTo>
                  <a:pt x="566828" y="135649"/>
                  <a:pt x="565607" y="135411"/>
                  <a:pt x="564687" y="135094"/>
                </a:cubicBezTo>
                <a:cubicBezTo>
                  <a:pt x="563768" y="134777"/>
                  <a:pt x="563118" y="134380"/>
                  <a:pt x="562737" y="133905"/>
                </a:cubicBezTo>
                <a:cubicBezTo>
                  <a:pt x="562357" y="133429"/>
                  <a:pt x="562166" y="132874"/>
                  <a:pt x="562166" y="132240"/>
                </a:cubicBezTo>
                <a:lnTo>
                  <a:pt x="562166" y="47378"/>
                </a:lnTo>
                <a:cubicBezTo>
                  <a:pt x="562166" y="46744"/>
                  <a:pt x="562325" y="46189"/>
                  <a:pt x="562642" y="45713"/>
                </a:cubicBezTo>
                <a:cubicBezTo>
                  <a:pt x="562959" y="45237"/>
                  <a:pt x="563530" y="44841"/>
                  <a:pt x="564354" y="44524"/>
                </a:cubicBezTo>
                <a:cubicBezTo>
                  <a:pt x="565179" y="44207"/>
                  <a:pt x="566241" y="43969"/>
                  <a:pt x="567542" y="43810"/>
                </a:cubicBezTo>
                <a:cubicBezTo>
                  <a:pt x="568842" y="43652"/>
                  <a:pt x="570475" y="43573"/>
                  <a:pt x="572441" y="43573"/>
                </a:cubicBezTo>
                <a:cubicBezTo>
                  <a:pt x="574471" y="43573"/>
                  <a:pt x="576151" y="43652"/>
                  <a:pt x="577483" y="43810"/>
                </a:cubicBezTo>
                <a:cubicBezTo>
                  <a:pt x="578815" y="43969"/>
                  <a:pt x="579846" y="44207"/>
                  <a:pt x="580575" y="44524"/>
                </a:cubicBezTo>
                <a:cubicBezTo>
                  <a:pt x="581305" y="44841"/>
                  <a:pt x="581828" y="45237"/>
                  <a:pt x="582145" y="45713"/>
                </a:cubicBezTo>
                <a:cubicBezTo>
                  <a:pt x="582462" y="46189"/>
                  <a:pt x="582621" y="46744"/>
                  <a:pt x="582621" y="47378"/>
                </a:cubicBezTo>
                <a:lnTo>
                  <a:pt x="582621" y="57938"/>
                </a:lnTo>
                <a:cubicBezTo>
                  <a:pt x="584841" y="54747"/>
                  <a:pt x="586934" y="52115"/>
                  <a:pt x="588900" y="50042"/>
                </a:cubicBezTo>
                <a:cubicBezTo>
                  <a:pt x="590866" y="47969"/>
                  <a:pt x="592737" y="46327"/>
                  <a:pt x="594513" y="45116"/>
                </a:cubicBezTo>
                <a:cubicBezTo>
                  <a:pt x="596289" y="43903"/>
                  <a:pt x="598065" y="43057"/>
                  <a:pt x="599840" y="42580"/>
                </a:cubicBezTo>
                <a:cubicBezTo>
                  <a:pt x="601616" y="42100"/>
                  <a:pt x="603392" y="41860"/>
                  <a:pt x="605168" y="41860"/>
                </a:cubicBezTo>
                <a:cubicBezTo>
                  <a:pt x="605993" y="41860"/>
                  <a:pt x="606881" y="41908"/>
                  <a:pt x="607832" y="42003"/>
                </a:cubicBezTo>
                <a:cubicBezTo>
                  <a:pt x="608783" y="42098"/>
                  <a:pt x="609766" y="42256"/>
                  <a:pt x="610781" y="42478"/>
                </a:cubicBezTo>
                <a:cubicBezTo>
                  <a:pt x="611796" y="42700"/>
                  <a:pt x="612684" y="42954"/>
                  <a:pt x="613445" y="43240"/>
                </a:cubicBezTo>
                <a:cubicBezTo>
                  <a:pt x="614206" y="43525"/>
                  <a:pt x="614761" y="43826"/>
                  <a:pt x="615110" y="44143"/>
                </a:cubicBezTo>
                <a:cubicBezTo>
                  <a:pt x="615459" y="44460"/>
                  <a:pt x="615712" y="44809"/>
                  <a:pt x="615871" y="45190"/>
                </a:cubicBezTo>
                <a:cubicBezTo>
                  <a:pt x="616029" y="45570"/>
                  <a:pt x="616172" y="46094"/>
                  <a:pt x="616299" y="46760"/>
                </a:cubicBezTo>
                <a:cubicBezTo>
                  <a:pt x="616426" y="47426"/>
                  <a:pt x="616521" y="48424"/>
                  <a:pt x="616584" y="49756"/>
                </a:cubicBezTo>
                <a:cubicBezTo>
                  <a:pt x="616648" y="51088"/>
                  <a:pt x="616680" y="52896"/>
                  <a:pt x="616680" y="55179"/>
                </a:cubicBezTo>
                <a:close/>
                <a:moveTo>
                  <a:pt x="706999" y="87320"/>
                </a:moveTo>
                <a:cubicBezTo>
                  <a:pt x="706999" y="90244"/>
                  <a:pt x="706349" y="92404"/>
                  <a:pt x="705049" y="93802"/>
                </a:cubicBezTo>
                <a:cubicBezTo>
                  <a:pt x="703749" y="95199"/>
                  <a:pt x="701957" y="95898"/>
                  <a:pt x="699674" y="95898"/>
                </a:cubicBezTo>
                <a:lnTo>
                  <a:pt x="648015" y="95898"/>
                </a:lnTo>
                <a:cubicBezTo>
                  <a:pt x="648015" y="99527"/>
                  <a:pt x="648443" y="102822"/>
                  <a:pt x="649299" y="105783"/>
                </a:cubicBezTo>
                <a:cubicBezTo>
                  <a:pt x="650155" y="108744"/>
                  <a:pt x="651519" y="111260"/>
                  <a:pt x="653390" y="113331"/>
                </a:cubicBezTo>
                <a:cubicBezTo>
                  <a:pt x="655261" y="115401"/>
                  <a:pt x="657671" y="116976"/>
                  <a:pt x="660620" y="118059"/>
                </a:cubicBezTo>
                <a:cubicBezTo>
                  <a:pt x="663569" y="119141"/>
                  <a:pt x="667105" y="119682"/>
                  <a:pt x="671228" y="119682"/>
                </a:cubicBezTo>
                <a:cubicBezTo>
                  <a:pt x="675414" y="119682"/>
                  <a:pt x="679092" y="119376"/>
                  <a:pt x="682264" y="118763"/>
                </a:cubicBezTo>
                <a:cubicBezTo>
                  <a:pt x="685435" y="118151"/>
                  <a:pt x="688178" y="117474"/>
                  <a:pt x="690493" y="116733"/>
                </a:cubicBezTo>
                <a:cubicBezTo>
                  <a:pt x="692808" y="115991"/>
                  <a:pt x="694727" y="115314"/>
                  <a:pt x="696249" y="114702"/>
                </a:cubicBezTo>
                <a:cubicBezTo>
                  <a:pt x="697771" y="114090"/>
                  <a:pt x="699008" y="113783"/>
                  <a:pt x="699959" y="113783"/>
                </a:cubicBezTo>
                <a:cubicBezTo>
                  <a:pt x="700530" y="113783"/>
                  <a:pt x="701006" y="113895"/>
                  <a:pt x="701386" y="114119"/>
                </a:cubicBezTo>
                <a:cubicBezTo>
                  <a:pt x="701767" y="114341"/>
                  <a:pt x="702084" y="114740"/>
                  <a:pt x="702338" y="115314"/>
                </a:cubicBezTo>
                <a:cubicBezTo>
                  <a:pt x="702591" y="115887"/>
                  <a:pt x="702766" y="116700"/>
                  <a:pt x="702861" y="117752"/>
                </a:cubicBezTo>
                <a:cubicBezTo>
                  <a:pt x="702956" y="118805"/>
                  <a:pt x="703003" y="120128"/>
                  <a:pt x="703003" y="121721"/>
                </a:cubicBezTo>
                <a:cubicBezTo>
                  <a:pt x="703003" y="123125"/>
                  <a:pt x="702972" y="124321"/>
                  <a:pt x="702908" y="125310"/>
                </a:cubicBezTo>
                <a:cubicBezTo>
                  <a:pt x="702845" y="126297"/>
                  <a:pt x="702750" y="127141"/>
                  <a:pt x="702623" y="127843"/>
                </a:cubicBezTo>
                <a:cubicBezTo>
                  <a:pt x="702496" y="128544"/>
                  <a:pt x="702306" y="129135"/>
                  <a:pt x="702052" y="129615"/>
                </a:cubicBezTo>
                <a:cubicBezTo>
                  <a:pt x="701798" y="130092"/>
                  <a:pt x="701465" y="130554"/>
                  <a:pt x="701053" y="131000"/>
                </a:cubicBezTo>
                <a:cubicBezTo>
                  <a:pt x="700641" y="131446"/>
                  <a:pt x="699515" y="132050"/>
                  <a:pt x="697676" y="132811"/>
                </a:cubicBezTo>
                <a:cubicBezTo>
                  <a:pt x="695837" y="133572"/>
                  <a:pt x="693490" y="134317"/>
                  <a:pt x="690636" y="135046"/>
                </a:cubicBezTo>
                <a:cubicBezTo>
                  <a:pt x="687782" y="135776"/>
                  <a:pt x="684515" y="136410"/>
                  <a:pt x="680837" y="136949"/>
                </a:cubicBezTo>
                <a:cubicBezTo>
                  <a:pt x="677158" y="137488"/>
                  <a:pt x="673226" y="137758"/>
                  <a:pt x="669040" y="137758"/>
                </a:cubicBezTo>
                <a:cubicBezTo>
                  <a:pt x="661492" y="137758"/>
                  <a:pt x="654880" y="136804"/>
                  <a:pt x="649204" y="134898"/>
                </a:cubicBezTo>
                <a:cubicBezTo>
                  <a:pt x="643527" y="132991"/>
                  <a:pt x="638786" y="130099"/>
                  <a:pt x="634981" y="126222"/>
                </a:cubicBezTo>
                <a:cubicBezTo>
                  <a:pt x="631175" y="122346"/>
                  <a:pt x="628337" y="117453"/>
                  <a:pt x="626466" y="111545"/>
                </a:cubicBezTo>
                <a:cubicBezTo>
                  <a:pt x="624595" y="105634"/>
                  <a:pt x="623660" y="98707"/>
                  <a:pt x="623660" y="90763"/>
                </a:cubicBezTo>
                <a:cubicBezTo>
                  <a:pt x="623660" y="83200"/>
                  <a:pt x="624643" y="76384"/>
                  <a:pt x="626609" y="70315"/>
                </a:cubicBezTo>
                <a:cubicBezTo>
                  <a:pt x="628575" y="64246"/>
                  <a:pt x="631429" y="59099"/>
                  <a:pt x="635171" y="54873"/>
                </a:cubicBezTo>
                <a:cubicBezTo>
                  <a:pt x="638913" y="50645"/>
                  <a:pt x="643464" y="47420"/>
                  <a:pt x="648823" y="45196"/>
                </a:cubicBezTo>
                <a:cubicBezTo>
                  <a:pt x="654183" y="42972"/>
                  <a:pt x="660224" y="41860"/>
                  <a:pt x="666947" y="41860"/>
                </a:cubicBezTo>
                <a:cubicBezTo>
                  <a:pt x="674050" y="41860"/>
                  <a:pt x="680123" y="42909"/>
                  <a:pt x="685165" y="45006"/>
                </a:cubicBezTo>
                <a:cubicBezTo>
                  <a:pt x="690208" y="47103"/>
                  <a:pt x="694346" y="50009"/>
                  <a:pt x="697581" y="53725"/>
                </a:cubicBezTo>
                <a:cubicBezTo>
                  <a:pt x="700815" y="57442"/>
                  <a:pt x="703194" y="61842"/>
                  <a:pt x="704716" y="66926"/>
                </a:cubicBezTo>
                <a:cubicBezTo>
                  <a:pt x="706238" y="72007"/>
                  <a:pt x="706999" y="77535"/>
                  <a:pt x="706999" y="83509"/>
                </a:cubicBezTo>
                <a:lnTo>
                  <a:pt x="706999" y="87320"/>
                </a:lnTo>
                <a:moveTo>
                  <a:pt x="683786" y="80486"/>
                </a:moveTo>
                <a:cubicBezTo>
                  <a:pt x="683976" y="73733"/>
                  <a:pt x="682628" y="68430"/>
                  <a:pt x="679743" y="64577"/>
                </a:cubicBezTo>
                <a:cubicBezTo>
                  <a:pt x="676857" y="60722"/>
                  <a:pt x="672401" y="58794"/>
                  <a:pt x="666376" y="58794"/>
                </a:cubicBezTo>
                <a:cubicBezTo>
                  <a:pt x="663332" y="58794"/>
                  <a:pt x="660684" y="59368"/>
                  <a:pt x="658432" y="60516"/>
                </a:cubicBezTo>
                <a:cubicBezTo>
                  <a:pt x="656180" y="61661"/>
                  <a:pt x="654309" y="63206"/>
                  <a:pt x="652819" y="65151"/>
                </a:cubicBezTo>
                <a:cubicBezTo>
                  <a:pt x="651328" y="67093"/>
                  <a:pt x="650187" y="69386"/>
                  <a:pt x="649394" y="72030"/>
                </a:cubicBezTo>
                <a:cubicBezTo>
                  <a:pt x="648601" y="74672"/>
                  <a:pt x="648141" y="77491"/>
                  <a:pt x="648015" y="80486"/>
                </a:cubicBezTo>
                <a:lnTo>
                  <a:pt x="683786" y="80486"/>
                </a:lnTo>
                <a:close/>
                <a:moveTo>
                  <a:pt x="807667" y="132237"/>
                </a:moveTo>
                <a:cubicBezTo>
                  <a:pt x="807667" y="132871"/>
                  <a:pt x="807477" y="133427"/>
                  <a:pt x="807097" y="133905"/>
                </a:cubicBezTo>
                <a:cubicBezTo>
                  <a:pt x="806716" y="134380"/>
                  <a:pt x="806082" y="134777"/>
                  <a:pt x="805194" y="135094"/>
                </a:cubicBezTo>
                <a:cubicBezTo>
                  <a:pt x="804306" y="135411"/>
                  <a:pt x="803085" y="135649"/>
                  <a:pt x="801531" y="135807"/>
                </a:cubicBezTo>
                <a:cubicBezTo>
                  <a:pt x="799977" y="135966"/>
                  <a:pt x="798059" y="136045"/>
                  <a:pt x="795775" y="136045"/>
                </a:cubicBezTo>
                <a:cubicBezTo>
                  <a:pt x="793429" y="136045"/>
                  <a:pt x="791478" y="135966"/>
                  <a:pt x="789924" y="135807"/>
                </a:cubicBezTo>
                <a:cubicBezTo>
                  <a:pt x="788370" y="135649"/>
                  <a:pt x="787150" y="135411"/>
                  <a:pt x="786262" y="135094"/>
                </a:cubicBezTo>
                <a:cubicBezTo>
                  <a:pt x="785374" y="134777"/>
                  <a:pt x="784739" y="134380"/>
                  <a:pt x="784359" y="133905"/>
                </a:cubicBezTo>
                <a:cubicBezTo>
                  <a:pt x="783978" y="133429"/>
                  <a:pt x="783788" y="132874"/>
                  <a:pt x="783788" y="132240"/>
                </a:cubicBezTo>
                <a:lnTo>
                  <a:pt x="783788" y="83815"/>
                </a:lnTo>
                <a:cubicBezTo>
                  <a:pt x="783788" y="79693"/>
                  <a:pt x="783487" y="76458"/>
                  <a:pt x="782884" y="74111"/>
                </a:cubicBezTo>
                <a:cubicBezTo>
                  <a:pt x="782282" y="71765"/>
                  <a:pt x="781410" y="69751"/>
                  <a:pt x="780268" y="68070"/>
                </a:cubicBezTo>
                <a:cubicBezTo>
                  <a:pt x="779126" y="66389"/>
                  <a:pt x="777652" y="65089"/>
                  <a:pt x="775844" y="64170"/>
                </a:cubicBezTo>
                <a:cubicBezTo>
                  <a:pt x="774037" y="63250"/>
                  <a:pt x="771928" y="62790"/>
                  <a:pt x="769518" y="62790"/>
                </a:cubicBezTo>
                <a:cubicBezTo>
                  <a:pt x="766473" y="62790"/>
                  <a:pt x="763397" y="63900"/>
                  <a:pt x="760289" y="66120"/>
                </a:cubicBezTo>
                <a:cubicBezTo>
                  <a:pt x="757182" y="68340"/>
                  <a:pt x="753947" y="71574"/>
                  <a:pt x="750585" y="75824"/>
                </a:cubicBezTo>
                <a:lnTo>
                  <a:pt x="750585" y="132240"/>
                </a:lnTo>
                <a:cubicBezTo>
                  <a:pt x="750585" y="132874"/>
                  <a:pt x="750395" y="133429"/>
                  <a:pt x="750015" y="133905"/>
                </a:cubicBezTo>
                <a:cubicBezTo>
                  <a:pt x="749634" y="134380"/>
                  <a:pt x="748984" y="134777"/>
                  <a:pt x="748064" y="135094"/>
                </a:cubicBezTo>
                <a:cubicBezTo>
                  <a:pt x="747145" y="135411"/>
                  <a:pt x="745924" y="135649"/>
                  <a:pt x="744402" y="135807"/>
                </a:cubicBezTo>
                <a:cubicBezTo>
                  <a:pt x="742879" y="135966"/>
                  <a:pt x="740945" y="136045"/>
                  <a:pt x="738598" y="136045"/>
                </a:cubicBezTo>
                <a:cubicBezTo>
                  <a:pt x="736251" y="136045"/>
                  <a:pt x="734317" y="135966"/>
                  <a:pt x="732795" y="135807"/>
                </a:cubicBezTo>
                <a:cubicBezTo>
                  <a:pt x="731273" y="135649"/>
                  <a:pt x="730052" y="135411"/>
                  <a:pt x="729132" y="135094"/>
                </a:cubicBezTo>
                <a:cubicBezTo>
                  <a:pt x="728212" y="134777"/>
                  <a:pt x="727562" y="134380"/>
                  <a:pt x="727182" y="133905"/>
                </a:cubicBezTo>
                <a:cubicBezTo>
                  <a:pt x="726801" y="133429"/>
                  <a:pt x="726611" y="132874"/>
                  <a:pt x="726611" y="132240"/>
                </a:cubicBezTo>
                <a:lnTo>
                  <a:pt x="726611" y="47378"/>
                </a:lnTo>
                <a:cubicBezTo>
                  <a:pt x="726611" y="46744"/>
                  <a:pt x="726770" y="46189"/>
                  <a:pt x="727087" y="45713"/>
                </a:cubicBezTo>
                <a:cubicBezTo>
                  <a:pt x="727404" y="45237"/>
                  <a:pt x="727975" y="44841"/>
                  <a:pt x="728799" y="44524"/>
                </a:cubicBezTo>
                <a:cubicBezTo>
                  <a:pt x="729624" y="44207"/>
                  <a:pt x="730686" y="43969"/>
                  <a:pt x="731986" y="43810"/>
                </a:cubicBezTo>
                <a:cubicBezTo>
                  <a:pt x="733286" y="43652"/>
                  <a:pt x="734920" y="43573"/>
                  <a:pt x="736886" y="43573"/>
                </a:cubicBezTo>
                <a:cubicBezTo>
                  <a:pt x="738915" y="43573"/>
                  <a:pt x="740596" y="43652"/>
                  <a:pt x="741928" y="43810"/>
                </a:cubicBezTo>
                <a:cubicBezTo>
                  <a:pt x="743260" y="43969"/>
                  <a:pt x="744291" y="44207"/>
                  <a:pt x="745020" y="44524"/>
                </a:cubicBezTo>
                <a:cubicBezTo>
                  <a:pt x="745749" y="44841"/>
                  <a:pt x="746273" y="45237"/>
                  <a:pt x="746590" y="45713"/>
                </a:cubicBezTo>
                <a:cubicBezTo>
                  <a:pt x="746907" y="46189"/>
                  <a:pt x="747065" y="46744"/>
                  <a:pt x="747065" y="47378"/>
                </a:cubicBezTo>
                <a:lnTo>
                  <a:pt x="747065" y="57177"/>
                </a:lnTo>
                <a:cubicBezTo>
                  <a:pt x="751759" y="52071"/>
                  <a:pt x="756531" y="48242"/>
                  <a:pt x="761383" y="45689"/>
                </a:cubicBezTo>
                <a:cubicBezTo>
                  <a:pt x="766235" y="43136"/>
                  <a:pt x="771293" y="41860"/>
                  <a:pt x="776558" y="41860"/>
                </a:cubicBezTo>
                <a:cubicBezTo>
                  <a:pt x="782329" y="41860"/>
                  <a:pt x="787197" y="42812"/>
                  <a:pt x="791161" y="44717"/>
                </a:cubicBezTo>
                <a:cubicBezTo>
                  <a:pt x="795125" y="46622"/>
                  <a:pt x="798328" y="49209"/>
                  <a:pt x="800770" y="52480"/>
                </a:cubicBezTo>
                <a:cubicBezTo>
                  <a:pt x="803212" y="55748"/>
                  <a:pt x="804972" y="59573"/>
                  <a:pt x="806050" y="63956"/>
                </a:cubicBezTo>
                <a:cubicBezTo>
                  <a:pt x="807128" y="68336"/>
                  <a:pt x="807667" y="73605"/>
                  <a:pt x="807667" y="79763"/>
                </a:cubicBezTo>
                <a:lnTo>
                  <a:pt x="807667" y="132237"/>
                </a:lnTo>
                <a:close/>
                <a:moveTo>
                  <a:pt x="893898" y="118730"/>
                </a:moveTo>
                <a:cubicBezTo>
                  <a:pt x="893898" y="120379"/>
                  <a:pt x="893851" y="121759"/>
                  <a:pt x="893756" y="122869"/>
                </a:cubicBezTo>
                <a:cubicBezTo>
                  <a:pt x="893661" y="123979"/>
                  <a:pt x="893534" y="124914"/>
                  <a:pt x="893375" y="125675"/>
                </a:cubicBezTo>
                <a:cubicBezTo>
                  <a:pt x="893217" y="126436"/>
                  <a:pt x="893026" y="127055"/>
                  <a:pt x="892804" y="127531"/>
                </a:cubicBezTo>
                <a:cubicBezTo>
                  <a:pt x="892582" y="128006"/>
                  <a:pt x="892091" y="128609"/>
                  <a:pt x="891330" y="129338"/>
                </a:cubicBezTo>
                <a:cubicBezTo>
                  <a:pt x="890569" y="130068"/>
                  <a:pt x="889268" y="130955"/>
                  <a:pt x="887429" y="132002"/>
                </a:cubicBezTo>
                <a:cubicBezTo>
                  <a:pt x="885590" y="133048"/>
                  <a:pt x="883497" y="133984"/>
                  <a:pt x="881150" y="134808"/>
                </a:cubicBezTo>
                <a:cubicBezTo>
                  <a:pt x="878803" y="135633"/>
                  <a:pt x="876251" y="136299"/>
                  <a:pt x="873492" y="136806"/>
                </a:cubicBezTo>
                <a:cubicBezTo>
                  <a:pt x="870733" y="137314"/>
                  <a:pt x="867894" y="137567"/>
                  <a:pt x="864977" y="137567"/>
                </a:cubicBezTo>
                <a:cubicBezTo>
                  <a:pt x="858444" y="137567"/>
                  <a:pt x="852657" y="136553"/>
                  <a:pt x="847614" y="134523"/>
                </a:cubicBezTo>
                <a:cubicBezTo>
                  <a:pt x="842572" y="132493"/>
                  <a:pt x="838339" y="129497"/>
                  <a:pt x="834914" y="125533"/>
                </a:cubicBezTo>
                <a:cubicBezTo>
                  <a:pt x="831489" y="121569"/>
                  <a:pt x="828904" y="116733"/>
                  <a:pt x="827160" y="111024"/>
                </a:cubicBezTo>
                <a:cubicBezTo>
                  <a:pt x="825416" y="105316"/>
                  <a:pt x="824544" y="98783"/>
                  <a:pt x="824544" y="91426"/>
                </a:cubicBezTo>
                <a:cubicBezTo>
                  <a:pt x="824544" y="82927"/>
                  <a:pt x="825606" y="75586"/>
                  <a:pt x="827731" y="69402"/>
                </a:cubicBezTo>
                <a:cubicBezTo>
                  <a:pt x="829856" y="63218"/>
                  <a:pt x="832821" y="58097"/>
                  <a:pt x="836626" y="54038"/>
                </a:cubicBezTo>
                <a:cubicBezTo>
                  <a:pt x="840432" y="49978"/>
                  <a:pt x="844935" y="46966"/>
                  <a:pt x="850136" y="45000"/>
                </a:cubicBezTo>
                <a:cubicBezTo>
                  <a:pt x="855336" y="43033"/>
                  <a:pt x="861045" y="42050"/>
                  <a:pt x="867260" y="42050"/>
                </a:cubicBezTo>
                <a:cubicBezTo>
                  <a:pt x="869797" y="42050"/>
                  <a:pt x="872287" y="42272"/>
                  <a:pt x="874728" y="42716"/>
                </a:cubicBezTo>
                <a:cubicBezTo>
                  <a:pt x="877170" y="43160"/>
                  <a:pt x="879453" y="43763"/>
                  <a:pt x="881578" y="44524"/>
                </a:cubicBezTo>
                <a:cubicBezTo>
                  <a:pt x="883703" y="45285"/>
                  <a:pt x="885606" y="46141"/>
                  <a:pt x="887286" y="47093"/>
                </a:cubicBezTo>
                <a:cubicBezTo>
                  <a:pt x="888967" y="48044"/>
                  <a:pt x="890156" y="48868"/>
                  <a:pt x="890854" y="49566"/>
                </a:cubicBezTo>
                <a:cubicBezTo>
                  <a:pt x="891552" y="50264"/>
                  <a:pt x="892043" y="50850"/>
                  <a:pt x="892329" y="51326"/>
                </a:cubicBezTo>
                <a:cubicBezTo>
                  <a:pt x="892614" y="51802"/>
                  <a:pt x="892836" y="52420"/>
                  <a:pt x="892995" y="53181"/>
                </a:cubicBezTo>
                <a:cubicBezTo>
                  <a:pt x="893153" y="53942"/>
                  <a:pt x="893280" y="54878"/>
                  <a:pt x="893375" y="55988"/>
                </a:cubicBezTo>
                <a:cubicBezTo>
                  <a:pt x="893470" y="57098"/>
                  <a:pt x="893518" y="58446"/>
                  <a:pt x="893518" y="60031"/>
                </a:cubicBezTo>
                <a:cubicBezTo>
                  <a:pt x="893518" y="63710"/>
                  <a:pt x="893201" y="66294"/>
                  <a:pt x="892566" y="67785"/>
                </a:cubicBezTo>
                <a:cubicBezTo>
                  <a:pt x="891932" y="69275"/>
                  <a:pt x="891108" y="70020"/>
                  <a:pt x="890093" y="70020"/>
                </a:cubicBezTo>
                <a:cubicBezTo>
                  <a:pt x="889015" y="70020"/>
                  <a:pt x="887873" y="69577"/>
                  <a:pt x="886668" y="68689"/>
                </a:cubicBezTo>
                <a:cubicBezTo>
                  <a:pt x="885463" y="67801"/>
                  <a:pt x="884036" y="66818"/>
                  <a:pt x="882387" y="65739"/>
                </a:cubicBezTo>
                <a:cubicBezTo>
                  <a:pt x="880738" y="64661"/>
                  <a:pt x="878772" y="63678"/>
                  <a:pt x="876488" y="62790"/>
                </a:cubicBezTo>
                <a:cubicBezTo>
                  <a:pt x="874205" y="61902"/>
                  <a:pt x="871478" y="61458"/>
                  <a:pt x="868307" y="61458"/>
                </a:cubicBezTo>
                <a:cubicBezTo>
                  <a:pt x="862091" y="61458"/>
                  <a:pt x="857334" y="63852"/>
                  <a:pt x="854036" y="68641"/>
                </a:cubicBezTo>
                <a:cubicBezTo>
                  <a:pt x="850738" y="73430"/>
                  <a:pt x="849089" y="80454"/>
                  <a:pt x="849089" y="89714"/>
                </a:cubicBezTo>
                <a:cubicBezTo>
                  <a:pt x="849089" y="94280"/>
                  <a:pt x="849501" y="98308"/>
                  <a:pt x="850326" y="101796"/>
                </a:cubicBezTo>
                <a:cubicBezTo>
                  <a:pt x="851150" y="105284"/>
                  <a:pt x="852371" y="108202"/>
                  <a:pt x="853989" y="110549"/>
                </a:cubicBezTo>
                <a:cubicBezTo>
                  <a:pt x="855606" y="112895"/>
                  <a:pt x="857635" y="114655"/>
                  <a:pt x="860077" y="115829"/>
                </a:cubicBezTo>
                <a:cubicBezTo>
                  <a:pt x="862519" y="117002"/>
                  <a:pt x="865357" y="117589"/>
                  <a:pt x="868592" y="117589"/>
                </a:cubicBezTo>
                <a:cubicBezTo>
                  <a:pt x="871890" y="117589"/>
                  <a:pt x="874728" y="117097"/>
                  <a:pt x="877107" y="116114"/>
                </a:cubicBezTo>
                <a:cubicBezTo>
                  <a:pt x="879485" y="115131"/>
                  <a:pt x="881562" y="114037"/>
                  <a:pt x="883338" y="112832"/>
                </a:cubicBezTo>
                <a:cubicBezTo>
                  <a:pt x="885114" y="111627"/>
                  <a:pt x="886605" y="110533"/>
                  <a:pt x="887810" y="109550"/>
                </a:cubicBezTo>
                <a:cubicBezTo>
                  <a:pt x="889015" y="108567"/>
                  <a:pt x="890029" y="108075"/>
                  <a:pt x="890854" y="108075"/>
                </a:cubicBezTo>
                <a:cubicBezTo>
                  <a:pt x="891425" y="108075"/>
                  <a:pt x="891900" y="108234"/>
                  <a:pt x="892281" y="108551"/>
                </a:cubicBezTo>
                <a:cubicBezTo>
                  <a:pt x="892662" y="108868"/>
                  <a:pt x="892963" y="109455"/>
                  <a:pt x="893185" y="110311"/>
                </a:cubicBezTo>
                <a:cubicBezTo>
                  <a:pt x="893407" y="111167"/>
                  <a:pt x="893581" y="112261"/>
                  <a:pt x="893708" y="113593"/>
                </a:cubicBezTo>
                <a:cubicBezTo>
                  <a:pt x="893835" y="114925"/>
                  <a:pt x="893898" y="116637"/>
                  <a:pt x="893898" y="118730"/>
                </a:cubicBezTo>
                <a:close/>
                <a:moveTo>
                  <a:pt x="987179" y="87320"/>
                </a:moveTo>
                <a:cubicBezTo>
                  <a:pt x="987179" y="90244"/>
                  <a:pt x="986529" y="92404"/>
                  <a:pt x="985228" y="93802"/>
                </a:cubicBezTo>
                <a:cubicBezTo>
                  <a:pt x="983928" y="95199"/>
                  <a:pt x="982136" y="95898"/>
                  <a:pt x="979853" y="95898"/>
                </a:cubicBezTo>
                <a:lnTo>
                  <a:pt x="928194" y="95898"/>
                </a:lnTo>
                <a:cubicBezTo>
                  <a:pt x="928194" y="99527"/>
                  <a:pt x="928622" y="102822"/>
                  <a:pt x="929478" y="105783"/>
                </a:cubicBezTo>
                <a:cubicBezTo>
                  <a:pt x="930335" y="108744"/>
                  <a:pt x="931698" y="111260"/>
                  <a:pt x="933569" y="113331"/>
                </a:cubicBezTo>
                <a:cubicBezTo>
                  <a:pt x="935440" y="115401"/>
                  <a:pt x="937850" y="116976"/>
                  <a:pt x="940800" y="118059"/>
                </a:cubicBezTo>
                <a:cubicBezTo>
                  <a:pt x="943749" y="119141"/>
                  <a:pt x="947285" y="119682"/>
                  <a:pt x="951407" y="119682"/>
                </a:cubicBezTo>
                <a:cubicBezTo>
                  <a:pt x="955593" y="119682"/>
                  <a:pt x="959272" y="119376"/>
                  <a:pt x="962443" y="118763"/>
                </a:cubicBezTo>
                <a:cubicBezTo>
                  <a:pt x="965614" y="118151"/>
                  <a:pt x="968357" y="117474"/>
                  <a:pt x="970672" y="116733"/>
                </a:cubicBezTo>
                <a:cubicBezTo>
                  <a:pt x="972987" y="115991"/>
                  <a:pt x="974906" y="115314"/>
                  <a:pt x="976428" y="114702"/>
                </a:cubicBezTo>
                <a:cubicBezTo>
                  <a:pt x="977950" y="114090"/>
                  <a:pt x="979187" y="113783"/>
                  <a:pt x="980139" y="113783"/>
                </a:cubicBezTo>
                <a:cubicBezTo>
                  <a:pt x="980709" y="113783"/>
                  <a:pt x="981185" y="113895"/>
                  <a:pt x="981566" y="114119"/>
                </a:cubicBezTo>
                <a:cubicBezTo>
                  <a:pt x="981946" y="114341"/>
                  <a:pt x="982263" y="114740"/>
                  <a:pt x="982517" y="115314"/>
                </a:cubicBezTo>
                <a:cubicBezTo>
                  <a:pt x="982771" y="115887"/>
                  <a:pt x="982945" y="116700"/>
                  <a:pt x="983040" y="117752"/>
                </a:cubicBezTo>
                <a:cubicBezTo>
                  <a:pt x="983135" y="118805"/>
                  <a:pt x="983183" y="120128"/>
                  <a:pt x="983183" y="121721"/>
                </a:cubicBezTo>
                <a:cubicBezTo>
                  <a:pt x="983183" y="123125"/>
                  <a:pt x="983151" y="124321"/>
                  <a:pt x="983088" y="125310"/>
                </a:cubicBezTo>
                <a:cubicBezTo>
                  <a:pt x="983024" y="126297"/>
                  <a:pt x="982929" y="127141"/>
                  <a:pt x="982802" y="127843"/>
                </a:cubicBezTo>
                <a:cubicBezTo>
                  <a:pt x="982676" y="128544"/>
                  <a:pt x="982485" y="129135"/>
                  <a:pt x="982232" y="129615"/>
                </a:cubicBezTo>
                <a:cubicBezTo>
                  <a:pt x="981978" y="130092"/>
                  <a:pt x="981645" y="130554"/>
                  <a:pt x="981233" y="131000"/>
                </a:cubicBezTo>
                <a:cubicBezTo>
                  <a:pt x="980820" y="131446"/>
                  <a:pt x="979695" y="132050"/>
                  <a:pt x="977855" y="132811"/>
                </a:cubicBezTo>
                <a:cubicBezTo>
                  <a:pt x="976016" y="133572"/>
                  <a:pt x="973669" y="134317"/>
                  <a:pt x="970815" y="135046"/>
                </a:cubicBezTo>
                <a:cubicBezTo>
                  <a:pt x="967961" y="135776"/>
                  <a:pt x="964695" y="136410"/>
                  <a:pt x="961016" y="136949"/>
                </a:cubicBezTo>
                <a:cubicBezTo>
                  <a:pt x="957337" y="137488"/>
                  <a:pt x="953405" y="137758"/>
                  <a:pt x="949219" y="137758"/>
                </a:cubicBezTo>
                <a:cubicBezTo>
                  <a:pt x="941672" y="137758"/>
                  <a:pt x="935060" y="136804"/>
                  <a:pt x="929383" y="134898"/>
                </a:cubicBezTo>
                <a:cubicBezTo>
                  <a:pt x="923707" y="132991"/>
                  <a:pt x="918966" y="130099"/>
                  <a:pt x="915160" y="126222"/>
                </a:cubicBezTo>
                <a:cubicBezTo>
                  <a:pt x="911355" y="122346"/>
                  <a:pt x="908517" y="117453"/>
                  <a:pt x="906646" y="111545"/>
                </a:cubicBezTo>
                <a:cubicBezTo>
                  <a:pt x="904775" y="105634"/>
                  <a:pt x="903839" y="98707"/>
                  <a:pt x="903839" y="90763"/>
                </a:cubicBezTo>
                <a:cubicBezTo>
                  <a:pt x="903839" y="83200"/>
                  <a:pt x="904822" y="76384"/>
                  <a:pt x="906788" y="70315"/>
                </a:cubicBezTo>
                <a:cubicBezTo>
                  <a:pt x="908754" y="64246"/>
                  <a:pt x="911609" y="59099"/>
                  <a:pt x="915351" y="54873"/>
                </a:cubicBezTo>
                <a:cubicBezTo>
                  <a:pt x="919093" y="50645"/>
                  <a:pt x="923643" y="47420"/>
                  <a:pt x="929003" y="45196"/>
                </a:cubicBezTo>
                <a:cubicBezTo>
                  <a:pt x="934362" y="42972"/>
                  <a:pt x="940403" y="41860"/>
                  <a:pt x="947126" y="41860"/>
                </a:cubicBezTo>
                <a:cubicBezTo>
                  <a:pt x="954230" y="41860"/>
                  <a:pt x="960303" y="42909"/>
                  <a:pt x="965345" y="45006"/>
                </a:cubicBezTo>
                <a:cubicBezTo>
                  <a:pt x="970387" y="47103"/>
                  <a:pt x="974525" y="50009"/>
                  <a:pt x="977760" y="53725"/>
                </a:cubicBezTo>
                <a:cubicBezTo>
                  <a:pt x="980995" y="57442"/>
                  <a:pt x="983373" y="61842"/>
                  <a:pt x="984895" y="66926"/>
                </a:cubicBezTo>
                <a:cubicBezTo>
                  <a:pt x="986418" y="72007"/>
                  <a:pt x="987179" y="77535"/>
                  <a:pt x="987179" y="83509"/>
                </a:cubicBezTo>
                <a:lnTo>
                  <a:pt x="987179" y="87320"/>
                </a:lnTo>
                <a:moveTo>
                  <a:pt x="963965" y="80486"/>
                </a:moveTo>
                <a:cubicBezTo>
                  <a:pt x="964156" y="73733"/>
                  <a:pt x="962808" y="68430"/>
                  <a:pt x="959922" y="64577"/>
                </a:cubicBezTo>
                <a:cubicBezTo>
                  <a:pt x="957036" y="60722"/>
                  <a:pt x="952581" y="58794"/>
                  <a:pt x="946555" y="58794"/>
                </a:cubicBezTo>
                <a:cubicBezTo>
                  <a:pt x="943511" y="58794"/>
                  <a:pt x="940863" y="59368"/>
                  <a:pt x="938611" y="60516"/>
                </a:cubicBezTo>
                <a:cubicBezTo>
                  <a:pt x="936360" y="61661"/>
                  <a:pt x="934489" y="63206"/>
                  <a:pt x="932998" y="65151"/>
                </a:cubicBezTo>
                <a:cubicBezTo>
                  <a:pt x="931508" y="67093"/>
                  <a:pt x="930366" y="69386"/>
                  <a:pt x="929573" y="72030"/>
                </a:cubicBezTo>
                <a:cubicBezTo>
                  <a:pt x="928781" y="74672"/>
                  <a:pt x="928321" y="77491"/>
                  <a:pt x="928194" y="80486"/>
                </a:cubicBezTo>
                <a:lnTo>
                  <a:pt x="963965" y="804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(b)Training">
            <a:extLst xmlns:a="http://schemas.openxmlformats.org/drawingml/2006/main">
              <a:ext uri="{FF2B5EF4-FFF2-40B4-BE49-F238E27FC236}">
                <a16:creationId xmlns:a16="http://schemas.microsoft.com/office/drawing/2014/main" id="{979EE66B-93B8-4C41-A97A-4C7B2CD1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795" y="195101"/>
            <a:ext cx="898962" cy="170294"/>
          </a:xfrm>
          <a:custGeom xmlns:a="http://schemas.openxmlformats.org/drawingml/2006/main">
            <a:pathLst>
              <a:path w="898962" h="170294">
                <a:moveTo>
                  <a:pt x="40718" y="5331"/>
                </a:moveTo>
                <a:cubicBezTo>
                  <a:pt x="35391" y="17706"/>
                  <a:pt x="31363" y="30478"/>
                  <a:pt x="28636" y="43647"/>
                </a:cubicBezTo>
                <a:cubicBezTo>
                  <a:pt x="25909" y="56813"/>
                  <a:pt x="24545" y="70314"/>
                  <a:pt x="24545" y="84148"/>
                </a:cubicBezTo>
                <a:cubicBezTo>
                  <a:pt x="24545" y="98046"/>
                  <a:pt x="25925" y="111548"/>
                  <a:pt x="28684" y="124653"/>
                </a:cubicBezTo>
                <a:cubicBezTo>
                  <a:pt x="31443" y="137756"/>
                  <a:pt x="35423" y="150590"/>
                  <a:pt x="40623" y="163156"/>
                </a:cubicBezTo>
                <a:cubicBezTo>
                  <a:pt x="41004" y="164171"/>
                  <a:pt x="41194" y="165043"/>
                  <a:pt x="41194" y="165772"/>
                </a:cubicBezTo>
                <a:cubicBezTo>
                  <a:pt x="41194" y="166504"/>
                  <a:pt x="40845" y="167123"/>
                  <a:pt x="40148" y="167631"/>
                </a:cubicBezTo>
                <a:cubicBezTo>
                  <a:pt x="39450" y="168138"/>
                  <a:pt x="38388" y="168519"/>
                  <a:pt x="36961" y="168772"/>
                </a:cubicBezTo>
                <a:cubicBezTo>
                  <a:pt x="35533" y="169026"/>
                  <a:pt x="33551" y="169153"/>
                  <a:pt x="31015" y="169153"/>
                </a:cubicBezTo>
                <a:cubicBezTo>
                  <a:pt x="29239" y="169153"/>
                  <a:pt x="27716" y="169089"/>
                  <a:pt x="26448" y="168962"/>
                </a:cubicBezTo>
                <a:cubicBezTo>
                  <a:pt x="25179" y="168836"/>
                  <a:pt x="24117" y="168661"/>
                  <a:pt x="23261" y="168439"/>
                </a:cubicBezTo>
                <a:cubicBezTo>
                  <a:pt x="22405" y="168217"/>
                  <a:pt x="21739" y="167932"/>
                  <a:pt x="21263" y="167583"/>
                </a:cubicBezTo>
                <a:cubicBezTo>
                  <a:pt x="20787" y="167234"/>
                  <a:pt x="20454" y="166837"/>
                  <a:pt x="20264" y="166391"/>
                </a:cubicBezTo>
                <a:cubicBezTo>
                  <a:pt x="16839" y="159793"/>
                  <a:pt x="13858" y="153146"/>
                  <a:pt x="11321" y="146451"/>
                </a:cubicBezTo>
                <a:cubicBezTo>
                  <a:pt x="8784" y="139756"/>
                  <a:pt x="6675" y="132997"/>
                  <a:pt x="4995" y="126175"/>
                </a:cubicBezTo>
                <a:cubicBezTo>
                  <a:pt x="3314" y="119353"/>
                  <a:pt x="2061" y="112467"/>
                  <a:pt x="1237" y="105518"/>
                </a:cubicBezTo>
                <a:cubicBezTo>
                  <a:pt x="412" y="98569"/>
                  <a:pt x="0" y="91509"/>
                  <a:pt x="0" y="84339"/>
                </a:cubicBezTo>
                <a:cubicBezTo>
                  <a:pt x="0" y="77231"/>
                  <a:pt x="428" y="70203"/>
                  <a:pt x="1284" y="63254"/>
                </a:cubicBezTo>
                <a:cubicBezTo>
                  <a:pt x="2141" y="56305"/>
                  <a:pt x="3425" y="49419"/>
                  <a:pt x="5137" y="42597"/>
                </a:cubicBezTo>
                <a:cubicBezTo>
                  <a:pt x="6850" y="35775"/>
                  <a:pt x="8959" y="29001"/>
                  <a:pt x="11464" y="22274"/>
                </a:cubicBezTo>
                <a:cubicBezTo>
                  <a:pt x="13969" y="15547"/>
                  <a:pt x="16903" y="8852"/>
                  <a:pt x="20264" y="2188"/>
                </a:cubicBezTo>
                <a:cubicBezTo>
                  <a:pt x="20391" y="1871"/>
                  <a:pt x="20645" y="1586"/>
                  <a:pt x="21025" y="1332"/>
                </a:cubicBezTo>
                <a:cubicBezTo>
                  <a:pt x="21406" y="1078"/>
                  <a:pt x="21977" y="840"/>
                  <a:pt x="22738" y="618"/>
                </a:cubicBezTo>
                <a:cubicBezTo>
                  <a:pt x="23499" y="396"/>
                  <a:pt x="24529" y="238"/>
                  <a:pt x="25830" y="143"/>
                </a:cubicBezTo>
                <a:cubicBezTo>
                  <a:pt x="27130" y="48"/>
                  <a:pt x="28795" y="0"/>
                  <a:pt x="30824" y="0"/>
                </a:cubicBezTo>
                <a:cubicBezTo>
                  <a:pt x="33108" y="0"/>
                  <a:pt x="34979" y="111"/>
                  <a:pt x="36437" y="333"/>
                </a:cubicBezTo>
                <a:cubicBezTo>
                  <a:pt x="37896" y="555"/>
                  <a:pt x="39006" y="888"/>
                  <a:pt x="39767" y="1332"/>
                </a:cubicBezTo>
                <a:cubicBezTo>
                  <a:pt x="40528" y="1776"/>
                  <a:pt x="40956" y="2348"/>
                  <a:pt x="41051" y="3047"/>
                </a:cubicBezTo>
                <a:cubicBezTo>
                  <a:pt x="41147" y="3745"/>
                  <a:pt x="41036" y="4506"/>
                  <a:pt x="40718" y="5331"/>
                </a:cubicBezTo>
                <a:close/>
                <a:moveTo>
                  <a:pt x="148030" y="88664"/>
                </a:moveTo>
                <a:cubicBezTo>
                  <a:pt x="148030" y="96228"/>
                  <a:pt x="147206" y="103028"/>
                  <a:pt x="145557" y="109065"/>
                </a:cubicBezTo>
                <a:cubicBezTo>
                  <a:pt x="143908" y="115102"/>
                  <a:pt x="141529" y="120250"/>
                  <a:pt x="138421" y="124507"/>
                </a:cubicBezTo>
                <a:cubicBezTo>
                  <a:pt x="135314" y="128764"/>
                  <a:pt x="131492" y="132038"/>
                  <a:pt x="126957" y="134327"/>
                </a:cubicBezTo>
                <a:cubicBezTo>
                  <a:pt x="122423" y="136614"/>
                  <a:pt x="117269" y="137758"/>
                  <a:pt x="111498" y="137758"/>
                </a:cubicBezTo>
                <a:cubicBezTo>
                  <a:pt x="108644" y="137758"/>
                  <a:pt x="105980" y="137487"/>
                  <a:pt x="103506" y="136946"/>
                </a:cubicBezTo>
                <a:cubicBezTo>
                  <a:pt x="101033" y="136407"/>
                  <a:pt x="98670" y="135534"/>
                  <a:pt x="96419" y="134327"/>
                </a:cubicBezTo>
                <a:cubicBezTo>
                  <a:pt x="94167" y="133118"/>
                  <a:pt x="91947" y="131593"/>
                  <a:pt x="89759" y="129751"/>
                </a:cubicBezTo>
                <a:cubicBezTo>
                  <a:pt x="87571" y="127908"/>
                  <a:pt x="85335" y="125683"/>
                  <a:pt x="83052" y="123077"/>
                </a:cubicBezTo>
                <a:lnTo>
                  <a:pt x="83052" y="132258"/>
                </a:lnTo>
                <a:cubicBezTo>
                  <a:pt x="83052" y="132953"/>
                  <a:pt x="82877" y="133538"/>
                  <a:pt x="82529" y="134012"/>
                </a:cubicBezTo>
                <a:cubicBezTo>
                  <a:pt x="82180" y="134483"/>
                  <a:pt x="81609" y="134878"/>
                  <a:pt x="80816" y="135195"/>
                </a:cubicBezTo>
                <a:cubicBezTo>
                  <a:pt x="80023" y="135510"/>
                  <a:pt x="78961" y="135730"/>
                  <a:pt x="77629" y="135855"/>
                </a:cubicBezTo>
                <a:cubicBezTo>
                  <a:pt x="76297" y="135982"/>
                  <a:pt x="74680" y="136045"/>
                  <a:pt x="72777" y="136045"/>
                </a:cubicBezTo>
                <a:cubicBezTo>
                  <a:pt x="70811" y="136045"/>
                  <a:pt x="69178" y="135982"/>
                  <a:pt x="67878" y="135855"/>
                </a:cubicBezTo>
                <a:cubicBezTo>
                  <a:pt x="66577" y="135728"/>
                  <a:pt x="65531" y="135506"/>
                  <a:pt x="64738" y="135189"/>
                </a:cubicBezTo>
                <a:cubicBezTo>
                  <a:pt x="63945" y="134872"/>
                  <a:pt x="63390" y="134476"/>
                  <a:pt x="63073" y="134000"/>
                </a:cubicBezTo>
                <a:cubicBezTo>
                  <a:pt x="62756" y="133524"/>
                  <a:pt x="62597" y="132937"/>
                  <a:pt x="62597" y="132240"/>
                </a:cubicBezTo>
                <a:lnTo>
                  <a:pt x="62597" y="7135"/>
                </a:lnTo>
                <a:cubicBezTo>
                  <a:pt x="62597" y="6501"/>
                  <a:pt x="62788" y="5930"/>
                  <a:pt x="63168" y="5423"/>
                </a:cubicBezTo>
                <a:cubicBezTo>
                  <a:pt x="63549" y="4915"/>
                  <a:pt x="64199" y="4487"/>
                  <a:pt x="65119" y="4138"/>
                </a:cubicBezTo>
                <a:cubicBezTo>
                  <a:pt x="66038" y="3790"/>
                  <a:pt x="67259" y="3520"/>
                  <a:pt x="68781" y="3330"/>
                </a:cubicBezTo>
                <a:cubicBezTo>
                  <a:pt x="70304" y="3140"/>
                  <a:pt x="72238" y="3044"/>
                  <a:pt x="74585" y="3044"/>
                </a:cubicBezTo>
                <a:cubicBezTo>
                  <a:pt x="76931" y="3044"/>
                  <a:pt x="78866" y="3140"/>
                  <a:pt x="80388" y="3330"/>
                </a:cubicBezTo>
                <a:cubicBezTo>
                  <a:pt x="81910" y="3520"/>
                  <a:pt x="83131" y="3790"/>
                  <a:pt x="84051" y="4138"/>
                </a:cubicBezTo>
                <a:cubicBezTo>
                  <a:pt x="84970" y="4485"/>
                  <a:pt x="85621" y="4912"/>
                  <a:pt x="86001" y="5420"/>
                </a:cubicBezTo>
                <a:cubicBezTo>
                  <a:pt x="86382" y="5927"/>
                  <a:pt x="86572" y="6497"/>
                  <a:pt x="86572" y="7129"/>
                </a:cubicBezTo>
                <a:lnTo>
                  <a:pt x="86572" y="53966"/>
                </a:lnTo>
                <a:cubicBezTo>
                  <a:pt x="88728" y="51806"/>
                  <a:pt x="90885" y="49964"/>
                  <a:pt x="93041" y="48439"/>
                </a:cubicBezTo>
                <a:cubicBezTo>
                  <a:pt x="95198" y="46913"/>
                  <a:pt x="97354" y="45658"/>
                  <a:pt x="99510" y="44673"/>
                </a:cubicBezTo>
                <a:cubicBezTo>
                  <a:pt x="101667" y="43687"/>
                  <a:pt x="103887" y="42973"/>
                  <a:pt x="106170" y="42529"/>
                </a:cubicBezTo>
                <a:cubicBezTo>
                  <a:pt x="108453" y="42083"/>
                  <a:pt x="110863" y="41860"/>
                  <a:pt x="113400" y="41860"/>
                </a:cubicBezTo>
                <a:cubicBezTo>
                  <a:pt x="119679" y="41860"/>
                  <a:pt x="125007" y="43116"/>
                  <a:pt x="129383" y="45627"/>
                </a:cubicBezTo>
                <a:cubicBezTo>
                  <a:pt x="133760" y="48136"/>
                  <a:pt x="137327" y="51520"/>
                  <a:pt x="140086" y="55780"/>
                </a:cubicBezTo>
                <a:cubicBezTo>
                  <a:pt x="142845" y="60037"/>
                  <a:pt x="144859" y="65010"/>
                  <a:pt x="146127" y="70698"/>
                </a:cubicBezTo>
                <a:cubicBezTo>
                  <a:pt x="147396" y="76385"/>
                  <a:pt x="148030" y="82373"/>
                  <a:pt x="148030" y="88664"/>
                </a:cubicBezTo>
                <a:moveTo>
                  <a:pt x="123199" y="90427"/>
                </a:moveTo>
                <a:cubicBezTo>
                  <a:pt x="123199" y="86806"/>
                  <a:pt x="122930" y="83312"/>
                  <a:pt x="122391" y="79944"/>
                </a:cubicBezTo>
                <a:cubicBezTo>
                  <a:pt x="121852" y="76577"/>
                  <a:pt x="120916" y="73591"/>
                  <a:pt x="119584" y="70987"/>
                </a:cubicBezTo>
                <a:cubicBezTo>
                  <a:pt x="118252" y="68382"/>
                  <a:pt x="116524" y="66302"/>
                  <a:pt x="114399" y="64746"/>
                </a:cubicBezTo>
                <a:cubicBezTo>
                  <a:pt x="112275" y="63189"/>
                  <a:pt x="109595" y="62410"/>
                  <a:pt x="106360" y="62410"/>
                </a:cubicBezTo>
                <a:cubicBezTo>
                  <a:pt x="104775" y="62410"/>
                  <a:pt x="103221" y="62632"/>
                  <a:pt x="101699" y="63076"/>
                </a:cubicBezTo>
                <a:cubicBezTo>
                  <a:pt x="100176" y="63518"/>
                  <a:pt x="98607" y="64277"/>
                  <a:pt x="96989" y="65353"/>
                </a:cubicBezTo>
                <a:cubicBezTo>
                  <a:pt x="95372" y="66429"/>
                  <a:pt x="93707" y="67822"/>
                  <a:pt x="91995" y="69533"/>
                </a:cubicBezTo>
                <a:cubicBezTo>
                  <a:pt x="90282" y="71241"/>
                  <a:pt x="88475" y="73361"/>
                  <a:pt x="86572" y="75892"/>
                </a:cubicBezTo>
                <a:lnTo>
                  <a:pt x="86572" y="104109"/>
                </a:lnTo>
                <a:cubicBezTo>
                  <a:pt x="89933" y="108444"/>
                  <a:pt x="93152" y="111743"/>
                  <a:pt x="96228" y="114006"/>
                </a:cubicBezTo>
                <a:cubicBezTo>
                  <a:pt x="99304" y="116268"/>
                  <a:pt x="102523" y="117398"/>
                  <a:pt x="105885" y="117398"/>
                </a:cubicBezTo>
                <a:cubicBezTo>
                  <a:pt x="108992" y="117398"/>
                  <a:pt x="111625" y="116605"/>
                  <a:pt x="113781" y="115017"/>
                </a:cubicBezTo>
                <a:cubicBezTo>
                  <a:pt x="115937" y="113428"/>
                  <a:pt x="117729" y="111362"/>
                  <a:pt x="119156" y="108821"/>
                </a:cubicBezTo>
                <a:cubicBezTo>
                  <a:pt x="120583" y="106280"/>
                  <a:pt x="121614" y="103390"/>
                  <a:pt x="122248" y="100149"/>
                </a:cubicBezTo>
                <a:cubicBezTo>
                  <a:pt x="122882" y="96908"/>
                  <a:pt x="123199" y="93668"/>
                  <a:pt x="123199" y="90427"/>
                </a:cubicBezTo>
                <a:close/>
                <a:moveTo>
                  <a:pt x="204492" y="84339"/>
                </a:moveTo>
                <a:cubicBezTo>
                  <a:pt x="204492" y="91509"/>
                  <a:pt x="204080" y="98569"/>
                  <a:pt x="203256" y="105518"/>
                </a:cubicBezTo>
                <a:cubicBezTo>
                  <a:pt x="202431" y="112467"/>
                  <a:pt x="201179" y="119353"/>
                  <a:pt x="199498" y="126175"/>
                </a:cubicBezTo>
                <a:cubicBezTo>
                  <a:pt x="197817" y="132997"/>
                  <a:pt x="195724" y="139756"/>
                  <a:pt x="193219" y="146451"/>
                </a:cubicBezTo>
                <a:cubicBezTo>
                  <a:pt x="190713" y="153146"/>
                  <a:pt x="187748" y="159793"/>
                  <a:pt x="184323" y="166391"/>
                </a:cubicBezTo>
                <a:cubicBezTo>
                  <a:pt x="184133" y="166837"/>
                  <a:pt x="183800" y="167234"/>
                  <a:pt x="183325" y="167583"/>
                </a:cubicBezTo>
                <a:cubicBezTo>
                  <a:pt x="182849" y="167932"/>
                  <a:pt x="182183" y="168217"/>
                  <a:pt x="181327" y="168439"/>
                </a:cubicBezTo>
                <a:cubicBezTo>
                  <a:pt x="180470" y="168661"/>
                  <a:pt x="179408" y="168836"/>
                  <a:pt x="178140" y="168962"/>
                </a:cubicBezTo>
                <a:cubicBezTo>
                  <a:pt x="176871" y="169089"/>
                  <a:pt x="175349" y="169153"/>
                  <a:pt x="173573" y="169153"/>
                </a:cubicBezTo>
                <a:cubicBezTo>
                  <a:pt x="170973" y="169153"/>
                  <a:pt x="168959" y="169026"/>
                  <a:pt x="167532" y="168772"/>
                </a:cubicBezTo>
                <a:cubicBezTo>
                  <a:pt x="166105" y="168519"/>
                  <a:pt x="165042" y="168138"/>
                  <a:pt x="164345" y="167631"/>
                </a:cubicBezTo>
                <a:cubicBezTo>
                  <a:pt x="163647" y="167123"/>
                  <a:pt x="163298" y="166504"/>
                  <a:pt x="163298" y="165772"/>
                </a:cubicBezTo>
                <a:cubicBezTo>
                  <a:pt x="163298" y="165043"/>
                  <a:pt x="163489" y="164171"/>
                  <a:pt x="163869" y="163156"/>
                </a:cubicBezTo>
                <a:cubicBezTo>
                  <a:pt x="169133" y="150717"/>
                  <a:pt x="173145" y="137914"/>
                  <a:pt x="175904" y="124748"/>
                </a:cubicBezTo>
                <a:cubicBezTo>
                  <a:pt x="178663" y="111579"/>
                  <a:pt x="180042" y="98046"/>
                  <a:pt x="180042" y="84148"/>
                </a:cubicBezTo>
                <a:cubicBezTo>
                  <a:pt x="180042" y="70314"/>
                  <a:pt x="178679" y="56813"/>
                  <a:pt x="175951" y="43647"/>
                </a:cubicBezTo>
                <a:cubicBezTo>
                  <a:pt x="173224" y="30478"/>
                  <a:pt x="169165" y="17706"/>
                  <a:pt x="163774" y="5331"/>
                </a:cubicBezTo>
                <a:cubicBezTo>
                  <a:pt x="163457" y="4506"/>
                  <a:pt x="163346" y="3745"/>
                  <a:pt x="163441" y="3047"/>
                </a:cubicBezTo>
                <a:cubicBezTo>
                  <a:pt x="163536" y="2348"/>
                  <a:pt x="163980" y="1776"/>
                  <a:pt x="164773" y="1332"/>
                </a:cubicBezTo>
                <a:cubicBezTo>
                  <a:pt x="165566" y="888"/>
                  <a:pt x="166676" y="555"/>
                  <a:pt x="168103" y="333"/>
                </a:cubicBezTo>
                <a:cubicBezTo>
                  <a:pt x="169530" y="111"/>
                  <a:pt x="171417" y="0"/>
                  <a:pt x="173763" y="0"/>
                </a:cubicBezTo>
                <a:cubicBezTo>
                  <a:pt x="175729" y="0"/>
                  <a:pt x="177347" y="48"/>
                  <a:pt x="178615" y="143"/>
                </a:cubicBezTo>
                <a:cubicBezTo>
                  <a:pt x="179884" y="238"/>
                  <a:pt x="180930" y="396"/>
                  <a:pt x="181755" y="618"/>
                </a:cubicBezTo>
                <a:cubicBezTo>
                  <a:pt x="182579" y="840"/>
                  <a:pt x="183166" y="1078"/>
                  <a:pt x="183515" y="1332"/>
                </a:cubicBezTo>
                <a:cubicBezTo>
                  <a:pt x="183864" y="1586"/>
                  <a:pt x="184133" y="1871"/>
                  <a:pt x="184323" y="2188"/>
                </a:cubicBezTo>
                <a:cubicBezTo>
                  <a:pt x="190920" y="15515"/>
                  <a:pt x="195930" y="28985"/>
                  <a:pt x="199355" y="42597"/>
                </a:cubicBezTo>
                <a:cubicBezTo>
                  <a:pt x="202780" y="56210"/>
                  <a:pt x="204492" y="70124"/>
                  <a:pt x="204492" y="84339"/>
                </a:cubicBezTo>
                <a:close/>
                <a:moveTo>
                  <a:pt x="352856" y="22690"/>
                </a:moveTo>
                <a:cubicBezTo>
                  <a:pt x="352856" y="24537"/>
                  <a:pt x="352777" y="26114"/>
                  <a:pt x="352619" y="27420"/>
                </a:cubicBezTo>
                <a:cubicBezTo>
                  <a:pt x="352460" y="28726"/>
                  <a:pt x="352222" y="29778"/>
                  <a:pt x="351905" y="30575"/>
                </a:cubicBezTo>
                <a:cubicBezTo>
                  <a:pt x="351588" y="31371"/>
                  <a:pt x="351191" y="31961"/>
                  <a:pt x="350716" y="32343"/>
                </a:cubicBezTo>
                <a:cubicBezTo>
                  <a:pt x="350240" y="32726"/>
                  <a:pt x="349717" y="32917"/>
                  <a:pt x="349146" y="32917"/>
                </a:cubicBezTo>
                <a:lnTo>
                  <a:pt x="318322" y="32917"/>
                </a:lnTo>
                <a:lnTo>
                  <a:pt x="318322" y="132052"/>
                </a:lnTo>
                <a:cubicBezTo>
                  <a:pt x="318322" y="132687"/>
                  <a:pt x="318116" y="133258"/>
                  <a:pt x="317703" y="133765"/>
                </a:cubicBezTo>
                <a:cubicBezTo>
                  <a:pt x="317291" y="134270"/>
                  <a:pt x="316609" y="134682"/>
                  <a:pt x="315658" y="134999"/>
                </a:cubicBezTo>
                <a:cubicBezTo>
                  <a:pt x="314707" y="135316"/>
                  <a:pt x="313422" y="135570"/>
                  <a:pt x="311805" y="135760"/>
                </a:cubicBezTo>
                <a:cubicBezTo>
                  <a:pt x="310188" y="135950"/>
                  <a:pt x="308174" y="136045"/>
                  <a:pt x="305764" y="136045"/>
                </a:cubicBezTo>
                <a:cubicBezTo>
                  <a:pt x="303354" y="136045"/>
                  <a:pt x="301340" y="135950"/>
                  <a:pt x="299723" y="135760"/>
                </a:cubicBezTo>
                <a:cubicBezTo>
                  <a:pt x="298105" y="135570"/>
                  <a:pt x="296821" y="135316"/>
                  <a:pt x="295870" y="134999"/>
                </a:cubicBezTo>
                <a:cubicBezTo>
                  <a:pt x="294918" y="134682"/>
                  <a:pt x="294236" y="134270"/>
                  <a:pt x="293824" y="133765"/>
                </a:cubicBezTo>
                <a:cubicBezTo>
                  <a:pt x="293412" y="133258"/>
                  <a:pt x="293206" y="132687"/>
                  <a:pt x="293206" y="132052"/>
                </a:cubicBezTo>
                <a:lnTo>
                  <a:pt x="293206" y="32917"/>
                </a:lnTo>
                <a:lnTo>
                  <a:pt x="262382" y="32917"/>
                </a:lnTo>
                <a:cubicBezTo>
                  <a:pt x="261747" y="32917"/>
                  <a:pt x="261208" y="32726"/>
                  <a:pt x="260764" y="32343"/>
                </a:cubicBezTo>
                <a:cubicBezTo>
                  <a:pt x="260320" y="31961"/>
                  <a:pt x="259940" y="31371"/>
                  <a:pt x="259623" y="30575"/>
                </a:cubicBezTo>
                <a:cubicBezTo>
                  <a:pt x="259305" y="29778"/>
                  <a:pt x="259068" y="28726"/>
                  <a:pt x="258909" y="27420"/>
                </a:cubicBezTo>
                <a:cubicBezTo>
                  <a:pt x="258750" y="26114"/>
                  <a:pt x="258671" y="24537"/>
                  <a:pt x="258671" y="22690"/>
                </a:cubicBezTo>
                <a:cubicBezTo>
                  <a:pt x="258671" y="20779"/>
                  <a:pt x="258750" y="19155"/>
                  <a:pt x="258909" y="17817"/>
                </a:cubicBezTo>
                <a:cubicBezTo>
                  <a:pt x="259068" y="16477"/>
                  <a:pt x="259305" y="15410"/>
                  <a:pt x="259623" y="14615"/>
                </a:cubicBezTo>
                <a:cubicBezTo>
                  <a:pt x="259940" y="13819"/>
                  <a:pt x="260320" y="13245"/>
                  <a:pt x="260764" y="12894"/>
                </a:cubicBezTo>
                <a:cubicBezTo>
                  <a:pt x="261208" y="12543"/>
                  <a:pt x="261747" y="12368"/>
                  <a:pt x="262382" y="12368"/>
                </a:cubicBezTo>
                <a:lnTo>
                  <a:pt x="349146" y="12368"/>
                </a:lnTo>
                <a:cubicBezTo>
                  <a:pt x="349717" y="12368"/>
                  <a:pt x="350240" y="12543"/>
                  <a:pt x="350716" y="12894"/>
                </a:cubicBezTo>
                <a:cubicBezTo>
                  <a:pt x="351191" y="13245"/>
                  <a:pt x="351588" y="13819"/>
                  <a:pt x="351905" y="14615"/>
                </a:cubicBezTo>
                <a:cubicBezTo>
                  <a:pt x="352222" y="15410"/>
                  <a:pt x="352460" y="16477"/>
                  <a:pt x="352619" y="17817"/>
                </a:cubicBezTo>
                <a:cubicBezTo>
                  <a:pt x="352777" y="19155"/>
                  <a:pt x="352856" y="20779"/>
                  <a:pt x="352856" y="22690"/>
                </a:cubicBezTo>
                <a:close/>
                <a:moveTo>
                  <a:pt x="415215" y="55179"/>
                </a:moveTo>
                <a:cubicBezTo>
                  <a:pt x="415215" y="57462"/>
                  <a:pt x="415152" y="59333"/>
                  <a:pt x="415025" y="60792"/>
                </a:cubicBezTo>
                <a:cubicBezTo>
                  <a:pt x="414898" y="62251"/>
                  <a:pt x="414708" y="63393"/>
                  <a:pt x="414454" y="64217"/>
                </a:cubicBezTo>
                <a:cubicBezTo>
                  <a:pt x="414201" y="65042"/>
                  <a:pt x="413868" y="65613"/>
                  <a:pt x="413455" y="65930"/>
                </a:cubicBezTo>
                <a:cubicBezTo>
                  <a:pt x="413043" y="66247"/>
                  <a:pt x="412520" y="66405"/>
                  <a:pt x="411886" y="66405"/>
                </a:cubicBezTo>
                <a:cubicBezTo>
                  <a:pt x="411378" y="66405"/>
                  <a:pt x="410807" y="66294"/>
                  <a:pt x="410173" y="66072"/>
                </a:cubicBezTo>
                <a:cubicBezTo>
                  <a:pt x="409539" y="65850"/>
                  <a:pt x="408825" y="65613"/>
                  <a:pt x="408033" y="65359"/>
                </a:cubicBezTo>
                <a:cubicBezTo>
                  <a:pt x="407240" y="65105"/>
                  <a:pt x="406368" y="64867"/>
                  <a:pt x="405416" y="64645"/>
                </a:cubicBezTo>
                <a:cubicBezTo>
                  <a:pt x="404465" y="64423"/>
                  <a:pt x="403418" y="64312"/>
                  <a:pt x="402277" y="64312"/>
                </a:cubicBezTo>
                <a:cubicBezTo>
                  <a:pt x="400945" y="64312"/>
                  <a:pt x="399613" y="64584"/>
                  <a:pt x="398281" y="65127"/>
                </a:cubicBezTo>
                <a:cubicBezTo>
                  <a:pt x="396949" y="65668"/>
                  <a:pt x="395570" y="66513"/>
                  <a:pt x="394143" y="67663"/>
                </a:cubicBezTo>
                <a:cubicBezTo>
                  <a:pt x="392716" y="68812"/>
                  <a:pt x="391225" y="70345"/>
                  <a:pt x="389671" y="72259"/>
                </a:cubicBezTo>
                <a:cubicBezTo>
                  <a:pt x="388117" y="74174"/>
                  <a:pt x="386452" y="76535"/>
                  <a:pt x="384677" y="79344"/>
                </a:cubicBezTo>
                <a:lnTo>
                  <a:pt x="384677" y="132240"/>
                </a:lnTo>
                <a:cubicBezTo>
                  <a:pt x="384677" y="132874"/>
                  <a:pt x="384486" y="133429"/>
                  <a:pt x="384106" y="133905"/>
                </a:cubicBezTo>
                <a:cubicBezTo>
                  <a:pt x="383725" y="134380"/>
                  <a:pt x="383075" y="134777"/>
                  <a:pt x="382155" y="135094"/>
                </a:cubicBezTo>
                <a:cubicBezTo>
                  <a:pt x="381236" y="135411"/>
                  <a:pt x="380015" y="135649"/>
                  <a:pt x="378493" y="135807"/>
                </a:cubicBezTo>
                <a:cubicBezTo>
                  <a:pt x="376971" y="135966"/>
                  <a:pt x="375036" y="136045"/>
                  <a:pt x="372689" y="136045"/>
                </a:cubicBezTo>
                <a:cubicBezTo>
                  <a:pt x="370343" y="136045"/>
                  <a:pt x="368408" y="135966"/>
                  <a:pt x="366886" y="135807"/>
                </a:cubicBezTo>
                <a:cubicBezTo>
                  <a:pt x="365364" y="135649"/>
                  <a:pt x="364143" y="135411"/>
                  <a:pt x="363223" y="135094"/>
                </a:cubicBezTo>
                <a:cubicBezTo>
                  <a:pt x="362304" y="134777"/>
                  <a:pt x="361654" y="134380"/>
                  <a:pt x="361273" y="133905"/>
                </a:cubicBezTo>
                <a:cubicBezTo>
                  <a:pt x="360892" y="133429"/>
                  <a:pt x="360702" y="132874"/>
                  <a:pt x="360702" y="132240"/>
                </a:cubicBezTo>
                <a:lnTo>
                  <a:pt x="360702" y="47378"/>
                </a:lnTo>
                <a:cubicBezTo>
                  <a:pt x="360702" y="46744"/>
                  <a:pt x="360861" y="46189"/>
                  <a:pt x="361178" y="45713"/>
                </a:cubicBezTo>
                <a:cubicBezTo>
                  <a:pt x="361495" y="45237"/>
                  <a:pt x="362066" y="44841"/>
                  <a:pt x="362890" y="44524"/>
                </a:cubicBezTo>
                <a:cubicBezTo>
                  <a:pt x="363715" y="44207"/>
                  <a:pt x="364777" y="43969"/>
                  <a:pt x="366077" y="43810"/>
                </a:cubicBezTo>
                <a:cubicBezTo>
                  <a:pt x="367378" y="43652"/>
                  <a:pt x="369011" y="43573"/>
                  <a:pt x="370977" y="43573"/>
                </a:cubicBezTo>
                <a:cubicBezTo>
                  <a:pt x="373006" y="43573"/>
                  <a:pt x="374687" y="43652"/>
                  <a:pt x="376019" y="43810"/>
                </a:cubicBezTo>
                <a:cubicBezTo>
                  <a:pt x="377351" y="43969"/>
                  <a:pt x="378382" y="44207"/>
                  <a:pt x="379111" y="44524"/>
                </a:cubicBezTo>
                <a:cubicBezTo>
                  <a:pt x="379840" y="44841"/>
                  <a:pt x="380364" y="45237"/>
                  <a:pt x="380681" y="45713"/>
                </a:cubicBezTo>
                <a:cubicBezTo>
                  <a:pt x="380998" y="46189"/>
                  <a:pt x="381157" y="46744"/>
                  <a:pt x="381157" y="47378"/>
                </a:cubicBezTo>
                <a:lnTo>
                  <a:pt x="381157" y="57938"/>
                </a:lnTo>
                <a:cubicBezTo>
                  <a:pt x="383376" y="54747"/>
                  <a:pt x="385469" y="52115"/>
                  <a:pt x="387436" y="50042"/>
                </a:cubicBezTo>
                <a:cubicBezTo>
                  <a:pt x="389402" y="47969"/>
                  <a:pt x="391273" y="46327"/>
                  <a:pt x="393049" y="45116"/>
                </a:cubicBezTo>
                <a:cubicBezTo>
                  <a:pt x="394824" y="43903"/>
                  <a:pt x="396600" y="43057"/>
                  <a:pt x="398376" y="42580"/>
                </a:cubicBezTo>
                <a:cubicBezTo>
                  <a:pt x="400152" y="42100"/>
                  <a:pt x="401928" y="41860"/>
                  <a:pt x="403704" y="41860"/>
                </a:cubicBezTo>
                <a:cubicBezTo>
                  <a:pt x="404528" y="41860"/>
                  <a:pt x="405416" y="41908"/>
                  <a:pt x="406368" y="42003"/>
                </a:cubicBezTo>
                <a:cubicBezTo>
                  <a:pt x="407319" y="42098"/>
                  <a:pt x="408302" y="42256"/>
                  <a:pt x="409317" y="42478"/>
                </a:cubicBezTo>
                <a:cubicBezTo>
                  <a:pt x="410332" y="42700"/>
                  <a:pt x="411220" y="42954"/>
                  <a:pt x="411981" y="43240"/>
                </a:cubicBezTo>
                <a:cubicBezTo>
                  <a:pt x="412742" y="43525"/>
                  <a:pt x="413297" y="43826"/>
                  <a:pt x="413646" y="44143"/>
                </a:cubicBezTo>
                <a:cubicBezTo>
                  <a:pt x="413994" y="44460"/>
                  <a:pt x="414248" y="44809"/>
                  <a:pt x="414407" y="45190"/>
                </a:cubicBezTo>
                <a:cubicBezTo>
                  <a:pt x="414565" y="45570"/>
                  <a:pt x="414708" y="46094"/>
                  <a:pt x="414835" y="46760"/>
                </a:cubicBezTo>
                <a:cubicBezTo>
                  <a:pt x="414962" y="47426"/>
                  <a:pt x="415057" y="48424"/>
                  <a:pt x="415120" y="49756"/>
                </a:cubicBezTo>
                <a:cubicBezTo>
                  <a:pt x="415184" y="51088"/>
                  <a:pt x="415215" y="52896"/>
                  <a:pt x="415215" y="55179"/>
                </a:cubicBezTo>
                <a:close/>
                <a:moveTo>
                  <a:pt x="493796" y="132522"/>
                </a:moveTo>
                <a:cubicBezTo>
                  <a:pt x="493796" y="133410"/>
                  <a:pt x="493479" y="134109"/>
                  <a:pt x="492844" y="134618"/>
                </a:cubicBezTo>
                <a:cubicBezTo>
                  <a:pt x="492210" y="135126"/>
                  <a:pt x="491211" y="135490"/>
                  <a:pt x="489848" y="135712"/>
                </a:cubicBezTo>
                <a:cubicBezTo>
                  <a:pt x="488484" y="135934"/>
                  <a:pt x="486470" y="136045"/>
                  <a:pt x="483806" y="136045"/>
                </a:cubicBezTo>
                <a:cubicBezTo>
                  <a:pt x="480952" y="136045"/>
                  <a:pt x="478875" y="135934"/>
                  <a:pt x="477575" y="135712"/>
                </a:cubicBezTo>
                <a:cubicBezTo>
                  <a:pt x="476275" y="135490"/>
                  <a:pt x="475355" y="135126"/>
                  <a:pt x="474816" y="134618"/>
                </a:cubicBezTo>
                <a:cubicBezTo>
                  <a:pt x="474277" y="134111"/>
                  <a:pt x="474007" y="133413"/>
                  <a:pt x="474007" y="132525"/>
                </a:cubicBezTo>
                <a:lnTo>
                  <a:pt x="474007" y="125771"/>
                </a:lnTo>
                <a:cubicBezTo>
                  <a:pt x="470519" y="129513"/>
                  <a:pt x="466539" y="132446"/>
                  <a:pt x="462068" y="134571"/>
                </a:cubicBezTo>
                <a:cubicBezTo>
                  <a:pt x="457596" y="136695"/>
                  <a:pt x="452633" y="137758"/>
                  <a:pt x="447179" y="137758"/>
                </a:cubicBezTo>
                <a:cubicBezTo>
                  <a:pt x="442676" y="137758"/>
                  <a:pt x="438537" y="137169"/>
                  <a:pt x="434764" y="135992"/>
                </a:cubicBezTo>
                <a:cubicBezTo>
                  <a:pt x="430990" y="134814"/>
                  <a:pt x="427723" y="133064"/>
                  <a:pt x="424965" y="130741"/>
                </a:cubicBezTo>
                <a:cubicBezTo>
                  <a:pt x="422206" y="128418"/>
                  <a:pt x="420065" y="125540"/>
                  <a:pt x="418543" y="122105"/>
                </a:cubicBezTo>
                <a:cubicBezTo>
                  <a:pt x="417021" y="118668"/>
                  <a:pt x="416260" y="114658"/>
                  <a:pt x="416260" y="110076"/>
                </a:cubicBezTo>
                <a:cubicBezTo>
                  <a:pt x="416260" y="105111"/>
                  <a:pt x="417227" y="100799"/>
                  <a:pt x="419161" y="97140"/>
                </a:cubicBezTo>
                <a:cubicBezTo>
                  <a:pt x="421096" y="93482"/>
                  <a:pt x="423981" y="90459"/>
                  <a:pt x="427819" y="88073"/>
                </a:cubicBezTo>
                <a:cubicBezTo>
                  <a:pt x="431656" y="85686"/>
                  <a:pt x="436428" y="83920"/>
                  <a:pt x="442137" y="82775"/>
                </a:cubicBezTo>
                <a:cubicBezTo>
                  <a:pt x="447845" y="81629"/>
                  <a:pt x="454473" y="81056"/>
                  <a:pt x="462020" y="81056"/>
                </a:cubicBezTo>
                <a:lnTo>
                  <a:pt x="470297" y="81056"/>
                </a:lnTo>
                <a:lnTo>
                  <a:pt x="470297" y="75943"/>
                </a:lnTo>
                <a:cubicBezTo>
                  <a:pt x="470297" y="73291"/>
                  <a:pt x="470028" y="70971"/>
                  <a:pt x="469488" y="68983"/>
                </a:cubicBezTo>
                <a:cubicBezTo>
                  <a:pt x="468949" y="66993"/>
                  <a:pt x="468061" y="65335"/>
                  <a:pt x="466825" y="64009"/>
                </a:cubicBezTo>
                <a:cubicBezTo>
                  <a:pt x="465588" y="62683"/>
                  <a:pt x="463939" y="61705"/>
                  <a:pt x="461878" y="61075"/>
                </a:cubicBezTo>
                <a:cubicBezTo>
                  <a:pt x="459816" y="60442"/>
                  <a:pt x="457263" y="60126"/>
                  <a:pt x="454219" y="60126"/>
                </a:cubicBezTo>
                <a:cubicBezTo>
                  <a:pt x="450223" y="60126"/>
                  <a:pt x="446656" y="60570"/>
                  <a:pt x="443516" y="61458"/>
                </a:cubicBezTo>
                <a:cubicBezTo>
                  <a:pt x="440377" y="62346"/>
                  <a:pt x="437602" y="63329"/>
                  <a:pt x="435192" y="64407"/>
                </a:cubicBezTo>
                <a:cubicBezTo>
                  <a:pt x="432782" y="65486"/>
                  <a:pt x="430768" y="66469"/>
                  <a:pt x="429151" y="67357"/>
                </a:cubicBezTo>
                <a:cubicBezTo>
                  <a:pt x="427533" y="68245"/>
                  <a:pt x="426217" y="68689"/>
                  <a:pt x="425202" y="68689"/>
                </a:cubicBezTo>
                <a:cubicBezTo>
                  <a:pt x="424505" y="68689"/>
                  <a:pt x="423886" y="68466"/>
                  <a:pt x="423347" y="68020"/>
                </a:cubicBezTo>
                <a:cubicBezTo>
                  <a:pt x="422808" y="67574"/>
                  <a:pt x="422364" y="66936"/>
                  <a:pt x="422015" y="66108"/>
                </a:cubicBezTo>
                <a:cubicBezTo>
                  <a:pt x="421666" y="65280"/>
                  <a:pt x="421397" y="64260"/>
                  <a:pt x="421207" y="63049"/>
                </a:cubicBezTo>
                <a:cubicBezTo>
                  <a:pt x="421016" y="61836"/>
                  <a:pt x="420921" y="60497"/>
                  <a:pt x="420921" y="59032"/>
                </a:cubicBezTo>
                <a:cubicBezTo>
                  <a:pt x="420921" y="57056"/>
                  <a:pt x="421080" y="55494"/>
                  <a:pt x="421397" y="54347"/>
                </a:cubicBezTo>
                <a:cubicBezTo>
                  <a:pt x="421714" y="53199"/>
                  <a:pt x="422317" y="52164"/>
                  <a:pt x="423205" y="51240"/>
                </a:cubicBezTo>
                <a:cubicBezTo>
                  <a:pt x="424092" y="50314"/>
                  <a:pt x="425646" y="49297"/>
                  <a:pt x="427866" y="48187"/>
                </a:cubicBezTo>
                <a:cubicBezTo>
                  <a:pt x="430086" y="47077"/>
                  <a:pt x="432686" y="46046"/>
                  <a:pt x="435667" y="45095"/>
                </a:cubicBezTo>
                <a:cubicBezTo>
                  <a:pt x="438648" y="44143"/>
                  <a:pt x="441899" y="43366"/>
                  <a:pt x="445419" y="42764"/>
                </a:cubicBezTo>
                <a:cubicBezTo>
                  <a:pt x="448939" y="42161"/>
                  <a:pt x="452570" y="41860"/>
                  <a:pt x="456312" y="41860"/>
                </a:cubicBezTo>
                <a:cubicBezTo>
                  <a:pt x="462972" y="41860"/>
                  <a:pt x="468664" y="42511"/>
                  <a:pt x="473389" y="43813"/>
                </a:cubicBezTo>
                <a:cubicBezTo>
                  <a:pt x="478114" y="45114"/>
                  <a:pt x="481999" y="47113"/>
                  <a:pt x="485043" y="49813"/>
                </a:cubicBezTo>
                <a:cubicBezTo>
                  <a:pt x="488088" y="52510"/>
                  <a:pt x="490307" y="55986"/>
                  <a:pt x="491703" y="60239"/>
                </a:cubicBezTo>
                <a:cubicBezTo>
                  <a:pt x="493098" y="64493"/>
                  <a:pt x="493796" y="69540"/>
                  <a:pt x="493796" y="75381"/>
                </a:cubicBezTo>
                <a:lnTo>
                  <a:pt x="493796" y="132522"/>
                </a:lnTo>
                <a:moveTo>
                  <a:pt x="470297" y="96088"/>
                </a:moveTo>
                <a:lnTo>
                  <a:pt x="461164" y="96088"/>
                </a:lnTo>
                <a:cubicBezTo>
                  <a:pt x="457295" y="96088"/>
                  <a:pt x="453997" y="96375"/>
                  <a:pt x="451270" y="96950"/>
                </a:cubicBezTo>
                <a:cubicBezTo>
                  <a:pt x="448543" y="97525"/>
                  <a:pt x="446323" y="98388"/>
                  <a:pt x="444610" y="99540"/>
                </a:cubicBezTo>
                <a:cubicBezTo>
                  <a:pt x="442898" y="100689"/>
                  <a:pt x="441645" y="102080"/>
                  <a:pt x="440852" y="103711"/>
                </a:cubicBezTo>
                <a:cubicBezTo>
                  <a:pt x="440060" y="105340"/>
                  <a:pt x="439663" y="107209"/>
                  <a:pt x="439663" y="109318"/>
                </a:cubicBezTo>
                <a:cubicBezTo>
                  <a:pt x="439663" y="112897"/>
                  <a:pt x="440789" y="115710"/>
                  <a:pt x="443040" y="117755"/>
                </a:cubicBezTo>
                <a:cubicBezTo>
                  <a:pt x="445292" y="119801"/>
                  <a:pt x="448416" y="120823"/>
                  <a:pt x="452411" y="120823"/>
                </a:cubicBezTo>
                <a:cubicBezTo>
                  <a:pt x="455773" y="120823"/>
                  <a:pt x="458865" y="119961"/>
                  <a:pt x="461687" y="118237"/>
                </a:cubicBezTo>
                <a:cubicBezTo>
                  <a:pt x="464510" y="116511"/>
                  <a:pt x="467380" y="113985"/>
                  <a:pt x="470297" y="110662"/>
                </a:cubicBezTo>
                <a:lnTo>
                  <a:pt x="470297" y="96088"/>
                </a:lnTo>
                <a:close/>
                <a:moveTo>
                  <a:pt x="542497" y="132240"/>
                </a:moveTo>
                <a:cubicBezTo>
                  <a:pt x="542497" y="132874"/>
                  <a:pt x="542306" y="133429"/>
                  <a:pt x="541926" y="133905"/>
                </a:cubicBezTo>
                <a:cubicBezTo>
                  <a:pt x="541545" y="134380"/>
                  <a:pt x="540895" y="134777"/>
                  <a:pt x="539975" y="135094"/>
                </a:cubicBezTo>
                <a:cubicBezTo>
                  <a:pt x="539056" y="135411"/>
                  <a:pt x="537835" y="135649"/>
                  <a:pt x="536313" y="135807"/>
                </a:cubicBezTo>
                <a:cubicBezTo>
                  <a:pt x="534791" y="135966"/>
                  <a:pt x="532856" y="136045"/>
                  <a:pt x="530509" y="136045"/>
                </a:cubicBezTo>
                <a:cubicBezTo>
                  <a:pt x="528163" y="136045"/>
                  <a:pt x="526228" y="135966"/>
                  <a:pt x="524706" y="135807"/>
                </a:cubicBezTo>
                <a:cubicBezTo>
                  <a:pt x="523184" y="135649"/>
                  <a:pt x="521963" y="135411"/>
                  <a:pt x="521043" y="135094"/>
                </a:cubicBezTo>
                <a:cubicBezTo>
                  <a:pt x="520124" y="134777"/>
                  <a:pt x="519474" y="134380"/>
                  <a:pt x="519093" y="133905"/>
                </a:cubicBezTo>
                <a:cubicBezTo>
                  <a:pt x="518712" y="133429"/>
                  <a:pt x="518522" y="132874"/>
                  <a:pt x="518522" y="132240"/>
                </a:cubicBezTo>
                <a:lnTo>
                  <a:pt x="518522" y="47568"/>
                </a:lnTo>
                <a:cubicBezTo>
                  <a:pt x="518522" y="46934"/>
                  <a:pt x="518712" y="46379"/>
                  <a:pt x="519093" y="45903"/>
                </a:cubicBezTo>
                <a:cubicBezTo>
                  <a:pt x="519474" y="45428"/>
                  <a:pt x="520124" y="45015"/>
                  <a:pt x="521043" y="44667"/>
                </a:cubicBezTo>
                <a:cubicBezTo>
                  <a:pt x="521963" y="44318"/>
                  <a:pt x="523184" y="44048"/>
                  <a:pt x="524706" y="43858"/>
                </a:cubicBezTo>
                <a:cubicBezTo>
                  <a:pt x="526228" y="43668"/>
                  <a:pt x="528163" y="43573"/>
                  <a:pt x="530509" y="43573"/>
                </a:cubicBezTo>
                <a:cubicBezTo>
                  <a:pt x="532856" y="43573"/>
                  <a:pt x="534791" y="43668"/>
                  <a:pt x="536313" y="43858"/>
                </a:cubicBezTo>
                <a:cubicBezTo>
                  <a:pt x="537835" y="44048"/>
                  <a:pt x="539056" y="44318"/>
                  <a:pt x="539975" y="44667"/>
                </a:cubicBezTo>
                <a:cubicBezTo>
                  <a:pt x="540895" y="45015"/>
                  <a:pt x="541545" y="45428"/>
                  <a:pt x="541926" y="45903"/>
                </a:cubicBezTo>
                <a:cubicBezTo>
                  <a:pt x="542306" y="46379"/>
                  <a:pt x="542497" y="46934"/>
                  <a:pt x="542497" y="47568"/>
                </a:cubicBezTo>
                <a:lnTo>
                  <a:pt x="542497" y="132240"/>
                </a:lnTo>
                <a:moveTo>
                  <a:pt x="544304" y="18647"/>
                </a:moveTo>
                <a:cubicBezTo>
                  <a:pt x="544304" y="23467"/>
                  <a:pt x="543321" y="26797"/>
                  <a:pt x="541355" y="28636"/>
                </a:cubicBezTo>
                <a:cubicBezTo>
                  <a:pt x="539389" y="30475"/>
                  <a:pt x="535742" y="31395"/>
                  <a:pt x="530414" y="31395"/>
                </a:cubicBezTo>
                <a:cubicBezTo>
                  <a:pt x="525023" y="31395"/>
                  <a:pt x="521392" y="30507"/>
                  <a:pt x="519521" y="28731"/>
                </a:cubicBezTo>
                <a:cubicBezTo>
                  <a:pt x="517650" y="26955"/>
                  <a:pt x="516715" y="23752"/>
                  <a:pt x="516715" y="19122"/>
                </a:cubicBezTo>
                <a:cubicBezTo>
                  <a:pt x="516715" y="14302"/>
                  <a:pt x="517682" y="10957"/>
                  <a:pt x="519616" y="9086"/>
                </a:cubicBezTo>
                <a:cubicBezTo>
                  <a:pt x="521551" y="7215"/>
                  <a:pt x="525213" y="6279"/>
                  <a:pt x="530605" y="6279"/>
                </a:cubicBezTo>
                <a:cubicBezTo>
                  <a:pt x="535932" y="6279"/>
                  <a:pt x="539547" y="7183"/>
                  <a:pt x="541450" y="8990"/>
                </a:cubicBezTo>
                <a:cubicBezTo>
                  <a:pt x="543353" y="10798"/>
                  <a:pt x="544304" y="14017"/>
                  <a:pt x="544304" y="18647"/>
                </a:cubicBezTo>
                <a:close/>
                <a:moveTo>
                  <a:pt x="648094" y="132237"/>
                </a:moveTo>
                <a:cubicBezTo>
                  <a:pt x="648094" y="132871"/>
                  <a:pt x="647904" y="133427"/>
                  <a:pt x="647523" y="133905"/>
                </a:cubicBezTo>
                <a:cubicBezTo>
                  <a:pt x="647143" y="134380"/>
                  <a:pt x="646508" y="134777"/>
                  <a:pt x="645620" y="135094"/>
                </a:cubicBezTo>
                <a:cubicBezTo>
                  <a:pt x="644733" y="135411"/>
                  <a:pt x="643512" y="135649"/>
                  <a:pt x="641958" y="135807"/>
                </a:cubicBezTo>
                <a:cubicBezTo>
                  <a:pt x="640404" y="135966"/>
                  <a:pt x="638485" y="136045"/>
                  <a:pt x="636202" y="136045"/>
                </a:cubicBezTo>
                <a:cubicBezTo>
                  <a:pt x="633855" y="136045"/>
                  <a:pt x="631905" y="135966"/>
                  <a:pt x="630351" y="135807"/>
                </a:cubicBezTo>
                <a:cubicBezTo>
                  <a:pt x="628797" y="135649"/>
                  <a:pt x="627576" y="135411"/>
                  <a:pt x="626688" y="135094"/>
                </a:cubicBezTo>
                <a:cubicBezTo>
                  <a:pt x="625800" y="134777"/>
                  <a:pt x="625166" y="134380"/>
                  <a:pt x="624786" y="133905"/>
                </a:cubicBezTo>
                <a:cubicBezTo>
                  <a:pt x="624405" y="133429"/>
                  <a:pt x="624215" y="132874"/>
                  <a:pt x="624215" y="132240"/>
                </a:cubicBezTo>
                <a:lnTo>
                  <a:pt x="624215" y="83815"/>
                </a:lnTo>
                <a:cubicBezTo>
                  <a:pt x="624215" y="79693"/>
                  <a:pt x="623913" y="76458"/>
                  <a:pt x="623311" y="74111"/>
                </a:cubicBezTo>
                <a:cubicBezTo>
                  <a:pt x="622708" y="71765"/>
                  <a:pt x="621836" y="69751"/>
                  <a:pt x="620695" y="68070"/>
                </a:cubicBezTo>
                <a:cubicBezTo>
                  <a:pt x="619553" y="66389"/>
                  <a:pt x="618078" y="65089"/>
                  <a:pt x="616271" y="64170"/>
                </a:cubicBezTo>
                <a:cubicBezTo>
                  <a:pt x="614463" y="63250"/>
                  <a:pt x="612354" y="62790"/>
                  <a:pt x="609944" y="62790"/>
                </a:cubicBezTo>
                <a:cubicBezTo>
                  <a:pt x="606900" y="62790"/>
                  <a:pt x="603824" y="63900"/>
                  <a:pt x="600716" y="66120"/>
                </a:cubicBezTo>
                <a:cubicBezTo>
                  <a:pt x="597608" y="68340"/>
                  <a:pt x="594374" y="71574"/>
                  <a:pt x="591012" y="75824"/>
                </a:cubicBezTo>
                <a:lnTo>
                  <a:pt x="591012" y="132240"/>
                </a:lnTo>
                <a:cubicBezTo>
                  <a:pt x="591012" y="132874"/>
                  <a:pt x="590822" y="133429"/>
                  <a:pt x="590441" y="133905"/>
                </a:cubicBezTo>
                <a:cubicBezTo>
                  <a:pt x="590061" y="134380"/>
                  <a:pt x="589411" y="134777"/>
                  <a:pt x="588491" y="135094"/>
                </a:cubicBezTo>
                <a:cubicBezTo>
                  <a:pt x="587571" y="135411"/>
                  <a:pt x="586350" y="135649"/>
                  <a:pt x="584828" y="135807"/>
                </a:cubicBezTo>
                <a:cubicBezTo>
                  <a:pt x="583306" y="135966"/>
                  <a:pt x="581372" y="136045"/>
                  <a:pt x="579025" y="136045"/>
                </a:cubicBezTo>
                <a:cubicBezTo>
                  <a:pt x="576678" y="136045"/>
                  <a:pt x="574744" y="135966"/>
                  <a:pt x="573222" y="135807"/>
                </a:cubicBezTo>
                <a:cubicBezTo>
                  <a:pt x="571699" y="135649"/>
                  <a:pt x="570478" y="135411"/>
                  <a:pt x="569559" y="135094"/>
                </a:cubicBezTo>
                <a:cubicBezTo>
                  <a:pt x="568639" y="134777"/>
                  <a:pt x="567989" y="134380"/>
                  <a:pt x="567608" y="133905"/>
                </a:cubicBezTo>
                <a:cubicBezTo>
                  <a:pt x="567228" y="133429"/>
                  <a:pt x="567038" y="132874"/>
                  <a:pt x="567038" y="132240"/>
                </a:cubicBezTo>
                <a:lnTo>
                  <a:pt x="567038" y="47378"/>
                </a:lnTo>
                <a:cubicBezTo>
                  <a:pt x="567038" y="46744"/>
                  <a:pt x="567196" y="46189"/>
                  <a:pt x="567513" y="45713"/>
                </a:cubicBezTo>
                <a:cubicBezTo>
                  <a:pt x="567830" y="45237"/>
                  <a:pt x="568401" y="44841"/>
                  <a:pt x="569226" y="44524"/>
                </a:cubicBezTo>
                <a:cubicBezTo>
                  <a:pt x="570050" y="44207"/>
                  <a:pt x="571113" y="43969"/>
                  <a:pt x="572413" y="43810"/>
                </a:cubicBezTo>
                <a:cubicBezTo>
                  <a:pt x="573713" y="43652"/>
                  <a:pt x="575346" y="43573"/>
                  <a:pt x="577312" y="43573"/>
                </a:cubicBezTo>
                <a:cubicBezTo>
                  <a:pt x="579342" y="43573"/>
                  <a:pt x="581023" y="43652"/>
                  <a:pt x="582355" y="43810"/>
                </a:cubicBezTo>
                <a:cubicBezTo>
                  <a:pt x="583687" y="43969"/>
                  <a:pt x="584717" y="44207"/>
                  <a:pt x="585447" y="44524"/>
                </a:cubicBezTo>
                <a:cubicBezTo>
                  <a:pt x="586176" y="44841"/>
                  <a:pt x="586699" y="45237"/>
                  <a:pt x="587016" y="45713"/>
                </a:cubicBezTo>
                <a:cubicBezTo>
                  <a:pt x="587333" y="46189"/>
                  <a:pt x="587492" y="46744"/>
                  <a:pt x="587492" y="47378"/>
                </a:cubicBezTo>
                <a:lnTo>
                  <a:pt x="587492" y="57177"/>
                </a:lnTo>
                <a:cubicBezTo>
                  <a:pt x="592185" y="52071"/>
                  <a:pt x="596958" y="48242"/>
                  <a:pt x="601810" y="45689"/>
                </a:cubicBezTo>
                <a:cubicBezTo>
                  <a:pt x="606662" y="43136"/>
                  <a:pt x="611720" y="41860"/>
                  <a:pt x="616984" y="41860"/>
                </a:cubicBezTo>
                <a:cubicBezTo>
                  <a:pt x="622756" y="41860"/>
                  <a:pt x="627624" y="42812"/>
                  <a:pt x="631588" y="44717"/>
                </a:cubicBezTo>
                <a:cubicBezTo>
                  <a:pt x="635552" y="46622"/>
                  <a:pt x="638755" y="49209"/>
                  <a:pt x="641197" y="52480"/>
                </a:cubicBezTo>
                <a:cubicBezTo>
                  <a:pt x="643638" y="55748"/>
                  <a:pt x="645398" y="59573"/>
                  <a:pt x="646477" y="63956"/>
                </a:cubicBezTo>
                <a:cubicBezTo>
                  <a:pt x="647555" y="68336"/>
                  <a:pt x="648094" y="73605"/>
                  <a:pt x="648094" y="79763"/>
                </a:cubicBezTo>
                <a:lnTo>
                  <a:pt x="648094" y="132237"/>
                </a:lnTo>
                <a:close/>
                <a:moveTo>
                  <a:pt x="694472" y="132240"/>
                </a:moveTo>
                <a:cubicBezTo>
                  <a:pt x="694472" y="132874"/>
                  <a:pt x="694282" y="133429"/>
                  <a:pt x="693901" y="133905"/>
                </a:cubicBezTo>
                <a:cubicBezTo>
                  <a:pt x="693520" y="134380"/>
                  <a:pt x="692870" y="134777"/>
                  <a:pt x="691951" y="135094"/>
                </a:cubicBezTo>
                <a:cubicBezTo>
                  <a:pt x="691031" y="135411"/>
                  <a:pt x="689810" y="135649"/>
                  <a:pt x="688288" y="135807"/>
                </a:cubicBezTo>
                <a:cubicBezTo>
                  <a:pt x="686766" y="135966"/>
                  <a:pt x="684831" y="136045"/>
                  <a:pt x="682485" y="136045"/>
                </a:cubicBezTo>
                <a:cubicBezTo>
                  <a:pt x="680138" y="136045"/>
                  <a:pt x="678204" y="135966"/>
                  <a:pt x="676681" y="135807"/>
                </a:cubicBezTo>
                <a:cubicBezTo>
                  <a:pt x="675159" y="135649"/>
                  <a:pt x="673938" y="135411"/>
                  <a:pt x="673019" y="135094"/>
                </a:cubicBezTo>
                <a:cubicBezTo>
                  <a:pt x="672099" y="134777"/>
                  <a:pt x="671449" y="134380"/>
                  <a:pt x="671068" y="133905"/>
                </a:cubicBezTo>
                <a:cubicBezTo>
                  <a:pt x="670688" y="133429"/>
                  <a:pt x="670497" y="132874"/>
                  <a:pt x="670497" y="132240"/>
                </a:cubicBezTo>
                <a:lnTo>
                  <a:pt x="670497" y="47568"/>
                </a:lnTo>
                <a:cubicBezTo>
                  <a:pt x="670497" y="46934"/>
                  <a:pt x="670688" y="46379"/>
                  <a:pt x="671068" y="45903"/>
                </a:cubicBezTo>
                <a:cubicBezTo>
                  <a:pt x="671449" y="45428"/>
                  <a:pt x="672099" y="45015"/>
                  <a:pt x="673019" y="44667"/>
                </a:cubicBezTo>
                <a:cubicBezTo>
                  <a:pt x="673938" y="44318"/>
                  <a:pt x="675159" y="44048"/>
                  <a:pt x="676681" y="43858"/>
                </a:cubicBezTo>
                <a:cubicBezTo>
                  <a:pt x="678204" y="43668"/>
                  <a:pt x="680138" y="43573"/>
                  <a:pt x="682485" y="43573"/>
                </a:cubicBezTo>
                <a:cubicBezTo>
                  <a:pt x="684831" y="43573"/>
                  <a:pt x="686766" y="43668"/>
                  <a:pt x="688288" y="43858"/>
                </a:cubicBezTo>
                <a:cubicBezTo>
                  <a:pt x="689810" y="44048"/>
                  <a:pt x="691031" y="44318"/>
                  <a:pt x="691951" y="44667"/>
                </a:cubicBezTo>
                <a:cubicBezTo>
                  <a:pt x="692870" y="45015"/>
                  <a:pt x="693520" y="45428"/>
                  <a:pt x="693901" y="45903"/>
                </a:cubicBezTo>
                <a:cubicBezTo>
                  <a:pt x="694282" y="46379"/>
                  <a:pt x="694472" y="46934"/>
                  <a:pt x="694472" y="47568"/>
                </a:cubicBezTo>
                <a:lnTo>
                  <a:pt x="694472" y="132240"/>
                </a:lnTo>
                <a:moveTo>
                  <a:pt x="696279" y="18647"/>
                </a:moveTo>
                <a:cubicBezTo>
                  <a:pt x="696279" y="23467"/>
                  <a:pt x="695296" y="26797"/>
                  <a:pt x="693330" y="28636"/>
                </a:cubicBezTo>
                <a:cubicBezTo>
                  <a:pt x="691364" y="30475"/>
                  <a:pt x="687717" y="31395"/>
                  <a:pt x="682390" y="31395"/>
                </a:cubicBezTo>
                <a:cubicBezTo>
                  <a:pt x="676998" y="31395"/>
                  <a:pt x="673367" y="30507"/>
                  <a:pt x="671496" y="28731"/>
                </a:cubicBezTo>
                <a:cubicBezTo>
                  <a:pt x="669625" y="26955"/>
                  <a:pt x="668690" y="23752"/>
                  <a:pt x="668690" y="19122"/>
                </a:cubicBezTo>
                <a:cubicBezTo>
                  <a:pt x="668690" y="14302"/>
                  <a:pt x="669657" y="10957"/>
                  <a:pt x="671592" y="9086"/>
                </a:cubicBezTo>
                <a:cubicBezTo>
                  <a:pt x="673526" y="7215"/>
                  <a:pt x="677189" y="6279"/>
                  <a:pt x="682580" y="6279"/>
                </a:cubicBezTo>
                <a:cubicBezTo>
                  <a:pt x="687907" y="6279"/>
                  <a:pt x="691523" y="7183"/>
                  <a:pt x="693425" y="8990"/>
                </a:cubicBezTo>
                <a:cubicBezTo>
                  <a:pt x="695328" y="10798"/>
                  <a:pt x="696279" y="14017"/>
                  <a:pt x="696279" y="18647"/>
                </a:cubicBezTo>
                <a:close/>
                <a:moveTo>
                  <a:pt x="800069" y="132237"/>
                </a:moveTo>
                <a:cubicBezTo>
                  <a:pt x="800069" y="132871"/>
                  <a:pt x="799878" y="133427"/>
                  <a:pt x="799498" y="133905"/>
                </a:cubicBezTo>
                <a:cubicBezTo>
                  <a:pt x="799117" y="134380"/>
                  <a:pt x="798483" y="134777"/>
                  <a:pt x="797595" y="135094"/>
                </a:cubicBezTo>
                <a:cubicBezTo>
                  <a:pt x="796707" y="135411"/>
                  <a:pt x="795486" y="135649"/>
                  <a:pt x="793932" y="135807"/>
                </a:cubicBezTo>
                <a:cubicBezTo>
                  <a:pt x="792379" y="135966"/>
                  <a:pt x="790460" y="136045"/>
                  <a:pt x="788177" y="136045"/>
                </a:cubicBezTo>
                <a:cubicBezTo>
                  <a:pt x="785830" y="136045"/>
                  <a:pt x="783880" y="135966"/>
                  <a:pt x="782326" y="135807"/>
                </a:cubicBezTo>
                <a:cubicBezTo>
                  <a:pt x="780772" y="135649"/>
                  <a:pt x="779551" y="135411"/>
                  <a:pt x="778663" y="135094"/>
                </a:cubicBezTo>
                <a:cubicBezTo>
                  <a:pt x="777775" y="134777"/>
                  <a:pt x="777141" y="134380"/>
                  <a:pt x="776760" y="133905"/>
                </a:cubicBezTo>
                <a:cubicBezTo>
                  <a:pt x="776380" y="133429"/>
                  <a:pt x="776189" y="132874"/>
                  <a:pt x="776189" y="132240"/>
                </a:cubicBezTo>
                <a:lnTo>
                  <a:pt x="776189" y="83815"/>
                </a:lnTo>
                <a:cubicBezTo>
                  <a:pt x="776189" y="79693"/>
                  <a:pt x="775888" y="76458"/>
                  <a:pt x="775286" y="74111"/>
                </a:cubicBezTo>
                <a:cubicBezTo>
                  <a:pt x="774683" y="71765"/>
                  <a:pt x="773811" y="69751"/>
                  <a:pt x="772669" y="68070"/>
                </a:cubicBezTo>
                <a:cubicBezTo>
                  <a:pt x="771528" y="66389"/>
                  <a:pt x="770053" y="65089"/>
                  <a:pt x="768246" y="64170"/>
                </a:cubicBezTo>
                <a:cubicBezTo>
                  <a:pt x="766438" y="63250"/>
                  <a:pt x="764329" y="62790"/>
                  <a:pt x="761919" y="62790"/>
                </a:cubicBezTo>
                <a:cubicBezTo>
                  <a:pt x="758875" y="62790"/>
                  <a:pt x="755799" y="63900"/>
                  <a:pt x="752691" y="66120"/>
                </a:cubicBezTo>
                <a:cubicBezTo>
                  <a:pt x="749583" y="68340"/>
                  <a:pt x="746348" y="71574"/>
                  <a:pt x="742987" y="75824"/>
                </a:cubicBezTo>
                <a:lnTo>
                  <a:pt x="742987" y="132240"/>
                </a:lnTo>
                <a:cubicBezTo>
                  <a:pt x="742987" y="132874"/>
                  <a:pt x="742797" y="133429"/>
                  <a:pt x="742416" y="133905"/>
                </a:cubicBezTo>
                <a:cubicBezTo>
                  <a:pt x="742035" y="134380"/>
                  <a:pt x="741385" y="134777"/>
                  <a:pt x="740466" y="135094"/>
                </a:cubicBezTo>
                <a:cubicBezTo>
                  <a:pt x="739546" y="135411"/>
                  <a:pt x="738325" y="135649"/>
                  <a:pt x="736803" y="135807"/>
                </a:cubicBezTo>
                <a:cubicBezTo>
                  <a:pt x="735281" y="135966"/>
                  <a:pt x="733346" y="136045"/>
                  <a:pt x="731000" y="136045"/>
                </a:cubicBezTo>
                <a:cubicBezTo>
                  <a:pt x="728653" y="136045"/>
                  <a:pt x="726718" y="135966"/>
                  <a:pt x="725196" y="135807"/>
                </a:cubicBezTo>
                <a:cubicBezTo>
                  <a:pt x="723674" y="135649"/>
                  <a:pt x="722453" y="135411"/>
                  <a:pt x="721533" y="135094"/>
                </a:cubicBezTo>
                <a:cubicBezTo>
                  <a:pt x="720614" y="134777"/>
                  <a:pt x="719964" y="134380"/>
                  <a:pt x="719583" y="133905"/>
                </a:cubicBezTo>
                <a:cubicBezTo>
                  <a:pt x="719203" y="133429"/>
                  <a:pt x="719012" y="132874"/>
                  <a:pt x="719012" y="132240"/>
                </a:cubicBezTo>
                <a:lnTo>
                  <a:pt x="719012" y="47378"/>
                </a:lnTo>
                <a:cubicBezTo>
                  <a:pt x="719012" y="46744"/>
                  <a:pt x="719171" y="46189"/>
                  <a:pt x="719488" y="45713"/>
                </a:cubicBezTo>
                <a:cubicBezTo>
                  <a:pt x="719805" y="45237"/>
                  <a:pt x="720376" y="44841"/>
                  <a:pt x="721201" y="44524"/>
                </a:cubicBezTo>
                <a:cubicBezTo>
                  <a:pt x="722025" y="44207"/>
                  <a:pt x="723087" y="43969"/>
                  <a:pt x="724388" y="43810"/>
                </a:cubicBezTo>
                <a:cubicBezTo>
                  <a:pt x="725688" y="43652"/>
                  <a:pt x="727321" y="43573"/>
                  <a:pt x="729287" y="43573"/>
                </a:cubicBezTo>
                <a:cubicBezTo>
                  <a:pt x="731317" y="43573"/>
                  <a:pt x="732997" y="43652"/>
                  <a:pt x="734329" y="43810"/>
                </a:cubicBezTo>
                <a:cubicBezTo>
                  <a:pt x="735661" y="43969"/>
                  <a:pt x="736692" y="44207"/>
                  <a:pt x="737421" y="44524"/>
                </a:cubicBezTo>
                <a:cubicBezTo>
                  <a:pt x="738151" y="44841"/>
                  <a:pt x="738674" y="45237"/>
                  <a:pt x="738991" y="45713"/>
                </a:cubicBezTo>
                <a:cubicBezTo>
                  <a:pt x="739308" y="46189"/>
                  <a:pt x="739467" y="46744"/>
                  <a:pt x="739467" y="47378"/>
                </a:cubicBezTo>
                <a:lnTo>
                  <a:pt x="739467" y="57177"/>
                </a:lnTo>
                <a:cubicBezTo>
                  <a:pt x="744160" y="52071"/>
                  <a:pt x="748933" y="48242"/>
                  <a:pt x="753785" y="45689"/>
                </a:cubicBezTo>
                <a:cubicBezTo>
                  <a:pt x="758637" y="43136"/>
                  <a:pt x="763695" y="41860"/>
                  <a:pt x="768959" y="41860"/>
                </a:cubicBezTo>
                <a:cubicBezTo>
                  <a:pt x="774731" y="41860"/>
                  <a:pt x="779598" y="42812"/>
                  <a:pt x="783563" y="44717"/>
                </a:cubicBezTo>
                <a:cubicBezTo>
                  <a:pt x="787527" y="46622"/>
                  <a:pt x="790729" y="49209"/>
                  <a:pt x="793171" y="52480"/>
                </a:cubicBezTo>
                <a:cubicBezTo>
                  <a:pt x="795613" y="55748"/>
                  <a:pt x="797373" y="59573"/>
                  <a:pt x="798451" y="63956"/>
                </a:cubicBezTo>
                <a:cubicBezTo>
                  <a:pt x="799530" y="68336"/>
                  <a:pt x="800069" y="73605"/>
                  <a:pt x="800069" y="79763"/>
                </a:cubicBezTo>
                <a:lnTo>
                  <a:pt x="800069" y="132237"/>
                </a:lnTo>
                <a:close/>
                <a:moveTo>
                  <a:pt x="898962" y="53276"/>
                </a:moveTo>
                <a:cubicBezTo>
                  <a:pt x="898962" y="56321"/>
                  <a:pt x="898613" y="58572"/>
                  <a:pt x="897915" y="60031"/>
                </a:cubicBezTo>
                <a:cubicBezTo>
                  <a:pt x="897218" y="61490"/>
                  <a:pt x="896362" y="62219"/>
                  <a:pt x="895347" y="62219"/>
                </a:cubicBezTo>
                <a:lnTo>
                  <a:pt x="885357" y="62219"/>
                </a:lnTo>
                <a:cubicBezTo>
                  <a:pt x="886753" y="63728"/>
                  <a:pt x="887752" y="65441"/>
                  <a:pt x="888354" y="67360"/>
                </a:cubicBezTo>
                <a:cubicBezTo>
                  <a:pt x="888957" y="69278"/>
                  <a:pt x="889258" y="71275"/>
                  <a:pt x="889258" y="73350"/>
                </a:cubicBezTo>
                <a:cubicBezTo>
                  <a:pt x="889258" y="78297"/>
                  <a:pt x="888433" y="82690"/>
                  <a:pt x="886784" y="86527"/>
                </a:cubicBezTo>
                <a:cubicBezTo>
                  <a:pt x="885135" y="90364"/>
                  <a:pt x="882773" y="93599"/>
                  <a:pt x="879697" y="96231"/>
                </a:cubicBezTo>
                <a:cubicBezTo>
                  <a:pt x="876621" y="98863"/>
                  <a:pt x="872910" y="100861"/>
                  <a:pt x="868566" y="102224"/>
                </a:cubicBezTo>
                <a:cubicBezTo>
                  <a:pt x="864221" y="103588"/>
                  <a:pt x="859385" y="104270"/>
                  <a:pt x="854057" y="104270"/>
                </a:cubicBezTo>
                <a:cubicBezTo>
                  <a:pt x="851330" y="104270"/>
                  <a:pt x="848730" y="103937"/>
                  <a:pt x="846256" y="103271"/>
                </a:cubicBezTo>
                <a:cubicBezTo>
                  <a:pt x="843783" y="102605"/>
                  <a:pt x="841880" y="101828"/>
                  <a:pt x="840548" y="100940"/>
                </a:cubicBezTo>
                <a:cubicBezTo>
                  <a:pt x="839787" y="101764"/>
                  <a:pt x="839105" y="102747"/>
                  <a:pt x="838503" y="103889"/>
                </a:cubicBezTo>
                <a:cubicBezTo>
                  <a:pt x="837900" y="105031"/>
                  <a:pt x="837599" y="106299"/>
                  <a:pt x="837599" y="107695"/>
                </a:cubicBezTo>
                <a:cubicBezTo>
                  <a:pt x="837599" y="109534"/>
                  <a:pt x="838408" y="111040"/>
                  <a:pt x="840025" y="112214"/>
                </a:cubicBezTo>
                <a:cubicBezTo>
                  <a:pt x="841642" y="113387"/>
                  <a:pt x="843910" y="114037"/>
                  <a:pt x="846827" y="114164"/>
                </a:cubicBezTo>
                <a:lnTo>
                  <a:pt x="867472" y="114928"/>
                </a:lnTo>
                <a:cubicBezTo>
                  <a:pt x="872292" y="115118"/>
                  <a:pt x="876589" y="115802"/>
                  <a:pt x="880363" y="116979"/>
                </a:cubicBezTo>
                <a:cubicBezTo>
                  <a:pt x="884137" y="118157"/>
                  <a:pt x="887308" y="119812"/>
                  <a:pt x="889876" y="121944"/>
                </a:cubicBezTo>
                <a:cubicBezTo>
                  <a:pt x="892445" y="124077"/>
                  <a:pt x="894411" y="126639"/>
                  <a:pt x="895775" y="129629"/>
                </a:cubicBezTo>
                <a:cubicBezTo>
                  <a:pt x="897138" y="132620"/>
                  <a:pt x="897820" y="136024"/>
                  <a:pt x="897820" y="139842"/>
                </a:cubicBezTo>
                <a:cubicBezTo>
                  <a:pt x="897820" y="144042"/>
                  <a:pt x="896901" y="148003"/>
                  <a:pt x="895061" y="151725"/>
                </a:cubicBezTo>
                <a:cubicBezTo>
                  <a:pt x="893222" y="155449"/>
                  <a:pt x="890463" y="158680"/>
                  <a:pt x="886784" y="161417"/>
                </a:cubicBezTo>
                <a:cubicBezTo>
                  <a:pt x="883106" y="164154"/>
                  <a:pt x="878492" y="166318"/>
                  <a:pt x="872942" y="167907"/>
                </a:cubicBezTo>
                <a:cubicBezTo>
                  <a:pt x="867392" y="169499"/>
                  <a:pt x="860907" y="170294"/>
                  <a:pt x="853487" y="170294"/>
                </a:cubicBezTo>
                <a:cubicBezTo>
                  <a:pt x="846256" y="170294"/>
                  <a:pt x="840088" y="169723"/>
                  <a:pt x="834983" y="168579"/>
                </a:cubicBezTo>
                <a:cubicBezTo>
                  <a:pt x="829877" y="167435"/>
                  <a:pt x="825691" y="165847"/>
                  <a:pt x="822425" y="163813"/>
                </a:cubicBezTo>
                <a:cubicBezTo>
                  <a:pt x="819158" y="161782"/>
                  <a:pt x="816780" y="159353"/>
                  <a:pt x="815289" y="156526"/>
                </a:cubicBezTo>
                <a:cubicBezTo>
                  <a:pt x="813799" y="153700"/>
                  <a:pt x="813054" y="150604"/>
                  <a:pt x="813054" y="147239"/>
                </a:cubicBezTo>
                <a:cubicBezTo>
                  <a:pt x="813054" y="145142"/>
                  <a:pt x="813323" y="143140"/>
                  <a:pt x="813862" y="141233"/>
                </a:cubicBezTo>
                <a:cubicBezTo>
                  <a:pt x="814401" y="139328"/>
                  <a:pt x="815194" y="137502"/>
                  <a:pt x="816241" y="135754"/>
                </a:cubicBezTo>
                <a:cubicBezTo>
                  <a:pt x="817287" y="134008"/>
                  <a:pt x="818572" y="132341"/>
                  <a:pt x="820094" y="130753"/>
                </a:cubicBezTo>
                <a:cubicBezTo>
                  <a:pt x="821616" y="129166"/>
                  <a:pt x="823360" y="127642"/>
                  <a:pt x="825326" y="126181"/>
                </a:cubicBezTo>
                <a:cubicBezTo>
                  <a:pt x="822599" y="124716"/>
                  <a:pt x="820490" y="122727"/>
                  <a:pt x="819000" y="120214"/>
                </a:cubicBezTo>
                <a:cubicBezTo>
                  <a:pt x="817509" y="117699"/>
                  <a:pt x="816764" y="114945"/>
                  <a:pt x="816764" y="111952"/>
                </a:cubicBezTo>
                <a:cubicBezTo>
                  <a:pt x="816764" y="108196"/>
                  <a:pt x="817620" y="104774"/>
                  <a:pt x="819333" y="101686"/>
                </a:cubicBezTo>
                <a:cubicBezTo>
                  <a:pt x="821045" y="98598"/>
                  <a:pt x="823265" y="95812"/>
                  <a:pt x="825992" y="93329"/>
                </a:cubicBezTo>
                <a:cubicBezTo>
                  <a:pt x="823772" y="91109"/>
                  <a:pt x="821996" y="88445"/>
                  <a:pt x="820665" y="85337"/>
                </a:cubicBezTo>
                <a:cubicBezTo>
                  <a:pt x="819333" y="82230"/>
                  <a:pt x="818667" y="78361"/>
                  <a:pt x="818667" y="73731"/>
                </a:cubicBezTo>
                <a:cubicBezTo>
                  <a:pt x="818667" y="68784"/>
                  <a:pt x="819539" y="64360"/>
                  <a:pt x="821283" y="60459"/>
                </a:cubicBezTo>
                <a:cubicBezTo>
                  <a:pt x="823027" y="56559"/>
                  <a:pt x="825453" y="53261"/>
                  <a:pt x="828561" y="50565"/>
                </a:cubicBezTo>
                <a:cubicBezTo>
                  <a:pt x="831669" y="47870"/>
                  <a:pt x="835379" y="45808"/>
                  <a:pt x="839692" y="44381"/>
                </a:cubicBezTo>
                <a:cubicBezTo>
                  <a:pt x="844005" y="42954"/>
                  <a:pt x="848762" y="42241"/>
                  <a:pt x="853962" y="42241"/>
                </a:cubicBezTo>
                <a:cubicBezTo>
                  <a:pt x="856626" y="42241"/>
                  <a:pt x="859179" y="42408"/>
                  <a:pt x="861621" y="42743"/>
                </a:cubicBezTo>
                <a:cubicBezTo>
                  <a:pt x="864063" y="43076"/>
                  <a:pt x="866330" y="43543"/>
                  <a:pt x="868423" y="44143"/>
                </a:cubicBezTo>
                <a:lnTo>
                  <a:pt x="895347" y="44143"/>
                </a:lnTo>
                <a:cubicBezTo>
                  <a:pt x="896425" y="44143"/>
                  <a:pt x="897297" y="44841"/>
                  <a:pt x="897963" y="46236"/>
                </a:cubicBezTo>
                <a:cubicBezTo>
                  <a:pt x="898629" y="47632"/>
                  <a:pt x="898962" y="49978"/>
                  <a:pt x="898962" y="53276"/>
                </a:cubicBezTo>
                <a:moveTo>
                  <a:pt x="868233" y="73208"/>
                </a:moveTo>
                <a:cubicBezTo>
                  <a:pt x="868233" y="68657"/>
                  <a:pt x="866964" y="65117"/>
                  <a:pt x="864427" y="62588"/>
                </a:cubicBezTo>
                <a:cubicBezTo>
                  <a:pt x="861890" y="60059"/>
                  <a:pt x="858307" y="58794"/>
                  <a:pt x="853677" y="58794"/>
                </a:cubicBezTo>
                <a:cubicBezTo>
                  <a:pt x="851330" y="58794"/>
                  <a:pt x="849269" y="59190"/>
                  <a:pt x="847493" y="59981"/>
                </a:cubicBezTo>
                <a:cubicBezTo>
                  <a:pt x="845717" y="60769"/>
                  <a:pt x="844243" y="61844"/>
                  <a:pt x="843069" y="63203"/>
                </a:cubicBezTo>
                <a:cubicBezTo>
                  <a:pt x="841896" y="64563"/>
                  <a:pt x="841024" y="66144"/>
                  <a:pt x="840453" y="67945"/>
                </a:cubicBezTo>
                <a:cubicBezTo>
                  <a:pt x="839882" y="69747"/>
                  <a:pt x="839597" y="71628"/>
                  <a:pt x="839597" y="73588"/>
                </a:cubicBezTo>
                <a:cubicBezTo>
                  <a:pt x="839597" y="77885"/>
                  <a:pt x="840865" y="81282"/>
                  <a:pt x="843402" y="83780"/>
                </a:cubicBezTo>
                <a:cubicBezTo>
                  <a:pt x="845939" y="86277"/>
                  <a:pt x="849459" y="87526"/>
                  <a:pt x="853962" y="87526"/>
                </a:cubicBezTo>
                <a:cubicBezTo>
                  <a:pt x="856372" y="87526"/>
                  <a:pt x="858465" y="87147"/>
                  <a:pt x="860241" y="86390"/>
                </a:cubicBezTo>
                <a:cubicBezTo>
                  <a:pt x="862017" y="85631"/>
                  <a:pt x="863492" y="84587"/>
                  <a:pt x="864665" y="83259"/>
                </a:cubicBezTo>
                <a:cubicBezTo>
                  <a:pt x="865839" y="81931"/>
                  <a:pt x="866727" y="80398"/>
                  <a:pt x="867329" y="78660"/>
                </a:cubicBezTo>
                <a:cubicBezTo>
                  <a:pt x="867932" y="76922"/>
                  <a:pt x="868233" y="75104"/>
                  <a:pt x="868233" y="73208"/>
                </a:cubicBezTo>
                <a:moveTo>
                  <a:pt x="873846" y="141073"/>
                </a:moveTo>
                <a:cubicBezTo>
                  <a:pt x="873846" y="138195"/>
                  <a:pt x="872704" y="135989"/>
                  <a:pt x="870421" y="134455"/>
                </a:cubicBezTo>
                <a:cubicBezTo>
                  <a:pt x="868138" y="132919"/>
                  <a:pt x="864998" y="132086"/>
                  <a:pt x="861002" y="131957"/>
                </a:cubicBezTo>
                <a:lnTo>
                  <a:pt x="843973" y="131479"/>
                </a:lnTo>
                <a:cubicBezTo>
                  <a:pt x="842324" y="132694"/>
                  <a:pt x="841008" y="133861"/>
                  <a:pt x="840025" y="134981"/>
                </a:cubicBezTo>
                <a:cubicBezTo>
                  <a:pt x="839042" y="136101"/>
                  <a:pt x="838249" y="137172"/>
                  <a:pt x="837646" y="138195"/>
                </a:cubicBezTo>
                <a:cubicBezTo>
                  <a:pt x="837044" y="139219"/>
                  <a:pt x="836648" y="140211"/>
                  <a:pt x="836457" y="141171"/>
                </a:cubicBezTo>
                <a:cubicBezTo>
                  <a:pt x="836267" y="142130"/>
                  <a:pt x="836172" y="143121"/>
                  <a:pt x="836172" y="144144"/>
                </a:cubicBezTo>
                <a:cubicBezTo>
                  <a:pt x="836172" y="147343"/>
                  <a:pt x="837773" y="149774"/>
                  <a:pt x="840976" y="151437"/>
                </a:cubicBezTo>
                <a:cubicBezTo>
                  <a:pt x="844179" y="153099"/>
                  <a:pt x="848698" y="153931"/>
                  <a:pt x="854533" y="153931"/>
                </a:cubicBezTo>
                <a:cubicBezTo>
                  <a:pt x="858148" y="153931"/>
                  <a:pt x="861193" y="153563"/>
                  <a:pt x="863666" y="152828"/>
                </a:cubicBezTo>
                <a:cubicBezTo>
                  <a:pt x="866140" y="152093"/>
                  <a:pt x="868138" y="151116"/>
                  <a:pt x="869660" y="149900"/>
                </a:cubicBezTo>
                <a:cubicBezTo>
                  <a:pt x="871182" y="148685"/>
                  <a:pt x="872260" y="147325"/>
                  <a:pt x="872895" y="145821"/>
                </a:cubicBezTo>
                <a:cubicBezTo>
                  <a:pt x="873529" y="144318"/>
                  <a:pt x="873846" y="142736"/>
                  <a:pt x="873846" y="1410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Text (a)BrickStructureT">
            <a:extLst xmlns:a="http://schemas.openxmlformats.org/drawingml/2006/main">
              <a:ext uri="{FF2B5EF4-FFF2-40B4-BE49-F238E27FC236}">
                <a16:creationId xmlns:a16="http://schemas.microsoft.com/office/drawing/2014/main" id="{1CF6BE34-5A90-42E8-A590-08E1B826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95" y="195101"/>
            <a:ext cx="1587945" cy="169153"/>
          </a:xfrm>
          <a:custGeom xmlns:a="http://schemas.openxmlformats.org/drawingml/2006/main">
            <a:pathLst>
              <a:path w="1587945" h="169153">
                <a:moveTo>
                  <a:pt x="40718" y="5331"/>
                </a:moveTo>
                <a:cubicBezTo>
                  <a:pt x="35391" y="17706"/>
                  <a:pt x="31363" y="30478"/>
                  <a:pt x="28636" y="43647"/>
                </a:cubicBezTo>
                <a:cubicBezTo>
                  <a:pt x="25909" y="56813"/>
                  <a:pt x="24545" y="70314"/>
                  <a:pt x="24545" y="84148"/>
                </a:cubicBezTo>
                <a:cubicBezTo>
                  <a:pt x="24545" y="98046"/>
                  <a:pt x="25925" y="111548"/>
                  <a:pt x="28684" y="124653"/>
                </a:cubicBezTo>
                <a:cubicBezTo>
                  <a:pt x="31443" y="137756"/>
                  <a:pt x="35423" y="150590"/>
                  <a:pt x="40623" y="163156"/>
                </a:cubicBezTo>
                <a:cubicBezTo>
                  <a:pt x="41004" y="164171"/>
                  <a:pt x="41194" y="165043"/>
                  <a:pt x="41194" y="165772"/>
                </a:cubicBezTo>
                <a:cubicBezTo>
                  <a:pt x="41194" y="166504"/>
                  <a:pt x="40845" y="167123"/>
                  <a:pt x="40148" y="167631"/>
                </a:cubicBezTo>
                <a:cubicBezTo>
                  <a:pt x="39450" y="168138"/>
                  <a:pt x="38388" y="168519"/>
                  <a:pt x="36961" y="168772"/>
                </a:cubicBezTo>
                <a:cubicBezTo>
                  <a:pt x="35533" y="169026"/>
                  <a:pt x="33551" y="169153"/>
                  <a:pt x="31015" y="169153"/>
                </a:cubicBezTo>
                <a:cubicBezTo>
                  <a:pt x="29239" y="169153"/>
                  <a:pt x="27716" y="169089"/>
                  <a:pt x="26448" y="168962"/>
                </a:cubicBezTo>
                <a:cubicBezTo>
                  <a:pt x="25179" y="168836"/>
                  <a:pt x="24117" y="168661"/>
                  <a:pt x="23261" y="168439"/>
                </a:cubicBezTo>
                <a:cubicBezTo>
                  <a:pt x="22405" y="168217"/>
                  <a:pt x="21739" y="167932"/>
                  <a:pt x="21263" y="167583"/>
                </a:cubicBezTo>
                <a:cubicBezTo>
                  <a:pt x="20787" y="167234"/>
                  <a:pt x="20454" y="166837"/>
                  <a:pt x="20264" y="166391"/>
                </a:cubicBezTo>
                <a:cubicBezTo>
                  <a:pt x="16839" y="159793"/>
                  <a:pt x="13858" y="153146"/>
                  <a:pt x="11321" y="146451"/>
                </a:cubicBezTo>
                <a:cubicBezTo>
                  <a:pt x="8784" y="139756"/>
                  <a:pt x="6675" y="132997"/>
                  <a:pt x="4995" y="126175"/>
                </a:cubicBezTo>
                <a:cubicBezTo>
                  <a:pt x="3314" y="119353"/>
                  <a:pt x="2061" y="112467"/>
                  <a:pt x="1237" y="105518"/>
                </a:cubicBezTo>
                <a:cubicBezTo>
                  <a:pt x="412" y="98569"/>
                  <a:pt x="0" y="91509"/>
                  <a:pt x="0" y="84339"/>
                </a:cubicBezTo>
                <a:cubicBezTo>
                  <a:pt x="0" y="77231"/>
                  <a:pt x="428" y="70203"/>
                  <a:pt x="1284" y="63254"/>
                </a:cubicBezTo>
                <a:cubicBezTo>
                  <a:pt x="2141" y="56305"/>
                  <a:pt x="3425" y="49419"/>
                  <a:pt x="5137" y="42597"/>
                </a:cubicBezTo>
                <a:cubicBezTo>
                  <a:pt x="6850" y="35775"/>
                  <a:pt x="8959" y="29001"/>
                  <a:pt x="11464" y="22274"/>
                </a:cubicBezTo>
                <a:cubicBezTo>
                  <a:pt x="13969" y="15547"/>
                  <a:pt x="16903" y="8852"/>
                  <a:pt x="20264" y="2188"/>
                </a:cubicBezTo>
                <a:cubicBezTo>
                  <a:pt x="20391" y="1871"/>
                  <a:pt x="20645" y="1586"/>
                  <a:pt x="21025" y="1332"/>
                </a:cubicBezTo>
                <a:cubicBezTo>
                  <a:pt x="21406" y="1078"/>
                  <a:pt x="21977" y="840"/>
                  <a:pt x="22738" y="618"/>
                </a:cubicBezTo>
                <a:cubicBezTo>
                  <a:pt x="23499" y="396"/>
                  <a:pt x="24529" y="238"/>
                  <a:pt x="25830" y="143"/>
                </a:cubicBezTo>
                <a:cubicBezTo>
                  <a:pt x="27130" y="48"/>
                  <a:pt x="28795" y="0"/>
                  <a:pt x="30824" y="0"/>
                </a:cubicBezTo>
                <a:cubicBezTo>
                  <a:pt x="33108" y="0"/>
                  <a:pt x="34979" y="111"/>
                  <a:pt x="36437" y="333"/>
                </a:cubicBezTo>
                <a:cubicBezTo>
                  <a:pt x="37896" y="555"/>
                  <a:pt x="39006" y="888"/>
                  <a:pt x="39767" y="1332"/>
                </a:cubicBezTo>
                <a:cubicBezTo>
                  <a:pt x="40528" y="1776"/>
                  <a:pt x="40956" y="2348"/>
                  <a:pt x="41051" y="3047"/>
                </a:cubicBezTo>
                <a:cubicBezTo>
                  <a:pt x="41147" y="3745"/>
                  <a:pt x="41036" y="4506"/>
                  <a:pt x="40718" y="5331"/>
                </a:cubicBezTo>
                <a:close/>
                <a:moveTo>
                  <a:pt x="134901" y="132522"/>
                </a:moveTo>
                <a:cubicBezTo>
                  <a:pt x="134901" y="133410"/>
                  <a:pt x="134584" y="134109"/>
                  <a:pt x="133950" y="134618"/>
                </a:cubicBezTo>
                <a:cubicBezTo>
                  <a:pt x="133316" y="135126"/>
                  <a:pt x="132317" y="135490"/>
                  <a:pt x="130953" y="135712"/>
                </a:cubicBezTo>
                <a:cubicBezTo>
                  <a:pt x="129590" y="135934"/>
                  <a:pt x="127576" y="136045"/>
                  <a:pt x="124912" y="136045"/>
                </a:cubicBezTo>
                <a:cubicBezTo>
                  <a:pt x="122058" y="136045"/>
                  <a:pt x="119981" y="135934"/>
                  <a:pt x="118681" y="135712"/>
                </a:cubicBezTo>
                <a:cubicBezTo>
                  <a:pt x="117380" y="135490"/>
                  <a:pt x="116461" y="135126"/>
                  <a:pt x="115922" y="134618"/>
                </a:cubicBezTo>
                <a:cubicBezTo>
                  <a:pt x="115382" y="134111"/>
                  <a:pt x="115113" y="133413"/>
                  <a:pt x="115113" y="132525"/>
                </a:cubicBezTo>
                <a:lnTo>
                  <a:pt x="115113" y="125771"/>
                </a:lnTo>
                <a:cubicBezTo>
                  <a:pt x="111625" y="129513"/>
                  <a:pt x="107645" y="132446"/>
                  <a:pt x="103173" y="134571"/>
                </a:cubicBezTo>
                <a:cubicBezTo>
                  <a:pt x="98702" y="136695"/>
                  <a:pt x="93739" y="137758"/>
                  <a:pt x="88284" y="137758"/>
                </a:cubicBezTo>
                <a:cubicBezTo>
                  <a:pt x="83781" y="137758"/>
                  <a:pt x="79643" y="137169"/>
                  <a:pt x="75869" y="135992"/>
                </a:cubicBezTo>
                <a:cubicBezTo>
                  <a:pt x="72095" y="134814"/>
                  <a:pt x="68829" y="133064"/>
                  <a:pt x="66070" y="130741"/>
                </a:cubicBezTo>
                <a:cubicBezTo>
                  <a:pt x="63311" y="128418"/>
                  <a:pt x="61170" y="125540"/>
                  <a:pt x="59648" y="122105"/>
                </a:cubicBezTo>
                <a:cubicBezTo>
                  <a:pt x="58126" y="118668"/>
                  <a:pt x="57365" y="114658"/>
                  <a:pt x="57365" y="110076"/>
                </a:cubicBezTo>
                <a:cubicBezTo>
                  <a:pt x="57365" y="105111"/>
                  <a:pt x="58332" y="100799"/>
                  <a:pt x="60267" y="97140"/>
                </a:cubicBezTo>
                <a:cubicBezTo>
                  <a:pt x="62201" y="93482"/>
                  <a:pt x="65087" y="90459"/>
                  <a:pt x="68924" y="88073"/>
                </a:cubicBezTo>
                <a:cubicBezTo>
                  <a:pt x="72761" y="85686"/>
                  <a:pt x="77534" y="83920"/>
                  <a:pt x="83242" y="82775"/>
                </a:cubicBezTo>
                <a:cubicBezTo>
                  <a:pt x="88950" y="81629"/>
                  <a:pt x="95578" y="81056"/>
                  <a:pt x="103126" y="81056"/>
                </a:cubicBezTo>
                <a:lnTo>
                  <a:pt x="111403" y="81056"/>
                </a:lnTo>
                <a:lnTo>
                  <a:pt x="111403" y="75943"/>
                </a:lnTo>
                <a:cubicBezTo>
                  <a:pt x="111403" y="73291"/>
                  <a:pt x="111133" y="70971"/>
                  <a:pt x="110594" y="68983"/>
                </a:cubicBezTo>
                <a:cubicBezTo>
                  <a:pt x="110055" y="66993"/>
                  <a:pt x="109167" y="65335"/>
                  <a:pt x="107930" y="64009"/>
                </a:cubicBezTo>
                <a:cubicBezTo>
                  <a:pt x="106693" y="62683"/>
                  <a:pt x="105044" y="61705"/>
                  <a:pt x="102983" y="61075"/>
                </a:cubicBezTo>
                <a:cubicBezTo>
                  <a:pt x="100922" y="60442"/>
                  <a:pt x="98369" y="60126"/>
                  <a:pt x="95325" y="60126"/>
                </a:cubicBezTo>
                <a:cubicBezTo>
                  <a:pt x="91329" y="60126"/>
                  <a:pt x="87761" y="60570"/>
                  <a:pt x="84622" y="61458"/>
                </a:cubicBezTo>
                <a:cubicBezTo>
                  <a:pt x="81482" y="62346"/>
                  <a:pt x="78707" y="63329"/>
                  <a:pt x="76297" y="64407"/>
                </a:cubicBezTo>
                <a:cubicBezTo>
                  <a:pt x="73887" y="65486"/>
                  <a:pt x="71873" y="66469"/>
                  <a:pt x="70256" y="67357"/>
                </a:cubicBezTo>
                <a:cubicBezTo>
                  <a:pt x="68639" y="68245"/>
                  <a:pt x="67323" y="68689"/>
                  <a:pt x="66308" y="68689"/>
                </a:cubicBezTo>
                <a:cubicBezTo>
                  <a:pt x="65610" y="68689"/>
                  <a:pt x="64992" y="68466"/>
                  <a:pt x="64453" y="68020"/>
                </a:cubicBezTo>
                <a:cubicBezTo>
                  <a:pt x="63914" y="67574"/>
                  <a:pt x="63470" y="66936"/>
                  <a:pt x="63121" y="66108"/>
                </a:cubicBezTo>
                <a:cubicBezTo>
                  <a:pt x="62772" y="65280"/>
                  <a:pt x="62502" y="64260"/>
                  <a:pt x="62312" y="63049"/>
                </a:cubicBezTo>
                <a:cubicBezTo>
                  <a:pt x="62122" y="61836"/>
                  <a:pt x="62027" y="60497"/>
                  <a:pt x="62027" y="59032"/>
                </a:cubicBezTo>
                <a:cubicBezTo>
                  <a:pt x="62027" y="57056"/>
                  <a:pt x="62185" y="55494"/>
                  <a:pt x="62502" y="54347"/>
                </a:cubicBezTo>
                <a:cubicBezTo>
                  <a:pt x="62820" y="53199"/>
                  <a:pt x="63422" y="52164"/>
                  <a:pt x="64310" y="51240"/>
                </a:cubicBezTo>
                <a:cubicBezTo>
                  <a:pt x="65198" y="50314"/>
                  <a:pt x="66752" y="49297"/>
                  <a:pt x="68972" y="48187"/>
                </a:cubicBezTo>
                <a:cubicBezTo>
                  <a:pt x="71192" y="47077"/>
                  <a:pt x="73792" y="46046"/>
                  <a:pt x="76773" y="45095"/>
                </a:cubicBezTo>
                <a:cubicBezTo>
                  <a:pt x="79754" y="44143"/>
                  <a:pt x="83004" y="43366"/>
                  <a:pt x="86524" y="42764"/>
                </a:cubicBezTo>
                <a:cubicBezTo>
                  <a:pt x="90044" y="42161"/>
                  <a:pt x="93675" y="41860"/>
                  <a:pt x="97418" y="41860"/>
                </a:cubicBezTo>
                <a:cubicBezTo>
                  <a:pt x="104077" y="41860"/>
                  <a:pt x="109769" y="42511"/>
                  <a:pt x="114495" y="43813"/>
                </a:cubicBezTo>
                <a:cubicBezTo>
                  <a:pt x="119220" y="45114"/>
                  <a:pt x="123104" y="47113"/>
                  <a:pt x="126149" y="49813"/>
                </a:cubicBezTo>
                <a:cubicBezTo>
                  <a:pt x="129193" y="52510"/>
                  <a:pt x="131413" y="55986"/>
                  <a:pt x="132808" y="60239"/>
                </a:cubicBezTo>
                <a:cubicBezTo>
                  <a:pt x="134204" y="64493"/>
                  <a:pt x="134901" y="69540"/>
                  <a:pt x="134901" y="75381"/>
                </a:cubicBezTo>
                <a:lnTo>
                  <a:pt x="134901" y="132522"/>
                </a:lnTo>
                <a:moveTo>
                  <a:pt x="111403" y="96088"/>
                </a:moveTo>
                <a:lnTo>
                  <a:pt x="102269" y="96088"/>
                </a:lnTo>
                <a:cubicBezTo>
                  <a:pt x="98401" y="96088"/>
                  <a:pt x="95103" y="96375"/>
                  <a:pt x="92375" y="96950"/>
                </a:cubicBezTo>
                <a:cubicBezTo>
                  <a:pt x="89648" y="97525"/>
                  <a:pt x="87428" y="98388"/>
                  <a:pt x="85716" y="99540"/>
                </a:cubicBezTo>
                <a:cubicBezTo>
                  <a:pt x="84003" y="100689"/>
                  <a:pt x="82751" y="102080"/>
                  <a:pt x="81958" y="103711"/>
                </a:cubicBezTo>
                <a:cubicBezTo>
                  <a:pt x="81165" y="105340"/>
                  <a:pt x="80769" y="107209"/>
                  <a:pt x="80769" y="109318"/>
                </a:cubicBezTo>
                <a:cubicBezTo>
                  <a:pt x="80769" y="112897"/>
                  <a:pt x="81894" y="115710"/>
                  <a:pt x="84146" y="117755"/>
                </a:cubicBezTo>
                <a:cubicBezTo>
                  <a:pt x="86398" y="119801"/>
                  <a:pt x="89521" y="120823"/>
                  <a:pt x="93517" y="120823"/>
                </a:cubicBezTo>
                <a:cubicBezTo>
                  <a:pt x="96878" y="120823"/>
                  <a:pt x="99970" y="119961"/>
                  <a:pt x="102793" y="118237"/>
                </a:cubicBezTo>
                <a:cubicBezTo>
                  <a:pt x="105615" y="116511"/>
                  <a:pt x="108485" y="113985"/>
                  <a:pt x="111403" y="110662"/>
                </a:cubicBezTo>
                <a:lnTo>
                  <a:pt x="111403" y="96088"/>
                </a:lnTo>
                <a:close/>
                <a:moveTo>
                  <a:pt x="198453" y="84339"/>
                </a:moveTo>
                <a:cubicBezTo>
                  <a:pt x="198453" y="91509"/>
                  <a:pt x="198040" y="98569"/>
                  <a:pt x="197216" y="105518"/>
                </a:cubicBezTo>
                <a:cubicBezTo>
                  <a:pt x="196391" y="112467"/>
                  <a:pt x="195139" y="119353"/>
                  <a:pt x="193458" y="126175"/>
                </a:cubicBezTo>
                <a:cubicBezTo>
                  <a:pt x="191777" y="132997"/>
                  <a:pt x="189684" y="139756"/>
                  <a:pt x="187179" y="146451"/>
                </a:cubicBezTo>
                <a:cubicBezTo>
                  <a:pt x="184674" y="153146"/>
                  <a:pt x="181709" y="159793"/>
                  <a:pt x="178284" y="166391"/>
                </a:cubicBezTo>
                <a:cubicBezTo>
                  <a:pt x="178093" y="166837"/>
                  <a:pt x="177760" y="167234"/>
                  <a:pt x="177285" y="167583"/>
                </a:cubicBezTo>
                <a:cubicBezTo>
                  <a:pt x="176809" y="167932"/>
                  <a:pt x="176143" y="168217"/>
                  <a:pt x="175287" y="168439"/>
                </a:cubicBezTo>
                <a:cubicBezTo>
                  <a:pt x="174431" y="168661"/>
                  <a:pt x="173368" y="168836"/>
                  <a:pt x="172100" y="168962"/>
                </a:cubicBezTo>
                <a:cubicBezTo>
                  <a:pt x="170831" y="169089"/>
                  <a:pt x="169309" y="169153"/>
                  <a:pt x="167533" y="169153"/>
                </a:cubicBezTo>
                <a:cubicBezTo>
                  <a:pt x="164933" y="169153"/>
                  <a:pt x="162919" y="169026"/>
                  <a:pt x="161492" y="168772"/>
                </a:cubicBezTo>
                <a:cubicBezTo>
                  <a:pt x="160065" y="168519"/>
                  <a:pt x="159003" y="168138"/>
                  <a:pt x="158305" y="167631"/>
                </a:cubicBezTo>
                <a:cubicBezTo>
                  <a:pt x="157607" y="167123"/>
                  <a:pt x="157258" y="166504"/>
                  <a:pt x="157258" y="165772"/>
                </a:cubicBezTo>
                <a:cubicBezTo>
                  <a:pt x="157258" y="165043"/>
                  <a:pt x="157449" y="164171"/>
                  <a:pt x="157829" y="163156"/>
                </a:cubicBezTo>
                <a:cubicBezTo>
                  <a:pt x="163093" y="150717"/>
                  <a:pt x="167105" y="137914"/>
                  <a:pt x="169864" y="124748"/>
                </a:cubicBezTo>
                <a:cubicBezTo>
                  <a:pt x="172623" y="111579"/>
                  <a:pt x="174002" y="98046"/>
                  <a:pt x="174002" y="84148"/>
                </a:cubicBezTo>
                <a:cubicBezTo>
                  <a:pt x="174002" y="70314"/>
                  <a:pt x="172639" y="56813"/>
                  <a:pt x="169912" y="43647"/>
                </a:cubicBezTo>
                <a:cubicBezTo>
                  <a:pt x="167184" y="30478"/>
                  <a:pt x="163125" y="17706"/>
                  <a:pt x="157734" y="5331"/>
                </a:cubicBezTo>
                <a:cubicBezTo>
                  <a:pt x="157417" y="4506"/>
                  <a:pt x="157306" y="3745"/>
                  <a:pt x="157401" y="3047"/>
                </a:cubicBezTo>
                <a:cubicBezTo>
                  <a:pt x="157496" y="2348"/>
                  <a:pt x="157940" y="1776"/>
                  <a:pt x="158733" y="1332"/>
                </a:cubicBezTo>
                <a:cubicBezTo>
                  <a:pt x="159526" y="888"/>
                  <a:pt x="160636" y="555"/>
                  <a:pt x="162063" y="333"/>
                </a:cubicBezTo>
                <a:cubicBezTo>
                  <a:pt x="163490" y="111"/>
                  <a:pt x="165377" y="0"/>
                  <a:pt x="167723" y="0"/>
                </a:cubicBezTo>
                <a:cubicBezTo>
                  <a:pt x="169690" y="0"/>
                  <a:pt x="171307" y="48"/>
                  <a:pt x="172575" y="143"/>
                </a:cubicBezTo>
                <a:cubicBezTo>
                  <a:pt x="173844" y="238"/>
                  <a:pt x="174890" y="396"/>
                  <a:pt x="175715" y="618"/>
                </a:cubicBezTo>
                <a:cubicBezTo>
                  <a:pt x="176539" y="840"/>
                  <a:pt x="177126" y="1078"/>
                  <a:pt x="177475" y="1332"/>
                </a:cubicBezTo>
                <a:cubicBezTo>
                  <a:pt x="177824" y="1586"/>
                  <a:pt x="178093" y="1871"/>
                  <a:pt x="178284" y="2188"/>
                </a:cubicBezTo>
                <a:cubicBezTo>
                  <a:pt x="184880" y="15515"/>
                  <a:pt x="189890" y="28985"/>
                  <a:pt x="193315" y="42597"/>
                </a:cubicBezTo>
                <a:cubicBezTo>
                  <a:pt x="196740" y="56210"/>
                  <a:pt x="198453" y="70124"/>
                  <a:pt x="198453" y="84339"/>
                </a:cubicBezTo>
                <a:close/>
                <a:moveTo>
                  <a:pt x="354047" y="98508"/>
                </a:moveTo>
                <a:cubicBezTo>
                  <a:pt x="354047" y="102890"/>
                  <a:pt x="353445" y="106860"/>
                  <a:pt x="352240" y="110418"/>
                </a:cubicBezTo>
                <a:cubicBezTo>
                  <a:pt x="351035" y="113976"/>
                  <a:pt x="349370" y="117120"/>
                  <a:pt x="347245" y="119851"/>
                </a:cubicBezTo>
                <a:cubicBezTo>
                  <a:pt x="345120" y="122580"/>
                  <a:pt x="342583" y="124930"/>
                  <a:pt x="339634" y="126900"/>
                </a:cubicBezTo>
                <a:cubicBezTo>
                  <a:pt x="336685" y="128868"/>
                  <a:pt x="333434" y="130488"/>
                  <a:pt x="329883" y="131758"/>
                </a:cubicBezTo>
                <a:cubicBezTo>
                  <a:pt x="326331" y="133029"/>
                  <a:pt x="322541" y="133966"/>
                  <a:pt x="318514" y="134571"/>
                </a:cubicBezTo>
                <a:cubicBezTo>
                  <a:pt x="314486" y="135173"/>
                  <a:pt x="309999" y="135474"/>
                  <a:pt x="305052" y="135474"/>
                </a:cubicBezTo>
                <a:lnTo>
                  <a:pt x="272325" y="135474"/>
                </a:lnTo>
                <a:cubicBezTo>
                  <a:pt x="270232" y="135474"/>
                  <a:pt x="268472" y="134856"/>
                  <a:pt x="267045" y="133619"/>
                </a:cubicBezTo>
                <a:cubicBezTo>
                  <a:pt x="265618" y="132382"/>
                  <a:pt x="264904" y="130369"/>
                  <a:pt x="264904" y="127578"/>
                </a:cubicBezTo>
                <a:lnTo>
                  <a:pt x="264904" y="20264"/>
                </a:lnTo>
                <a:cubicBezTo>
                  <a:pt x="264904" y="17473"/>
                  <a:pt x="265618" y="15460"/>
                  <a:pt x="267045" y="14223"/>
                </a:cubicBezTo>
                <a:cubicBezTo>
                  <a:pt x="268472" y="12986"/>
                  <a:pt x="270232" y="12368"/>
                  <a:pt x="272325" y="12368"/>
                </a:cubicBezTo>
                <a:lnTo>
                  <a:pt x="303244" y="12368"/>
                </a:lnTo>
                <a:cubicBezTo>
                  <a:pt x="310792" y="12368"/>
                  <a:pt x="317182" y="13001"/>
                  <a:pt x="322414" y="14268"/>
                </a:cubicBezTo>
                <a:cubicBezTo>
                  <a:pt x="327647" y="15534"/>
                  <a:pt x="332055" y="17450"/>
                  <a:pt x="335638" y="20014"/>
                </a:cubicBezTo>
                <a:cubicBezTo>
                  <a:pt x="339222" y="22577"/>
                  <a:pt x="341965" y="25822"/>
                  <a:pt x="343868" y="29748"/>
                </a:cubicBezTo>
                <a:cubicBezTo>
                  <a:pt x="345770" y="33674"/>
                  <a:pt x="346722" y="38296"/>
                  <a:pt x="346722" y="43614"/>
                </a:cubicBezTo>
                <a:cubicBezTo>
                  <a:pt x="346722" y="46591"/>
                  <a:pt x="346341" y="49394"/>
                  <a:pt x="345580" y="52022"/>
                </a:cubicBezTo>
                <a:cubicBezTo>
                  <a:pt x="344819" y="54648"/>
                  <a:pt x="343709" y="57038"/>
                  <a:pt x="342250" y="59193"/>
                </a:cubicBezTo>
                <a:cubicBezTo>
                  <a:pt x="340791" y="61345"/>
                  <a:pt x="339000" y="63245"/>
                  <a:pt x="336875" y="64892"/>
                </a:cubicBezTo>
                <a:cubicBezTo>
                  <a:pt x="334750" y="66537"/>
                  <a:pt x="332324" y="67866"/>
                  <a:pt x="329597" y="68879"/>
                </a:cubicBezTo>
                <a:cubicBezTo>
                  <a:pt x="333085" y="69513"/>
                  <a:pt x="336304" y="70625"/>
                  <a:pt x="339253" y="72215"/>
                </a:cubicBezTo>
                <a:cubicBezTo>
                  <a:pt x="342203" y="73802"/>
                  <a:pt x="344771" y="75851"/>
                  <a:pt x="346960" y="78360"/>
                </a:cubicBezTo>
                <a:cubicBezTo>
                  <a:pt x="349148" y="80867"/>
                  <a:pt x="350876" y="83804"/>
                  <a:pt x="352144" y="87172"/>
                </a:cubicBezTo>
                <a:cubicBezTo>
                  <a:pt x="353413" y="90537"/>
                  <a:pt x="354047" y="94316"/>
                  <a:pt x="354047" y="98508"/>
                </a:cubicBezTo>
                <a:moveTo>
                  <a:pt x="321701" y="46715"/>
                </a:moveTo>
                <a:cubicBezTo>
                  <a:pt x="321701" y="44255"/>
                  <a:pt x="321320" y="42048"/>
                  <a:pt x="320559" y="40094"/>
                </a:cubicBezTo>
                <a:cubicBezTo>
                  <a:pt x="319798" y="38140"/>
                  <a:pt x="318656" y="36517"/>
                  <a:pt x="317134" y="35224"/>
                </a:cubicBezTo>
                <a:cubicBezTo>
                  <a:pt x="315612" y="33932"/>
                  <a:pt x="313693" y="32939"/>
                  <a:pt x="311378" y="32245"/>
                </a:cubicBezTo>
                <a:cubicBezTo>
                  <a:pt x="309063" y="31552"/>
                  <a:pt x="305972" y="31205"/>
                  <a:pt x="302103" y="31205"/>
                </a:cubicBezTo>
                <a:lnTo>
                  <a:pt x="289449" y="31205"/>
                </a:lnTo>
                <a:lnTo>
                  <a:pt x="289449" y="62980"/>
                </a:lnTo>
                <a:lnTo>
                  <a:pt x="303435" y="62980"/>
                </a:lnTo>
                <a:cubicBezTo>
                  <a:pt x="307050" y="62980"/>
                  <a:pt x="309936" y="62555"/>
                  <a:pt x="312092" y="61705"/>
                </a:cubicBezTo>
                <a:cubicBezTo>
                  <a:pt x="314248" y="60853"/>
                  <a:pt x="316040" y="59686"/>
                  <a:pt x="317467" y="58206"/>
                </a:cubicBezTo>
                <a:cubicBezTo>
                  <a:pt x="318894" y="56723"/>
                  <a:pt x="319957" y="54989"/>
                  <a:pt x="320654" y="53003"/>
                </a:cubicBezTo>
                <a:cubicBezTo>
                  <a:pt x="321352" y="51017"/>
                  <a:pt x="321701" y="48921"/>
                  <a:pt x="321701" y="46715"/>
                </a:cubicBezTo>
                <a:moveTo>
                  <a:pt x="328075" y="99323"/>
                </a:moveTo>
                <a:cubicBezTo>
                  <a:pt x="328075" y="96468"/>
                  <a:pt x="327599" y="93916"/>
                  <a:pt x="326648" y="91664"/>
                </a:cubicBezTo>
                <a:cubicBezTo>
                  <a:pt x="325696" y="89412"/>
                  <a:pt x="324301" y="87526"/>
                  <a:pt x="322462" y="86003"/>
                </a:cubicBezTo>
                <a:cubicBezTo>
                  <a:pt x="320623" y="84481"/>
                  <a:pt x="318276" y="83308"/>
                  <a:pt x="315422" y="82483"/>
                </a:cubicBezTo>
                <a:cubicBezTo>
                  <a:pt x="312568" y="81659"/>
                  <a:pt x="308857" y="81247"/>
                  <a:pt x="304291" y="81247"/>
                </a:cubicBezTo>
                <a:lnTo>
                  <a:pt x="289449" y="81247"/>
                </a:lnTo>
                <a:lnTo>
                  <a:pt x="289449" y="116257"/>
                </a:lnTo>
                <a:lnTo>
                  <a:pt x="307525" y="116257"/>
                </a:lnTo>
                <a:cubicBezTo>
                  <a:pt x="311014" y="116257"/>
                  <a:pt x="313947" y="115892"/>
                  <a:pt x="316326" y="115163"/>
                </a:cubicBezTo>
                <a:cubicBezTo>
                  <a:pt x="318704" y="114433"/>
                  <a:pt x="320765" y="113355"/>
                  <a:pt x="322509" y="111928"/>
                </a:cubicBezTo>
                <a:cubicBezTo>
                  <a:pt x="324254" y="110501"/>
                  <a:pt x="325617" y="108725"/>
                  <a:pt x="326600" y="106600"/>
                </a:cubicBezTo>
                <a:cubicBezTo>
                  <a:pt x="327583" y="104476"/>
                  <a:pt x="328075" y="102050"/>
                  <a:pt x="328075" y="99323"/>
                </a:cubicBezTo>
                <a:close/>
                <a:moveTo>
                  <a:pt x="427295" y="55179"/>
                </a:moveTo>
                <a:cubicBezTo>
                  <a:pt x="427295" y="57462"/>
                  <a:pt x="427232" y="59333"/>
                  <a:pt x="427105" y="60792"/>
                </a:cubicBezTo>
                <a:cubicBezTo>
                  <a:pt x="426978" y="62251"/>
                  <a:pt x="426788" y="63393"/>
                  <a:pt x="426534" y="64217"/>
                </a:cubicBezTo>
                <a:cubicBezTo>
                  <a:pt x="426281" y="65042"/>
                  <a:pt x="425948" y="65613"/>
                  <a:pt x="425535" y="65930"/>
                </a:cubicBezTo>
                <a:cubicBezTo>
                  <a:pt x="425123" y="66247"/>
                  <a:pt x="424600" y="66405"/>
                  <a:pt x="423966" y="66405"/>
                </a:cubicBezTo>
                <a:cubicBezTo>
                  <a:pt x="423458" y="66405"/>
                  <a:pt x="422888" y="66294"/>
                  <a:pt x="422253" y="66072"/>
                </a:cubicBezTo>
                <a:cubicBezTo>
                  <a:pt x="421619" y="65850"/>
                  <a:pt x="420905" y="65613"/>
                  <a:pt x="420113" y="65359"/>
                </a:cubicBezTo>
                <a:cubicBezTo>
                  <a:pt x="419320" y="65105"/>
                  <a:pt x="418448" y="64867"/>
                  <a:pt x="417496" y="64645"/>
                </a:cubicBezTo>
                <a:cubicBezTo>
                  <a:pt x="416545" y="64423"/>
                  <a:pt x="415499" y="64312"/>
                  <a:pt x="414357" y="64312"/>
                </a:cubicBezTo>
                <a:cubicBezTo>
                  <a:pt x="413025" y="64312"/>
                  <a:pt x="411693" y="64584"/>
                  <a:pt x="410361" y="65127"/>
                </a:cubicBezTo>
                <a:cubicBezTo>
                  <a:pt x="409029" y="65668"/>
                  <a:pt x="407650" y="66513"/>
                  <a:pt x="406223" y="67663"/>
                </a:cubicBezTo>
                <a:cubicBezTo>
                  <a:pt x="404796" y="68812"/>
                  <a:pt x="403305" y="70345"/>
                  <a:pt x="401751" y="72259"/>
                </a:cubicBezTo>
                <a:cubicBezTo>
                  <a:pt x="400197" y="74174"/>
                  <a:pt x="398533" y="76535"/>
                  <a:pt x="396757" y="79344"/>
                </a:cubicBezTo>
                <a:lnTo>
                  <a:pt x="396757" y="132240"/>
                </a:lnTo>
                <a:cubicBezTo>
                  <a:pt x="396757" y="132874"/>
                  <a:pt x="396566" y="133429"/>
                  <a:pt x="396186" y="133905"/>
                </a:cubicBezTo>
                <a:cubicBezTo>
                  <a:pt x="395805" y="134380"/>
                  <a:pt x="395155" y="134777"/>
                  <a:pt x="394236" y="135094"/>
                </a:cubicBezTo>
                <a:cubicBezTo>
                  <a:pt x="393316" y="135411"/>
                  <a:pt x="392095" y="135649"/>
                  <a:pt x="390573" y="135807"/>
                </a:cubicBezTo>
                <a:cubicBezTo>
                  <a:pt x="389051" y="135966"/>
                  <a:pt x="387116" y="136045"/>
                  <a:pt x="384769" y="136045"/>
                </a:cubicBezTo>
                <a:cubicBezTo>
                  <a:pt x="382423" y="136045"/>
                  <a:pt x="380488" y="135966"/>
                  <a:pt x="378966" y="135807"/>
                </a:cubicBezTo>
                <a:cubicBezTo>
                  <a:pt x="377444" y="135649"/>
                  <a:pt x="376223" y="135411"/>
                  <a:pt x="375303" y="135094"/>
                </a:cubicBezTo>
                <a:cubicBezTo>
                  <a:pt x="374384" y="134777"/>
                  <a:pt x="373734" y="134380"/>
                  <a:pt x="373353" y="133905"/>
                </a:cubicBezTo>
                <a:cubicBezTo>
                  <a:pt x="372973" y="133429"/>
                  <a:pt x="372782" y="132874"/>
                  <a:pt x="372782" y="132240"/>
                </a:cubicBezTo>
                <a:lnTo>
                  <a:pt x="372782" y="47378"/>
                </a:lnTo>
                <a:cubicBezTo>
                  <a:pt x="372782" y="46744"/>
                  <a:pt x="372941" y="46189"/>
                  <a:pt x="373258" y="45713"/>
                </a:cubicBezTo>
                <a:cubicBezTo>
                  <a:pt x="373575" y="45237"/>
                  <a:pt x="374146" y="44841"/>
                  <a:pt x="374970" y="44524"/>
                </a:cubicBezTo>
                <a:cubicBezTo>
                  <a:pt x="375795" y="44207"/>
                  <a:pt x="376857" y="43969"/>
                  <a:pt x="378157" y="43810"/>
                </a:cubicBezTo>
                <a:cubicBezTo>
                  <a:pt x="379458" y="43652"/>
                  <a:pt x="381091" y="43573"/>
                  <a:pt x="383057" y="43573"/>
                </a:cubicBezTo>
                <a:cubicBezTo>
                  <a:pt x="385087" y="43573"/>
                  <a:pt x="386767" y="43652"/>
                  <a:pt x="388099" y="43810"/>
                </a:cubicBezTo>
                <a:cubicBezTo>
                  <a:pt x="389431" y="43969"/>
                  <a:pt x="390462" y="44207"/>
                  <a:pt x="391191" y="44524"/>
                </a:cubicBezTo>
                <a:cubicBezTo>
                  <a:pt x="391921" y="44841"/>
                  <a:pt x="392444" y="45237"/>
                  <a:pt x="392761" y="45713"/>
                </a:cubicBezTo>
                <a:cubicBezTo>
                  <a:pt x="393078" y="46189"/>
                  <a:pt x="393237" y="46744"/>
                  <a:pt x="393237" y="47378"/>
                </a:cubicBezTo>
                <a:lnTo>
                  <a:pt x="393237" y="57938"/>
                </a:lnTo>
                <a:cubicBezTo>
                  <a:pt x="395456" y="54747"/>
                  <a:pt x="397549" y="52115"/>
                  <a:pt x="399516" y="50042"/>
                </a:cubicBezTo>
                <a:cubicBezTo>
                  <a:pt x="401482" y="47969"/>
                  <a:pt x="403353" y="46327"/>
                  <a:pt x="405129" y="45116"/>
                </a:cubicBezTo>
                <a:cubicBezTo>
                  <a:pt x="406905" y="43903"/>
                  <a:pt x="408680" y="43057"/>
                  <a:pt x="410456" y="42580"/>
                </a:cubicBezTo>
                <a:cubicBezTo>
                  <a:pt x="412232" y="42100"/>
                  <a:pt x="414008" y="41860"/>
                  <a:pt x="415784" y="41860"/>
                </a:cubicBezTo>
                <a:cubicBezTo>
                  <a:pt x="416608" y="41860"/>
                  <a:pt x="417496" y="41908"/>
                  <a:pt x="418448" y="42003"/>
                </a:cubicBezTo>
                <a:cubicBezTo>
                  <a:pt x="419399" y="42098"/>
                  <a:pt x="420382" y="42256"/>
                  <a:pt x="421397" y="42478"/>
                </a:cubicBezTo>
                <a:cubicBezTo>
                  <a:pt x="422412" y="42700"/>
                  <a:pt x="423300" y="42954"/>
                  <a:pt x="424061" y="43240"/>
                </a:cubicBezTo>
                <a:cubicBezTo>
                  <a:pt x="424822" y="43525"/>
                  <a:pt x="425377" y="43826"/>
                  <a:pt x="425726" y="44143"/>
                </a:cubicBezTo>
                <a:cubicBezTo>
                  <a:pt x="426075" y="44460"/>
                  <a:pt x="426328" y="44809"/>
                  <a:pt x="426487" y="45190"/>
                </a:cubicBezTo>
                <a:cubicBezTo>
                  <a:pt x="426645" y="45570"/>
                  <a:pt x="426788" y="46094"/>
                  <a:pt x="426915" y="46760"/>
                </a:cubicBezTo>
                <a:cubicBezTo>
                  <a:pt x="427042" y="47426"/>
                  <a:pt x="427137" y="48424"/>
                  <a:pt x="427200" y="49756"/>
                </a:cubicBezTo>
                <a:cubicBezTo>
                  <a:pt x="427264" y="51088"/>
                  <a:pt x="427295" y="52896"/>
                  <a:pt x="427295" y="55179"/>
                </a:cubicBezTo>
                <a:close/>
                <a:moveTo>
                  <a:pt x="463976" y="132240"/>
                </a:moveTo>
                <a:cubicBezTo>
                  <a:pt x="463976" y="132874"/>
                  <a:pt x="463786" y="133429"/>
                  <a:pt x="463406" y="133905"/>
                </a:cubicBezTo>
                <a:cubicBezTo>
                  <a:pt x="463025" y="134380"/>
                  <a:pt x="462375" y="134777"/>
                  <a:pt x="461455" y="135094"/>
                </a:cubicBezTo>
                <a:cubicBezTo>
                  <a:pt x="460536" y="135411"/>
                  <a:pt x="459315" y="135649"/>
                  <a:pt x="457793" y="135807"/>
                </a:cubicBezTo>
                <a:cubicBezTo>
                  <a:pt x="456270" y="135966"/>
                  <a:pt x="454336" y="136045"/>
                  <a:pt x="451989" y="136045"/>
                </a:cubicBezTo>
                <a:cubicBezTo>
                  <a:pt x="449643" y="136045"/>
                  <a:pt x="447708" y="135966"/>
                  <a:pt x="446186" y="135807"/>
                </a:cubicBezTo>
                <a:cubicBezTo>
                  <a:pt x="444664" y="135649"/>
                  <a:pt x="443443" y="135411"/>
                  <a:pt x="442523" y="135094"/>
                </a:cubicBezTo>
                <a:cubicBezTo>
                  <a:pt x="441603" y="134777"/>
                  <a:pt x="440953" y="134380"/>
                  <a:pt x="440573" y="133905"/>
                </a:cubicBezTo>
                <a:cubicBezTo>
                  <a:pt x="440192" y="133429"/>
                  <a:pt x="440002" y="132874"/>
                  <a:pt x="440002" y="132240"/>
                </a:cubicBezTo>
                <a:lnTo>
                  <a:pt x="440002" y="47568"/>
                </a:lnTo>
                <a:cubicBezTo>
                  <a:pt x="440002" y="46934"/>
                  <a:pt x="440192" y="46379"/>
                  <a:pt x="440573" y="45903"/>
                </a:cubicBezTo>
                <a:cubicBezTo>
                  <a:pt x="440953" y="45428"/>
                  <a:pt x="441603" y="45015"/>
                  <a:pt x="442523" y="44667"/>
                </a:cubicBezTo>
                <a:cubicBezTo>
                  <a:pt x="443443" y="44318"/>
                  <a:pt x="444664" y="44048"/>
                  <a:pt x="446186" y="43858"/>
                </a:cubicBezTo>
                <a:cubicBezTo>
                  <a:pt x="447708" y="43668"/>
                  <a:pt x="449643" y="43573"/>
                  <a:pt x="451989" y="43573"/>
                </a:cubicBezTo>
                <a:cubicBezTo>
                  <a:pt x="454336" y="43573"/>
                  <a:pt x="456270" y="43668"/>
                  <a:pt x="457793" y="43858"/>
                </a:cubicBezTo>
                <a:cubicBezTo>
                  <a:pt x="459315" y="44048"/>
                  <a:pt x="460536" y="44318"/>
                  <a:pt x="461455" y="44667"/>
                </a:cubicBezTo>
                <a:cubicBezTo>
                  <a:pt x="462375" y="45015"/>
                  <a:pt x="463025" y="45428"/>
                  <a:pt x="463406" y="45903"/>
                </a:cubicBezTo>
                <a:cubicBezTo>
                  <a:pt x="463786" y="46379"/>
                  <a:pt x="463976" y="46934"/>
                  <a:pt x="463976" y="47568"/>
                </a:cubicBezTo>
                <a:lnTo>
                  <a:pt x="463976" y="132240"/>
                </a:lnTo>
                <a:moveTo>
                  <a:pt x="465784" y="18647"/>
                </a:moveTo>
                <a:cubicBezTo>
                  <a:pt x="465784" y="23467"/>
                  <a:pt x="464801" y="26797"/>
                  <a:pt x="462835" y="28636"/>
                </a:cubicBezTo>
                <a:cubicBezTo>
                  <a:pt x="460869" y="30475"/>
                  <a:pt x="457222" y="31395"/>
                  <a:pt x="451894" y="31395"/>
                </a:cubicBezTo>
                <a:cubicBezTo>
                  <a:pt x="446503" y="31395"/>
                  <a:pt x="442872" y="30507"/>
                  <a:pt x="441001" y="28731"/>
                </a:cubicBezTo>
                <a:cubicBezTo>
                  <a:pt x="439130" y="26955"/>
                  <a:pt x="438194" y="23752"/>
                  <a:pt x="438194" y="19122"/>
                </a:cubicBezTo>
                <a:cubicBezTo>
                  <a:pt x="438194" y="14302"/>
                  <a:pt x="439162" y="10957"/>
                  <a:pt x="441096" y="9086"/>
                </a:cubicBezTo>
                <a:cubicBezTo>
                  <a:pt x="443031" y="7215"/>
                  <a:pt x="446693" y="6279"/>
                  <a:pt x="452084" y="6279"/>
                </a:cubicBezTo>
                <a:cubicBezTo>
                  <a:pt x="457412" y="6279"/>
                  <a:pt x="461027" y="7183"/>
                  <a:pt x="462930" y="8990"/>
                </a:cubicBezTo>
                <a:cubicBezTo>
                  <a:pt x="464833" y="10798"/>
                  <a:pt x="465784" y="14017"/>
                  <a:pt x="465784" y="18647"/>
                </a:cubicBezTo>
                <a:close/>
                <a:moveTo>
                  <a:pt x="552734" y="118730"/>
                </a:moveTo>
                <a:cubicBezTo>
                  <a:pt x="552734" y="120379"/>
                  <a:pt x="552687" y="121759"/>
                  <a:pt x="552591" y="122869"/>
                </a:cubicBezTo>
                <a:cubicBezTo>
                  <a:pt x="552496" y="123979"/>
                  <a:pt x="552370" y="124914"/>
                  <a:pt x="552211" y="125675"/>
                </a:cubicBezTo>
                <a:cubicBezTo>
                  <a:pt x="552052" y="126436"/>
                  <a:pt x="551862" y="127055"/>
                  <a:pt x="551640" y="127531"/>
                </a:cubicBezTo>
                <a:cubicBezTo>
                  <a:pt x="551418" y="128006"/>
                  <a:pt x="550927" y="128609"/>
                  <a:pt x="550166" y="129338"/>
                </a:cubicBezTo>
                <a:cubicBezTo>
                  <a:pt x="549404" y="130068"/>
                  <a:pt x="548104" y="130955"/>
                  <a:pt x="546265" y="132002"/>
                </a:cubicBezTo>
                <a:cubicBezTo>
                  <a:pt x="544426" y="133048"/>
                  <a:pt x="542333" y="133984"/>
                  <a:pt x="539986" y="134808"/>
                </a:cubicBezTo>
                <a:cubicBezTo>
                  <a:pt x="537639" y="135633"/>
                  <a:pt x="535086" y="136299"/>
                  <a:pt x="532327" y="136806"/>
                </a:cubicBezTo>
                <a:cubicBezTo>
                  <a:pt x="529568" y="137314"/>
                  <a:pt x="526730" y="137567"/>
                  <a:pt x="523813" y="137567"/>
                </a:cubicBezTo>
                <a:cubicBezTo>
                  <a:pt x="517280" y="137567"/>
                  <a:pt x="511493" y="136553"/>
                  <a:pt x="506450" y="134523"/>
                </a:cubicBezTo>
                <a:cubicBezTo>
                  <a:pt x="501408" y="132493"/>
                  <a:pt x="497174" y="129497"/>
                  <a:pt x="493750" y="125533"/>
                </a:cubicBezTo>
                <a:cubicBezTo>
                  <a:pt x="490325" y="121569"/>
                  <a:pt x="487740" y="116733"/>
                  <a:pt x="485996" y="111024"/>
                </a:cubicBezTo>
                <a:cubicBezTo>
                  <a:pt x="484252" y="105316"/>
                  <a:pt x="483380" y="98783"/>
                  <a:pt x="483380" y="91426"/>
                </a:cubicBezTo>
                <a:cubicBezTo>
                  <a:pt x="483380" y="82927"/>
                  <a:pt x="484442" y="75586"/>
                  <a:pt x="486567" y="69402"/>
                </a:cubicBezTo>
                <a:cubicBezTo>
                  <a:pt x="488691" y="63218"/>
                  <a:pt x="491657" y="58097"/>
                  <a:pt x="495462" y="54038"/>
                </a:cubicBezTo>
                <a:cubicBezTo>
                  <a:pt x="499267" y="49978"/>
                  <a:pt x="503771" y="46966"/>
                  <a:pt x="508971" y="45000"/>
                </a:cubicBezTo>
                <a:cubicBezTo>
                  <a:pt x="514172" y="43033"/>
                  <a:pt x="519880" y="42050"/>
                  <a:pt x="526096" y="42050"/>
                </a:cubicBezTo>
                <a:cubicBezTo>
                  <a:pt x="528633" y="42050"/>
                  <a:pt x="531122" y="42272"/>
                  <a:pt x="533564" y="42716"/>
                </a:cubicBezTo>
                <a:cubicBezTo>
                  <a:pt x="536006" y="43160"/>
                  <a:pt x="538289" y="43763"/>
                  <a:pt x="540414" y="44524"/>
                </a:cubicBezTo>
                <a:cubicBezTo>
                  <a:pt x="542539" y="45285"/>
                  <a:pt x="544441" y="46141"/>
                  <a:pt x="546122" y="47093"/>
                </a:cubicBezTo>
                <a:cubicBezTo>
                  <a:pt x="547803" y="48044"/>
                  <a:pt x="548992" y="48868"/>
                  <a:pt x="549690" y="49566"/>
                </a:cubicBezTo>
                <a:cubicBezTo>
                  <a:pt x="550387" y="50264"/>
                  <a:pt x="550879" y="50850"/>
                  <a:pt x="551164" y="51326"/>
                </a:cubicBezTo>
                <a:cubicBezTo>
                  <a:pt x="551450" y="51802"/>
                  <a:pt x="551672" y="52420"/>
                  <a:pt x="551830" y="53181"/>
                </a:cubicBezTo>
                <a:cubicBezTo>
                  <a:pt x="551989" y="53942"/>
                  <a:pt x="552116" y="54878"/>
                  <a:pt x="552211" y="55988"/>
                </a:cubicBezTo>
                <a:cubicBezTo>
                  <a:pt x="552306" y="57098"/>
                  <a:pt x="552354" y="58446"/>
                  <a:pt x="552354" y="60031"/>
                </a:cubicBezTo>
                <a:cubicBezTo>
                  <a:pt x="552354" y="63710"/>
                  <a:pt x="552037" y="66294"/>
                  <a:pt x="551402" y="67785"/>
                </a:cubicBezTo>
                <a:cubicBezTo>
                  <a:pt x="550768" y="69275"/>
                  <a:pt x="549944" y="70020"/>
                  <a:pt x="548929" y="70020"/>
                </a:cubicBezTo>
                <a:cubicBezTo>
                  <a:pt x="547851" y="70020"/>
                  <a:pt x="546709" y="69577"/>
                  <a:pt x="545504" y="68689"/>
                </a:cubicBezTo>
                <a:cubicBezTo>
                  <a:pt x="544299" y="67801"/>
                  <a:pt x="542872" y="66818"/>
                  <a:pt x="541223" y="65739"/>
                </a:cubicBezTo>
                <a:cubicBezTo>
                  <a:pt x="539574" y="64661"/>
                  <a:pt x="537607" y="63678"/>
                  <a:pt x="535324" y="62790"/>
                </a:cubicBezTo>
                <a:cubicBezTo>
                  <a:pt x="533041" y="61902"/>
                  <a:pt x="530314" y="61458"/>
                  <a:pt x="527142" y="61458"/>
                </a:cubicBezTo>
                <a:cubicBezTo>
                  <a:pt x="520927" y="61458"/>
                  <a:pt x="516170" y="63852"/>
                  <a:pt x="512872" y="68641"/>
                </a:cubicBezTo>
                <a:cubicBezTo>
                  <a:pt x="509574" y="73430"/>
                  <a:pt x="507925" y="80454"/>
                  <a:pt x="507925" y="89714"/>
                </a:cubicBezTo>
                <a:cubicBezTo>
                  <a:pt x="507925" y="94280"/>
                  <a:pt x="508337" y="98308"/>
                  <a:pt x="509162" y="101796"/>
                </a:cubicBezTo>
                <a:cubicBezTo>
                  <a:pt x="509986" y="105284"/>
                  <a:pt x="511207" y="108202"/>
                  <a:pt x="512824" y="110549"/>
                </a:cubicBezTo>
                <a:cubicBezTo>
                  <a:pt x="514442" y="112895"/>
                  <a:pt x="516471" y="114655"/>
                  <a:pt x="518913" y="115829"/>
                </a:cubicBezTo>
                <a:cubicBezTo>
                  <a:pt x="521355" y="117002"/>
                  <a:pt x="524193" y="117589"/>
                  <a:pt x="527428" y="117589"/>
                </a:cubicBezTo>
                <a:cubicBezTo>
                  <a:pt x="530726" y="117589"/>
                  <a:pt x="533564" y="117097"/>
                  <a:pt x="535943" y="116114"/>
                </a:cubicBezTo>
                <a:cubicBezTo>
                  <a:pt x="538321" y="115131"/>
                  <a:pt x="540398" y="114037"/>
                  <a:pt x="542174" y="112832"/>
                </a:cubicBezTo>
                <a:cubicBezTo>
                  <a:pt x="543950" y="111627"/>
                  <a:pt x="545440" y="110533"/>
                  <a:pt x="546645" y="109550"/>
                </a:cubicBezTo>
                <a:cubicBezTo>
                  <a:pt x="547851" y="108567"/>
                  <a:pt x="548865" y="108075"/>
                  <a:pt x="549690" y="108075"/>
                </a:cubicBezTo>
                <a:cubicBezTo>
                  <a:pt x="550261" y="108075"/>
                  <a:pt x="550736" y="108234"/>
                  <a:pt x="551117" y="108551"/>
                </a:cubicBezTo>
                <a:cubicBezTo>
                  <a:pt x="551497" y="108868"/>
                  <a:pt x="551799" y="109455"/>
                  <a:pt x="552021" y="110311"/>
                </a:cubicBezTo>
                <a:cubicBezTo>
                  <a:pt x="552243" y="111167"/>
                  <a:pt x="552417" y="112261"/>
                  <a:pt x="552544" y="113593"/>
                </a:cubicBezTo>
                <a:cubicBezTo>
                  <a:pt x="552671" y="114925"/>
                  <a:pt x="552734" y="116637"/>
                  <a:pt x="552734" y="118730"/>
                </a:cubicBezTo>
                <a:close/>
                <a:moveTo>
                  <a:pt x="652335" y="132335"/>
                </a:moveTo>
                <a:cubicBezTo>
                  <a:pt x="652335" y="132969"/>
                  <a:pt x="652161" y="133524"/>
                  <a:pt x="651812" y="134000"/>
                </a:cubicBezTo>
                <a:cubicBezTo>
                  <a:pt x="651463" y="134476"/>
                  <a:pt x="650829" y="134856"/>
                  <a:pt x="649909" y="135141"/>
                </a:cubicBezTo>
                <a:cubicBezTo>
                  <a:pt x="648990" y="135427"/>
                  <a:pt x="647737" y="135649"/>
                  <a:pt x="646151" y="135807"/>
                </a:cubicBezTo>
                <a:cubicBezTo>
                  <a:pt x="644566" y="135966"/>
                  <a:pt x="642505" y="136045"/>
                  <a:pt x="639968" y="136045"/>
                </a:cubicBezTo>
                <a:cubicBezTo>
                  <a:pt x="637367" y="136045"/>
                  <a:pt x="635258" y="135982"/>
                  <a:pt x="633641" y="135855"/>
                </a:cubicBezTo>
                <a:cubicBezTo>
                  <a:pt x="632024" y="135728"/>
                  <a:pt x="630692" y="135522"/>
                  <a:pt x="629645" y="135237"/>
                </a:cubicBezTo>
                <a:cubicBezTo>
                  <a:pt x="628599" y="134951"/>
                  <a:pt x="627790" y="134555"/>
                  <a:pt x="627219" y="134047"/>
                </a:cubicBezTo>
                <a:cubicBezTo>
                  <a:pt x="626648" y="133540"/>
                  <a:pt x="626141" y="132874"/>
                  <a:pt x="625697" y="132050"/>
                </a:cubicBezTo>
                <a:lnTo>
                  <a:pt x="597442" y="87335"/>
                </a:lnTo>
                <a:lnTo>
                  <a:pt x="597442" y="132240"/>
                </a:lnTo>
                <a:cubicBezTo>
                  <a:pt x="597442" y="132874"/>
                  <a:pt x="597251" y="133429"/>
                  <a:pt x="596871" y="133905"/>
                </a:cubicBezTo>
                <a:cubicBezTo>
                  <a:pt x="596490" y="134380"/>
                  <a:pt x="595840" y="134777"/>
                  <a:pt x="594920" y="135094"/>
                </a:cubicBezTo>
                <a:cubicBezTo>
                  <a:pt x="594001" y="135411"/>
                  <a:pt x="592780" y="135649"/>
                  <a:pt x="591258" y="135807"/>
                </a:cubicBezTo>
                <a:cubicBezTo>
                  <a:pt x="589735" y="135966"/>
                  <a:pt x="587801" y="136045"/>
                  <a:pt x="585454" y="136045"/>
                </a:cubicBezTo>
                <a:cubicBezTo>
                  <a:pt x="583108" y="136045"/>
                  <a:pt x="581173" y="135966"/>
                  <a:pt x="579651" y="135807"/>
                </a:cubicBezTo>
                <a:cubicBezTo>
                  <a:pt x="578129" y="135649"/>
                  <a:pt x="576908" y="135411"/>
                  <a:pt x="575988" y="135094"/>
                </a:cubicBezTo>
                <a:cubicBezTo>
                  <a:pt x="575069" y="134777"/>
                  <a:pt x="574419" y="134380"/>
                  <a:pt x="574038" y="133905"/>
                </a:cubicBezTo>
                <a:cubicBezTo>
                  <a:pt x="573657" y="133429"/>
                  <a:pt x="573467" y="132874"/>
                  <a:pt x="573467" y="132240"/>
                </a:cubicBezTo>
                <a:lnTo>
                  <a:pt x="573467" y="7135"/>
                </a:lnTo>
                <a:cubicBezTo>
                  <a:pt x="573467" y="6501"/>
                  <a:pt x="573657" y="5930"/>
                  <a:pt x="574038" y="5423"/>
                </a:cubicBezTo>
                <a:cubicBezTo>
                  <a:pt x="574419" y="4915"/>
                  <a:pt x="575069" y="4487"/>
                  <a:pt x="575988" y="4138"/>
                </a:cubicBezTo>
                <a:cubicBezTo>
                  <a:pt x="576908" y="3790"/>
                  <a:pt x="578129" y="3520"/>
                  <a:pt x="579651" y="3330"/>
                </a:cubicBezTo>
                <a:cubicBezTo>
                  <a:pt x="581173" y="3140"/>
                  <a:pt x="583108" y="3044"/>
                  <a:pt x="585454" y="3044"/>
                </a:cubicBezTo>
                <a:cubicBezTo>
                  <a:pt x="587801" y="3044"/>
                  <a:pt x="589735" y="3140"/>
                  <a:pt x="591258" y="3330"/>
                </a:cubicBezTo>
                <a:cubicBezTo>
                  <a:pt x="592780" y="3520"/>
                  <a:pt x="594001" y="3790"/>
                  <a:pt x="594920" y="4138"/>
                </a:cubicBezTo>
                <a:cubicBezTo>
                  <a:pt x="595840" y="4487"/>
                  <a:pt x="596490" y="4915"/>
                  <a:pt x="596871" y="5423"/>
                </a:cubicBezTo>
                <a:cubicBezTo>
                  <a:pt x="597251" y="5930"/>
                  <a:pt x="597442" y="6501"/>
                  <a:pt x="597442" y="7135"/>
                </a:cubicBezTo>
                <a:lnTo>
                  <a:pt x="597442" y="81627"/>
                </a:lnTo>
                <a:lnTo>
                  <a:pt x="622558" y="47854"/>
                </a:lnTo>
                <a:cubicBezTo>
                  <a:pt x="623065" y="47093"/>
                  <a:pt x="623636" y="46427"/>
                  <a:pt x="624270" y="45856"/>
                </a:cubicBezTo>
                <a:cubicBezTo>
                  <a:pt x="624904" y="45285"/>
                  <a:pt x="625745" y="44841"/>
                  <a:pt x="626791" y="44524"/>
                </a:cubicBezTo>
                <a:cubicBezTo>
                  <a:pt x="627838" y="44207"/>
                  <a:pt x="629138" y="43969"/>
                  <a:pt x="630692" y="43810"/>
                </a:cubicBezTo>
                <a:cubicBezTo>
                  <a:pt x="632246" y="43652"/>
                  <a:pt x="634228" y="43573"/>
                  <a:pt x="636638" y="43573"/>
                </a:cubicBezTo>
                <a:cubicBezTo>
                  <a:pt x="638985" y="43573"/>
                  <a:pt x="640967" y="43652"/>
                  <a:pt x="642584" y="43810"/>
                </a:cubicBezTo>
                <a:cubicBezTo>
                  <a:pt x="644201" y="43969"/>
                  <a:pt x="645501" y="44207"/>
                  <a:pt x="646484" y="44524"/>
                </a:cubicBezTo>
                <a:cubicBezTo>
                  <a:pt x="647468" y="44841"/>
                  <a:pt x="648149" y="45237"/>
                  <a:pt x="648530" y="45713"/>
                </a:cubicBezTo>
                <a:cubicBezTo>
                  <a:pt x="648910" y="46189"/>
                  <a:pt x="649101" y="46775"/>
                  <a:pt x="649101" y="47473"/>
                </a:cubicBezTo>
                <a:cubicBezTo>
                  <a:pt x="649101" y="48424"/>
                  <a:pt x="648863" y="49439"/>
                  <a:pt x="648387" y="50518"/>
                </a:cubicBezTo>
                <a:cubicBezTo>
                  <a:pt x="647911" y="51596"/>
                  <a:pt x="647198" y="52737"/>
                  <a:pt x="646247" y="53942"/>
                </a:cubicBezTo>
                <a:lnTo>
                  <a:pt x="621416" y="82103"/>
                </a:lnTo>
                <a:lnTo>
                  <a:pt x="650147" y="126532"/>
                </a:lnTo>
                <a:cubicBezTo>
                  <a:pt x="650908" y="127800"/>
                  <a:pt x="651463" y="128894"/>
                  <a:pt x="651812" y="129814"/>
                </a:cubicBezTo>
                <a:cubicBezTo>
                  <a:pt x="652161" y="130733"/>
                  <a:pt x="652335" y="131574"/>
                  <a:pt x="652335" y="132335"/>
                </a:cubicBezTo>
                <a:close/>
                <a:moveTo>
                  <a:pt x="781914" y="98597"/>
                </a:moveTo>
                <a:cubicBezTo>
                  <a:pt x="781914" y="105076"/>
                  <a:pt x="780708" y="110762"/>
                  <a:pt x="778298" y="115653"/>
                </a:cubicBezTo>
                <a:cubicBezTo>
                  <a:pt x="775888" y="120545"/>
                  <a:pt x="772622" y="124626"/>
                  <a:pt x="768499" y="127896"/>
                </a:cubicBezTo>
                <a:cubicBezTo>
                  <a:pt x="764377" y="131167"/>
                  <a:pt x="759556" y="133628"/>
                  <a:pt x="754039" y="135281"/>
                </a:cubicBezTo>
                <a:cubicBezTo>
                  <a:pt x="748521" y="136932"/>
                  <a:pt x="742622" y="137758"/>
                  <a:pt x="736343" y="137758"/>
                </a:cubicBezTo>
                <a:cubicBezTo>
                  <a:pt x="732094" y="137758"/>
                  <a:pt x="728146" y="137412"/>
                  <a:pt x="724499" y="136720"/>
                </a:cubicBezTo>
                <a:cubicBezTo>
                  <a:pt x="720852" y="136028"/>
                  <a:pt x="717633" y="135196"/>
                  <a:pt x="714842" y="134223"/>
                </a:cubicBezTo>
                <a:cubicBezTo>
                  <a:pt x="712052" y="133248"/>
                  <a:pt x="709721" y="132226"/>
                  <a:pt x="707850" y="131158"/>
                </a:cubicBezTo>
                <a:cubicBezTo>
                  <a:pt x="705979" y="130089"/>
                  <a:pt x="704631" y="129147"/>
                  <a:pt x="703806" y="128330"/>
                </a:cubicBezTo>
                <a:cubicBezTo>
                  <a:pt x="702982" y="127512"/>
                  <a:pt x="702395" y="126322"/>
                  <a:pt x="702046" y="124760"/>
                </a:cubicBezTo>
                <a:cubicBezTo>
                  <a:pt x="701698" y="123198"/>
                  <a:pt x="701523" y="120951"/>
                  <a:pt x="701523" y="118020"/>
                </a:cubicBezTo>
                <a:cubicBezTo>
                  <a:pt x="701523" y="116044"/>
                  <a:pt x="701587" y="114387"/>
                  <a:pt x="701713" y="113049"/>
                </a:cubicBezTo>
                <a:cubicBezTo>
                  <a:pt x="701840" y="111711"/>
                  <a:pt x="702046" y="110628"/>
                  <a:pt x="702332" y="109799"/>
                </a:cubicBezTo>
                <a:cubicBezTo>
                  <a:pt x="702617" y="108971"/>
                  <a:pt x="702998" y="108381"/>
                  <a:pt x="703473" y="108031"/>
                </a:cubicBezTo>
                <a:cubicBezTo>
                  <a:pt x="703949" y="107680"/>
                  <a:pt x="704504" y="107504"/>
                  <a:pt x="705138" y="107504"/>
                </a:cubicBezTo>
                <a:cubicBezTo>
                  <a:pt x="706026" y="107504"/>
                  <a:pt x="707279" y="108028"/>
                  <a:pt x="708896" y="109074"/>
                </a:cubicBezTo>
                <a:cubicBezTo>
                  <a:pt x="710514" y="110121"/>
                  <a:pt x="712591" y="111278"/>
                  <a:pt x="715128" y="112547"/>
                </a:cubicBezTo>
                <a:cubicBezTo>
                  <a:pt x="717665" y="113815"/>
                  <a:pt x="720693" y="114973"/>
                  <a:pt x="724213" y="116019"/>
                </a:cubicBezTo>
                <a:cubicBezTo>
                  <a:pt x="727733" y="117066"/>
                  <a:pt x="731808" y="117589"/>
                  <a:pt x="736438" y="117589"/>
                </a:cubicBezTo>
                <a:cubicBezTo>
                  <a:pt x="739483" y="117589"/>
                  <a:pt x="742210" y="117223"/>
                  <a:pt x="744620" y="116492"/>
                </a:cubicBezTo>
                <a:cubicBezTo>
                  <a:pt x="747030" y="115758"/>
                  <a:pt x="749076" y="114724"/>
                  <a:pt x="750756" y="113388"/>
                </a:cubicBezTo>
                <a:cubicBezTo>
                  <a:pt x="752437" y="112052"/>
                  <a:pt x="753721" y="110398"/>
                  <a:pt x="754609" y="108426"/>
                </a:cubicBezTo>
                <a:cubicBezTo>
                  <a:pt x="755497" y="106452"/>
                  <a:pt x="755941" y="104256"/>
                  <a:pt x="755941" y="101838"/>
                </a:cubicBezTo>
                <a:cubicBezTo>
                  <a:pt x="755941" y="99043"/>
                  <a:pt x="755180" y="96646"/>
                  <a:pt x="753658" y="94646"/>
                </a:cubicBezTo>
                <a:cubicBezTo>
                  <a:pt x="752136" y="92644"/>
                  <a:pt x="750154" y="90865"/>
                  <a:pt x="747712" y="89309"/>
                </a:cubicBezTo>
                <a:cubicBezTo>
                  <a:pt x="745270" y="87754"/>
                  <a:pt x="742495" y="86293"/>
                  <a:pt x="739388" y="84927"/>
                </a:cubicBezTo>
                <a:cubicBezTo>
                  <a:pt x="736280" y="83560"/>
                  <a:pt x="733077" y="82114"/>
                  <a:pt x="729779" y="80590"/>
                </a:cubicBezTo>
                <a:cubicBezTo>
                  <a:pt x="726481" y="79065"/>
                  <a:pt x="723278" y="77335"/>
                  <a:pt x="720170" y="75399"/>
                </a:cubicBezTo>
                <a:cubicBezTo>
                  <a:pt x="717062" y="73460"/>
                  <a:pt x="714287" y="71141"/>
                  <a:pt x="711845" y="68442"/>
                </a:cubicBezTo>
                <a:cubicBezTo>
                  <a:pt x="709404" y="65742"/>
                  <a:pt x="707422" y="62551"/>
                  <a:pt x="705899" y="58869"/>
                </a:cubicBezTo>
                <a:cubicBezTo>
                  <a:pt x="704377" y="55184"/>
                  <a:pt x="703616" y="50769"/>
                  <a:pt x="703616" y="45624"/>
                </a:cubicBezTo>
                <a:cubicBezTo>
                  <a:pt x="703616" y="39716"/>
                  <a:pt x="704710" y="34523"/>
                  <a:pt x="706898" y="30045"/>
                </a:cubicBezTo>
                <a:cubicBezTo>
                  <a:pt x="709087" y="25568"/>
                  <a:pt x="712036" y="21853"/>
                  <a:pt x="715746" y="18899"/>
                </a:cubicBezTo>
                <a:cubicBezTo>
                  <a:pt x="719456" y="15944"/>
                  <a:pt x="723833" y="13736"/>
                  <a:pt x="728875" y="12276"/>
                </a:cubicBezTo>
                <a:cubicBezTo>
                  <a:pt x="733917" y="10815"/>
                  <a:pt x="739261" y="10084"/>
                  <a:pt x="744905" y="10084"/>
                </a:cubicBezTo>
                <a:cubicBezTo>
                  <a:pt x="747823" y="10084"/>
                  <a:pt x="750740" y="10306"/>
                  <a:pt x="753658" y="10750"/>
                </a:cubicBezTo>
                <a:cubicBezTo>
                  <a:pt x="756576" y="11194"/>
                  <a:pt x="759303" y="11797"/>
                  <a:pt x="761840" y="12558"/>
                </a:cubicBezTo>
                <a:cubicBezTo>
                  <a:pt x="764377" y="13319"/>
                  <a:pt x="766628" y="14175"/>
                  <a:pt x="768594" y="15127"/>
                </a:cubicBezTo>
                <a:cubicBezTo>
                  <a:pt x="770561" y="16078"/>
                  <a:pt x="771861" y="16871"/>
                  <a:pt x="772495" y="17505"/>
                </a:cubicBezTo>
                <a:cubicBezTo>
                  <a:pt x="773129" y="18139"/>
                  <a:pt x="773557" y="18679"/>
                  <a:pt x="773779" y="19125"/>
                </a:cubicBezTo>
                <a:cubicBezTo>
                  <a:pt x="774001" y="19571"/>
                  <a:pt x="774192" y="20161"/>
                  <a:pt x="774350" y="20894"/>
                </a:cubicBezTo>
                <a:cubicBezTo>
                  <a:pt x="774509" y="21628"/>
                  <a:pt x="774620" y="22552"/>
                  <a:pt x="774683" y="23668"/>
                </a:cubicBezTo>
                <a:cubicBezTo>
                  <a:pt x="774747" y="24782"/>
                  <a:pt x="774778" y="26168"/>
                  <a:pt x="774778" y="27824"/>
                </a:cubicBezTo>
                <a:cubicBezTo>
                  <a:pt x="774778" y="29674"/>
                  <a:pt x="774731" y="31236"/>
                  <a:pt x="774636" y="32510"/>
                </a:cubicBezTo>
                <a:cubicBezTo>
                  <a:pt x="774540" y="33784"/>
                  <a:pt x="774382" y="34836"/>
                  <a:pt x="774160" y="35664"/>
                </a:cubicBezTo>
                <a:cubicBezTo>
                  <a:pt x="773938" y="36493"/>
                  <a:pt x="773621" y="37098"/>
                  <a:pt x="773209" y="37481"/>
                </a:cubicBezTo>
                <a:cubicBezTo>
                  <a:pt x="772796" y="37863"/>
                  <a:pt x="772241" y="38055"/>
                  <a:pt x="771544" y="38055"/>
                </a:cubicBezTo>
                <a:cubicBezTo>
                  <a:pt x="770846" y="38055"/>
                  <a:pt x="769736" y="37611"/>
                  <a:pt x="768214" y="36723"/>
                </a:cubicBezTo>
                <a:cubicBezTo>
                  <a:pt x="766692" y="35835"/>
                  <a:pt x="764821" y="34868"/>
                  <a:pt x="762601" y="33821"/>
                </a:cubicBezTo>
                <a:cubicBezTo>
                  <a:pt x="760381" y="32775"/>
                  <a:pt x="757812" y="31823"/>
                  <a:pt x="754895" y="30967"/>
                </a:cubicBezTo>
                <a:cubicBezTo>
                  <a:pt x="751977" y="30111"/>
                  <a:pt x="748774" y="29683"/>
                  <a:pt x="745286" y="29683"/>
                </a:cubicBezTo>
                <a:cubicBezTo>
                  <a:pt x="742559" y="29683"/>
                  <a:pt x="740180" y="30015"/>
                  <a:pt x="738151" y="30679"/>
                </a:cubicBezTo>
                <a:cubicBezTo>
                  <a:pt x="736121" y="31343"/>
                  <a:pt x="734425" y="32259"/>
                  <a:pt x="733061" y="33429"/>
                </a:cubicBezTo>
                <a:cubicBezTo>
                  <a:pt x="731697" y="34596"/>
                  <a:pt x="730683" y="36001"/>
                  <a:pt x="730017" y="37644"/>
                </a:cubicBezTo>
                <a:cubicBezTo>
                  <a:pt x="729351" y="39287"/>
                  <a:pt x="729018" y="41026"/>
                  <a:pt x="729018" y="42859"/>
                </a:cubicBezTo>
                <a:cubicBezTo>
                  <a:pt x="729018" y="45590"/>
                  <a:pt x="729763" y="47957"/>
                  <a:pt x="731253" y="49959"/>
                </a:cubicBezTo>
                <a:cubicBezTo>
                  <a:pt x="732744" y="51958"/>
                  <a:pt x="734742" y="53736"/>
                  <a:pt x="737247" y="55292"/>
                </a:cubicBezTo>
                <a:cubicBezTo>
                  <a:pt x="739752" y="56848"/>
                  <a:pt x="742590" y="58310"/>
                  <a:pt x="745762" y="59677"/>
                </a:cubicBezTo>
                <a:cubicBezTo>
                  <a:pt x="748933" y="61043"/>
                  <a:pt x="752168" y="62488"/>
                  <a:pt x="755466" y="64012"/>
                </a:cubicBezTo>
                <a:cubicBezTo>
                  <a:pt x="758764" y="65536"/>
                  <a:pt x="761998" y="67267"/>
                  <a:pt x="765170" y="69206"/>
                </a:cubicBezTo>
                <a:cubicBezTo>
                  <a:pt x="768341" y="71142"/>
                  <a:pt x="771163" y="73460"/>
                  <a:pt x="773637" y="76160"/>
                </a:cubicBezTo>
                <a:cubicBezTo>
                  <a:pt x="776110" y="78859"/>
                  <a:pt x="778108" y="82035"/>
                  <a:pt x="779630" y="85688"/>
                </a:cubicBezTo>
                <a:cubicBezTo>
                  <a:pt x="781152" y="89339"/>
                  <a:pt x="781914" y="93642"/>
                  <a:pt x="781914" y="98597"/>
                </a:cubicBezTo>
                <a:close/>
                <a:moveTo>
                  <a:pt x="849129" y="123802"/>
                </a:moveTo>
                <a:cubicBezTo>
                  <a:pt x="849129" y="126607"/>
                  <a:pt x="848954" y="128758"/>
                  <a:pt x="848605" y="130257"/>
                </a:cubicBezTo>
                <a:cubicBezTo>
                  <a:pt x="848257" y="131753"/>
                  <a:pt x="847797" y="132805"/>
                  <a:pt x="847226" y="133411"/>
                </a:cubicBezTo>
                <a:cubicBezTo>
                  <a:pt x="846655" y="134016"/>
                  <a:pt x="845815" y="134557"/>
                  <a:pt x="844705" y="135034"/>
                </a:cubicBezTo>
                <a:cubicBezTo>
                  <a:pt x="843595" y="135512"/>
                  <a:pt x="842295" y="135926"/>
                  <a:pt x="840804" y="136277"/>
                </a:cubicBezTo>
                <a:cubicBezTo>
                  <a:pt x="839314" y="136628"/>
                  <a:pt x="837696" y="136899"/>
                  <a:pt x="835952" y="137089"/>
                </a:cubicBezTo>
                <a:cubicBezTo>
                  <a:pt x="834208" y="137281"/>
                  <a:pt x="832448" y="137377"/>
                  <a:pt x="830672" y="137377"/>
                </a:cubicBezTo>
                <a:cubicBezTo>
                  <a:pt x="825915" y="137377"/>
                  <a:pt x="821793" y="136775"/>
                  <a:pt x="818304" y="135570"/>
                </a:cubicBezTo>
                <a:cubicBezTo>
                  <a:pt x="814816" y="134365"/>
                  <a:pt x="811930" y="132509"/>
                  <a:pt x="809647" y="130004"/>
                </a:cubicBezTo>
                <a:cubicBezTo>
                  <a:pt x="807364" y="127499"/>
                  <a:pt x="805683" y="124343"/>
                  <a:pt x="804605" y="120538"/>
                </a:cubicBezTo>
                <a:cubicBezTo>
                  <a:pt x="803527" y="116733"/>
                  <a:pt x="802987" y="112229"/>
                  <a:pt x="802987" y="107029"/>
                </a:cubicBezTo>
                <a:lnTo>
                  <a:pt x="802987" y="63551"/>
                </a:lnTo>
                <a:lnTo>
                  <a:pt x="792808" y="63551"/>
                </a:lnTo>
                <a:cubicBezTo>
                  <a:pt x="791603" y="63551"/>
                  <a:pt x="790683" y="62806"/>
                  <a:pt x="790049" y="61316"/>
                </a:cubicBezTo>
                <a:cubicBezTo>
                  <a:pt x="789415" y="59825"/>
                  <a:pt x="789098" y="57336"/>
                  <a:pt x="789098" y="53847"/>
                </a:cubicBezTo>
                <a:cubicBezTo>
                  <a:pt x="789098" y="52008"/>
                  <a:pt x="789177" y="50454"/>
                  <a:pt x="789335" y="49186"/>
                </a:cubicBezTo>
                <a:cubicBezTo>
                  <a:pt x="789494" y="47917"/>
                  <a:pt x="789732" y="46918"/>
                  <a:pt x="790049" y="46189"/>
                </a:cubicBezTo>
                <a:cubicBezTo>
                  <a:pt x="790366" y="45459"/>
                  <a:pt x="790762" y="44936"/>
                  <a:pt x="791238" y="44619"/>
                </a:cubicBezTo>
                <a:cubicBezTo>
                  <a:pt x="791714" y="44302"/>
                  <a:pt x="792269" y="44143"/>
                  <a:pt x="792903" y="44143"/>
                </a:cubicBezTo>
                <a:lnTo>
                  <a:pt x="802987" y="44143"/>
                </a:lnTo>
                <a:lnTo>
                  <a:pt x="802987" y="25134"/>
                </a:lnTo>
                <a:cubicBezTo>
                  <a:pt x="802987" y="24496"/>
                  <a:pt x="803162" y="23922"/>
                  <a:pt x="803511" y="23413"/>
                </a:cubicBezTo>
                <a:cubicBezTo>
                  <a:pt x="803860" y="22903"/>
                  <a:pt x="804494" y="22474"/>
                  <a:pt x="805413" y="22125"/>
                </a:cubicBezTo>
                <a:cubicBezTo>
                  <a:pt x="806333" y="21774"/>
                  <a:pt x="807570" y="21520"/>
                  <a:pt x="809124" y="21361"/>
                </a:cubicBezTo>
                <a:cubicBezTo>
                  <a:pt x="810678" y="21201"/>
                  <a:pt x="812596" y="21120"/>
                  <a:pt x="814880" y="21120"/>
                </a:cubicBezTo>
                <a:cubicBezTo>
                  <a:pt x="817226" y="21120"/>
                  <a:pt x="819177" y="21201"/>
                  <a:pt x="820730" y="21361"/>
                </a:cubicBezTo>
                <a:cubicBezTo>
                  <a:pt x="822284" y="21520"/>
                  <a:pt x="823505" y="21774"/>
                  <a:pt x="824393" y="22125"/>
                </a:cubicBezTo>
                <a:cubicBezTo>
                  <a:pt x="825281" y="22474"/>
                  <a:pt x="825915" y="22903"/>
                  <a:pt x="826296" y="23413"/>
                </a:cubicBezTo>
                <a:cubicBezTo>
                  <a:pt x="826676" y="23922"/>
                  <a:pt x="826867" y="24496"/>
                  <a:pt x="826867" y="25134"/>
                </a:cubicBezTo>
                <a:lnTo>
                  <a:pt x="826867" y="44143"/>
                </a:lnTo>
                <a:lnTo>
                  <a:pt x="845323" y="44143"/>
                </a:lnTo>
                <a:cubicBezTo>
                  <a:pt x="845957" y="44143"/>
                  <a:pt x="846512" y="44302"/>
                  <a:pt x="846988" y="44619"/>
                </a:cubicBezTo>
                <a:cubicBezTo>
                  <a:pt x="847464" y="44936"/>
                  <a:pt x="847860" y="45459"/>
                  <a:pt x="848177" y="46189"/>
                </a:cubicBezTo>
                <a:cubicBezTo>
                  <a:pt x="848494" y="46918"/>
                  <a:pt x="848732" y="47917"/>
                  <a:pt x="848891" y="49186"/>
                </a:cubicBezTo>
                <a:cubicBezTo>
                  <a:pt x="849049" y="50454"/>
                  <a:pt x="849129" y="52008"/>
                  <a:pt x="849129" y="53847"/>
                </a:cubicBezTo>
                <a:cubicBezTo>
                  <a:pt x="849129" y="57336"/>
                  <a:pt x="848812" y="59825"/>
                  <a:pt x="848177" y="61316"/>
                </a:cubicBezTo>
                <a:cubicBezTo>
                  <a:pt x="847543" y="62806"/>
                  <a:pt x="846623" y="63551"/>
                  <a:pt x="845418" y="63551"/>
                </a:cubicBezTo>
                <a:lnTo>
                  <a:pt x="826867" y="63551"/>
                </a:lnTo>
                <a:lnTo>
                  <a:pt x="826867" y="103342"/>
                </a:lnTo>
                <a:cubicBezTo>
                  <a:pt x="826867" y="107964"/>
                  <a:pt x="827596" y="111431"/>
                  <a:pt x="829055" y="113742"/>
                </a:cubicBezTo>
                <a:cubicBezTo>
                  <a:pt x="830514" y="116053"/>
                  <a:pt x="833114" y="117208"/>
                  <a:pt x="836856" y="117208"/>
                </a:cubicBezTo>
                <a:cubicBezTo>
                  <a:pt x="838125" y="117208"/>
                  <a:pt x="839266" y="117097"/>
                  <a:pt x="840281" y="116875"/>
                </a:cubicBezTo>
                <a:cubicBezTo>
                  <a:pt x="841296" y="116653"/>
                  <a:pt x="842200" y="116400"/>
                  <a:pt x="842992" y="116114"/>
                </a:cubicBezTo>
                <a:cubicBezTo>
                  <a:pt x="843785" y="115829"/>
                  <a:pt x="844451" y="115575"/>
                  <a:pt x="844990" y="115353"/>
                </a:cubicBezTo>
                <a:cubicBezTo>
                  <a:pt x="845529" y="115131"/>
                  <a:pt x="846021" y="115020"/>
                  <a:pt x="846465" y="115020"/>
                </a:cubicBezTo>
                <a:cubicBezTo>
                  <a:pt x="846845" y="115020"/>
                  <a:pt x="847210" y="115131"/>
                  <a:pt x="847559" y="115353"/>
                </a:cubicBezTo>
                <a:cubicBezTo>
                  <a:pt x="847908" y="115575"/>
                  <a:pt x="848177" y="116020"/>
                  <a:pt x="848368" y="116688"/>
                </a:cubicBezTo>
                <a:cubicBezTo>
                  <a:pt x="848558" y="117354"/>
                  <a:pt x="848732" y="118261"/>
                  <a:pt x="848891" y="119408"/>
                </a:cubicBezTo>
                <a:cubicBezTo>
                  <a:pt x="849049" y="120554"/>
                  <a:pt x="849129" y="122019"/>
                  <a:pt x="849129" y="123802"/>
                </a:cubicBezTo>
                <a:close/>
                <a:moveTo>
                  <a:pt x="920240" y="55179"/>
                </a:moveTo>
                <a:cubicBezTo>
                  <a:pt x="920240" y="57462"/>
                  <a:pt x="920176" y="59333"/>
                  <a:pt x="920050" y="60792"/>
                </a:cubicBezTo>
                <a:cubicBezTo>
                  <a:pt x="919923" y="62251"/>
                  <a:pt x="919732" y="63393"/>
                  <a:pt x="919479" y="64217"/>
                </a:cubicBezTo>
                <a:cubicBezTo>
                  <a:pt x="919225" y="65042"/>
                  <a:pt x="918892" y="65613"/>
                  <a:pt x="918480" y="65930"/>
                </a:cubicBezTo>
                <a:cubicBezTo>
                  <a:pt x="918068" y="66247"/>
                  <a:pt x="917544" y="66405"/>
                  <a:pt x="916910" y="66405"/>
                </a:cubicBezTo>
                <a:cubicBezTo>
                  <a:pt x="916403" y="66405"/>
                  <a:pt x="915832" y="66294"/>
                  <a:pt x="915198" y="66072"/>
                </a:cubicBezTo>
                <a:cubicBezTo>
                  <a:pt x="914563" y="65850"/>
                  <a:pt x="913850" y="65613"/>
                  <a:pt x="913057" y="65359"/>
                </a:cubicBezTo>
                <a:cubicBezTo>
                  <a:pt x="912264" y="65105"/>
                  <a:pt x="911392" y="64867"/>
                  <a:pt x="910441" y="64645"/>
                </a:cubicBezTo>
                <a:cubicBezTo>
                  <a:pt x="909489" y="64423"/>
                  <a:pt x="908443" y="64312"/>
                  <a:pt x="907301" y="64312"/>
                </a:cubicBezTo>
                <a:cubicBezTo>
                  <a:pt x="905969" y="64312"/>
                  <a:pt x="904637" y="64584"/>
                  <a:pt x="903305" y="65127"/>
                </a:cubicBezTo>
                <a:cubicBezTo>
                  <a:pt x="901974" y="65668"/>
                  <a:pt x="900594" y="66513"/>
                  <a:pt x="899167" y="67663"/>
                </a:cubicBezTo>
                <a:cubicBezTo>
                  <a:pt x="897740" y="68812"/>
                  <a:pt x="896250" y="70345"/>
                  <a:pt x="894696" y="72259"/>
                </a:cubicBezTo>
                <a:cubicBezTo>
                  <a:pt x="893142" y="74174"/>
                  <a:pt x="891477" y="76535"/>
                  <a:pt x="889701" y="79344"/>
                </a:cubicBezTo>
                <a:lnTo>
                  <a:pt x="889701" y="132240"/>
                </a:lnTo>
                <a:cubicBezTo>
                  <a:pt x="889701" y="132874"/>
                  <a:pt x="889511" y="133429"/>
                  <a:pt x="889130" y="133905"/>
                </a:cubicBezTo>
                <a:cubicBezTo>
                  <a:pt x="888750" y="134380"/>
                  <a:pt x="888099" y="134777"/>
                  <a:pt x="887180" y="135094"/>
                </a:cubicBezTo>
                <a:cubicBezTo>
                  <a:pt x="886260" y="135411"/>
                  <a:pt x="885039" y="135649"/>
                  <a:pt x="883517" y="135807"/>
                </a:cubicBezTo>
                <a:cubicBezTo>
                  <a:pt x="881995" y="135966"/>
                  <a:pt x="880060" y="136045"/>
                  <a:pt x="877714" y="136045"/>
                </a:cubicBezTo>
                <a:cubicBezTo>
                  <a:pt x="875367" y="136045"/>
                  <a:pt x="873433" y="135966"/>
                  <a:pt x="871910" y="135807"/>
                </a:cubicBezTo>
                <a:cubicBezTo>
                  <a:pt x="870388" y="135649"/>
                  <a:pt x="869167" y="135411"/>
                  <a:pt x="868248" y="135094"/>
                </a:cubicBezTo>
                <a:cubicBezTo>
                  <a:pt x="867328" y="134777"/>
                  <a:pt x="866678" y="134380"/>
                  <a:pt x="866297" y="133905"/>
                </a:cubicBezTo>
                <a:cubicBezTo>
                  <a:pt x="865917" y="133429"/>
                  <a:pt x="865727" y="132874"/>
                  <a:pt x="865727" y="132240"/>
                </a:cubicBezTo>
                <a:lnTo>
                  <a:pt x="865727" y="47378"/>
                </a:lnTo>
                <a:cubicBezTo>
                  <a:pt x="865727" y="46744"/>
                  <a:pt x="865885" y="46189"/>
                  <a:pt x="866202" y="45713"/>
                </a:cubicBezTo>
                <a:cubicBezTo>
                  <a:pt x="866519" y="45237"/>
                  <a:pt x="867090" y="44841"/>
                  <a:pt x="867915" y="44524"/>
                </a:cubicBezTo>
                <a:cubicBezTo>
                  <a:pt x="868739" y="44207"/>
                  <a:pt x="869802" y="43969"/>
                  <a:pt x="871102" y="43810"/>
                </a:cubicBezTo>
                <a:cubicBezTo>
                  <a:pt x="872402" y="43652"/>
                  <a:pt x="874035" y="43573"/>
                  <a:pt x="876001" y="43573"/>
                </a:cubicBezTo>
                <a:cubicBezTo>
                  <a:pt x="878031" y="43573"/>
                  <a:pt x="879712" y="43652"/>
                  <a:pt x="881044" y="43810"/>
                </a:cubicBezTo>
                <a:cubicBezTo>
                  <a:pt x="882375" y="43969"/>
                  <a:pt x="883406" y="44207"/>
                  <a:pt x="884135" y="44524"/>
                </a:cubicBezTo>
                <a:cubicBezTo>
                  <a:pt x="884865" y="44841"/>
                  <a:pt x="885388" y="45237"/>
                  <a:pt x="885705" y="45713"/>
                </a:cubicBezTo>
                <a:cubicBezTo>
                  <a:pt x="886022" y="46189"/>
                  <a:pt x="886181" y="46744"/>
                  <a:pt x="886181" y="47378"/>
                </a:cubicBezTo>
                <a:lnTo>
                  <a:pt x="886181" y="57938"/>
                </a:lnTo>
                <a:cubicBezTo>
                  <a:pt x="888401" y="54747"/>
                  <a:pt x="890494" y="52115"/>
                  <a:pt x="892460" y="50042"/>
                </a:cubicBezTo>
                <a:cubicBezTo>
                  <a:pt x="894426" y="47969"/>
                  <a:pt x="896297" y="46327"/>
                  <a:pt x="898073" y="45116"/>
                </a:cubicBezTo>
                <a:cubicBezTo>
                  <a:pt x="899849" y="43903"/>
                  <a:pt x="901625" y="43057"/>
                  <a:pt x="903401" y="42580"/>
                </a:cubicBezTo>
                <a:cubicBezTo>
                  <a:pt x="905177" y="42100"/>
                  <a:pt x="906952" y="41860"/>
                  <a:pt x="908728" y="41860"/>
                </a:cubicBezTo>
                <a:cubicBezTo>
                  <a:pt x="909553" y="41860"/>
                  <a:pt x="910441" y="41908"/>
                  <a:pt x="911392" y="42003"/>
                </a:cubicBezTo>
                <a:cubicBezTo>
                  <a:pt x="912343" y="42098"/>
                  <a:pt x="913327" y="42256"/>
                  <a:pt x="914341" y="42478"/>
                </a:cubicBezTo>
                <a:cubicBezTo>
                  <a:pt x="915356" y="42700"/>
                  <a:pt x="916244" y="42954"/>
                  <a:pt x="917005" y="43240"/>
                </a:cubicBezTo>
                <a:cubicBezTo>
                  <a:pt x="917766" y="43525"/>
                  <a:pt x="918321" y="43826"/>
                  <a:pt x="918670" y="44143"/>
                </a:cubicBezTo>
                <a:cubicBezTo>
                  <a:pt x="919019" y="44460"/>
                  <a:pt x="919273" y="44809"/>
                  <a:pt x="919431" y="45190"/>
                </a:cubicBezTo>
                <a:cubicBezTo>
                  <a:pt x="919590" y="45570"/>
                  <a:pt x="919732" y="46094"/>
                  <a:pt x="919859" y="46760"/>
                </a:cubicBezTo>
                <a:cubicBezTo>
                  <a:pt x="919986" y="47426"/>
                  <a:pt x="920081" y="48424"/>
                  <a:pt x="920145" y="49756"/>
                </a:cubicBezTo>
                <a:cubicBezTo>
                  <a:pt x="920208" y="51088"/>
                  <a:pt x="920240" y="52896"/>
                  <a:pt x="920240" y="55179"/>
                </a:cubicBezTo>
                <a:close/>
                <a:moveTo>
                  <a:pt x="1019082" y="132240"/>
                </a:moveTo>
                <a:cubicBezTo>
                  <a:pt x="1019082" y="132874"/>
                  <a:pt x="1018923" y="133429"/>
                  <a:pt x="1018606" y="133905"/>
                </a:cubicBezTo>
                <a:cubicBezTo>
                  <a:pt x="1018289" y="134380"/>
                  <a:pt x="1017734" y="134777"/>
                  <a:pt x="1016941" y="135094"/>
                </a:cubicBezTo>
                <a:cubicBezTo>
                  <a:pt x="1016149" y="135411"/>
                  <a:pt x="1015102" y="135649"/>
                  <a:pt x="1013802" y="135807"/>
                </a:cubicBezTo>
                <a:cubicBezTo>
                  <a:pt x="1012502" y="135966"/>
                  <a:pt x="1010869" y="136045"/>
                  <a:pt x="1008902" y="136045"/>
                </a:cubicBezTo>
                <a:cubicBezTo>
                  <a:pt x="1006809" y="136045"/>
                  <a:pt x="1005113" y="135966"/>
                  <a:pt x="1003813" y="135807"/>
                </a:cubicBezTo>
                <a:cubicBezTo>
                  <a:pt x="1002512" y="135649"/>
                  <a:pt x="1001482" y="135411"/>
                  <a:pt x="1000721" y="135094"/>
                </a:cubicBezTo>
                <a:cubicBezTo>
                  <a:pt x="999960" y="134777"/>
                  <a:pt x="999420" y="134380"/>
                  <a:pt x="999103" y="133905"/>
                </a:cubicBezTo>
                <a:cubicBezTo>
                  <a:pt x="998786" y="133429"/>
                  <a:pt x="998628" y="132874"/>
                  <a:pt x="998628" y="132240"/>
                </a:cubicBezTo>
                <a:lnTo>
                  <a:pt x="998628" y="122441"/>
                </a:lnTo>
                <a:cubicBezTo>
                  <a:pt x="993934" y="127546"/>
                  <a:pt x="989162" y="131376"/>
                  <a:pt x="984310" y="133928"/>
                </a:cubicBezTo>
                <a:cubicBezTo>
                  <a:pt x="979458" y="136481"/>
                  <a:pt x="974431" y="137758"/>
                  <a:pt x="969230" y="137758"/>
                </a:cubicBezTo>
                <a:cubicBezTo>
                  <a:pt x="963395" y="137758"/>
                  <a:pt x="958496" y="136805"/>
                  <a:pt x="954532" y="134901"/>
                </a:cubicBezTo>
                <a:cubicBezTo>
                  <a:pt x="950568" y="132996"/>
                  <a:pt x="947365" y="130394"/>
                  <a:pt x="944923" y="127094"/>
                </a:cubicBezTo>
                <a:cubicBezTo>
                  <a:pt x="942481" y="123791"/>
                  <a:pt x="940737" y="119966"/>
                  <a:pt x="939691" y="115618"/>
                </a:cubicBezTo>
                <a:cubicBezTo>
                  <a:pt x="938644" y="111267"/>
                  <a:pt x="938121" y="105854"/>
                  <a:pt x="938121" y="99379"/>
                </a:cubicBezTo>
                <a:lnTo>
                  <a:pt x="938121" y="47381"/>
                </a:lnTo>
                <a:cubicBezTo>
                  <a:pt x="938121" y="46747"/>
                  <a:pt x="938295" y="46192"/>
                  <a:pt x="938644" y="45716"/>
                </a:cubicBezTo>
                <a:cubicBezTo>
                  <a:pt x="938993" y="45238"/>
                  <a:pt x="939627" y="44841"/>
                  <a:pt x="940547" y="44524"/>
                </a:cubicBezTo>
                <a:cubicBezTo>
                  <a:pt x="941466" y="44207"/>
                  <a:pt x="942703" y="43969"/>
                  <a:pt x="944257" y="43810"/>
                </a:cubicBezTo>
                <a:cubicBezTo>
                  <a:pt x="945811" y="43652"/>
                  <a:pt x="947730" y="43573"/>
                  <a:pt x="950013" y="43573"/>
                </a:cubicBezTo>
                <a:cubicBezTo>
                  <a:pt x="952360" y="43573"/>
                  <a:pt x="954294" y="43652"/>
                  <a:pt x="955816" y="43810"/>
                </a:cubicBezTo>
                <a:cubicBezTo>
                  <a:pt x="957338" y="43969"/>
                  <a:pt x="958559" y="44207"/>
                  <a:pt x="959479" y="44524"/>
                </a:cubicBezTo>
                <a:cubicBezTo>
                  <a:pt x="960399" y="44841"/>
                  <a:pt x="961049" y="45237"/>
                  <a:pt x="961429" y="45713"/>
                </a:cubicBezTo>
                <a:cubicBezTo>
                  <a:pt x="961810" y="46189"/>
                  <a:pt x="962000" y="46744"/>
                  <a:pt x="962000" y="47378"/>
                </a:cubicBezTo>
                <a:lnTo>
                  <a:pt x="962000" y="95327"/>
                </a:lnTo>
                <a:cubicBezTo>
                  <a:pt x="962000" y="99767"/>
                  <a:pt x="962286" y="103160"/>
                  <a:pt x="962856" y="105506"/>
                </a:cubicBezTo>
                <a:cubicBezTo>
                  <a:pt x="963427" y="107853"/>
                  <a:pt x="964299" y="109867"/>
                  <a:pt x="965473" y="111548"/>
                </a:cubicBezTo>
                <a:cubicBezTo>
                  <a:pt x="966646" y="113228"/>
                  <a:pt x="968136" y="114529"/>
                  <a:pt x="969944" y="115448"/>
                </a:cubicBezTo>
                <a:cubicBezTo>
                  <a:pt x="971752" y="116368"/>
                  <a:pt x="973860" y="116828"/>
                  <a:pt x="976271" y="116828"/>
                </a:cubicBezTo>
                <a:cubicBezTo>
                  <a:pt x="979315" y="116828"/>
                  <a:pt x="982375" y="115718"/>
                  <a:pt x="985451" y="113498"/>
                </a:cubicBezTo>
                <a:cubicBezTo>
                  <a:pt x="988527" y="111278"/>
                  <a:pt x="991810" y="108043"/>
                  <a:pt x="995298" y="103794"/>
                </a:cubicBezTo>
                <a:lnTo>
                  <a:pt x="995298" y="47378"/>
                </a:lnTo>
                <a:cubicBezTo>
                  <a:pt x="995298" y="46744"/>
                  <a:pt x="995472" y="46189"/>
                  <a:pt x="995821" y="45713"/>
                </a:cubicBezTo>
                <a:cubicBezTo>
                  <a:pt x="996170" y="45237"/>
                  <a:pt x="996804" y="44841"/>
                  <a:pt x="997724" y="44524"/>
                </a:cubicBezTo>
                <a:cubicBezTo>
                  <a:pt x="998644" y="44207"/>
                  <a:pt x="999864" y="43969"/>
                  <a:pt x="1001387" y="43810"/>
                </a:cubicBezTo>
                <a:cubicBezTo>
                  <a:pt x="1002909" y="43652"/>
                  <a:pt x="1004843" y="43573"/>
                  <a:pt x="1007190" y="43573"/>
                </a:cubicBezTo>
                <a:cubicBezTo>
                  <a:pt x="1009537" y="43573"/>
                  <a:pt x="1011471" y="43652"/>
                  <a:pt x="1012993" y="43810"/>
                </a:cubicBezTo>
                <a:cubicBezTo>
                  <a:pt x="1014515" y="43969"/>
                  <a:pt x="1015721" y="44207"/>
                  <a:pt x="1016608" y="44524"/>
                </a:cubicBezTo>
                <a:cubicBezTo>
                  <a:pt x="1017496" y="44841"/>
                  <a:pt x="1018131" y="45237"/>
                  <a:pt x="1018511" y="45713"/>
                </a:cubicBezTo>
                <a:cubicBezTo>
                  <a:pt x="1018892" y="46189"/>
                  <a:pt x="1019082" y="46744"/>
                  <a:pt x="1019082" y="47378"/>
                </a:cubicBezTo>
                <a:lnTo>
                  <a:pt x="1019082" y="132240"/>
                </a:lnTo>
                <a:close/>
                <a:moveTo>
                  <a:pt x="1106468" y="118730"/>
                </a:moveTo>
                <a:cubicBezTo>
                  <a:pt x="1106468" y="120379"/>
                  <a:pt x="1106421" y="121759"/>
                  <a:pt x="1106326" y="122869"/>
                </a:cubicBezTo>
                <a:cubicBezTo>
                  <a:pt x="1106231" y="123979"/>
                  <a:pt x="1106104" y="124914"/>
                  <a:pt x="1105945" y="125675"/>
                </a:cubicBezTo>
                <a:cubicBezTo>
                  <a:pt x="1105787" y="126436"/>
                  <a:pt x="1105596" y="127055"/>
                  <a:pt x="1105374" y="127531"/>
                </a:cubicBezTo>
                <a:cubicBezTo>
                  <a:pt x="1105152" y="128006"/>
                  <a:pt x="1104661" y="128609"/>
                  <a:pt x="1103900" y="129338"/>
                </a:cubicBezTo>
                <a:cubicBezTo>
                  <a:pt x="1103139" y="130068"/>
                  <a:pt x="1101838" y="130955"/>
                  <a:pt x="1099999" y="132002"/>
                </a:cubicBezTo>
                <a:cubicBezTo>
                  <a:pt x="1098160" y="133048"/>
                  <a:pt x="1096067" y="133984"/>
                  <a:pt x="1093720" y="134808"/>
                </a:cubicBezTo>
                <a:cubicBezTo>
                  <a:pt x="1091373" y="135633"/>
                  <a:pt x="1088821" y="136299"/>
                  <a:pt x="1086062" y="136806"/>
                </a:cubicBezTo>
                <a:cubicBezTo>
                  <a:pt x="1083303" y="137314"/>
                  <a:pt x="1080464" y="137567"/>
                  <a:pt x="1077547" y="137567"/>
                </a:cubicBezTo>
                <a:cubicBezTo>
                  <a:pt x="1071014" y="137567"/>
                  <a:pt x="1065227" y="136553"/>
                  <a:pt x="1060184" y="134523"/>
                </a:cubicBezTo>
                <a:cubicBezTo>
                  <a:pt x="1055142" y="132493"/>
                  <a:pt x="1050909" y="129497"/>
                  <a:pt x="1047484" y="125533"/>
                </a:cubicBezTo>
                <a:cubicBezTo>
                  <a:pt x="1044059" y="121569"/>
                  <a:pt x="1041474" y="116733"/>
                  <a:pt x="1039730" y="111024"/>
                </a:cubicBezTo>
                <a:cubicBezTo>
                  <a:pt x="1037986" y="105316"/>
                  <a:pt x="1037114" y="98783"/>
                  <a:pt x="1037114" y="91426"/>
                </a:cubicBezTo>
                <a:cubicBezTo>
                  <a:pt x="1037114" y="82927"/>
                  <a:pt x="1038176" y="75586"/>
                  <a:pt x="1040301" y="69402"/>
                </a:cubicBezTo>
                <a:cubicBezTo>
                  <a:pt x="1042426" y="63218"/>
                  <a:pt x="1045391" y="58097"/>
                  <a:pt x="1049196" y="54038"/>
                </a:cubicBezTo>
                <a:cubicBezTo>
                  <a:pt x="1053002" y="49978"/>
                  <a:pt x="1057505" y="46966"/>
                  <a:pt x="1062706" y="45000"/>
                </a:cubicBezTo>
                <a:cubicBezTo>
                  <a:pt x="1067906" y="43033"/>
                  <a:pt x="1073615" y="42050"/>
                  <a:pt x="1079830" y="42050"/>
                </a:cubicBezTo>
                <a:cubicBezTo>
                  <a:pt x="1082367" y="42050"/>
                  <a:pt x="1084856" y="42272"/>
                  <a:pt x="1087298" y="42716"/>
                </a:cubicBezTo>
                <a:cubicBezTo>
                  <a:pt x="1089740" y="43160"/>
                  <a:pt x="1092023" y="43763"/>
                  <a:pt x="1094148" y="44524"/>
                </a:cubicBezTo>
                <a:cubicBezTo>
                  <a:pt x="1096273" y="45285"/>
                  <a:pt x="1098176" y="46141"/>
                  <a:pt x="1099856" y="47093"/>
                </a:cubicBezTo>
                <a:cubicBezTo>
                  <a:pt x="1101537" y="48044"/>
                  <a:pt x="1102726" y="48868"/>
                  <a:pt x="1103424" y="49566"/>
                </a:cubicBezTo>
                <a:cubicBezTo>
                  <a:pt x="1104122" y="50264"/>
                  <a:pt x="1104613" y="50850"/>
                  <a:pt x="1104899" y="51326"/>
                </a:cubicBezTo>
                <a:cubicBezTo>
                  <a:pt x="1105184" y="51802"/>
                  <a:pt x="1105406" y="52420"/>
                  <a:pt x="1105565" y="53181"/>
                </a:cubicBezTo>
                <a:cubicBezTo>
                  <a:pt x="1105723" y="53942"/>
                  <a:pt x="1105850" y="54878"/>
                  <a:pt x="1105945" y="55988"/>
                </a:cubicBezTo>
                <a:cubicBezTo>
                  <a:pt x="1106040" y="57098"/>
                  <a:pt x="1106088" y="58446"/>
                  <a:pt x="1106088" y="60031"/>
                </a:cubicBezTo>
                <a:cubicBezTo>
                  <a:pt x="1106088" y="63710"/>
                  <a:pt x="1105771" y="66294"/>
                  <a:pt x="1105136" y="67785"/>
                </a:cubicBezTo>
                <a:cubicBezTo>
                  <a:pt x="1104502" y="69275"/>
                  <a:pt x="1103678" y="70020"/>
                  <a:pt x="1102663" y="70020"/>
                </a:cubicBezTo>
                <a:cubicBezTo>
                  <a:pt x="1101585" y="70020"/>
                  <a:pt x="1100443" y="69577"/>
                  <a:pt x="1099238" y="68689"/>
                </a:cubicBezTo>
                <a:cubicBezTo>
                  <a:pt x="1098033" y="67801"/>
                  <a:pt x="1096606" y="66818"/>
                  <a:pt x="1094957" y="65739"/>
                </a:cubicBezTo>
                <a:cubicBezTo>
                  <a:pt x="1093308" y="64661"/>
                  <a:pt x="1091342" y="63678"/>
                  <a:pt x="1089058" y="62790"/>
                </a:cubicBezTo>
                <a:cubicBezTo>
                  <a:pt x="1086775" y="61902"/>
                  <a:pt x="1084048" y="61458"/>
                  <a:pt x="1080877" y="61458"/>
                </a:cubicBezTo>
                <a:cubicBezTo>
                  <a:pt x="1074661" y="61458"/>
                  <a:pt x="1069904" y="63852"/>
                  <a:pt x="1066606" y="68641"/>
                </a:cubicBezTo>
                <a:cubicBezTo>
                  <a:pt x="1063308" y="73430"/>
                  <a:pt x="1061659" y="80454"/>
                  <a:pt x="1061659" y="89714"/>
                </a:cubicBezTo>
                <a:cubicBezTo>
                  <a:pt x="1061659" y="94280"/>
                  <a:pt x="1062071" y="98308"/>
                  <a:pt x="1062896" y="101796"/>
                </a:cubicBezTo>
                <a:cubicBezTo>
                  <a:pt x="1063720" y="105284"/>
                  <a:pt x="1064941" y="108202"/>
                  <a:pt x="1066559" y="110549"/>
                </a:cubicBezTo>
                <a:cubicBezTo>
                  <a:pt x="1068176" y="112895"/>
                  <a:pt x="1070205" y="114655"/>
                  <a:pt x="1072647" y="115829"/>
                </a:cubicBezTo>
                <a:cubicBezTo>
                  <a:pt x="1075089" y="117002"/>
                  <a:pt x="1077927" y="117589"/>
                  <a:pt x="1081162" y="117589"/>
                </a:cubicBezTo>
                <a:cubicBezTo>
                  <a:pt x="1084460" y="117589"/>
                  <a:pt x="1087298" y="117097"/>
                  <a:pt x="1089677" y="116114"/>
                </a:cubicBezTo>
                <a:cubicBezTo>
                  <a:pt x="1092055" y="115131"/>
                  <a:pt x="1094132" y="114037"/>
                  <a:pt x="1095908" y="112832"/>
                </a:cubicBezTo>
                <a:cubicBezTo>
                  <a:pt x="1097684" y="111627"/>
                  <a:pt x="1099175" y="110533"/>
                  <a:pt x="1100380" y="109550"/>
                </a:cubicBezTo>
                <a:cubicBezTo>
                  <a:pt x="1101585" y="108567"/>
                  <a:pt x="1102599" y="108075"/>
                  <a:pt x="1103424" y="108075"/>
                </a:cubicBezTo>
                <a:cubicBezTo>
                  <a:pt x="1103995" y="108075"/>
                  <a:pt x="1104470" y="108234"/>
                  <a:pt x="1104851" y="108551"/>
                </a:cubicBezTo>
                <a:cubicBezTo>
                  <a:pt x="1105232" y="108868"/>
                  <a:pt x="1105533" y="109455"/>
                  <a:pt x="1105755" y="110311"/>
                </a:cubicBezTo>
                <a:cubicBezTo>
                  <a:pt x="1105977" y="111167"/>
                  <a:pt x="1106151" y="112261"/>
                  <a:pt x="1106278" y="113593"/>
                </a:cubicBezTo>
                <a:cubicBezTo>
                  <a:pt x="1106405" y="114925"/>
                  <a:pt x="1106468" y="116637"/>
                  <a:pt x="1106468" y="118730"/>
                </a:cubicBezTo>
                <a:close/>
                <a:moveTo>
                  <a:pt x="1171588" y="123802"/>
                </a:moveTo>
                <a:cubicBezTo>
                  <a:pt x="1171588" y="126607"/>
                  <a:pt x="1171414" y="128758"/>
                  <a:pt x="1171065" y="130257"/>
                </a:cubicBezTo>
                <a:cubicBezTo>
                  <a:pt x="1170716" y="131753"/>
                  <a:pt x="1170256" y="132805"/>
                  <a:pt x="1169686" y="133411"/>
                </a:cubicBezTo>
                <a:cubicBezTo>
                  <a:pt x="1169115" y="134016"/>
                  <a:pt x="1168274" y="134557"/>
                  <a:pt x="1167164" y="135034"/>
                </a:cubicBezTo>
                <a:cubicBezTo>
                  <a:pt x="1166055" y="135512"/>
                  <a:pt x="1164754" y="135926"/>
                  <a:pt x="1163264" y="136277"/>
                </a:cubicBezTo>
                <a:cubicBezTo>
                  <a:pt x="1161773" y="136628"/>
                  <a:pt x="1160156" y="136899"/>
                  <a:pt x="1158412" y="137089"/>
                </a:cubicBezTo>
                <a:cubicBezTo>
                  <a:pt x="1156668" y="137281"/>
                  <a:pt x="1154908" y="137377"/>
                  <a:pt x="1153132" y="137377"/>
                </a:cubicBezTo>
                <a:cubicBezTo>
                  <a:pt x="1148375" y="137377"/>
                  <a:pt x="1144252" y="136775"/>
                  <a:pt x="1140764" y="135570"/>
                </a:cubicBezTo>
                <a:cubicBezTo>
                  <a:pt x="1137276" y="134365"/>
                  <a:pt x="1134390" y="132509"/>
                  <a:pt x="1132107" y="130004"/>
                </a:cubicBezTo>
                <a:cubicBezTo>
                  <a:pt x="1129823" y="127499"/>
                  <a:pt x="1128143" y="124343"/>
                  <a:pt x="1127064" y="120538"/>
                </a:cubicBezTo>
                <a:cubicBezTo>
                  <a:pt x="1125986" y="116733"/>
                  <a:pt x="1125447" y="112229"/>
                  <a:pt x="1125447" y="107029"/>
                </a:cubicBezTo>
                <a:lnTo>
                  <a:pt x="1125447" y="63551"/>
                </a:lnTo>
                <a:lnTo>
                  <a:pt x="1115267" y="63551"/>
                </a:lnTo>
                <a:cubicBezTo>
                  <a:pt x="1114062" y="63551"/>
                  <a:pt x="1113143" y="62806"/>
                  <a:pt x="1112508" y="61316"/>
                </a:cubicBezTo>
                <a:cubicBezTo>
                  <a:pt x="1111874" y="59825"/>
                  <a:pt x="1111557" y="57336"/>
                  <a:pt x="1111557" y="53847"/>
                </a:cubicBezTo>
                <a:cubicBezTo>
                  <a:pt x="1111557" y="52008"/>
                  <a:pt x="1111636" y="50454"/>
                  <a:pt x="1111795" y="49186"/>
                </a:cubicBezTo>
                <a:cubicBezTo>
                  <a:pt x="1111954" y="47917"/>
                  <a:pt x="1112191" y="46918"/>
                  <a:pt x="1112508" y="46189"/>
                </a:cubicBezTo>
                <a:cubicBezTo>
                  <a:pt x="1112826" y="45459"/>
                  <a:pt x="1113222" y="44936"/>
                  <a:pt x="1113698" y="44619"/>
                </a:cubicBezTo>
                <a:cubicBezTo>
                  <a:pt x="1114173" y="44302"/>
                  <a:pt x="1114728" y="44143"/>
                  <a:pt x="1115363" y="44143"/>
                </a:cubicBezTo>
                <a:lnTo>
                  <a:pt x="1125447" y="44143"/>
                </a:lnTo>
                <a:lnTo>
                  <a:pt x="1125447" y="25134"/>
                </a:lnTo>
                <a:cubicBezTo>
                  <a:pt x="1125447" y="24496"/>
                  <a:pt x="1125621" y="23922"/>
                  <a:pt x="1125970" y="23413"/>
                </a:cubicBezTo>
                <a:cubicBezTo>
                  <a:pt x="1126319" y="22903"/>
                  <a:pt x="1126953" y="22474"/>
                  <a:pt x="1127873" y="22125"/>
                </a:cubicBezTo>
                <a:cubicBezTo>
                  <a:pt x="1128793" y="21774"/>
                  <a:pt x="1130029" y="21520"/>
                  <a:pt x="1131583" y="21361"/>
                </a:cubicBezTo>
                <a:cubicBezTo>
                  <a:pt x="1133137" y="21201"/>
                  <a:pt x="1135056" y="21120"/>
                  <a:pt x="1137339" y="21120"/>
                </a:cubicBezTo>
                <a:cubicBezTo>
                  <a:pt x="1139686" y="21120"/>
                  <a:pt x="1141636" y="21201"/>
                  <a:pt x="1143190" y="21361"/>
                </a:cubicBezTo>
                <a:cubicBezTo>
                  <a:pt x="1144744" y="21520"/>
                  <a:pt x="1145965" y="21774"/>
                  <a:pt x="1146853" y="22125"/>
                </a:cubicBezTo>
                <a:cubicBezTo>
                  <a:pt x="1147741" y="22474"/>
                  <a:pt x="1148375" y="22903"/>
                  <a:pt x="1148756" y="23413"/>
                </a:cubicBezTo>
                <a:cubicBezTo>
                  <a:pt x="1149136" y="23922"/>
                  <a:pt x="1149326" y="24496"/>
                  <a:pt x="1149326" y="25134"/>
                </a:cubicBezTo>
                <a:lnTo>
                  <a:pt x="1149326" y="44143"/>
                </a:lnTo>
                <a:lnTo>
                  <a:pt x="1167783" y="44143"/>
                </a:lnTo>
                <a:cubicBezTo>
                  <a:pt x="1168417" y="44143"/>
                  <a:pt x="1168972" y="44302"/>
                  <a:pt x="1169448" y="44619"/>
                </a:cubicBezTo>
                <a:cubicBezTo>
                  <a:pt x="1169923" y="44936"/>
                  <a:pt x="1170320" y="45459"/>
                  <a:pt x="1170637" y="46189"/>
                </a:cubicBezTo>
                <a:cubicBezTo>
                  <a:pt x="1170954" y="46918"/>
                  <a:pt x="1171192" y="47917"/>
                  <a:pt x="1171350" y="49186"/>
                </a:cubicBezTo>
                <a:cubicBezTo>
                  <a:pt x="1171509" y="50454"/>
                  <a:pt x="1171588" y="52008"/>
                  <a:pt x="1171588" y="53847"/>
                </a:cubicBezTo>
                <a:cubicBezTo>
                  <a:pt x="1171588" y="57336"/>
                  <a:pt x="1171271" y="59825"/>
                  <a:pt x="1170637" y="61316"/>
                </a:cubicBezTo>
                <a:cubicBezTo>
                  <a:pt x="1170003" y="62806"/>
                  <a:pt x="1169083" y="63551"/>
                  <a:pt x="1167878" y="63551"/>
                </a:cubicBezTo>
                <a:lnTo>
                  <a:pt x="1149326" y="63551"/>
                </a:lnTo>
                <a:lnTo>
                  <a:pt x="1149326" y="103342"/>
                </a:lnTo>
                <a:cubicBezTo>
                  <a:pt x="1149326" y="107964"/>
                  <a:pt x="1150056" y="111431"/>
                  <a:pt x="1151514" y="113742"/>
                </a:cubicBezTo>
                <a:cubicBezTo>
                  <a:pt x="1152973" y="116053"/>
                  <a:pt x="1155574" y="117208"/>
                  <a:pt x="1159316" y="117208"/>
                </a:cubicBezTo>
                <a:cubicBezTo>
                  <a:pt x="1160584" y="117208"/>
                  <a:pt x="1161726" y="117097"/>
                  <a:pt x="1162741" y="116875"/>
                </a:cubicBezTo>
                <a:cubicBezTo>
                  <a:pt x="1163755" y="116653"/>
                  <a:pt x="1164659" y="116400"/>
                  <a:pt x="1165452" y="116114"/>
                </a:cubicBezTo>
                <a:cubicBezTo>
                  <a:pt x="1166245" y="115829"/>
                  <a:pt x="1166911" y="115575"/>
                  <a:pt x="1167450" y="115353"/>
                </a:cubicBezTo>
                <a:cubicBezTo>
                  <a:pt x="1167989" y="115131"/>
                  <a:pt x="1168480" y="115020"/>
                  <a:pt x="1168924" y="115020"/>
                </a:cubicBezTo>
                <a:cubicBezTo>
                  <a:pt x="1169305" y="115020"/>
                  <a:pt x="1169670" y="115131"/>
                  <a:pt x="1170019" y="115353"/>
                </a:cubicBezTo>
                <a:cubicBezTo>
                  <a:pt x="1170367" y="115575"/>
                  <a:pt x="1170637" y="116020"/>
                  <a:pt x="1170827" y="116688"/>
                </a:cubicBezTo>
                <a:cubicBezTo>
                  <a:pt x="1171017" y="117354"/>
                  <a:pt x="1171192" y="118261"/>
                  <a:pt x="1171350" y="119408"/>
                </a:cubicBezTo>
                <a:cubicBezTo>
                  <a:pt x="1171509" y="120554"/>
                  <a:pt x="1171588" y="122019"/>
                  <a:pt x="1171588" y="123802"/>
                </a:cubicBezTo>
                <a:close/>
                <a:moveTo>
                  <a:pt x="1268672" y="132240"/>
                </a:moveTo>
                <a:cubicBezTo>
                  <a:pt x="1268672" y="132874"/>
                  <a:pt x="1268513" y="133429"/>
                  <a:pt x="1268196" y="133905"/>
                </a:cubicBezTo>
                <a:cubicBezTo>
                  <a:pt x="1267879" y="134380"/>
                  <a:pt x="1267324" y="134777"/>
                  <a:pt x="1266531" y="135094"/>
                </a:cubicBezTo>
                <a:cubicBezTo>
                  <a:pt x="1265738" y="135411"/>
                  <a:pt x="1264692" y="135649"/>
                  <a:pt x="1263392" y="135807"/>
                </a:cubicBezTo>
                <a:cubicBezTo>
                  <a:pt x="1262091" y="135966"/>
                  <a:pt x="1260458" y="136045"/>
                  <a:pt x="1258492" y="136045"/>
                </a:cubicBezTo>
                <a:cubicBezTo>
                  <a:pt x="1256399" y="136045"/>
                  <a:pt x="1254702" y="135966"/>
                  <a:pt x="1253402" y="135807"/>
                </a:cubicBezTo>
                <a:cubicBezTo>
                  <a:pt x="1252102" y="135649"/>
                  <a:pt x="1251071" y="135411"/>
                  <a:pt x="1250310" y="135094"/>
                </a:cubicBezTo>
                <a:cubicBezTo>
                  <a:pt x="1249549" y="134777"/>
                  <a:pt x="1249010" y="134380"/>
                  <a:pt x="1248693" y="133905"/>
                </a:cubicBezTo>
                <a:cubicBezTo>
                  <a:pt x="1248376" y="133429"/>
                  <a:pt x="1248217" y="132874"/>
                  <a:pt x="1248217" y="132240"/>
                </a:cubicBezTo>
                <a:lnTo>
                  <a:pt x="1248217" y="122441"/>
                </a:lnTo>
                <a:cubicBezTo>
                  <a:pt x="1243524" y="127546"/>
                  <a:pt x="1238751" y="131376"/>
                  <a:pt x="1233899" y="133928"/>
                </a:cubicBezTo>
                <a:cubicBezTo>
                  <a:pt x="1229047" y="136481"/>
                  <a:pt x="1224021" y="137758"/>
                  <a:pt x="1218820" y="137758"/>
                </a:cubicBezTo>
                <a:cubicBezTo>
                  <a:pt x="1212985" y="137758"/>
                  <a:pt x="1208086" y="136805"/>
                  <a:pt x="1204122" y="134901"/>
                </a:cubicBezTo>
                <a:cubicBezTo>
                  <a:pt x="1200158" y="132996"/>
                  <a:pt x="1196955" y="130394"/>
                  <a:pt x="1194513" y="127094"/>
                </a:cubicBezTo>
                <a:cubicBezTo>
                  <a:pt x="1192071" y="123791"/>
                  <a:pt x="1190327" y="119966"/>
                  <a:pt x="1189280" y="115618"/>
                </a:cubicBezTo>
                <a:cubicBezTo>
                  <a:pt x="1188234" y="111267"/>
                  <a:pt x="1187710" y="105854"/>
                  <a:pt x="1187710" y="99379"/>
                </a:cubicBezTo>
                <a:lnTo>
                  <a:pt x="1187710" y="47381"/>
                </a:lnTo>
                <a:cubicBezTo>
                  <a:pt x="1187710" y="46747"/>
                  <a:pt x="1187885" y="46192"/>
                  <a:pt x="1188234" y="45716"/>
                </a:cubicBezTo>
                <a:cubicBezTo>
                  <a:pt x="1188583" y="45238"/>
                  <a:pt x="1189217" y="44841"/>
                  <a:pt x="1190136" y="44524"/>
                </a:cubicBezTo>
                <a:cubicBezTo>
                  <a:pt x="1191056" y="44207"/>
                  <a:pt x="1192293" y="43969"/>
                  <a:pt x="1193847" y="43810"/>
                </a:cubicBezTo>
                <a:cubicBezTo>
                  <a:pt x="1195401" y="43652"/>
                  <a:pt x="1197319" y="43573"/>
                  <a:pt x="1199603" y="43573"/>
                </a:cubicBezTo>
                <a:cubicBezTo>
                  <a:pt x="1201949" y="43573"/>
                  <a:pt x="1203884" y="43652"/>
                  <a:pt x="1205406" y="43810"/>
                </a:cubicBezTo>
                <a:cubicBezTo>
                  <a:pt x="1206928" y="43969"/>
                  <a:pt x="1208149" y="44207"/>
                  <a:pt x="1209069" y="44524"/>
                </a:cubicBezTo>
                <a:cubicBezTo>
                  <a:pt x="1209988" y="44841"/>
                  <a:pt x="1210638" y="45237"/>
                  <a:pt x="1211019" y="45713"/>
                </a:cubicBezTo>
                <a:cubicBezTo>
                  <a:pt x="1211399" y="46189"/>
                  <a:pt x="1211590" y="46744"/>
                  <a:pt x="1211590" y="47378"/>
                </a:cubicBezTo>
                <a:lnTo>
                  <a:pt x="1211590" y="95327"/>
                </a:lnTo>
                <a:cubicBezTo>
                  <a:pt x="1211590" y="99767"/>
                  <a:pt x="1211875" y="103160"/>
                  <a:pt x="1212446" y="105506"/>
                </a:cubicBezTo>
                <a:cubicBezTo>
                  <a:pt x="1213017" y="107853"/>
                  <a:pt x="1213889" y="109867"/>
                  <a:pt x="1215062" y="111548"/>
                </a:cubicBezTo>
                <a:cubicBezTo>
                  <a:pt x="1216236" y="113228"/>
                  <a:pt x="1217726" y="114529"/>
                  <a:pt x="1219534" y="115448"/>
                </a:cubicBezTo>
                <a:cubicBezTo>
                  <a:pt x="1221341" y="116368"/>
                  <a:pt x="1223450" y="116828"/>
                  <a:pt x="1225860" y="116828"/>
                </a:cubicBezTo>
                <a:cubicBezTo>
                  <a:pt x="1228905" y="116828"/>
                  <a:pt x="1231965" y="115718"/>
                  <a:pt x="1235041" y="113498"/>
                </a:cubicBezTo>
                <a:cubicBezTo>
                  <a:pt x="1238117" y="111278"/>
                  <a:pt x="1241399" y="108043"/>
                  <a:pt x="1244888" y="103794"/>
                </a:cubicBezTo>
                <a:lnTo>
                  <a:pt x="1244888" y="47378"/>
                </a:lnTo>
                <a:cubicBezTo>
                  <a:pt x="1244888" y="46744"/>
                  <a:pt x="1245062" y="46189"/>
                  <a:pt x="1245411" y="45713"/>
                </a:cubicBezTo>
                <a:cubicBezTo>
                  <a:pt x="1245760" y="45237"/>
                  <a:pt x="1246394" y="44841"/>
                  <a:pt x="1247314" y="44524"/>
                </a:cubicBezTo>
                <a:cubicBezTo>
                  <a:pt x="1248233" y="44207"/>
                  <a:pt x="1249454" y="43969"/>
                  <a:pt x="1250976" y="43810"/>
                </a:cubicBezTo>
                <a:cubicBezTo>
                  <a:pt x="1252498" y="43652"/>
                  <a:pt x="1254433" y="43573"/>
                  <a:pt x="1256780" y="43573"/>
                </a:cubicBezTo>
                <a:cubicBezTo>
                  <a:pt x="1259126" y="43573"/>
                  <a:pt x="1261061" y="43652"/>
                  <a:pt x="1262583" y="43810"/>
                </a:cubicBezTo>
                <a:cubicBezTo>
                  <a:pt x="1264105" y="43969"/>
                  <a:pt x="1265310" y="44207"/>
                  <a:pt x="1266198" y="44524"/>
                </a:cubicBezTo>
                <a:cubicBezTo>
                  <a:pt x="1267086" y="44841"/>
                  <a:pt x="1267720" y="45237"/>
                  <a:pt x="1268101" y="45713"/>
                </a:cubicBezTo>
                <a:cubicBezTo>
                  <a:pt x="1268481" y="46189"/>
                  <a:pt x="1268672" y="46744"/>
                  <a:pt x="1268672" y="47378"/>
                </a:cubicBezTo>
                <a:lnTo>
                  <a:pt x="1268672" y="132240"/>
                </a:lnTo>
                <a:close/>
                <a:moveTo>
                  <a:pt x="1352199" y="55179"/>
                </a:moveTo>
                <a:cubicBezTo>
                  <a:pt x="1352199" y="57462"/>
                  <a:pt x="1352136" y="59333"/>
                  <a:pt x="1352009" y="60792"/>
                </a:cubicBezTo>
                <a:cubicBezTo>
                  <a:pt x="1351882" y="62251"/>
                  <a:pt x="1351692" y="63393"/>
                  <a:pt x="1351438" y="64217"/>
                </a:cubicBezTo>
                <a:cubicBezTo>
                  <a:pt x="1351185" y="65042"/>
                  <a:pt x="1350852" y="65613"/>
                  <a:pt x="1350439" y="65930"/>
                </a:cubicBezTo>
                <a:cubicBezTo>
                  <a:pt x="1350027" y="66247"/>
                  <a:pt x="1349504" y="66405"/>
                  <a:pt x="1348870" y="66405"/>
                </a:cubicBezTo>
                <a:cubicBezTo>
                  <a:pt x="1348362" y="66405"/>
                  <a:pt x="1347791" y="66294"/>
                  <a:pt x="1347157" y="66072"/>
                </a:cubicBezTo>
                <a:cubicBezTo>
                  <a:pt x="1346523" y="65850"/>
                  <a:pt x="1345809" y="65613"/>
                  <a:pt x="1345017" y="65359"/>
                </a:cubicBezTo>
                <a:cubicBezTo>
                  <a:pt x="1344224" y="65105"/>
                  <a:pt x="1343352" y="64867"/>
                  <a:pt x="1342400" y="64645"/>
                </a:cubicBezTo>
                <a:cubicBezTo>
                  <a:pt x="1341449" y="64423"/>
                  <a:pt x="1340402" y="64312"/>
                  <a:pt x="1339261" y="64312"/>
                </a:cubicBezTo>
                <a:cubicBezTo>
                  <a:pt x="1337929" y="64312"/>
                  <a:pt x="1336597" y="64584"/>
                  <a:pt x="1335265" y="65127"/>
                </a:cubicBezTo>
                <a:cubicBezTo>
                  <a:pt x="1333933" y="65668"/>
                  <a:pt x="1332554" y="66513"/>
                  <a:pt x="1331127" y="67663"/>
                </a:cubicBezTo>
                <a:cubicBezTo>
                  <a:pt x="1329700" y="68812"/>
                  <a:pt x="1328209" y="70345"/>
                  <a:pt x="1326655" y="72259"/>
                </a:cubicBezTo>
                <a:cubicBezTo>
                  <a:pt x="1325101" y="74174"/>
                  <a:pt x="1323436" y="76535"/>
                  <a:pt x="1321661" y="79344"/>
                </a:cubicBezTo>
                <a:lnTo>
                  <a:pt x="1321661" y="132240"/>
                </a:lnTo>
                <a:cubicBezTo>
                  <a:pt x="1321661" y="132874"/>
                  <a:pt x="1321470" y="133429"/>
                  <a:pt x="1321090" y="133905"/>
                </a:cubicBezTo>
                <a:cubicBezTo>
                  <a:pt x="1320709" y="134380"/>
                  <a:pt x="1320059" y="134777"/>
                  <a:pt x="1319139" y="135094"/>
                </a:cubicBezTo>
                <a:cubicBezTo>
                  <a:pt x="1318220" y="135411"/>
                  <a:pt x="1316999" y="135649"/>
                  <a:pt x="1315477" y="135807"/>
                </a:cubicBezTo>
                <a:cubicBezTo>
                  <a:pt x="1313954" y="135966"/>
                  <a:pt x="1312020" y="136045"/>
                  <a:pt x="1309673" y="136045"/>
                </a:cubicBezTo>
                <a:cubicBezTo>
                  <a:pt x="1307327" y="136045"/>
                  <a:pt x="1305392" y="135966"/>
                  <a:pt x="1303870" y="135807"/>
                </a:cubicBezTo>
                <a:cubicBezTo>
                  <a:pt x="1302348" y="135649"/>
                  <a:pt x="1301127" y="135411"/>
                  <a:pt x="1300207" y="135094"/>
                </a:cubicBezTo>
                <a:cubicBezTo>
                  <a:pt x="1299288" y="134777"/>
                  <a:pt x="1298637" y="134380"/>
                  <a:pt x="1298257" y="133905"/>
                </a:cubicBezTo>
                <a:cubicBezTo>
                  <a:pt x="1297876" y="133429"/>
                  <a:pt x="1297686" y="132874"/>
                  <a:pt x="1297686" y="132240"/>
                </a:cubicBezTo>
                <a:lnTo>
                  <a:pt x="1297686" y="47378"/>
                </a:lnTo>
                <a:cubicBezTo>
                  <a:pt x="1297686" y="46744"/>
                  <a:pt x="1297845" y="46189"/>
                  <a:pt x="1298162" y="45713"/>
                </a:cubicBezTo>
                <a:cubicBezTo>
                  <a:pt x="1298479" y="45237"/>
                  <a:pt x="1299050" y="44841"/>
                  <a:pt x="1299874" y="44524"/>
                </a:cubicBezTo>
                <a:cubicBezTo>
                  <a:pt x="1300699" y="44207"/>
                  <a:pt x="1301761" y="43969"/>
                  <a:pt x="1303061" y="43810"/>
                </a:cubicBezTo>
                <a:cubicBezTo>
                  <a:pt x="1304362" y="43652"/>
                  <a:pt x="1305995" y="43573"/>
                  <a:pt x="1307961" y="43573"/>
                </a:cubicBezTo>
                <a:cubicBezTo>
                  <a:pt x="1309990" y="43573"/>
                  <a:pt x="1311671" y="43652"/>
                  <a:pt x="1313003" y="43810"/>
                </a:cubicBezTo>
                <a:cubicBezTo>
                  <a:pt x="1314335" y="43969"/>
                  <a:pt x="1315366" y="44207"/>
                  <a:pt x="1316095" y="44524"/>
                </a:cubicBezTo>
                <a:cubicBezTo>
                  <a:pt x="1316824" y="44841"/>
                  <a:pt x="1317348" y="45237"/>
                  <a:pt x="1317665" y="45713"/>
                </a:cubicBezTo>
                <a:cubicBezTo>
                  <a:pt x="1317982" y="46189"/>
                  <a:pt x="1318140" y="46744"/>
                  <a:pt x="1318140" y="47378"/>
                </a:cubicBezTo>
                <a:lnTo>
                  <a:pt x="1318140" y="57938"/>
                </a:lnTo>
                <a:cubicBezTo>
                  <a:pt x="1320360" y="54747"/>
                  <a:pt x="1322453" y="52115"/>
                  <a:pt x="1324419" y="50042"/>
                </a:cubicBezTo>
                <a:cubicBezTo>
                  <a:pt x="1326386" y="47969"/>
                  <a:pt x="1328257" y="46327"/>
                  <a:pt x="1330033" y="45116"/>
                </a:cubicBezTo>
                <a:cubicBezTo>
                  <a:pt x="1331808" y="43903"/>
                  <a:pt x="1333584" y="43057"/>
                  <a:pt x="1335360" y="42580"/>
                </a:cubicBezTo>
                <a:cubicBezTo>
                  <a:pt x="1337136" y="42100"/>
                  <a:pt x="1338912" y="41860"/>
                  <a:pt x="1340688" y="41860"/>
                </a:cubicBezTo>
                <a:cubicBezTo>
                  <a:pt x="1341512" y="41860"/>
                  <a:pt x="1342400" y="41908"/>
                  <a:pt x="1343352" y="42003"/>
                </a:cubicBezTo>
                <a:cubicBezTo>
                  <a:pt x="1344303" y="42098"/>
                  <a:pt x="1345286" y="42256"/>
                  <a:pt x="1346301" y="42478"/>
                </a:cubicBezTo>
                <a:cubicBezTo>
                  <a:pt x="1347316" y="42700"/>
                  <a:pt x="1348204" y="42954"/>
                  <a:pt x="1348965" y="43240"/>
                </a:cubicBezTo>
                <a:cubicBezTo>
                  <a:pt x="1349726" y="43525"/>
                  <a:pt x="1350281" y="43826"/>
                  <a:pt x="1350630" y="44143"/>
                </a:cubicBezTo>
                <a:cubicBezTo>
                  <a:pt x="1350978" y="44460"/>
                  <a:pt x="1351232" y="44809"/>
                  <a:pt x="1351391" y="45190"/>
                </a:cubicBezTo>
                <a:cubicBezTo>
                  <a:pt x="1351549" y="45570"/>
                  <a:pt x="1351692" y="46094"/>
                  <a:pt x="1351819" y="46760"/>
                </a:cubicBezTo>
                <a:cubicBezTo>
                  <a:pt x="1351946" y="47426"/>
                  <a:pt x="1352041" y="48424"/>
                  <a:pt x="1352104" y="49756"/>
                </a:cubicBezTo>
                <a:cubicBezTo>
                  <a:pt x="1352168" y="51088"/>
                  <a:pt x="1352199" y="52896"/>
                  <a:pt x="1352199" y="55179"/>
                </a:cubicBezTo>
                <a:close/>
                <a:moveTo>
                  <a:pt x="1442909" y="87320"/>
                </a:moveTo>
                <a:cubicBezTo>
                  <a:pt x="1442909" y="90244"/>
                  <a:pt x="1442258" y="92404"/>
                  <a:pt x="1440958" y="93802"/>
                </a:cubicBezTo>
                <a:cubicBezTo>
                  <a:pt x="1439658" y="95199"/>
                  <a:pt x="1437866" y="95898"/>
                  <a:pt x="1435583" y="95898"/>
                </a:cubicBezTo>
                <a:lnTo>
                  <a:pt x="1383924" y="95898"/>
                </a:lnTo>
                <a:cubicBezTo>
                  <a:pt x="1383924" y="99527"/>
                  <a:pt x="1384352" y="102822"/>
                  <a:pt x="1385208" y="105783"/>
                </a:cubicBezTo>
                <a:cubicBezTo>
                  <a:pt x="1386064" y="108744"/>
                  <a:pt x="1387428" y="111260"/>
                  <a:pt x="1389299" y="113331"/>
                </a:cubicBezTo>
                <a:cubicBezTo>
                  <a:pt x="1391170" y="115401"/>
                  <a:pt x="1393580" y="116976"/>
                  <a:pt x="1396529" y="118059"/>
                </a:cubicBezTo>
                <a:cubicBezTo>
                  <a:pt x="1399479" y="119141"/>
                  <a:pt x="1403015" y="119682"/>
                  <a:pt x="1407137" y="119682"/>
                </a:cubicBezTo>
                <a:cubicBezTo>
                  <a:pt x="1411323" y="119682"/>
                  <a:pt x="1415002" y="119376"/>
                  <a:pt x="1418173" y="118763"/>
                </a:cubicBezTo>
                <a:cubicBezTo>
                  <a:pt x="1421344" y="118151"/>
                  <a:pt x="1424087" y="117474"/>
                  <a:pt x="1426402" y="116733"/>
                </a:cubicBezTo>
                <a:cubicBezTo>
                  <a:pt x="1428717" y="115991"/>
                  <a:pt x="1430636" y="115314"/>
                  <a:pt x="1432158" y="114702"/>
                </a:cubicBezTo>
                <a:cubicBezTo>
                  <a:pt x="1433680" y="114090"/>
                  <a:pt x="1434917" y="113783"/>
                  <a:pt x="1435868" y="113783"/>
                </a:cubicBezTo>
                <a:cubicBezTo>
                  <a:pt x="1436439" y="113783"/>
                  <a:pt x="1436915" y="113895"/>
                  <a:pt x="1437295" y="114119"/>
                </a:cubicBezTo>
                <a:cubicBezTo>
                  <a:pt x="1437676" y="114341"/>
                  <a:pt x="1437993" y="114740"/>
                  <a:pt x="1438247" y="115314"/>
                </a:cubicBezTo>
                <a:cubicBezTo>
                  <a:pt x="1438501" y="115887"/>
                  <a:pt x="1438675" y="116700"/>
                  <a:pt x="1438770" y="117752"/>
                </a:cubicBezTo>
                <a:cubicBezTo>
                  <a:pt x="1438865" y="118805"/>
                  <a:pt x="1438913" y="120128"/>
                  <a:pt x="1438913" y="121721"/>
                </a:cubicBezTo>
                <a:cubicBezTo>
                  <a:pt x="1438913" y="123125"/>
                  <a:pt x="1438881" y="124321"/>
                  <a:pt x="1438818" y="125310"/>
                </a:cubicBezTo>
                <a:cubicBezTo>
                  <a:pt x="1438754" y="126297"/>
                  <a:pt x="1438659" y="127141"/>
                  <a:pt x="1438532" y="127843"/>
                </a:cubicBezTo>
                <a:cubicBezTo>
                  <a:pt x="1438405" y="128544"/>
                  <a:pt x="1438215" y="129135"/>
                  <a:pt x="1437961" y="129615"/>
                </a:cubicBezTo>
                <a:cubicBezTo>
                  <a:pt x="1437708" y="130092"/>
                  <a:pt x="1437375" y="130554"/>
                  <a:pt x="1436963" y="131000"/>
                </a:cubicBezTo>
                <a:cubicBezTo>
                  <a:pt x="1436550" y="131446"/>
                  <a:pt x="1435424" y="132050"/>
                  <a:pt x="1433585" y="132811"/>
                </a:cubicBezTo>
                <a:cubicBezTo>
                  <a:pt x="1431746" y="133572"/>
                  <a:pt x="1429399" y="134317"/>
                  <a:pt x="1426545" y="135046"/>
                </a:cubicBezTo>
                <a:cubicBezTo>
                  <a:pt x="1423691" y="135776"/>
                  <a:pt x="1420425" y="136410"/>
                  <a:pt x="1416746" y="136949"/>
                </a:cubicBezTo>
                <a:cubicBezTo>
                  <a:pt x="1413067" y="137488"/>
                  <a:pt x="1409135" y="137758"/>
                  <a:pt x="1404949" y="137758"/>
                </a:cubicBezTo>
                <a:cubicBezTo>
                  <a:pt x="1397402" y="137758"/>
                  <a:pt x="1390790" y="136804"/>
                  <a:pt x="1385113" y="134898"/>
                </a:cubicBezTo>
                <a:cubicBezTo>
                  <a:pt x="1379437" y="132991"/>
                  <a:pt x="1374696" y="130099"/>
                  <a:pt x="1370890" y="126222"/>
                </a:cubicBezTo>
                <a:cubicBezTo>
                  <a:pt x="1367085" y="122346"/>
                  <a:pt x="1364246" y="117453"/>
                  <a:pt x="1362375" y="111545"/>
                </a:cubicBezTo>
                <a:cubicBezTo>
                  <a:pt x="1360504" y="105634"/>
                  <a:pt x="1359569" y="98707"/>
                  <a:pt x="1359569" y="90763"/>
                </a:cubicBezTo>
                <a:cubicBezTo>
                  <a:pt x="1359569" y="83200"/>
                  <a:pt x="1360552" y="76384"/>
                  <a:pt x="1362518" y="70315"/>
                </a:cubicBezTo>
                <a:cubicBezTo>
                  <a:pt x="1364484" y="64246"/>
                  <a:pt x="1367338" y="59099"/>
                  <a:pt x="1371080" y="54873"/>
                </a:cubicBezTo>
                <a:cubicBezTo>
                  <a:pt x="1374822" y="50645"/>
                  <a:pt x="1379373" y="47420"/>
                  <a:pt x="1384733" y="45196"/>
                </a:cubicBezTo>
                <a:cubicBezTo>
                  <a:pt x="1390092" y="42972"/>
                  <a:pt x="1396133" y="41860"/>
                  <a:pt x="1402856" y="41860"/>
                </a:cubicBezTo>
                <a:cubicBezTo>
                  <a:pt x="1409960" y="41860"/>
                  <a:pt x="1416032" y="42909"/>
                  <a:pt x="1421075" y="45006"/>
                </a:cubicBezTo>
                <a:cubicBezTo>
                  <a:pt x="1426117" y="47103"/>
                  <a:pt x="1430255" y="50009"/>
                  <a:pt x="1433490" y="53725"/>
                </a:cubicBezTo>
                <a:cubicBezTo>
                  <a:pt x="1436725" y="57442"/>
                  <a:pt x="1439103" y="61842"/>
                  <a:pt x="1440625" y="66926"/>
                </a:cubicBezTo>
                <a:cubicBezTo>
                  <a:pt x="1442147" y="72007"/>
                  <a:pt x="1442909" y="77535"/>
                  <a:pt x="1442909" y="83509"/>
                </a:cubicBezTo>
                <a:lnTo>
                  <a:pt x="1442909" y="87320"/>
                </a:lnTo>
                <a:moveTo>
                  <a:pt x="1419695" y="80486"/>
                </a:moveTo>
                <a:cubicBezTo>
                  <a:pt x="1419886" y="73733"/>
                  <a:pt x="1418538" y="68430"/>
                  <a:pt x="1415652" y="64577"/>
                </a:cubicBezTo>
                <a:cubicBezTo>
                  <a:pt x="1412766" y="60722"/>
                  <a:pt x="1408311" y="58794"/>
                  <a:pt x="1402285" y="58794"/>
                </a:cubicBezTo>
                <a:cubicBezTo>
                  <a:pt x="1399241" y="58794"/>
                  <a:pt x="1396593" y="59368"/>
                  <a:pt x="1394341" y="60516"/>
                </a:cubicBezTo>
                <a:cubicBezTo>
                  <a:pt x="1392090" y="61661"/>
                  <a:pt x="1390219" y="63206"/>
                  <a:pt x="1388728" y="65151"/>
                </a:cubicBezTo>
                <a:cubicBezTo>
                  <a:pt x="1387238" y="67093"/>
                  <a:pt x="1386096" y="69386"/>
                  <a:pt x="1385303" y="72030"/>
                </a:cubicBezTo>
                <a:cubicBezTo>
                  <a:pt x="1384511" y="74672"/>
                  <a:pt x="1384051" y="77491"/>
                  <a:pt x="1383924" y="80486"/>
                </a:cubicBezTo>
                <a:lnTo>
                  <a:pt x="1419695" y="80486"/>
                </a:lnTo>
                <a:close/>
                <a:moveTo>
                  <a:pt x="1587945" y="22690"/>
                </a:moveTo>
                <a:cubicBezTo>
                  <a:pt x="1587945" y="24537"/>
                  <a:pt x="1587866" y="26114"/>
                  <a:pt x="1587708" y="27420"/>
                </a:cubicBezTo>
                <a:cubicBezTo>
                  <a:pt x="1587549" y="28726"/>
                  <a:pt x="1587311" y="29778"/>
                  <a:pt x="1586994" y="30575"/>
                </a:cubicBezTo>
                <a:cubicBezTo>
                  <a:pt x="1586677" y="31371"/>
                  <a:pt x="1586281" y="31961"/>
                  <a:pt x="1585805" y="32343"/>
                </a:cubicBezTo>
                <a:cubicBezTo>
                  <a:pt x="1585329" y="32726"/>
                  <a:pt x="1584806" y="32917"/>
                  <a:pt x="1584235" y="32917"/>
                </a:cubicBezTo>
                <a:lnTo>
                  <a:pt x="1553411" y="32917"/>
                </a:lnTo>
                <a:lnTo>
                  <a:pt x="1553411" y="132052"/>
                </a:lnTo>
                <a:cubicBezTo>
                  <a:pt x="1553411" y="132687"/>
                  <a:pt x="1553205" y="133258"/>
                  <a:pt x="1552792" y="133765"/>
                </a:cubicBezTo>
                <a:cubicBezTo>
                  <a:pt x="1552380" y="134270"/>
                  <a:pt x="1551698" y="134682"/>
                  <a:pt x="1550747" y="134999"/>
                </a:cubicBezTo>
                <a:cubicBezTo>
                  <a:pt x="1549796" y="135316"/>
                  <a:pt x="1548511" y="135570"/>
                  <a:pt x="1546894" y="135760"/>
                </a:cubicBezTo>
                <a:cubicBezTo>
                  <a:pt x="1545277" y="135950"/>
                  <a:pt x="1543263" y="136045"/>
                  <a:pt x="1540853" y="136045"/>
                </a:cubicBezTo>
                <a:cubicBezTo>
                  <a:pt x="1538443" y="136045"/>
                  <a:pt x="1536429" y="135950"/>
                  <a:pt x="1534812" y="135760"/>
                </a:cubicBezTo>
                <a:cubicBezTo>
                  <a:pt x="1533194" y="135570"/>
                  <a:pt x="1531910" y="135316"/>
                  <a:pt x="1530959" y="134999"/>
                </a:cubicBezTo>
                <a:cubicBezTo>
                  <a:pt x="1530007" y="134682"/>
                  <a:pt x="1529325" y="134270"/>
                  <a:pt x="1528913" y="133765"/>
                </a:cubicBezTo>
                <a:cubicBezTo>
                  <a:pt x="1528501" y="133258"/>
                  <a:pt x="1528295" y="132687"/>
                  <a:pt x="1528295" y="132052"/>
                </a:cubicBezTo>
                <a:lnTo>
                  <a:pt x="1528295" y="32917"/>
                </a:lnTo>
                <a:lnTo>
                  <a:pt x="1497471" y="32917"/>
                </a:lnTo>
                <a:cubicBezTo>
                  <a:pt x="1496836" y="32917"/>
                  <a:pt x="1496297" y="32726"/>
                  <a:pt x="1495853" y="32343"/>
                </a:cubicBezTo>
                <a:cubicBezTo>
                  <a:pt x="1495409" y="31961"/>
                  <a:pt x="1495029" y="31371"/>
                  <a:pt x="1494712" y="30575"/>
                </a:cubicBezTo>
                <a:cubicBezTo>
                  <a:pt x="1494394" y="29778"/>
                  <a:pt x="1494157" y="28726"/>
                  <a:pt x="1493998" y="27420"/>
                </a:cubicBezTo>
                <a:cubicBezTo>
                  <a:pt x="1493840" y="26114"/>
                  <a:pt x="1493760" y="24537"/>
                  <a:pt x="1493760" y="22690"/>
                </a:cubicBezTo>
                <a:cubicBezTo>
                  <a:pt x="1493760" y="20779"/>
                  <a:pt x="1493840" y="19155"/>
                  <a:pt x="1493998" y="17817"/>
                </a:cubicBezTo>
                <a:cubicBezTo>
                  <a:pt x="1494157" y="16477"/>
                  <a:pt x="1494394" y="15410"/>
                  <a:pt x="1494712" y="14615"/>
                </a:cubicBezTo>
                <a:cubicBezTo>
                  <a:pt x="1495029" y="13819"/>
                  <a:pt x="1495409" y="13245"/>
                  <a:pt x="1495853" y="12894"/>
                </a:cubicBezTo>
                <a:cubicBezTo>
                  <a:pt x="1496297" y="12543"/>
                  <a:pt x="1496836" y="12368"/>
                  <a:pt x="1497471" y="12368"/>
                </a:cubicBezTo>
                <a:lnTo>
                  <a:pt x="1584235" y="12368"/>
                </a:lnTo>
                <a:cubicBezTo>
                  <a:pt x="1584806" y="12368"/>
                  <a:pt x="1585329" y="12543"/>
                  <a:pt x="1585805" y="12894"/>
                </a:cubicBezTo>
                <a:cubicBezTo>
                  <a:pt x="1586281" y="13245"/>
                  <a:pt x="1586677" y="13819"/>
                  <a:pt x="1586994" y="14615"/>
                </a:cubicBezTo>
                <a:cubicBezTo>
                  <a:pt x="1587311" y="15410"/>
                  <a:pt x="1587549" y="16477"/>
                  <a:pt x="1587708" y="17817"/>
                </a:cubicBezTo>
                <a:cubicBezTo>
                  <a:pt x="1587866" y="19155"/>
                  <a:pt x="1587945" y="20779"/>
                  <a:pt x="1587945" y="226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Text okenization">
            <a:extLst xmlns:a="http://schemas.openxmlformats.org/drawingml/2006/main">
              <a:ext uri="{FF2B5EF4-FFF2-40B4-BE49-F238E27FC236}">
                <a16:creationId xmlns:a16="http://schemas.microsoft.com/office/drawing/2014/main" id="{D33346A0-8166-4156-BFF9-9E1A37A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068" y="198145"/>
            <a:ext cx="920302" cy="134713"/>
          </a:xfrm>
          <a:custGeom xmlns:a="http://schemas.openxmlformats.org/drawingml/2006/main">
            <a:pathLst>
              <a:path w="920302" h="134713">
                <a:moveTo>
                  <a:pt x="90951" y="85905"/>
                </a:moveTo>
                <a:cubicBezTo>
                  <a:pt x="90951" y="93152"/>
                  <a:pt x="89999" y="99762"/>
                  <a:pt x="88096" y="105735"/>
                </a:cubicBezTo>
                <a:cubicBezTo>
                  <a:pt x="86194" y="111709"/>
                  <a:pt x="83308" y="116856"/>
                  <a:pt x="79439" y="121177"/>
                </a:cubicBezTo>
                <a:cubicBezTo>
                  <a:pt x="75570" y="125498"/>
                  <a:pt x="70718" y="128835"/>
                  <a:pt x="64883" y="131187"/>
                </a:cubicBezTo>
                <a:cubicBezTo>
                  <a:pt x="59048" y="133538"/>
                  <a:pt x="52230" y="134713"/>
                  <a:pt x="44429" y="134713"/>
                </a:cubicBezTo>
                <a:cubicBezTo>
                  <a:pt x="36881" y="134713"/>
                  <a:pt x="30317" y="133665"/>
                  <a:pt x="24736" y="131568"/>
                </a:cubicBezTo>
                <a:cubicBezTo>
                  <a:pt x="19154" y="129471"/>
                  <a:pt x="14524" y="126421"/>
                  <a:pt x="10846" y="122417"/>
                </a:cubicBezTo>
                <a:cubicBezTo>
                  <a:pt x="7167" y="118413"/>
                  <a:pt x="4440" y="113488"/>
                  <a:pt x="2664" y="107641"/>
                </a:cubicBezTo>
                <a:cubicBezTo>
                  <a:pt x="888" y="101794"/>
                  <a:pt x="0" y="95122"/>
                  <a:pt x="0" y="87624"/>
                </a:cubicBezTo>
                <a:cubicBezTo>
                  <a:pt x="0" y="80377"/>
                  <a:pt x="967" y="73752"/>
                  <a:pt x="2902" y="67746"/>
                </a:cubicBezTo>
                <a:cubicBezTo>
                  <a:pt x="4836" y="61741"/>
                  <a:pt x="7738" y="56593"/>
                  <a:pt x="11607" y="52304"/>
                </a:cubicBezTo>
                <a:cubicBezTo>
                  <a:pt x="15476" y="48015"/>
                  <a:pt x="20312" y="44695"/>
                  <a:pt x="26115" y="42345"/>
                </a:cubicBezTo>
                <a:cubicBezTo>
                  <a:pt x="31918" y="39992"/>
                  <a:pt x="38721" y="38816"/>
                  <a:pt x="46522" y="38816"/>
                </a:cubicBezTo>
                <a:cubicBezTo>
                  <a:pt x="54133" y="38816"/>
                  <a:pt x="60729" y="39848"/>
                  <a:pt x="66310" y="41914"/>
                </a:cubicBezTo>
                <a:cubicBezTo>
                  <a:pt x="71892" y="43979"/>
                  <a:pt x="76506" y="47013"/>
                  <a:pt x="80153" y="51017"/>
                </a:cubicBezTo>
                <a:cubicBezTo>
                  <a:pt x="83799" y="55021"/>
                  <a:pt x="86511" y="59946"/>
                  <a:pt x="88287" y="65793"/>
                </a:cubicBezTo>
                <a:cubicBezTo>
                  <a:pt x="90063" y="71640"/>
                  <a:pt x="90951" y="78344"/>
                  <a:pt x="90951" y="85905"/>
                </a:cubicBezTo>
                <a:moveTo>
                  <a:pt x="66310" y="86860"/>
                </a:moveTo>
                <a:cubicBezTo>
                  <a:pt x="66310" y="82674"/>
                  <a:pt x="65977" y="78821"/>
                  <a:pt x="65311" y="75301"/>
                </a:cubicBezTo>
                <a:cubicBezTo>
                  <a:pt x="64645" y="71781"/>
                  <a:pt x="63520" y="68720"/>
                  <a:pt x="61934" y="66120"/>
                </a:cubicBezTo>
                <a:cubicBezTo>
                  <a:pt x="60348" y="63519"/>
                  <a:pt x="58239" y="61490"/>
                  <a:pt x="55607" y="60031"/>
                </a:cubicBezTo>
                <a:cubicBezTo>
                  <a:pt x="52975" y="58572"/>
                  <a:pt x="49661" y="57843"/>
                  <a:pt x="45666" y="57843"/>
                </a:cubicBezTo>
                <a:cubicBezTo>
                  <a:pt x="42114" y="57843"/>
                  <a:pt x="39006" y="58493"/>
                  <a:pt x="36342" y="59793"/>
                </a:cubicBezTo>
                <a:cubicBezTo>
                  <a:pt x="33678" y="61094"/>
                  <a:pt x="31490" y="62996"/>
                  <a:pt x="29778" y="65502"/>
                </a:cubicBezTo>
                <a:cubicBezTo>
                  <a:pt x="28065" y="68007"/>
                  <a:pt x="26781" y="71019"/>
                  <a:pt x="25925" y="74539"/>
                </a:cubicBezTo>
                <a:cubicBezTo>
                  <a:pt x="25068" y="78060"/>
                  <a:pt x="24640" y="82071"/>
                  <a:pt x="24640" y="86574"/>
                </a:cubicBezTo>
                <a:cubicBezTo>
                  <a:pt x="24640" y="90760"/>
                  <a:pt x="24989" y="94613"/>
                  <a:pt x="25687" y="98133"/>
                </a:cubicBezTo>
                <a:cubicBezTo>
                  <a:pt x="26385" y="101653"/>
                  <a:pt x="27510" y="104714"/>
                  <a:pt x="29064" y="107314"/>
                </a:cubicBezTo>
                <a:cubicBezTo>
                  <a:pt x="30618" y="109914"/>
                  <a:pt x="32727" y="111928"/>
                  <a:pt x="35391" y="113355"/>
                </a:cubicBezTo>
                <a:cubicBezTo>
                  <a:pt x="38055" y="114782"/>
                  <a:pt x="41353" y="115496"/>
                  <a:pt x="45285" y="115496"/>
                </a:cubicBezTo>
                <a:cubicBezTo>
                  <a:pt x="48900" y="115496"/>
                  <a:pt x="52040" y="114846"/>
                  <a:pt x="54704" y="113545"/>
                </a:cubicBezTo>
                <a:cubicBezTo>
                  <a:pt x="57367" y="112245"/>
                  <a:pt x="59555" y="110358"/>
                  <a:pt x="61268" y="107885"/>
                </a:cubicBezTo>
                <a:cubicBezTo>
                  <a:pt x="62980" y="105411"/>
                  <a:pt x="64249" y="102414"/>
                  <a:pt x="65073" y="98894"/>
                </a:cubicBezTo>
                <a:cubicBezTo>
                  <a:pt x="65898" y="95374"/>
                  <a:pt x="66310" y="91363"/>
                  <a:pt x="66310" y="86860"/>
                </a:cubicBezTo>
                <a:close/>
                <a:moveTo>
                  <a:pt x="187660" y="129291"/>
                </a:moveTo>
                <a:cubicBezTo>
                  <a:pt x="187660" y="129925"/>
                  <a:pt x="187486" y="130480"/>
                  <a:pt x="187137" y="130955"/>
                </a:cubicBezTo>
                <a:cubicBezTo>
                  <a:pt x="186788" y="131431"/>
                  <a:pt x="186154" y="131812"/>
                  <a:pt x="185234" y="132097"/>
                </a:cubicBezTo>
                <a:cubicBezTo>
                  <a:pt x="184314" y="132382"/>
                  <a:pt x="183062" y="132604"/>
                  <a:pt x="181476" y="132763"/>
                </a:cubicBezTo>
                <a:cubicBezTo>
                  <a:pt x="179891" y="132922"/>
                  <a:pt x="177829" y="133001"/>
                  <a:pt x="175292" y="133001"/>
                </a:cubicBezTo>
                <a:cubicBezTo>
                  <a:pt x="172692" y="133001"/>
                  <a:pt x="170583" y="132937"/>
                  <a:pt x="168966" y="132811"/>
                </a:cubicBezTo>
                <a:cubicBezTo>
                  <a:pt x="167348" y="132684"/>
                  <a:pt x="166017" y="132478"/>
                  <a:pt x="164970" y="132192"/>
                </a:cubicBezTo>
                <a:cubicBezTo>
                  <a:pt x="163924" y="131907"/>
                  <a:pt x="163115" y="131510"/>
                  <a:pt x="162544" y="131003"/>
                </a:cubicBezTo>
                <a:cubicBezTo>
                  <a:pt x="161973" y="130496"/>
                  <a:pt x="161466" y="129830"/>
                  <a:pt x="161022" y="129005"/>
                </a:cubicBezTo>
                <a:lnTo>
                  <a:pt x="132766" y="84291"/>
                </a:lnTo>
                <a:lnTo>
                  <a:pt x="132766" y="129195"/>
                </a:lnTo>
                <a:cubicBezTo>
                  <a:pt x="132766" y="129830"/>
                  <a:pt x="132576" y="130385"/>
                  <a:pt x="132196" y="130860"/>
                </a:cubicBezTo>
                <a:cubicBezTo>
                  <a:pt x="131815" y="131336"/>
                  <a:pt x="131165" y="131732"/>
                  <a:pt x="130245" y="132050"/>
                </a:cubicBezTo>
                <a:cubicBezTo>
                  <a:pt x="129326" y="132367"/>
                  <a:pt x="128105" y="132604"/>
                  <a:pt x="126582" y="132763"/>
                </a:cubicBezTo>
                <a:cubicBezTo>
                  <a:pt x="125060" y="132922"/>
                  <a:pt x="123126" y="133001"/>
                  <a:pt x="120779" y="133001"/>
                </a:cubicBezTo>
                <a:cubicBezTo>
                  <a:pt x="118432" y="133001"/>
                  <a:pt x="116498" y="132922"/>
                  <a:pt x="114976" y="132763"/>
                </a:cubicBezTo>
                <a:cubicBezTo>
                  <a:pt x="113454" y="132604"/>
                  <a:pt x="112233" y="132367"/>
                  <a:pt x="111313" y="132050"/>
                </a:cubicBezTo>
                <a:cubicBezTo>
                  <a:pt x="110393" y="131732"/>
                  <a:pt x="109743" y="131336"/>
                  <a:pt x="109363" y="130860"/>
                </a:cubicBezTo>
                <a:cubicBezTo>
                  <a:pt x="108982" y="130385"/>
                  <a:pt x="108792" y="129830"/>
                  <a:pt x="108792" y="129195"/>
                </a:cubicBezTo>
                <a:lnTo>
                  <a:pt x="108792" y="4091"/>
                </a:lnTo>
                <a:cubicBezTo>
                  <a:pt x="108792" y="3457"/>
                  <a:pt x="108982" y="2886"/>
                  <a:pt x="109363" y="2378"/>
                </a:cubicBezTo>
                <a:cubicBezTo>
                  <a:pt x="109743" y="1871"/>
                  <a:pt x="110393" y="1443"/>
                  <a:pt x="111313" y="1094"/>
                </a:cubicBezTo>
                <a:cubicBezTo>
                  <a:pt x="112233" y="745"/>
                  <a:pt x="113454" y="476"/>
                  <a:pt x="114976" y="285"/>
                </a:cubicBezTo>
                <a:cubicBezTo>
                  <a:pt x="116498" y="95"/>
                  <a:pt x="118432" y="0"/>
                  <a:pt x="120779" y="0"/>
                </a:cubicBezTo>
                <a:cubicBezTo>
                  <a:pt x="123126" y="0"/>
                  <a:pt x="125060" y="95"/>
                  <a:pt x="126582" y="285"/>
                </a:cubicBezTo>
                <a:cubicBezTo>
                  <a:pt x="128105" y="476"/>
                  <a:pt x="129326" y="745"/>
                  <a:pt x="130245" y="1094"/>
                </a:cubicBezTo>
                <a:cubicBezTo>
                  <a:pt x="131165" y="1443"/>
                  <a:pt x="131815" y="1871"/>
                  <a:pt x="132196" y="2378"/>
                </a:cubicBezTo>
                <a:cubicBezTo>
                  <a:pt x="132576" y="2886"/>
                  <a:pt x="132766" y="3457"/>
                  <a:pt x="132766" y="4091"/>
                </a:cubicBezTo>
                <a:lnTo>
                  <a:pt x="132766" y="78583"/>
                </a:lnTo>
                <a:lnTo>
                  <a:pt x="157882" y="44809"/>
                </a:lnTo>
                <a:cubicBezTo>
                  <a:pt x="158390" y="44048"/>
                  <a:pt x="158961" y="43382"/>
                  <a:pt x="159595" y="42811"/>
                </a:cubicBezTo>
                <a:cubicBezTo>
                  <a:pt x="160229" y="42241"/>
                  <a:pt x="161069" y="41797"/>
                  <a:pt x="162116" y="41480"/>
                </a:cubicBezTo>
                <a:cubicBezTo>
                  <a:pt x="163162" y="41162"/>
                  <a:pt x="164463" y="40925"/>
                  <a:pt x="166017" y="40766"/>
                </a:cubicBezTo>
                <a:cubicBezTo>
                  <a:pt x="167570" y="40607"/>
                  <a:pt x="169552" y="40528"/>
                  <a:pt x="171963" y="40528"/>
                </a:cubicBezTo>
                <a:cubicBezTo>
                  <a:pt x="174309" y="40528"/>
                  <a:pt x="176291" y="40607"/>
                  <a:pt x="177909" y="40766"/>
                </a:cubicBezTo>
                <a:cubicBezTo>
                  <a:pt x="179526" y="40925"/>
                  <a:pt x="180826" y="41162"/>
                  <a:pt x="181809" y="41480"/>
                </a:cubicBezTo>
                <a:cubicBezTo>
                  <a:pt x="182792" y="41797"/>
                  <a:pt x="183474" y="42193"/>
                  <a:pt x="183855" y="42669"/>
                </a:cubicBezTo>
                <a:cubicBezTo>
                  <a:pt x="184235" y="43144"/>
                  <a:pt x="184425" y="43731"/>
                  <a:pt x="184425" y="44429"/>
                </a:cubicBezTo>
                <a:cubicBezTo>
                  <a:pt x="184425" y="45380"/>
                  <a:pt x="184188" y="46395"/>
                  <a:pt x="183712" y="47473"/>
                </a:cubicBezTo>
                <a:cubicBezTo>
                  <a:pt x="183236" y="48551"/>
                  <a:pt x="182523" y="49693"/>
                  <a:pt x="181571" y="50898"/>
                </a:cubicBezTo>
                <a:lnTo>
                  <a:pt x="156741" y="79058"/>
                </a:lnTo>
                <a:lnTo>
                  <a:pt x="185472" y="123487"/>
                </a:lnTo>
                <a:cubicBezTo>
                  <a:pt x="186233" y="124756"/>
                  <a:pt x="186788" y="125850"/>
                  <a:pt x="187137" y="126769"/>
                </a:cubicBezTo>
                <a:cubicBezTo>
                  <a:pt x="187486" y="127689"/>
                  <a:pt x="187660" y="128529"/>
                  <a:pt x="187660" y="129291"/>
                </a:cubicBezTo>
                <a:close/>
                <a:moveTo>
                  <a:pt x="278564" y="84276"/>
                </a:moveTo>
                <a:cubicBezTo>
                  <a:pt x="278564" y="87200"/>
                  <a:pt x="277914" y="89360"/>
                  <a:pt x="276614" y="90757"/>
                </a:cubicBezTo>
                <a:cubicBezTo>
                  <a:pt x="275314" y="92155"/>
                  <a:pt x="273522" y="92853"/>
                  <a:pt x="271239" y="92853"/>
                </a:cubicBezTo>
                <a:lnTo>
                  <a:pt x="219580" y="92853"/>
                </a:lnTo>
                <a:cubicBezTo>
                  <a:pt x="219580" y="96482"/>
                  <a:pt x="220008" y="99777"/>
                  <a:pt x="220864" y="102739"/>
                </a:cubicBezTo>
                <a:cubicBezTo>
                  <a:pt x="221720" y="105700"/>
                  <a:pt x="223084" y="108216"/>
                  <a:pt x="224955" y="110287"/>
                </a:cubicBezTo>
                <a:cubicBezTo>
                  <a:pt x="226826" y="112356"/>
                  <a:pt x="229236" y="113932"/>
                  <a:pt x="232185" y="115014"/>
                </a:cubicBezTo>
                <a:cubicBezTo>
                  <a:pt x="235134" y="116096"/>
                  <a:pt x="238670" y="116637"/>
                  <a:pt x="242793" y="116637"/>
                </a:cubicBezTo>
                <a:cubicBezTo>
                  <a:pt x="246979" y="116637"/>
                  <a:pt x="250658" y="116331"/>
                  <a:pt x="253829" y="115719"/>
                </a:cubicBezTo>
                <a:cubicBezTo>
                  <a:pt x="257000" y="115106"/>
                  <a:pt x="259743" y="114429"/>
                  <a:pt x="262058" y="113688"/>
                </a:cubicBezTo>
                <a:cubicBezTo>
                  <a:pt x="264373" y="112947"/>
                  <a:pt x="266292" y="112270"/>
                  <a:pt x="267814" y="111658"/>
                </a:cubicBezTo>
                <a:cubicBezTo>
                  <a:pt x="269336" y="111045"/>
                  <a:pt x="270573" y="110739"/>
                  <a:pt x="271524" y="110739"/>
                </a:cubicBezTo>
                <a:cubicBezTo>
                  <a:pt x="272095" y="110739"/>
                  <a:pt x="272571" y="110851"/>
                  <a:pt x="272951" y="111075"/>
                </a:cubicBezTo>
                <a:cubicBezTo>
                  <a:pt x="273332" y="111297"/>
                  <a:pt x="273649" y="111695"/>
                  <a:pt x="273903" y="112270"/>
                </a:cubicBezTo>
                <a:cubicBezTo>
                  <a:pt x="274156" y="112843"/>
                  <a:pt x="274331" y="113655"/>
                  <a:pt x="274426" y="114708"/>
                </a:cubicBezTo>
                <a:cubicBezTo>
                  <a:pt x="274521" y="115760"/>
                  <a:pt x="274568" y="117083"/>
                  <a:pt x="274568" y="118677"/>
                </a:cubicBezTo>
                <a:cubicBezTo>
                  <a:pt x="274568" y="120080"/>
                  <a:pt x="274537" y="121276"/>
                  <a:pt x="274473" y="122265"/>
                </a:cubicBezTo>
                <a:cubicBezTo>
                  <a:pt x="274410" y="123252"/>
                  <a:pt x="274315" y="124097"/>
                  <a:pt x="274188" y="124798"/>
                </a:cubicBezTo>
                <a:cubicBezTo>
                  <a:pt x="274061" y="125500"/>
                  <a:pt x="273871" y="126091"/>
                  <a:pt x="273617" y="126570"/>
                </a:cubicBezTo>
                <a:cubicBezTo>
                  <a:pt x="273363" y="127048"/>
                  <a:pt x="273030" y="127510"/>
                  <a:pt x="272618" y="127956"/>
                </a:cubicBezTo>
                <a:cubicBezTo>
                  <a:pt x="272206" y="128402"/>
                  <a:pt x="271080" y="129005"/>
                  <a:pt x="269241" y="129766"/>
                </a:cubicBezTo>
                <a:cubicBezTo>
                  <a:pt x="267402" y="130527"/>
                  <a:pt x="265055" y="131273"/>
                  <a:pt x="262201" y="132002"/>
                </a:cubicBezTo>
                <a:cubicBezTo>
                  <a:pt x="259347" y="132731"/>
                  <a:pt x="256080" y="133366"/>
                  <a:pt x="252402" y="133905"/>
                </a:cubicBezTo>
                <a:cubicBezTo>
                  <a:pt x="248723" y="134444"/>
                  <a:pt x="244791" y="134713"/>
                  <a:pt x="240605" y="134713"/>
                </a:cubicBezTo>
                <a:cubicBezTo>
                  <a:pt x="233057" y="134713"/>
                  <a:pt x="226445" y="133760"/>
                  <a:pt x="220769" y="131853"/>
                </a:cubicBezTo>
                <a:cubicBezTo>
                  <a:pt x="215092" y="129947"/>
                  <a:pt x="210351" y="127055"/>
                  <a:pt x="206546" y="123178"/>
                </a:cubicBezTo>
                <a:cubicBezTo>
                  <a:pt x="202740" y="119301"/>
                  <a:pt x="199902" y="114409"/>
                  <a:pt x="198031" y="108500"/>
                </a:cubicBezTo>
                <a:cubicBezTo>
                  <a:pt x="196160" y="102590"/>
                  <a:pt x="195225" y="95663"/>
                  <a:pt x="195225" y="87719"/>
                </a:cubicBezTo>
                <a:cubicBezTo>
                  <a:pt x="195225" y="80156"/>
                  <a:pt x="196208" y="73339"/>
                  <a:pt x="198174" y="67270"/>
                </a:cubicBezTo>
                <a:cubicBezTo>
                  <a:pt x="200140" y="61202"/>
                  <a:pt x="202994" y="56054"/>
                  <a:pt x="206736" y="51829"/>
                </a:cubicBezTo>
                <a:cubicBezTo>
                  <a:pt x="210478" y="47601"/>
                  <a:pt x="215029" y="44375"/>
                  <a:pt x="220388" y="42151"/>
                </a:cubicBezTo>
                <a:cubicBezTo>
                  <a:pt x="225748" y="39928"/>
                  <a:pt x="231789" y="38816"/>
                  <a:pt x="238512" y="38816"/>
                </a:cubicBezTo>
                <a:cubicBezTo>
                  <a:pt x="245615" y="38816"/>
                  <a:pt x="251688" y="39864"/>
                  <a:pt x="256730" y="41961"/>
                </a:cubicBezTo>
                <a:cubicBezTo>
                  <a:pt x="261773" y="44058"/>
                  <a:pt x="265911" y="46965"/>
                  <a:pt x="269146" y="50681"/>
                </a:cubicBezTo>
                <a:cubicBezTo>
                  <a:pt x="272380" y="54397"/>
                  <a:pt x="274759" y="58797"/>
                  <a:pt x="276281" y="63881"/>
                </a:cubicBezTo>
                <a:cubicBezTo>
                  <a:pt x="277803" y="68963"/>
                  <a:pt x="278564" y="74491"/>
                  <a:pt x="278564" y="80465"/>
                </a:cubicBezTo>
                <a:lnTo>
                  <a:pt x="278564" y="84276"/>
                </a:lnTo>
                <a:moveTo>
                  <a:pt x="255351" y="77441"/>
                </a:moveTo>
                <a:cubicBezTo>
                  <a:pt x="255541" y="70688"/>
                  <a:pt x="254193" y="65386"/>
                  <a:pt x="251308" y="61533"/>
                </a:cubicBezTo>
                <a:cubicBezTo>
                  <a:pt x="248422" y="57678"/>
                  <a:pt x="243966" y="55750"/>
                  <a:pt x="237941" y="55750"/>
                </a:cubicBezTo>
                <a:cubicBezTo>
                  <a:pt x="234897" y="55750"/>
                  <a:pt x="232249" y="56324"/>
                  <a:pt x="229997" y="57471"/>
                </a:cubicBezTo>
                <a:cubicBezTo>
                  <a:pt x="227745" y="58617"/>
                  <a:pt x="225874" y="60162"/>
                  <a:pt x="224384" y="62106"/>
                </a:cubicBezTo>
                <a:cubicBezTo>
                  <a:pt x="222893" y="64049"/>
                  <a:pt x="221752" y="66342"/>
                  <a:pt x="220959" y="68986"/>
                </a:cubicBezTo>
                <a:cubicBezTo>
                  <a:pt x="220166" y="71628"/>
                  <a:pt x="219706" y="74446"/>
                  <a:pt x="219580" y="77441"/>
                </a:cubicBezTo>
                <a:lnTo>
                  <a:pt x="255351" y="77441"/>
                </a:lnTo>
                <a:close/>
                <a:moveTo>
                  <a:pt x="379232" y="129192"/>
                </a:moveTo>
                <a:cubicBezTo>
                  <a:pt x="379232" y="129827"/>
                  <a:pt x="379042" y="130383"/>
                  <a:pt x="378661" y="130860"/>
                </a:cubicBezTo>
                <a:cubicBezTo>
                  <a:pt x="378281" y="131336"/>
                  <a:pt x="377646" y="131732"/>
                  <a:pt x="376759" y="132050"/>
                </a:cubicBezTo>
                <a:cubicBezTo>
                  <a:pt x="375871" y="132367"/>
                  <a:pt x="374650" y="132604"/>
                  <a:pt x="373096" y="132763"/>
                </a:cubicBezTo>
                <a:cubicBezTo>
                  <a:pt x="371542" y="132922"/>
                  <a:pt x="369623" y="133001"/>
                  <a:pt x="367340" y="133001"/>
                </a:cubicBezTo>
                <a:cubicBezTo>
                  <a:pt x="364993" y="133001"/>
                  <a:pt x="363043" y="132922"/>
                  <a:pt x="361489" y="132763"/>
                </a:cubicBezTo>
                <a:cubicBezTo>
                  <a:pt x="359935" y="132604"/>
                  <a:pt x="358714" y="132367"/>
                  <a:pt x="357826" y="132050"/>
                </a:cubicBezTo>
                <a:cubicBezTo>
                  <a:pt x="356938" y="131732"/>
                  <a:pt x="356304" y="131336"/>
                  <a:pt x="355924" y="130860"/>
                </a:cubicBezTo>
                <a:cubicBezTo>
                  <a:pt x="355543" y="130385"/>
                  <a:pt x="355353" y="129830"/>
                  <a:pt x="355353" y="129195"/>
                </a:cubicBezTo>
                <a:lnTo>
                  <a:pt x="355353" y="80771"/>
                </a:lnTo>
                <a:cubicBezTo>
                  <a:pt x="355353" y="76648"/>
                  <a:pt x="355052" y="73414"/>
                  <a:pt x="354449" y="71067"/>
                </a:cubicBezTo>
                <a:cubicBezTo>
                  <a:pt x="353846" y="68720"/>
                  <a:pt x="352974" y="66707"/>
                  <a:pt x="351833" y="65026"/>
                </a:cubicBezTo>
                <a:cubicBezTo>
                  <a:pt x="350691" y="63345"/>
                  <a:pt x="349216" y="62045"/>
                  <a:pt x="347409" y="61125"/>
                </a:cubicBezTo>
                <a:cubicBezTo>
                  <a:pt x="345601" y="60206"/>
                  <a:pt x="343492" y="59746"/>
                  <a:pt x="341082" y="59746"/>
                </a:cubicBezTo>
                <a:cubicBezTo>
                  <a:pt x="338038" y="59746"/>
                  <a:pt x="334962" y="60856"/>
                  <a:pt x="331854" y="63076"/>
                </a:cubicBezTo>
                <a:cubicBezTo>
                  <a:pt x="328746" y="65295"/>
                  <a:pt x="325512" y="68530"/>
                  <a:pt x="322150" y="72779"/>
                </a:cubicBezTo>
                <a:lnTo>
                  <a:pt x="322150" y="129195"/>
                </a:lnTo>
                <a:cubicBezTo>
                  <a:pt x="322150" y="129830"/>
                  <a:pt x="321960" y="130385"/>
                  <a:pt x="321579" y="130860"/>
                </a:cubicBezTo>
                <a:cubicBezTo>
                  <a:pt x="321199" y="131336"/>
                  <a:pt x="320549" y="131732"/>
                  <a:pt x="319629" y="132050"/>
                </a:cubicBezTo>
                <a:cubicBezTo>
                  <a:pt x="318709" y="132367"/>
                  <a:pt x="317488" y="132604"/>
                  <a:pt x="315966" y="132763"/>
                </a:cubicBezTo>
                <a:cubicBezTo>
                  <a:pt x="314444" y="132922"/>
                  <a:pt x="312510" y="133001"/>
                  <a:pt x="310163" y="133001"/>
                </a:cubicBezTo>
                <a:cubicBezTo>
                  <a:pt x="307816" y="133001"/>
                  <a:pt x="305882" y="132922"/>
                  <a:pt x="304360" y="132763"/>
                </a:cubicBezTo>
                <a:cubicBezTo>
                  <a:pt x="302837" y="132604"/>
                  <a:pt x="301617" y="132367"/>
                  <a:pt x="300697" y="132050"/>
                </a:cubicBezTo>
                <a:cubicBezTo>
                  <a:pt x="299777" y="131732"/>
                  <a:pt x="299127" y="131336"/>
                  <a:pt x="298747" y="130860"/>
                </a:cubicBezTo>
                <a:cubicBezTo>
                  <a:pt x="298366" y="130385"/>
                  <a:pt x="298176" y="129830"/>
                  <a:pt x="298176" y="129195"/>
                </a:cubicBezTo>
                <a:lnTo>
                  <a:pt x="298176" y="44334"/>
                </a:lnTo>
                <a:cubicBezTo>
                  <a:pt x="298176" y="43699"/>
                  <a:pt x="298334" y="43144"/>
                  <a:pt x="298651" y="42669"/>
                </a:cubicBezTo>
                <a:cubicBezTo>
                  <a:pt x="298969" y="42193"/>
                  <a:pt x="299539" y="41797"/>
                  <a:pt x="300364" y="41480"/>
                </a:cubicBezTo>
                <a:cubicBezTo>
                  <a:pt x="301188" y="41162"/>
                  <a:pt x="302251" y="40925"/>
                  <a:pt x="303551" y="40766"/>
                </a:cubicBezTo>
                <a:cubicBezTo>
                  <a:pt x="304851" y="40607"/>
                  <a:pt x="306484" y="40528"/>
                  <a:pt x="308450" y="40528"/>
                </a:cubicBezTo>
                <a:cubicBezTo>
                  <a:pt x="310480" y="40528"/>
                  <a:pt x="312161" y="40607"/>
                  <a:pt x="313493" y="40766"/>
                </a:cubicBezTo>
                <a:cubicBezTo>
                  <a:pt x="314825" y="40925"/>
                  <a:pt x="315855" y="41162"/>
                  <a:pt x="316585" y="41480"/>
                </a:cubicBezTo>
                <a:cubicBezTo>
                  <a:pt x="317314" y="41797"/>
                  <a:pt x="317837" y="42193"/>
                  <a:pt x="318154" y="42669"/>
                </a:cubicBezTo>
                <a:cubicBezTo>
                  <a:pt x="318472" y="43144"/>
                  <a:pt x="318630" y="43699"/>
                  <a:pt x="318630" y="44334"/>
                </a:cubicBezTo>
                <a:lnTo>
                  <a:pt x="318630" y="54133"/>
                </a:lnTo>
                <a:cubicBezTo>
                  <a:pt x="323324" y="49027"/>
                  <a:pt x="328096" y="45198"/>
                  <a:pt x="332948" y="42645"/>
                </a:cubicBezTo>
                <a:cubicBezTo>
                  <a:pt x="337800" y="40092"/>
                  <a:pt x="342858" y="38816"/>
                  <a:pt x="348122" y="38816"/>
                </a:cubicBezTo>
                <a:cubicBezTo>
                  <a:pt x="353894" y="38816"/>
                  <a:pt x="358762" y="39768"/>
                  <a:pt x="362726" y="41673"/>
                </a:cubicBezTo>
                <a:cubicBezTo>
                  <a:pt x="366690" y="43577"/>
                  <a:pt x="369893" y="46165"/>
                  <a:pt x="372335" y="49435"/>
                </a:cubicBezTo>
                <a:cubicBezTo>
                  <a:pt x="374777" y="52704"/>
                  <a:pt x="376537" y="56529"/>
                  <a:pt x="377615" y="60911"/>
                </a:cubicBezTo>
                <a:cubicBezTo>
                  <a:pt x="378693" y="65291"/>
                  <a:pt x="379232" y="70561"/>
                  <a:pt x="379232" y="76719"/>
                </a:cubicBezTo>
                <a:lnTo>
                  <a:pt x="379232" y="129192"/>
                </a:lnTo>
                <a:close/>
                <a:moveTo>
                  <a:pt x="425220" y="129195"/>
                </a:moveTo>
                <a:cubicBezTo>
                  <a:pt x="425220" y="129830"/>
                  <a:pt x="425030" y="130385"/>
                  <a:pt x="424650" y="130860"/>
                </a:cubicBezTo>
                <a:cubicBezTo>
                  <a:pt x="424269" y="131336"/>
                  <a:pt x="423619" y="131732"/>
                  <a:pt x="422699" y="132050"/>
                </a:cubicBezTo>
                <a:cubicBezTo>
                  <a:pt x="421780" y="132367"/>
                  <a:pt x="420559" y="132604"/>
                  <a:pt x="419037" y="132763"/>
                </a:cubicBezTo>
                <a:cubicBezTo>
                  <a:pt x="417514" y="132922"/>
                  <a:pt x="415580" y="133001"/>
                  <a:pt x="413233" y="133001"/>
                </a:cubicBezTo>
                <a:cubicBezTo>
                  <a:pt x="410887" y="133001"/>
                  <a:pt x="408952" y="132922"/>
                  <a:pt x="407430" y="132763"/>
                </a:cubicBezTo>
                <a:cubicBezTo>
                  <a:pt x="405908" y="132604"/>
                  <a:pt x="404687" y="132367"/>
                  <a:pt x="403767" y="132050"/>
                </a:cubicBezTo>
                <a:cubicBezTo>
                  <a:pt x="402848" y="131732"/>
                  <a:pt x="402197" y="131336"/>
                  <a:pt x="401817" y="130860"/>
                </a:cubicBezTo>
                <a:cubicBezTo>
                  <a:pt x="401436" y="130385"/>
                  <a:pt x="401246" y="129830"/>
                  <a:pt x="401246" y="129195"/>
                </a:cubicBezTo>
                <a:lnTo>
                  <a:pt x="401246" y="44524"/>
                </a:lnTo>
                <a:cubicBezTo>
                  <a:pt x="401246" y="43890"/>
                  <a:pt x="401436" y="43335"/>
                  <a:pt x="401817" y="42859"/>
                </a:cubicBezTo>
                <a:cubicBezTo>
                  <a:pt x="402197" y="42383"/>
                  <a:pt x="402848" y="41971"/>
                  <a:pt x="403767" y="41622"/>
                </a:cubicBezTo>
                <a:cubicBezTo>
                  <a:pt x="404687" y="41273"/>
                  <a:pt x="405908" y="41004"/>
                  <a:pt x="407430" y="40814"/>
                </a:cubicBezTo>
                <a:cubicBezTo>
                  <a:pt x="408952" y="40623"/>
                  <a:pt x="410887" y="40528"/>
                  <a:pt x="413233" y="40528"/>
                </a:cubicBezTo>
                <a:cubicBezTo>
                  <a:pt x="415580" y="40528"/>
                  <a:pt x="417514" y="40623"/>
                  <a:pt x="419037" y="40814"/>
                </a:cubicBezTo>
                <a:cubicBezTo>
                  <a:pt x="420559" y="41004"/>
                  <a:pt x="421780" y="41273"/>
                  <a:pt x="422699" y="41622"/>
                </a:cubicBezTo>
                <a:cubicBezTo>
                  <a:pt x="423619" y="41971"/>
                  <a:pt x="424269" y="42383"/>
                  <a:pt x="424650" y="42859"/>
                </a:cubicBezTo>
                <a:cubicBezTo>
                  <a:pt x="425030" y="43335"/>
                  <a:pt x="425220" y="43890"/>
                  <a:pt x="425220" y="44524"/>
                </a:cubicBezTo>
                <a:lnTo>
                  <a:pt x="425220" y="129195"/>
                </a:lnTo>
                <a:moveTo>
                  <a:pt x="427028" y="15602"/>
                </a:moveTo>
                <a:cubicBezTo>
                  <a:pt x="427028" y="20423"/>
                  <a:pt x="426045" y="23752"/>
                  <a:pt x="424079" y="25592"/>
                </a:cubicBezTo>
                <a:cubicBezTo>
                  <a:pt x="422113" y="27431"/>
                  <a:pt x="418466" y="28351"/>
                  <a:pt x="413138" y="28351"/>
                </a:cubicBezTo>
                <a:cubicBezTo>
                  <a:pt x="407747" y="28351"/>
                  <a:pt x="404116" y="27463"/>
                  <a:pt x="402245" y="25687"/>
                </a:cubicBezTo>
                <a:cubicBezTo>
                  <a:pt x="400374" y="23911"/>
                  <a:pt x="399438" y="20708"/>
                  <a:pt x="399438" y="16078"/>
                </a:cubicBezTo>
                <a:cubicBezTo>
                  <a:pt x="399438" y="11258"/>
                  <a:pt x="400406" y="7912"/>
                  <a:pt x="402340" y="6041"/>
                </a:cubicBezTo>
                <a:cubicBezTo>
                  <a:pt x="404275" y="4170"/>
                  <a:pt x="407937" y="3235"/>
                  <a:pt x="413328" y="3235"/>
                </a:cubicBezTo>
                <a:cubicBezTo>
                  <a:pt x="418656" y="3235"/>
                  <a:pt x="422271" y="4138"/>
                  <a:pt x="424174" y="5946"/>
                </a:cubicBezTo>
                <a:cubicBezTo>
                  <a:pt x="426077" y="7754"/>
                  <a:pt x="427028" y="10972"/>
                  <a:pt x="427028" y="15602"/>
                </a:cubicBezTo>
                <a:close/>
                <a:moveTo>
                  <a:pt x="509126" y="122631"/>
                </a:moveTo>
                <a:cubicBezTo>
                  <a:pt x="509126" y="124470"/>
                  <a:pt x="509031" y="126040"/>
                  <a:pt x="508841" y="127340"/>
                </a:cubicBezTo>
                <a:cubicBezTo>
                  <a:pt x="508651" y="128640"/>
                  <a:pt x="508397" y="129671"/>
                  <a:pt x="508080" y="130432"/>
                </a:cubicBezTo>
                <a:cubicBezTo>
                  <a:pt x="507763" y="131193"/>
                  <a:pt x="507351" y="131717"/>
                  <a:pt x="506843" y="132002"/>
                </a:cubicBezTo>
                <a:cubicBezTo>
                  <a:pt x="506336" y="132287"/>
                  <a:pt x="505765" y="132430"/>
                  <a:pt x="505131" y="132430"/>
                </a:cubicBezTo>
                <a:lnTo>
                  <a:pt x="449666" y="132430"/>
                </a:lnTo>
                <a:cubicBezTo>
                  <a:pt x="447954" y="132430"/>
                  <a:pt x="446638" y="131859"/>
                  <a:pt x="445718" y="130718"/>
                </a:cubicBezTo>
                <a:cubicBezTo>
                  <a:pt x="444798" y="129576"/>
                  <a:pt x="444338" y="127705"/>
                  <a:pt x="444338" y="125105"/>
                </a:cubicBezTo>
                <a:lnTo>
                  <a:pt x="444338" y="120728"/>
                </a:lnTo>
                <a:cubicBezTo>
                  <a:pt x="444338" y="119587"/>
                  <a:pt x="444386" y="118556"/>
                  <a:pt x="444481" y="117636"/>
                </a:cubicBezTo>
                <a:cubicBezTo>
                  <a:pt x="444576" y="116717"/>
                  <a:pt x="444767" y="115829"/>
                  <a:pt x="445052" y="114973"/>
                </a:cubicBezTo>
                <a:cubicBezTo>
                  <a:pt x="445337" y="114116"/>
                  <a:pt x="445718" y="113244"/>
                  <a:pt x="446194" y="112356"/>
                </a:cubicBezTo>
                <a:cubicBezTo>
                  <a:pt x="446669" y="111468"/>
                  <a:pt x="447288" y="110485"/>
                  <a:pt x="448049" y="109407"/>
                </a:cubicBezTo>
                <a:lnTo>
                  <a:pt x="479824" y="60317"/>
                </a:lnTo>
                <a:lnTo>
                  <a:pt x="449761" y="60317"/>
                </a:lnTo>
                <a:cubicBezTo>
                  <a:pt x="448556" y="60317"/>
                  <a:pt x="447589" y="59555"/>
                  <a:pt x="446860" y="58033"/>
                </a:cubicBezTo>
                <a:cubicBezTo>
                  <a:pt x="446130" y="56511"/>
                  <a:pt x="445766" y="54069"/>
                  <a:pt x="445766" y="50708"/>
                </a:cubicBezTo>
                <a:cubicBezTo>
                  <a:pt x="445766" y="48868"/>
                  <a:pt x="445845" y="47330"/>
                  <a:pt x="446003" y="46094"/>
                </a:cubicBezTo>
                <a:cubicBezTo>
                  <a:pt x="446162" y="44857"/>
                  <a:pt x="446400" y="43874"/>
                  <a:pt x="446717" y="43144"/>
                </a:cubicBezTo>
                <a:cubicBezTo>
                  <a:pt x="447034" y="42415"/>
                  <a:pt x="447446" y="41892"/>
                  <a:pt x="447954" y="41575"/>
                </a:cubicBezTo>
                <a:cubicBezTo>
                  <a:pt x="448461" y="41258"/>
                  <a:pt x="449064" y="41099"/>
                  <a:pt x="449761" y="41099"/>
                </a:cubicBezTo>
                <a:lnTo>
                  <a:pt x="501611" y="41099"/>
                </a:lnTo>
                <a:cubicBezTo>
                  <a:pt x="502499" y="41099"/>
                  <a:pt x="503260" y="41194"/>
                  <a:pt x="503894" y="41384"/>
                </a:cubicBezTo>
                <a:cubicBezTo>
                  <a:pt x="504528" y="41575"/>
                  <a:pt x="505051" y="41924"/>
                  <a:pt x="505464" y="42431"/>
                </a:cubicBezTo>
                <a:cubicBezTo>
                  <a:pt x="505876" y="42938"/>
                  <a:pt x="506193" y="43636"/>
                  <a:pt x="506415" y="44524"/>
                </a:cubicBezTo>
                <a:cubicBezTo>
                  <a:pt x="506637" y="45412"/>
                  <a:pt x="506748" y="46522"/>
                  <a:pt x="506748" y="47854"/>
                </a:cubicBezTo>
                <a:lnTo>
                  <a:pt x="506748" y="52515"/>
                </a:lnTo>
                <a:cubicBezTo>
                  <a:pt x="506748" y="53784"/>
                  <a:pt x="506685" y="54910"/>
                  <a:pt x="506558" y="55893"/>
                </a:cubicBezTo>
                <a:cubicBezTo>
                  <a:pt x="506431" y="56876"/>
                  <a:pt x="506241" y="57811"/>
                  <a:pt x="505987" y="58699"/>
                </a:cubicBezTo>
                <a:cubicBezTo>
                  <a:pt x="505733" y="59587"/>
                  <a:pt x="505369" y="60475"/>
                  <a:pt x="504893" y="61363"/>
                </a:cubicBezTo>
                <a:cubicBezTo>
                  <a:pt x="504417" y="62251"/>
                  <a:pt x="503862" y="63202"/>
                  <a:pt x="503228" y="64217"/>
                </a:cubicBezTo>
                <a:lnTo>
                  <a:pt x="471643" y="113212"/>
                </a:lnTo>
                <a:lnTo>
                  <a:pt x="505131" y="113212"/>
                </a:lnTo>
                <a:cubicBezTo>
                  <a:pt x="505702" y="113212"/>
                  <a:pt x="506241" y="113339"/>
                  <a:pt x="506748" y="113593"/>
                </a:cubicBezTo>
                <a:cubicBezTo>
                  <a:pt x="507255" y="113847"/>
                  <a:pt x="507684" y="114322"/>
                  <a:pt x="508032" y="115020"/>
                </a:cubicBezTo>
                <a:cubicBezTo>
                  <a:pt x="508381" y="115718"/>
                  <a:pt x="508651" y="116685"/>
                  <a:pt x="508841" y="117922"/>
                </a:cubicBezTo>
                <a:cubicBezTo>
                  <a:pt x="509031" y="119159"/>
                  <a:pt x="509126" y="120728"/>
                  <a:pt x="509126" y="122631"/>
                </a:cubicBezTo>
                <a:close/>
                <a:moveTo>
                  <a:pt x="595130" y="129478"/>
                </a:moveTo>
                <a:cubicBezTo>
                  <a:pt x="595130" y="130366"/>
                  <a:pt x="594813" y="131064"/>
                  <a:pt x="594179" y="131574"/>
                </a:cubicBezTo>
                <a:cubicBezTo>
                  <a:pt x="593544" y="132081"/>
                  <a:pt x="592545" y="132446"/>
                  <a:pt x="591182" y="132668"/>
                </a:cubicBezTo>
                <a:cubicBezTo>
                  <a:pt x="589818" y="132890"/>
                  <a:pt x="587804" y="133001"/>
                  <a:pt x="585141" y="133001"/>
                </a:cubicBezTo>
                <a:cubicBezTo>
                  <a:pt x="582286" y="133001"/>
                  <a:pt x="580209" y="132890"/>
                  <a:pt x="578909" y="132668"/>
                </a:cubicBezTo>
                <a:cubicBezTo>
                  <a:pt x="577609" y="132446"/>
                  <a:pt x="576689" y="132081"/>
                  <a:pt x="576150" y="131574"/>
                </a:cubicBezTo>
                <a:cubicBezTo>
                  <a:pt x="575611" y="131066"/>
                  <a:pt x="575341" y="130369"/>
                  <a:pt x="575341" y="129481"/>
                </a:cubicBezTo>
                <a:lnTo>
                  <a:pt x="575341" y="122726"/>
                </a:lnTo>
                <a:cubicBezTo>
                  <a:pt x="571853" y="126468"/>
                  <a:pt x="567873" y="129402"/>
                  <a:pt x="563402" y="131526"/>
                </a:cubicBezTo>
                <a:cubicBezTo>
                  <a:pt x="558930" y="133651"/>
                  <a:pt x="553967" y="134713"/>
                  <a:pt x="548513" y="134713"/>
                </a:cubicBezTo>
                <a:cubicBezTo>
                  <a:pt x="544010" y="134713"/>
                  <a:pt x="539871" y="134125"/>
                  <a:pt x="536098" y="132947"/>
                </a:cubicBezTo>
                <a:cubicBezTo>
                  <a:pt x="532324" y="131770"/>
                  <a:pt x="529058" y="130020"/>
                  <a:pt x="526299" y="127697"/>
                </a:cubicBezTo>
                <a:cubicBezTo>
                  <a:pt x="523540" y="125374"/>
                  <a:pt x="521399" y="122495"/>
                  <a:pt x="519877" y="119060"/>
                </a:cubicBezTo>
                <a:cubicBezTo>
                  <a:pt x="518355" y="115624"/>
                  <a:pt x="517594" y="111614"/>
                  <a:pt x="517594" y="107032"/>
                </a:cubicBezTo>
                <a:cubicBezTo>
                  <a:pt x="517594" y="102067"/>
                  <a:pt x="518561" y="97755"/>
                  <a:pt x="520495" y="94096"/>
                </a:cubicBezTo>
                <a:cubicBezTo>
                  <a:pt x="522430" y="90437"/>
                  <a:pt x="525316" y="87415"/>
                  <a:pt x="529153" y="85028"/>
                </a:cubicBezTo>
                <a:cubicBezTo>
                  <a:pt x="532990" y="82642"/>
                  <a:pt x="537763" y="80876"/>
                  <a:pt x="543471" y="79730"/>
                </a:cubicBezTo>
                <a:cubicBezTo>
                  <a:pt x="549179" y="78585"/>
                  <a:pt x="555807" y="78012"/>
                  <a:pt x="563354" y="78012"/>
                </a:cubicBezTo>
                <a:lnTo>
                  <a:pt x="571631" y="78012"/>
                </a:lnTo>
                <a:lnTo>
                  <a:pt x="571631" y="72898"/>
                </a:lnTo>
                <a:cubicBezTo>
                  <a:pt x="571631" y="70246"/>
                  <a:pt x="571362" y="67926"/>
                  <a:pt x="570822" y="65939"/>
                </a:cubicBezTo>
                <a:cubicBezTo>
                  <a:pt x="570283" y="63949"/>
                  <a:pt x="569395" y="62291"/>
                  <a:pt x="568159" y="60965"/>
                </a:cubicBezTo>
                <a:cubicBezTo>
                  <a:pt x="566922" y="59639"/>
                  <a:pt x="565273" y="58661"/>
                  <a:pt x="563212" y="58030"/>
                </a:cubicBezTo>
                <a:cubicBezTo>
                  <a:pt x="561150" y="57398"/>
                  <a:pt x="558597" y="57082"/>
                  <a:pt x="555553" y="57082"/>
                </a:cubicBezTo>
                <a:cubicBezTo>
                  <a:pt x="551557" y="57082"/>
                  <a:pt x="547990" y="57526"/>
                  <a:pt x="544850" y="58414"/>
                </a:cubicBezTo>
                <a:cubicBezTo>
                  <a:pt x="541711" y="59302"/>
                  <a:pt x="538936" y="60285"/>
                  <a:pt x="536526" y="61363"/>
                </a:cubicBezTo>
                <a:cubicBezTo>
                  <a:pt x="534116" y="62441"/>
                  <a:pt x="532102" y="63424"/>
                  <a:pt x="530485" y="64312"/>
                </a:cubicBezTo>
                <a:cubicBezTo>
                  <a:pt x="528867" y="65200"/>
                  <a:pt x="527551" y="65644"/>
                  <a:pt x="526536" y="65644"/>
                </a:cubicBezTo>
                <a:cubicBezTo>
                  <a:pt x="525839" y="65644"/>
                  <a:pt x="525220" y="65421"/>
                  <a:pt x="524681" y="64975"/>
                </a:cubicBezTo>
                <a:cubicBezTo>
                  <a:pt x="524142" y="64529"/>
                  <a:pt x="523698" y="63892"/>
                  <a:pt x="523349" y="63064"/>
                </a:cubicBezTo>
                <a:cubicBezTo>
                  <a:pt x="523001" y="62235"/>
                  <a:pt x="522731" y="61215"/>
                  <a:pt x="522541" y="60004"/>
                </a:cubicBezTo>
                <a:cubicBezTo>
                  <a:pt x="522350" y="58791"/>
                  <a:pt x="522255" y="57453"/>
                  <a:pt x="522255" y="55988"/>
                </a:cubicBezTo>
                <a:cubicBezTo>
                  <a:pt x="522255" y="54012"/>
                  <a:pt x="522414" y="52450"/>
                  <a:pt x="522731" y="51302"/>
                </a:cubicBezTo>
                <a:cubicBezTo>
                  <a:pt x="523048" y="50155"/>
                  <a:pt x="523651" y="49119"/>
                  <a:pt x="524539" y="48196"/>
                </a:cubicBezTo>
                <a:cubicBezTo>
                  <a:pt x="525427" y="47270"/>
                  <a:pt x="526980" y="46252"/>
                  <a:pt x="529200" y="45142"/>
                </a:cubicBezTo>
                <a:cubicBezTo>
                  <a:pt x="531420" y="44032"/>
                  <a:pt x="534021" y="43002"/>
                  <a:pt x="537001" y="42050"/>
                </a:cubicBezTo>
                <a:cubicBezTo>
                  <a:pt x="539982" y="41099"/>
                  <a:pt x="543233" y="40322"/>
                  <a:pt x="546753" y="39720"/>
                </a:cubicBezTo>
                <a:cubicBezTo>
                  <a:pt x="550273" y="39117"/>
                  <a:pt x="553904" y="38816"/>
                  <a:pt x="557646" y="38816"/>
                </a:cubicBezTo>
                <a:cubicBezTo>
                  <a:pt x="564306" y="38816"/>
                  <a:pt x="569998" y="39467"/>
                  <a:pt x="574723" y="40769"/>
                </a:cubicBezTo>
                <a:cubicBezTo>
                  <a:pt x="579448" y="42069"/>
                  <a:pt x="583333" y="44069"/>
                  <a:pt x="586377" y="46769"/>
                </a:cubicBezTo>
                <a:cubicBezTo>
                  <a:pt x="589422" y="49466"/>
                  <a:pt x="591642" y="52942"/>
                  <a:pt x="593037" y="57195"/>
                </a:cubicBezTo>
                <a:cubicBezTo>
                  <a:pt x="594432" y="61448"/>
                  <a:pt x="595130" y="66495"/>
                  <a:pt x="595130" y="72336"/>
                </a:cubicBezTo>
                <a:lnTo>
                  <a:pt x="595130" y="129478"/>
                </a:lnTo>
                <a:moveTo>
                  <a:pt x="571631" y="93044"/>
                </a:moveTo>
                <a:lnTo>
                  <a:pt x="562498" y="93044"/>
                </a:lnTo>
                <a:cubicBezTo>
                  <a:pt x="558629" y="93044"/>
                  <a:pt x="555331" y="93331"/>
                  <a:pt x="552604" y="93906"/>
                </a:cubicBezTo>
                <a:cubicBezTo>
                  <a:pt x="549877" y="94480"/>
                  <a:pt x="547657" y="95344"/>
                  <a:pt x="545944" y="96495"/>
                </a:cubicBezTo>
                <a:cubicBezTo>
                  <a:pt x="544232" y="97645"/>
                  <a:pt x="542979" y="99035"/>
                  <a:pt x="542186" y="100666"/>
                </a:cubicBezTo>
                <a:cubicBezTo>
                  <a:pt x="541394" y="102296"/>
                  <a:pt x="540997" y="104165"/>
                  <a:pt x="540997" y="106273"/>
                </a:cubicBezTo>
                <a:cubicBezTo>
                  <a:pt x="540997" y="109853"/>
                  <a:pt x="542123" y="112665"/>
                  <a:pt x="544375" y="114711"/>
                </a:cubicBezTo>
                <a:cubicBezTo>
                  <a:pt x="546626" y="116756"/>
                  <a:pt x="549750" y="117779"/>
                  <a:pt x="553745" y="117779"/>
                </a:cubicBezTo>
                <a:cubicBezTo>
                  <a:pt x="557107" y="117779"/>
                  <a:pt x="560199" y="116917"/>
                  <a:pt x="563021" y="115193"/>
                </a:cubicBezTo>
                <a:cubicBezTo>
                  <a:pt x="565844" y="113466"/>
                  <a:pt x="568714" y="110941"/>
                  <a:pt x="571631" y="107617"/>
                </a:cubicBezTo>
                <a:lnTo>
                  <a:pt x="571631" y="93044"/>
                </a:lnTo>
                <a:close/>
                <a:moveTo>
                  <a:pt x="670478" y="120758"/>
                </a:moveTo>
                <a:cubicBezTo>
                  <a:pt x="670478" y="123563"/>
                  <a:pt x="670304" y="125714"/>
                  <a:pt x="669955" y="127212"/>
                </a:cubicBezTo>
                <a:cubicBezTo>
                  <a:pt x="669606" y="128709"/>
                  <a:pt x="669146" y="129760"/>
                  <a:pt x="668575" y="130367"/>
                </a:cubicBezTo>
                <a:cubicBezTo>
                  <a:pt x="668005" y="130971"/>
                  <a:pt x="667164" y="131512"/>
                  <a:pt x="666054" y="131990"/>
                </a:cubicBezTo>
                <a:cubicBezTo>
                  <a:pt x="664944" y="132468"/>
                  <a:pt x="663644" y="132882"/>
                  <a:pt x="662154" y="133233"/>
                </a:cubicBezTo>
                <a:cubicBezTo>
                  <a:pt x="660663" y="133584"/>
                  <a:pt x="659046" y="133854"/>
                  <a:pt x="657302" y="134044"/>
                </a:cubicBezTo>
                <a:cubicBezTo>
                  <a:pt x="655558" y="134237"/>
                  <a:pt x="653797" y="134333"/>
                  <a:pt x="652022" y="134333"/>
                </a:cubicBezTo>
                <a:cubicBezTo>
                  <a:pt x="647265" y="134333"/>
                  <a:pt x="643142" y="133730"/>
                  <a:pt x="639654" y="132525"/>
                </a:cubicBezTo>
                <a:cubicBezTo>
                  <a:pt x="636166" y="131320"/>
                  <a:pt x="633280" y="129465"/>
                  <a:pt x="630996" y="126960"/>
                </a:cubicBezTo>
                <a:cubicBezTo>
                  <a:pt x="628713" y="124454"/>
                  <a:pt x="627032" y="121299"/>
                  <a:pt x="625954" y="117494"/>
                </a:cubicBezTo>
                <a:cubicBezTo>
                  <a:pt x="624876" y="113688"/>
                  <a:pt x="624337" y="109185"/>
                  <a:pt x="624337" y="103984"/>
                </a:cubicBezTo>
                <a:lnTo>
                  <a:pt x="624337" y="60507"/>
                </a:lnTo>
                <a:lnTo>
                  <a:pt x="614157" y="60507"/>
                </a:lnTo>
                <a:cubicBezTo>
                  <a:pt x="612952" y="60507"/>
                  <a:pt x="612033" y="59762"/>
                  <a:pt x="611398" y="58271"/>
                </a:cubicBezTo>
                <a:cubicBezTo>
                  <a:pt x="610764" y="56781"/>
                  <a:pt x="610447" y="54291"/>
                  <a:pt x="610447" y="50803"/>
                </a:cubicBezTo>
                <a:cubicBezTo>
                  <a:pt x="610447" y="48964"/>
                  <a:pt x="610526" y="47410"/>
                  <a:pt x="610685" y="46141"/>
                </a:cubicBezTo>
                <a:cubicBezTo>
                  <a:pt x="610843" y="44873"/>
                  <a:pt x="611081" y="43874"/>
                  <a:pt x="611398" y="43144"/>
                </a:cubicBezTo>
                <a:cubicBezTo>
                  <a:pt x="611715" y="42415"/>
                  <a:pt x="612112" y="41892"/>
                  <a:pt x="612588" y="41575"/>
                </a:cubicBezTo>
                <a:cubicBezTo>
                  <a:pt x="613063" y="41258"/>
                  <a:pt x="613618" y="41099"/>
                  <a:pt x="614252" y="41099"/>
                </a:cubicBezTo>
                <a:lnTo>
                  <a:pt x="624337" y="41099"/>
                </a:lnTo>
                <a:lnTo>
                  <a:pt x="624337" y="22090"/>
                </a:lnTo>
                <a:cubicBezTo>
                  <a:pt x="624337" y="21451"/>
                  <a:pt x="624511" y="20878"/>
                  <a:pt x="624860" y="20368"/>
                </a:cubicBezTo>
                <a:cubicBezTo>
                  <a:pt x="625209" y="19859"/>
                  <a:pt x="625843" y="19430"/>
                  <a:pt x="626763" y="19081"/>
                </a:cubicBezTo>
                <a:cubicBezTo>
                  <a:pt x="627683" y="18730"/>
                  <a:pt x="628919" y="18475"/>
                  <a:pt x="630473" y="18317"/>
                </a:cubicBezTo>
                <a:cubicBezTo>
                  <a:pt x="632027" y="18156"/>
                  <a:pt x="633946" y="18076"/>
                  <a:pt x="636229" y="18076"/>
                </a:cubicBezTo>
                <a:cubicBezTo>
                  <a:pt x="638576" y="18076"/>
                  <a:pt x="640526" y="18156"/>
                  <a:pt x="642080" y="18317"/>
                </a:cubicBezTo>
                <a:cubicBezTo>
                  <a:pt x="643634" y="18475"/>
                  <a:pt x="644855" y="18730"/>
                  <a:pt x="645743" y="19081"/>
                </a:cubicBezTo>
                <a:cubicBezTo>
                  <a:pt x="646631" y="19430"/>
                  <a:pt x="647265" y="19859"/>
                  <a:pt x="647645" y="20368"/>
                </a:cubicBezTo>
                <a:cubicBezTo>
                  <a:pt x="648026" y="20878"/>
                  <a:pt x="648216" y="21451"/>
                  <a:pt x="648216" y="22090"/>
                </a:cubicBezTo>
                <a:lnTo>
                  <a:pt x="648216" y="41099"/>
                </a:lnTo>
                <a:lnTo>
                  <a:pt x="666673" y="41099"/>
                </a:lnTo>
                <a:cubicBezTo>
                  <a:pt x="667307" y="41099"/>
                  <a:pt x="667862" y="41258"/>
                  <a:pt x="668338" y="41575"/>
                </a:cubicBezTo>
                <a:cubicBezTo>
                  <a:pt x="668813" y="41892"/>
                  <a:pt x="669210" y="42415"/>
                  <a:pt x="669527" y="43144"/>
                </a:cubicBezTo>
                <a:cubicBezTo>
                  <a:pt x="669844" y="43874"/>
                  <a:pt x="670082" y="44873"/>
                  <a:pt x="670240" y="46141"/>
                </a:cubicBezTo>
                <a:cubicBezTo>
                  <a:pt x="670399" y="47410"/>
                  <a:pt x="670478" y="48964"/>
                  <a:pt x="670478" y="50803"/>
                </a:cubicBezTo>
                <a:cubicBezTo>
                  <a:pt x="670478" y="54291"/>
                  <a:pt x="670161" y="56781"/>
                  <a:pt x="669527" y="58271"/>
                </a:cubicBezTo>
                <a:cubicBezTo>
                  <a:pt x="668892" y="59762"/>
                  <a:pt x="667973" y="60507"/>
                  <a:pt x="666768" y="60507"/>
                </a:cubicBezTo>
                <a:lnTo>
                  <a:pt x="648216" y="60507"/>
                </a:lnTo>
                <a:lnTo>
                  <a:pt x="648216" y="100298"/>
                </a:lnTo>
                <a:cubicBezTo>
                  <a:pt x="648216" y="104920"/>
                  <a:pt x="648946" y="108386"/>
                  <a:pt x="650404" y="110697"/>
                </a:cubicBezTo>
                <a:cubicBezTo>
                  <a:pt x="651863" y="113008"/>
                  <a:pt x="654463" y="114164"/>
                  <a:pt x="658205" y="114164"/>
                </a:cubicBezTo>
                <a:cubicBezTo>
                  <a:pt x="659474" y="114164"/>
                  <a:pt x="660616" y="114053"/>
                  <a:pt x="661630" y="113831"/>
                </a:cubicBezTo>
                <a:cubicBezTo>
                  <a:pt x="662645" y="113609"/>
                  <a:pt x="663549" y="113355"/>
                  <a:pt x="664342" y="113070"/>
                </a:cubicBezTo>
                <a:cubicBezTo>
                  <a:pt x="665135" y="112784"/>
                  <a:pt x="665801" y="112531"/>
                  <a:pt x="666340" y="112309"/>
                </a:cubicBezTo>
                <a:cubicBezTo>
                  <a:pt x="666879" y="112087"/>
                  <a:pt x="667370" y="111976"/>
                  <a:pt x="667814" y="111976"/>
                </a:cubicBezTo>
                <a:cubicBezTo>
                  <a:pt x="668195" y="111976"/>
                  <a:pt x="668560" y="112087"/>
                  <a:pt x="668908" y="112309"/>
                </a:cubicBezTo>
                <a:cubicBezTo>
                  <a:pt x="669257" y="112531"/>
                  <a:pt x="669527" y="112976"/>
                  <a:pt x="669717" y="113644"/>
                </a:cubicBezTo>
                <a:cubicBezTo>
                  <a:pt x="669907" y="114310"/>
                  <a:pt x="670082" y="115216"/>
                  <a:pt x="670240" y="116364"/>
                </a:cubicBezTo>
                <a:cubicBezTo>
                  <a:pt x="670399" y="117509"/>
                  <a:pt x="670478" y="118974"/>
                  <a:pt x="670478" y="120758"/>
                </a:cubicBezTo>
                <a:close/>
                <a:moveTo>
                  <a:pt x="711050" y="129195"/>
                </a:moveTo>
                <a:cubicBezTo>
                  <a:pt x="711050" y="129830"/>
                  <a:pt x="710860" y="130385"/>
                  <a:pt x="710480" y="130860"/>
                </a:cubicBezTo>
                <a:cubicBezTo>
                  <a:pt x="710099" y="131336"/>
                  <a:pt x="709449" y="131732"/>
                  <a:pt x="708529" y="132050"/>
                </a:cubicBezTo>
                <a:cubicBezTo>
                  <a:pt x="707610" y="132367"/>
                  <a:pt x="706389" y="132604"/>
                  <a:pt x="704867" y="132763"/>
                </a:cubicBezTo>
                <a:cubicBezTo>
                  <a:pt x="703344" y="132922"/>
                  <a:pt x="701410" y="133001"/>
                  <a:pt x="699063" y="133001"/>
                </a:cubicBezTo>
                <a:cubicBezTo>
                  <a:pt x="696717" y="133001"/>
                  <a:pt x="694782" y="132922"/>
                  <a:pt x="693260" y="132763"/>
                </a:cubicBezTo>
                <a:cubicBezTo>
                  <a:pt x="691738" y="132604"/>
                  <a:pt x="690517" y="132367"/>
                  <a:pt x="689597" y="132050"/>
                </a:cubicBezTo>
                <a:cubicBezTo>
                  <a:pt x="688677" y="131732"/>
                  <a:pt x="688027" y="131336"/>
                  <a:pt x="687647" y="130860"/>
                </a:cubicBezTo>
                <a:cubicBezTo>
                  <a:pt x="687266" y="130385"/>
                  <a:pt x="687076" y="129830"/>
                  <a:pt x="687076" y="129195"/>
                </a:cubicBezTo>
                <a:lnTo>
                  <a:pt x="687076" y="44524"/>
                </a:lnTo>
                <a:cubicBezTo>
                  <a:pt x="687076" y="43890"/>
                  <a:pt x="687266" y="43335"/>
                  <a:pt x="687647" y="42859"/>
                </a:cubicBezTo>
                <a:cubicBezTo>
                  <a:pt x="688027" y="42383"/>
                  <a:pt x="688677" y="41971"/>
                  <a:pt x="689597" y="41622"/>
                </a:cubicBezTo>
                <a:cubicBezTo>
                  <a:pt x="690517" y="41273"/>
                  <a:pt x="691738" y="41004"/>
                  <a:pt x="693260" y="40814"/>
                </a:cubicBezTo>
                <a:cubicBezTo>
                  <a:pt x="694782" y="40623"/>
                  <a:pt x="696717" y="40528"/>
                  <a:pt x="699063" y="40528"/>
                </a:cubicBezTo>
                <a:cubicBezTo>
                  <a:pt x="701410" y="40528"/>
                  <a:pt x="703344" y="40623"/>
                  <a:pt x="704867" y="40814"/>
                </a:cubicBezTo>
                <a:cubicBezTo>
                  <a:pt x="706389" y="41004"/>
                  <a:pt x="707610" y="41273"/>
                  <a:pt x="708529" y="41622"/>
                </a:cubicBezTo>
                <a:cubicBezTo>
                  <a:pt x="709449" y="41971"/>
                  <a:pt x="710099" y="42383"/>
                  <a:pt x="710480" y="42859"/>
                </a:cubicBezTo>
                <a:cubicBezTo>
                  <a:pt x="710860" y="43335"/>
                  <a:pt x="711050" y="43890"/>
                  <a:pt x="711050" y="44524"/>
                </a:cubicBezTo>
                <a:lnTo>
                  <a:pt x="711050" y="129195"/>
                </a:lnTo>
                <a:moveTo>
                  <a:pt x="712858" y="15602"/>
                </a:moveTo>
                <a:cubicBezTo>
                  <a:pt x="712858" y="20423"/>
                  <a:pt x="711875" y="23752"/>
                  <a:pt x="709909" y="25592"/>
                </a:cubicBezTo>
                <a:cubicBezTo>
                  <a:pt x="707943" y="27431"/>
                  <a:pt x="704296" y="28351"/>
                  <a:pt x="698968" y="28351"/>
                </a:cubicBezTo>
                <a:cubicBezTo>
                  <a:pt x="693577" y="28351"/>
                  <a:pt x="689946" y="27463"/>
                  <a:pt x="688075" y="25687"/>
                </a:cubicBezTo>
                <a:cubicBezTo>
                  <a:pt x="686204" y="23911"/>
                  <a:pt x="685268" y="20708"/>
                  <a:pt x="685268" y="16078"/>
                </a:cubicBezTo>
                <a:cubicBezTo>
                  <a:pt x="685268" y="11258"/>
                  <a:pt x="686236" y="7912"/>
                  <a:pt x="688170" y="6041"/>
                </a:cubicBezTo>
                <a:cubicBezTo>
                  <a:pt x="690105" y="4170"/>
                  <a:pt x="693767" y="3235"/>
                  <a:pt x="699158" y="3235"/>
                </a:cubicBezTo>
                <a:cubicBezTo>
                  <a:pt x="704486" y="3235"/>
                  <a:pt x="708101" y="4138"/>
                  <a:pt x="710004" y="5946"/>
                </a:cubicBezTo>
                <a:cubicBezTo>
                  <a:pt x="711907" y="7754"/>
                  <a:pt x="712858" y="10972"/>
                  <a:pt x="712858" y="15602"/>
                </a:cubicBezTo>
                <a:close/>
                <a:moveTo>
                  <a:pt x="821404" y="85905"/>
                </a:moveTo>
                <a:cubicBezTo>
                  <a:pt x="821404" y="93152"/>
                  <a:pt x="820453" y="99762"/>
                  <a:pt x="818550" y="105735"/>
                </a:cubicBezTo>
                <a:cubicBezTo>
                  <a:pt x="816647" y="111709"/>
                  <a:pt x="813762" y="116856"/>
                  <a:pt x="809893" y="121177"/>
                </a:cubicBezTo>
                <a:cubicBezTo>
                  <a:pt x="806024" y="125498"/>
                  <a:pt x="801172" y="128835"/>
                  <a:pt x="795337" y="131187"/>
                </a:cubicBezTo>
                <a:cubicBezTo>
                  <a:pt x="789502" y="133538"/>
                  <a:pt x="782684" y="134713"/>
                  <a:pt x="774882" y="134713"/>
                </a:cubicBezTo>
                <a:cubicBezTo>
                  <a:pt x="767335" y="134713"/>
                  <a:pt x="760770" y="133665"/>
                  <a:pt x="755189" y="131568"/>
                </a:cubicBezTo>
                <a:cubicBezTo>
                  <a:pt x="749608" y="129471"/>
                  <a:pt x="744978" y="126421"/>
                  <a:pt x="741299" y="122417"/>
                </a:cubicBezTo>
                <a:cubicBezTo>
                  <a:pt x="737621" y="118413"/>
                  <a:pt x="734893" y="113488"/>
                  <a:pt x="733117" y="107641"/>
                </a:cubicBezTo>
                <a:cubicBezTo>
                  <a:pt x="731342" y="101794"/>
                  <a:pt x="730454" y="95122"/>
                  <a:pt x="730454" y="87624"/>
                </a:cubicBezTo>
                <a:cubicBezTo>
                  <a:pt x="730454" y="80377"/>
                  <a:pt x="731421" y="73752"/>
                  <a:pt x="733355" y="67746"/>
                </a:cubicBezTo>
                <a:cubicBezTo>
                  <a:pt x="735290" y="61741"/>
                  <a:pt x="738191" y="56593"/>
                  <a:pt x="742060" y="52304"/>
                </a:cubicBezTo>
                <a:cubicBezTo>
                  <a:pt x="745929" y="48015"/>
                  <a:pt x="750765" y="44695"/>
                  <a:pt x="756569" y="42345"/>
                </a:cubicBezTo>
                <a:cubicBezTo>
                  <a:pt x="762372" y="39992"/>
                  <a:pt x="769174" y="38816"/>
                  <a:pt x="776975" y="38816"/>
                </a:cubicBezTo>
                <a:cubicBezTo>
                  <a:pt x="784586" y="38816"/>
                  <a:pt x="791182" y="39848"/>
                  <a:pt x="796764" y="41914"/>
                </a:cubicBezTo>
                <a:cubicBezTo>
                  <a:pt x="802345" y="43979"/>
                  <a:pt x="806959" y="47013"/>
                  <a:pt x="810606" y="51017"/>
                </a:cubicBezTo>
                <a:cubicBezTo>
                  <a:pt x="814253" y="55021"/>
                  <a:pt x="816964" y="59946"/>
                  <a:pt x="818740" y="65793"/>
                </a:cubicBezTo>
                <a:cubicBezTo>
                  <a:pt x="820516" y="71640"/>
                  <a:pt x="821404" y="78344"/>
                  <a:pt x="821404" y="85905"/>
                </a:cubicBezTo>
                <a:moveTo>
                  <a:pt x="796764" y="86860"/>
                </a:moveTo>
                <a:cubicBezTo>
                  <a:pt x="796764" y="82674"/>
                  <a:pt x="796431" y="78821"/>
                  <a:pt x="795765" y="75301"/>
                </a:cubicBezTo>
                <a:cubicBezTo>
                  <a:pt x="795099" y="71781"/>
                  <a:pt x="793973" y="68720"/>
                  <a:pt x="792387" y="66120"/>
                </a:cubicBezTo>
                <a:cubicBezTo>
                  <a:pt x="790802" y="63519"/>
                  <a:pt x="788693" y="61490"/>
                  <a:pt x="786061" y="60031"/>
                </a:cubicBezTo>
                <a:cubicBezTo>
                  <a:pt x="783429" y="58572"/>
                  <a:pt x="780115" y="57843"/>
                  <a:pt x="776119" y="57843"/>
                </a:cubicBezTo>
                <a:cubicBezTo>
                  <a:pt x="772567" y="57843"/>
                  <a:pt x="769460" y="58493"/>
                  <a:pt x="766796" y="59793"/>
                </a:cubicBezTo>
                <a:cubicBezTo>
                  <a:pt x="764132" y="61094"/>
                  <a:pt x="761944" y="62996"/>
                  <a:pt x="760231" y="65502"/>
                </a:cubicBezTo>
                <a:cubicBezTo>
                  <a:pt x="758519" y="68007"/>
                  <a:pt x="757235" y="71019"/>
                  <a:pt x="756378" y="74539"/>
                </a:cubicBezTo>
                <a:cubicBezTo>
                  <a:pt x="755522" y="78060"/>
                  <a:pt x="755094" y="82071"/>
                  <a:pt x="755094" y="86574"/>
                </a:cubicBezTo>
                <a:cubicBezTo>
                  <a:pt x="755094" y="90760"/>
                  <a:pt x="755443" y="94613"/>
                  <a:pt x="756140" y="98133"/>
                </a:cubicBezTo>
                <a:cubicBezTo>
                  <a:pt x="756838" y="101653"/>
                  <a:pt x="757964" y="104714"/>
                  <a:pt x="759518" y="107314"/>
                </a:cubicBezTo>
                <a:cubicBezTo>
                  <a:pt x="761072" y="109914"/>
                  <a:pt x="763181" y="111928"/>
                  <a:pt x="765844" y="113355"/>
                </a:cubicBezTo>
                <a:cubicBezTo>
                  <a:pt x="768508" y="114782"/>
                  <a:pt x="771806" y="115496"/>
                  <a:pt x="775739" y="115496"/>
                </a:cubicBezTo>
                <a:cubicBezTo>
                  <a:pt x="779354" y="115496"/>
                  <a:pt x="782493" y="114846"/>
                  <a:pt x="785157" y="113545"/>
                </a:cubicBezTo>
                <a:cubicBezTo>
                  <a:pt x="787821" y="112245"/>
                  <a:pt x="790009" y="110358"/>
                  <a:pt x="791722" y="107885"/>
                </a:cubicBezTo>
                <a:cubicBezTo>
                  <a:pt x="793434" y="105411"/>
                  <a:pt x="794702" y="102414"/>
                  <a:pt x="795527" y="98894"/>
                </a:cubicBezTo>
                <a:cubicBezTo>
                  <a:pt x="796352" y="95374"/>
                  <a:pt x="796764" y="91363"/>
                  <a:pt x="796764" y="86860"/>
                </a:cubicBezTo>
                <a:close/>
                <a:moveTo>
                  <a:pt x="920302" y="129192"/>
                </a:moveTo>
                <a:cubicBezTo>
                  <a:pt x="920302" y="129827"/>
                  <a:pt x="920112" y="130383"/>
                  <a:pt x="919731" y="130860"/>
                </a:cubicBezTo>
                <a:cubicBezTo>
                  <a:pt x="919351" y="131336"/>
                  <a:pt x="918716" y="131732"/>
                  <a:pt x="917828" y="132050"/>
                </a:cubicBezTo>
                <a:cubicBezTo>
                  <a:pt x="916940" y="132367"/>
                  <a:pt x="915720" y="132604"/>
                  <a:pt x="914166" y="132763"/>
                </a:cubicBezTo>
                <a:cubicBezTo>
                  <a:pt x="912612" y="132922"/>
                  <a:pt x="910693" y="133001"/>
                  <a:pt x="908410" y="133001"/>
                </a:cubicBezTo>
                <a:cubicBezTo>
                  <a:pt x="906063" y="133001"/>
                  <a:pt x="904113" y="132922"/>
                  <a:pt x="902559" y="132763"/>
                </a:cubicBezTo>
                <a:cubicBezTo>
                  <a:pt x="901005" y="132604"/>
                  <a:pt x="899784" y="132367"/>
                  <a:pt x="898896" y="132050"/>
                </a:cubicBezTo>
                <a:cubicBezTo>
                  <a:pt x="898008" y="131732"/>
                  <a:pt x="897374" y="131336"/>
                  <a:pt x="896994" y="130860"/>
                </a:cubicBezTo>
                <a:cubicBezTo>
                  <a:pt x="896613" y="130385"/>
                  <a:pt x="896423" y="129830"/>
                  <a:pt x="896423" y="129195"/>
                </a:cubicBezTo>
                <a:lnTo>
                  <a:pt x="896423" y="80771"/>
                </a:lnTo>
                <a:cubicBezTo>
                  <a:pt x="896423" y="76648"/>
                  <a:pt x="896121" y="73414"/>
                  <a:pt x="895519" y="71067"/>
                </a:cubicBezTo>
                <a:cubicBezTo>
                  <a:pt x="894916" y="68720"/>
                  <a:pt x="894044" y="66707"/>
                  <a:pt x="892903" y="65026"/>
                </a:cubicBezTo>
                <a:cubicBezTo>
                  <a:pt x="891761" y="63345"/>
                  <a:pt x="890286" y="62045"/>
                  <a:pt x="888479" y="61125"/>
                </a:cubicBezTo>
                <a:cubicBezTo>
                  <a:pt x="886671" y="60206"/>
                  <a:pt x="884562" y="59746"/>
                  <a:pt x="882152" y="59746"/>
                </a:cubicBezTo>
                <a:cubicBezTo>
                  <a:pt x="879108" y="59746"/>
                  <a:pt x="876032" y="60856"/>
                  <a:pt x="872924" y="63076"/>
                </a:cubicBezTo>
                <a:cubicBezTo>
                  <a:pt x="869816" y="65295"/>
                  <a:pt x="866582" y="68530"/>
                  <a:pt x="863220" y="72779"/>
                </a:cubicBezTo>
                <a:lnTo>
                  <a:pt x="863220" y="129195"/>
                </a:lnTo>
                <a:cubicBezTo>
                  <a:pt x="863220" y="129830"/>
                  <a:pt x="863030" y="130385"/>
                  <a:pt x="862649" y="130860"/>
                </a:cubicBezTo>
                <a:cubicBezTo>
                  <a:pt x="862269" y="131336"/>
                  <a:pt x="861619" y="131732"/>
                  <a:pt x="860699" y="132050"/>
                </a:cubicBezTo>
                <a:cubicBezTo>
                  <a:pt x="859779" y="132367"/>
                  <a:pt x="858558" y="132604"/>
                  <a:pt x="857036" y="132763"/>
                </a:cubicBezTo>
                <a:cubicBezTo>
                  <a:pt x="855514" y="132922"/>
                  <a:pt x="853580" y="133001"/>
                  <a:pt x="851233" y="133001"/>
                </a:cubicBezTo>
                <a:cubicBezTo>
                  <a:pt x="848886" y="133001"/>
                  <a:pt x="846952" y="132922"/>
                  <a:pt x="845430" y="132763"/>
                </a:cubicBezTo>
                <a:cubicBezTo>
                  <a:pt x="843907" y="132604"/>
                  <a:pt x="842686" y="132367"/>
                  <a:pt x="841767" y="132050"/>
                </a:cubicBezTo>
                <a:cubicBezTo>
                  <a:pt x="840847" y="131732"/>
                  <a:pt x="840197" y="131336"/>
                  <a:pt x="839816" y="130860"/>
                </a:cubicBezTo>
                <a:cubicBezTo>
                  <a:pt x="839436" y="130385"/>
                  <a:pt x="839246" y="129830"/>
                  <a:pt x="839246" y="129195"/>
                </a:cubicBezTo>
                <a:lnTo>
                  <a:pt x="839246" y="44334"/>
                </a:lnTo>
                <a:cubicBezTo>
                  <a:pt x="839246" y="43699"/>
                  <a:pt x="839404" y="43144"/>
                  <a:pt x="839721" y="42669"/>
                </a:cubicBezTo>
                <a:cubicBezTo>
                  <a:pt x="840038" y="42193"/>
                  <a:pt x="840609" y="41797"/>
                  <a:pt x="841434" y="41480"/>
                </a:cubicBezTo>
                <a:cubicBezTo>
                  <a:pt x="842258" y="41162"/>
                  <a:pt x="843321" y="40925"/>
                  <a:pt x="844621" y="40766"/>
                </a:cubicBezTo>
                <a:cubicBezTo>
                  <a:pt x="845921" y="40607"/>
                  <a:pt x="847554" y="40528"/>
                  <a:pt x="849520" y="40528"/>
                </a:cubicBezTo>
                <a:cubicBezTo>
                  <a:pt x="851550" y="40528"/>
                  <a:pt x="853231" y="40607"/>
                  <a:pt x="854563" y="40766"/>
                </a:cubicBezTo>
                <a:cubicBezTo>
                  <a:pt x="855895" y="40925"/>
                  <a:pt x="856925" y="41162"/>
                  <a:pt x="857655" y="41480"/>
                </a:cubicBezTo>
                <a:cubicBezTo>
                  <a:pt x="858384" y="41797"/>
                  <a:pt x="858907" y="42193"/>
                  <a:pt x="859224" y="42669"/>
                </a:cubicBezTo>
                <a:cubicBezTo>
                  <a:pt x="859541" y="43144"/>
                  <a:pt x="859700" y="43699"/>
                  <a:pt x="859700" y="44334"/>
                </a:cubicBezTo>
                <a:lnTo>
                  <a:pt x="859700" y="54133"/>
                </a:lnTo>
                <a:cubicBezTo>
                  <a:pt x="864393" y="49027"/>
                  <a:pt x="869166" y="45198"/>
                  <a:pt x="874018" y="42645"/>
                </a:cubicBezTo>
                <a:cubicBezTo>
                  <a:pt x="878870" y="40092"/>
                  <a:pt x="883928" y="38816"/>
                  <a:pt x="889192" y="38816"/>
                </a:cubicBezTo>
                <a:cubicBezTo>
                  <a:pt x="894964" y="38816"/>
                  <a:pt x="899832" y="39768"/>
                  <a:pt x="903796" y="41673"/>
                </a:cubicBezTo>
                <a:cubicBezTo>
                  <a:pt x="907760" y="43577"/>
                  <a:pt x="910963" y="46165"/>
                  <a:pt x="913405" y="49435"/>
                </a:cubicBezTo>
                <a:cubicBezTo>
                  <a:pt x="915846" y="52704"/>
                  <a:pt x="917606" y="56529"/>
                  <a:pt x="918685" y="60911"/>
                </a:cubicBezTo>
                <a:cubicBezTo>
                  <a:pt x="919763" y="65291"/>
                  <a:pt x="920302" y="70561"/>
                  <a:pt x="920302" y="76719"/>
                </a:cubicBezTo>
                <a:lnTo>
                  <a:pt x="920302" y="1291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5209501bf4a9e"/>
          <a:stretch xmlns:a="http://schemas.openxmlformats.org/drawingml/2006/main"/>
        </p:blipFill>
        <p:spPr>
          <a:xfrm xmlns:a="http://schemas.openxmlformats.org/drawingml/2006/main">
            <a:off x="1891831" y="662106"/>
            <a:ext cx="1605754" cy="1605754"/>
          </a:xfrm>
          <a:prstGeom xmlns:a="http://schemas.openxmlformats.org/drawingml/2006/main" prst="rect">
            <a:avLst/>
          </a:prstGeom>
        </p:spPr>
      </p:pic>
      <p:pic>
        <p:nvPicPr>
          <p:cNvPr id="4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1ee9cdd9a4b7c"/>
          <a:stretch xmlns:a="http://schemas.openxmlformats.org/drawingml/2006/main"/>
        </p:blipFill>
        <p:spPr>
          <a:xfrm xmlns:a="http://schemas.openxmlformats.org/drawingml/2006/main">
            <a:off x="12043363" y="1927167"/>
            <a:ext cx="1149572" cy="1149572"/>
          </a:xfrm>
          <a:prstGeom xmlns:a="http://schemas.openxmlformats.org/drawingml/2006/main" prst="rect">
            <a:avLst/>
          </a:prstGeom>
        </p:spPr>
      </p:pic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190F5-A227-466F-ABE8-99C91853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421" y="649939"/>
            <a:ext cx="1070503" cy="1617921"/>
          </a:xfrm>
          <a:custGeom xmlns:a="http://schemas.openxmlformats.org/drawingml/2006/main">
            <a:pathLst>
              <a:path w="1070503" h="1617921">
                <a:moveTo>
                  <a:pt x="0" y="1617921"/>
                </a:moveTo>
                <a:lnTo>
                  <a:pt x="0" y="0"/>
                </a:lnTo>
                <a:lnTo>
                  <a:pt x="1070503" y="0"/>
                </a:lnTo>
                <a:lnTo>
                  <a:pt x="1070503" y="1617921"/>
                </a:lnTo>
                <a:lnTo>
                  <a:pt x="0" y="1617921"/>
                </a:lnTo>
                <a:close/>
              </a:path>
            </a:pathLst>
          </a:custGeom>
          <a:solidFill xmlns:a="http://schemas.openxmlformats.org/drawingml/2006/main">
            <a:srgbClr val="E8E8E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1x1(7,8,0)">
            <a:extLst xmlns:a="http://schemas.openxmlformats.org/drawingml/2006/main">
              <a:ext uri="{FF2B5EF4-FFF2-40B4-BE49-F238E27FC236}">
                <a16:creationId xmlns:a16="http://schemas.microsoft.com/office/drawing/2014/main" id="{6AFFB5C8-950C-40E3-B912-1F2FDFB2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71" y="913995"/>
            <a:ext cx="674937" cy="141612"/>
          </a:xfrm>
          <a:custGeom xmlns:a="http://schemas.openxmlformats.org/drawingml/2006/main">
            <a:pathLst>
              <a:path w="674937" h="141612">
                <a:moveTo>
                  <a:pt x="60382" y="108414"/>
                </a:moveTo>
                <a:cubicBezTo>
                  <a:pt x="60382" y="109430"/>
                  <a:pt x="60301" y="110285"/>
                  <a:pt x="60141" y="110980"/>
                </a:cubicBezTo>
                <a:cubicBezTo>
                  <a:pt x="59981" y="111675"/>
                  <a:pt x="59767" y="112236"/>
                  <a:pt x="59499" y="112664"/>
                </a:cubicBezTo>
                <a:cubicBezTo>
                  <a:pt x="59232" y="113092"/>
                  <a:pt x="58925" y="113399"/>
                  <a:pt x="58577" y="113586"/>
                </a:cubicBezTo>
                <a:cubicBezTo>
                  <a:pt x="58230" y="113773"/>
                  <a:pt x="57869" y="113867"/>
                  <a:pt x="57495" y="113867"/>
                </a:cubicBezTo>
                <a:lnTo>
                  <a:pt x="3288" y="113867"/>
                </a:lnTo>
                <a:cubicBezTo>
                  <a:pt x="2913" y="113867"/>
                  <a:pt x="2566" y="113773"/>
                  <a:pt x="2245" y="113586"/>
                </a:cubicBezTo>
                <a:cubicBezTo>
                  <a:pt x="1925" y="113399"/>
                  <a:pt x="1617" y="113092"/>
                  <a:pt x="1323" y="112664"/>
                </a:cubicBezTo>
                <a:cubicBezTo>
                  <a:pt x="1029" y="112236"/>
                  <a:pt x="802" y="111675"/>
                  <a:pt x="642" y="110980"/>
                </a:cubicBezTo>
                <a:cubicBezTo>
                  <a:pt x="481" y="110285"/>
                  <a:pt x="401" y="109430"/>
                  <a:pt x="401" y="108414"/>
                </a:cubicBezTo>
                <a:cubicBezTo>
                  <a:pt x="401" y="107452"/>
                  <a:pt x="481" y="106623"/>
                  <a:pt x="642" y="105928"/>
                </a:cubicBezTo>
                <a:cubicBezTo>
                  <a:pt x="802" y="105233"/>
                  <a:pt x="1002" y="104659"/>
                  <a:pt x="1243" y="104204"/>
                </a:cubicBezTo>
                <a:cubicBezTo>
                  <a:pt x="1483" y="103750"/>
                  <a:pt x="1777" y="103402"/>
                  <a:pt x="2125" y="103162"/>
                </a:cubicBezTo>
                <a:cubicBezTo>
                  <a:pt x="2472" y="102921"/>
                  <a:pt x="2860" y="102801"/>
                  <a:pt x="3288" y="102801"/>
                </a:cubicBezTo>
                <a:lnTo>
                  <a:pt x="24938" y="102801"/>
                </a:lnTo>
                <a:lnTo>
                  <a:pt x="24938" y="23816"/>
                </a:lnTo>
                <a:lnTo>
                  <a:pt x="4891" y="35844"/>
                </a:lnTo>
                <a:cubicBezTo>
                  <a:pt x="3876" y="36379"/>
                  <a:pt x="3061" y="36699"/>
                  <a:pt x="2446" y="36806"/>
                </a:cubicBezTo>
                <a:cubicBezTo>
                  <a:pt x="1831" y="36913"/>
                  <a:pt x="1336" y="36793"/>
                  <a:pt x="962" y="36445"/>
                </a:cubicBezTo>
                <a:cubicBezTo>
                  <a:pt x="588" y="36098"/>
                  <a:pt x="334" y="35522"/>
                  <a:pt x="200" y="34719"/>
                </a:cubicBezTo>
                <a:cubicBezTo>
                  <a:pt x="67" y="33914"/>
                  <a:pt x="0" y="32895"/>
                  <a:pt x="0" y="31662"/>
                </a:cubicBezTo>
                <a:cubicBezTo>
                  <a:pt x="0" y="30750"/>
                  <a:pt x="40" y="29972"/>
                  <a:pt x="120" y="29329"/>
                </a:cubicBezTo>
                <a:cubicBezTo>
                  <a:pt x="200" y="28686"/>
                  <a:pt x="321" y="28149"/>
                  <a:pt x="481" y="27720"/>
                </a:cubicBezTo>
                <a:cubicBezTo>
                  <a:pt x="642" y="27291"/>
                  <a:pt x="869" y="26916"/>
                  <a:pt x="1163" y="26595"/>
                </a:cubicBezTo>
                <a:cubicBezTo>
                  <a:pt x="1457" y="26272"/>
                  <a:pt x="1844" y="25951"/>
                  <a:pt x="2325" y="25630"/>
                </a:cubicBezTo>
                <a:lnTo>
                  <a:pt x="26221" y="10267"/>
                </a:lnTo>
                <a:cubicBezTo>
                  <a:pt x="26435" y="10106"/>
                  <a:pt x="26703" y="9973"/>
                  <a:pt x="27023" y="9866"/>
                </a:cubicBezTo>
                <a:cubicBezTo>
                  <a:pt x="27344" y="9757"/>
                  <a:pt x="27745" y="9649"/>
                  <a:pt x="28226" y="9542"/>
                </a:cubicBezTo>
                <a:cubicBezTo>
                  <a:pt x="28707" y="9435"/>
                  <a:pt x="29269" y="9369"/>
                  <a:pt x="29910" y="9342"/>
                </a:cubicBezTo>
                <a:cubicBezTo>
                  <a:pt x="30552" y="9315"/>
                  <a:pt x="31353" y="9302"/>
                  <a:pt x="32316" y="9302"/>
                </a:cubicBezTo>
                <a:cubicBezTo>
                  <a:pt x="33599" y="9302"/>
                  <a:pt x="34668" y="9355"/>
                  <a:pt x="35523" y="9462"/>
                </a:cubicBezTo>
                <a:cubicBezTo>
                  <a:pt x="36379" y="9569"/>
                  <a:pt x="37047" y="9716"/>
                  <a:pt x="37528" y="9903"/>
                </a:cubicBezTo>
                <a:cubicBezTo>
                  <a:pt x="38009" y="10090"/>
                  <a:pt x="38330" y="10332"/>
                  <a:pt x="38490" y="10627"/>
                </a:cubicBezTo>
                <a:cubicBezTo>
                  <a:pt x="38651" y="10921"/>
                  <a:pt x="38731" y="11229"/>
                  <a:pt x="38731" y="11550"/>
                </a:cubicBezTo>
                <a:lnTo>
                  <a:pt x="38731" y="102801"/>
                </a:lnTo>
                <a:lnTo>
                  <a:pt x="57495" y="102801"/>
                </a:lnTo>
                <a:cubicBezTo>
                  <a:pt x="57922" y="102801"/>
                  <a:pt x="58323" y="102921"/>
                  <a:pt x="58698" y="103162"/>
                </a:cubicBezTo>
                <a:cubicBezTo>
                  <a:pt x="59072" y="103402"/>
                  <a:pt x="59379" y="103750"/>
                  <a:pt x="59620" y="104204"/>
                </a:cubicBezTo>
                <a:cubicBezTo>
                  <a:pt x="59860" y="104659"/>
                  <a:pt x="60047" y="105233"/>
                  <a:pt x="60181" y="105928"/>
                </a:cubicBezTo>
                <a:cubicBezTo>
                  <a:pt x="60315" y="106623"/>
                  <a:pt x="60382" y="107452"/>
                  <a:pt x="60382" y="108414"/>
                </a:cubicBezTo>
                <a:close/>
                <a:moveTo>
                  <a:pt x="138073" y="110339"/>
                </a:moveTo>
                <a:cubicBezTo>
                  <a:pt x="138500" y="111087"/>
                  <a:pt x="138714" y="111715"/>
                  <a:pt x="138714" y="112223"/>
                </a:cubicBezTo>
                <a:cubicBezTo>
                  <a:pt x="138714" y="112731"/>
                  <a:pt x="138460" y="113145"/>
                  <a:pt x="137952" y="113466"/>
                </a:cubicBezTo>
                <a:cubicBezTo>
                  <a:pt x="137445" y="113787"/>
                  <a:pt x="136669" y="114014"/>
                  <a:pt x="135627" y="114148"/>
                </a:cubicBezTo>
                <a:cubicBezTo>
                  <a:pt x="134585" y="114281"/>
                  <a:pt x="133235" y="114348"/>
                  <a:pt x="131578" y="114348"/>
                </a:cubicBezTo>
                <a:cubicBezTo>
                  <a:pt x="129974" y="114348"/>
                  <a:pt x="128704" y="114308"/>
                  <a:pt x="127769" y="114228"/>
                </a:cubicBezTo>
                <a:cubicBezTo>
                  <a:pt x="126833" y="114148"/>
                  <a:pt x="126085" y="114014"/>
                  <a:pt x="125523" y="113827"/>
                </a:cubicBezTo>
                <a:cubicBezTo>
                  <a:pt x="124962" y="113640"/>
                  <a:pt x="124534" y="113399"/>
                  <a:pt x="124240" y="113105"/>
                </a:cubicBezTo>
                <a:cubicBezTo>
                  <a:pt x="123946" y="112811"/>
                  <a:pt x="123692" y="112477"/>
                  <a:pt x="123479" y="112103"/>
                </a:cubicBezTo>
                <a:lnTo>
                  <a:pt x="106158" y="83476"/>
                </a:lnTo>
                <a:lnTo>
                  <a:pt x="88918" y="112103"/>
                </a:lnTo>
                <a:cubicBezTo>
                  <a:pt x="88704" y="112477"/>
                  <a:pt x="88450" y="112811"/>
                  <a:pt x="88156" y="113105"/>
                </a:cubicBezTo>
                <a:cubicBezTo>
                  <a:pt x="87862" y="113399"/>
                  <a:pt x="87434" y="113640"/>
                  <a:pt x="86873" y="113827"/>
                </a:cubicBezTo>
                <a:cubicBezTo>
                  <a:pt x="86311" y="114014"/>
                  <a:pt x="85576" y="114148"/>
                  <a:pt x="84668" y="114228"/>
                </a:cubicBezTo>
                <a:cubicBezTo>
                  <a:pt x="83759" y="114308"/>
                  <a:pt x="82556" y="114348"/>
                  <a:pt x="81059" y="114348"/>
                </a:cubicBezTo>
                <a:cubicBezTo>
                  <a:pt x="79509" y="114348"/>
                  <a:pt x="78239" y="114281"/>
                  <a:pt x="77250" y="114148"/>
                </a:cubicBezTo>
                <a:cubicBezTo>
                  <a:pt x="76261" y="114014"/>
                  <a:pt x="75540" y="113787"/>
                  <a:pt x="75085" y="113466"/>
                </a:cubicBezTo>
                <a:cubicBezTo>
                  <a:pt x="74631" y="113145"/>
                  <a:pt x="74417" y="112731"/>
                  <a:pt x="74444" y="112223"/>
                </a:cubicBezTo>
                <a:cubicBezTo>
                  <a:pt x="74470" y="111715"/>
                  <a:pt x="74724" y="111087"/>
                  <a:pt x="75205" y="110339"/>
                </a:cubicBezTo>
                <a:lnTo>
                  <a:pt x="97658" y="75136"/>
                </a:lnTo>
                <a:lnTo>
                  <a:pt x="76408" y="41217"/>
                </a:lnTo>
                <a:cubicBezTo>
                  <a:pt x="75981" y="40468"/>
                  <a:pt x="75753" y="39840"/>
                  <a:pt x="75727" y="39332"/>
                </a:cubicBezTo>
                <a:cubicBezTo>
                  <a:pt x="75700" y="38824"/>
                  <a:pt x="75940" y="38397"/>
                  <a:pt x="76448" y="38049"/>
                </a:cubicBezTo>
                <a:cubicBezTo>
                  <a:pt x="76956" y="37702"/>
                  <a:pt x="77731" y="37474"/>
                  <a:pt x="78774" y="37368"/>
                </a:cubicBezTo>
                <a:cubicBezTo>
                  <a:pt x="79816" y="37261"/>
                  <a:pt x="81193" y="37207"/>
                  <a:pt x="82903" y="37207"/>
                </a:cubicBezTo>
                <a:cubicBezTo>
                  <a:pt x="84454" y="37207"/>
                  <a:pt x="85697" y="37247"/>
                  <a:pt x="86632" y="37327"/>
                </a:cubicBezTo>
                <a:cubicBezTo>
                  <a:pt x="87568" y="37408"/>
                  <a:pt x="88303" y="37528"/>
                  <a:pt x="88837" y="37688"/>
                </a:cubicBezTo>
                <a:cubicBezTo>
                  <a:pt x="89372" y="37849"/>
                  <a:pt x="89773" y="38063"/>
                  <a:pt x="90040" y="38330"/>
                </a:cubicBezTo>
                <a:cubicBezTo>
                  <a:pt x="90307" y="38597"/>
                  <a:pt x="90548" y="38918"/>
                  <a:pt x="90762" y="39292"/>
                </a:cubicBezTo>
                <a:lnTo>
                  <a:pt x="107200" y="66155"/>
                </a:lnTo>
                <a:lnTo>
                  <a:pt x="123880" y="39292"/>
                </a:lnTo>
                <a:cubicBezTo>
                  <a:pt x="124093" y="38971"/>
                  <a:pt x="124334" y="38677"/>
                  <a:pt x="124601" y="38410"/>
                </a:cubicBezTo>
                <a:cubicBezTo>
                  <a:pt x="124868" y="38143"/>
                  <a:pt x="125229" y="37916"/>
                  <a:pt x="125684" y="37728"/>
                </a:cubicBezTo>
                <a:cubicBezTo>
                  <a:pt x="126138" y="37541"/>
                  <a:pt x="126780" y="37408"/>
                  <a:pt x="127608" y="37327"/>
                </a:cubicBezTo>
                <a:cubicBezTo>
                  <a:pt x="128437" y="37247"/>
                  <a:pt x="129573" y="37207"/>
                  <a:pt x="131016" y="37207"/>
                </a:cubicBezTo>
                <a:cubicBezTo>
                  <a:pt x="132567" y="37207"/>
                  <a:pt x="133836" y="37261"/>
                  <a:pt x="134825" y="37368"/>
                </a:cubicBezTo>
                <a:cubicBezTo>
                  <a:pt x="135814" y="37474"/>
                  <a:pt x="136549" y="37675"/>
                  <a:pt x="137030" y="37969"/>
                </a:cubicBezTo>
                <a:cubicBezTo>
                  <a:pt x="137511" y="38263"/>
                  <a:pt x="137725" y="38677"/>
                  <a:pt x="137672" y="39212"/>
                </a:cubicBezTo>
                <a:cubicBezTo>
                  <a:pt x="137618" y="39746"/>
                  <a:pt x="137351" y="40415"/>
                  <a:pt x="136870" y="41217"/>
                </a:cubicBezTo>
                <a:lnTo>
                  <a:pt x="115781" y="74735"/>
                </a:lnTo>
                <a:lnTo>
                  <a:pt x="138073" y="110339"/>
                </a:lnTo>
                <a:close/>
                <a:moveTo>
                  <a:pt x="212290" y="108414"/>
                </a:moveTo>
                <a:cubicBezTo>
                  <a:pt x="212290" y="109430"/>
                  <a:pt x="212209" y="110285"/>
                  <a:pt x="212049" y="110980"/>
                </a:cubicBezTo>
                <a:cubicBezTo>
                  <a:pt x="211889" y="111675"/>
                  <a:pt x="211675" y="112236"/>
                  <a:pt x="211407" y="112664"/>
                </a:cubicBezTo>
                <a:cubicBezTo>
                  <a:pt x="211140" y="113092"/>
                  <a:pt x="210833" y="113399"/>
                  <a:pt x="210485" y="113586"/>
                </a:cubicBezTo>
                <a:cubicBezTo>
                  <a:pt x="210138" y="113773"/>
                  <a:pt x="209777" y="113867"/>
                  <a:pt x="209403" y="113867"/>
                </a:cubicBezTo>
                <a:lnTo>
                  <a:pt x="155196" y="113867"/>
                </a:lnTo>
                <a:cubicBezTo>
                  <a:pt x="154822" y="113867"/>
                  <a:pt x="154474" y="113773"/>
                  <a:pt x="154153" y="113586"/>
                </a:cubicBezTo>
                <a:cubicBezTo>
                  <a:pt x="153833" y="113399"/>
                  <a:pt x="153525" y="113092"/>
                  <a:pt x="153231" y="112664"/>
                </a:cubicBezTo>
                <a:cubicBezTo>
                  <a:pt x="152937" y="112236"/>
                  <a:pt x="152710" y="111675"/>
                  <a:pt x="152550" y="110980"/>
                </a:cubicBezTo>
                <a:cubicBezTo>
                  <a:pt x="152389" y="110285"/>
                  <a:pt x="152309" y="109430"/>
                  <a:pt x="152309" y="108414"/>
                </a:cubicBezTo>
                <a:cubicBezTo>
                  <a:pt x="152309" y="107452"/>
                  <a:pt x="152389" y="106623"/>
                  <a:pt x="152550" y="105928"/>
                </a:cubicBezTo>
                <a:cubicBezTo>
                  <a:pt x="152710" y="105233"/>
                  <a:pt x="152910" y="104659"/>
                  <a:pt x="153151" y="104204"/>
                </a:cubicBezTo>
                <a:cubicBezTo>
                  <a:pt x="153392" y="103750"/>
                  <a:pt x="153686" y="103402"/>
                  <a:pt x="154033" y="103162"/>
                </a:cubicBezTo>
                <a:cubicBezTo>
                  <a:pt x="154381" y="102921"/>
                  <a:pt x="154768" y="102801"/>
                  <a:pt x="155196" y="102801"/>
                </a:cubicBezTo>
                <a:lnTo>
                  <a:pt x="176846" y="102801"/>
                </a:lnTo>
                <a:lnTo>
                  <a:pt x="176846" y="23816"/>
                </a:lnTo>
                <a:lnTo>
                  <a:pt x="156800" y="35844"/>
                </a:lnTo>
                <a:cubicBezTo>
                  <a:pt x="155784" y="36379"/>
                  <a:pt x="154969" y="36699"/>
                  <a:pt x="154354" y="36806"/>
                </a:cubicBezTo>
                <a:cubicBezTo>
                  <a:pt x="153739" y="36913"/>
                  <a:pt x="153245" y="36793"/>
                  <a:pt x="152870" y="36445"/>
                </a:cubicBezTo>
                <a:cubicBezTo>
                  <a:pt x="152496" y="36098"/>
                  <a:pt x="152242" y="35522"/>
                  <a:pt x="152109" y="34719"/>
                </a:cubicBezTo>
                <a:cubicBezTo>
                  <a:pt x="151975" y="33914"/>
                  <a:pt x="151908" y="32895"/>
                  <a:pt x="151908" y="31662"/>
                </a:cubicBezTo>
                <a:cubicBezTo>
                  <a:pt x="151908" y="30750"/>
                  <a:pt x="151948" y="29972"/>
                  <a:pt x="152028" y="29329"/>
                </a:cubicBezTo>
                <a:cubicBezTo>
                  <a:pt x="152109" y="28686"/>
                  <a:pt x="152229" y="28149"/>
                  <a:pt x="152389" y="27720"/>
                </a:cubicBezTo>
                <a:cubicBezTo>
                  <a:pt x="152550" y="27291"/>
                  <a:pt x="152777" y="26916"/>
                  <a:pt x="153071" y="26595"/>
                </a:cubicBezTo>
                <a:cubicBezTo>
                  <a:pt x="153365" y="26272"/>
                  <a:pt x="153752" y="25951"/>
                  <a:pt x="154233" y="25630"/>
                </a:cubicBezTo>
                <a:lnTo>
                  <a:pt x="178129" y="10267"/>
                </a:lnTo>
                <a:cubicBezTo>
                  <a:pt x="178343" y="10106"/>
                  <a:pt x="178611" y="9973"/>
                  <a:pt x="178931" y="9866"/>
                </a:cubicBezTo>
                <a:cubicBezTo>
                  <a:pt x="179252" y="9757"/>
                  <a:pt x="179653" y="9649"/>
                  <a:pt x="180134" y="9542"/>
                </a:cubicBezTo>
                <a:cubicBezTo>
                  <a:pt x="180615" y="9435"/>
                  <a:pt x="181177" y="9369"/>
                  <a:pt x="181818" y="9342"/>
                </a:cubicBezTo>
                <a:cubicBezTo>
                  <a:pt x="182460" y="9315"/>
                  <a:pt x="183262" y="9302"/>
                  <a:pt x="184224" y="9302"/>
                </a:cubicBezTo>
                <a:cubicBezTo>
                  <a:pt x="185507" y="9302"/>
                  <a:pt x="186576" y="9355"/>
                  <a:pt x="187431" y="9462"/>
                </a:cubicBezTo>
                <a:cubicBezTo>
                  <a:pt x="188287" y="9569"/>
                  <a:pt x="188955" y="9716"/>
                  <a:pt x="189436" y="9903"/>
                </a:cubicBezTo>
                <a:cubicBezTo>
                  <a:pt x="189917" y="10090"/>
                  <a:pt x="190238" y="10332"/>
                  <a:pt x="190398" y="10627"/>
                </a:cubicBezTo>
                <a:cubicBezTo>
                  <a:pt x="190559" y="10921"/>
                  <a:pt x="190639" y="11229"/>
                  <a:pt x="190639" y="11550"/>
                </a:cubicBezTo>
                <a:lnTo>
                  <a:pt x="190639" y="102801"/>
                </a:lnTo>
                <a:lnTo>
                  <a:pt x="209403" y="102801"/>
                </a:lnTo>
                <a:cubicBezTo>
                  <a:pt x="209830" y="102801"/>
                  <a:pt x="210231" y="102921"/>
                  <a:pt x="210606" y="103162"/>
                </a:cubicBezTo>
                <a:cubicBezTo>
                  <a:pt x="210980" y="103402"/>
                  <a:pt x="211287" y="103750"/>
                  <a:pt x="211528" y="104204"/>
                </a:cubicBezTo>
                <a:cubicBezTo>
                  <a:pt x="211768" y="104659"/>
                  <a:pt x="211955" y="105233"/>
                  <a:pt x="212089" y="105928"/>
                </a:cubicBezTo>
                <a:cubicBezTo>
                  <a:pt x="212223" y="106623"/>
                  <a:pt x="212290" y="107452"/>
                  <a:pt x="212290" y="108414"/>
                </a:cubicBezTo>
                <a:close/>
                <a:moveTo>
                  <a:pt x="299175" y="3290"/>
                </a:moveTo>
                <a:cubicBezTo>
                  <a:pt x="294096" y="14049"/>
                  <a:pt x="290314" y="25088"/>
                  <a:pt x="287828" y="36408"/>
                </a:cubicBezTo>
                <a:cubicBezTo>
                  <a:pt x="285342" y="47726"/>
                  <a:pt x="284099" y="59112"/>
                  <a:pt x="284099" y="70565"/>
                </a:cubicBezTo>
                <a:cubicBezTo>
                  <a:pt x="284099" y="82072"/>
                  <a:pt x="285369" y="93472"/>
                  <a:pt x="287908" y="104766"/>
                </a:cubicBezTo>
                <a:cubicBezTo>
                  <a:pt x="290448" y="116057"/>
                  <a:pt x="294150" y="127135"/>
                  <a:pt x="299014" y="137998"/>
                </a:cubicBezTo>
                <a:cubicBezTo>
                  <a:pt x="299282" y="138642"/>
                  <a:pt x="299429" y="139190"/>
                  <a:pt x="299455" y="139645"/>
                </a:cubicBezTo>
                <a:cubicBezTo>
                  <a:pt x="299482" y="140099"/>
                  <a:pt x="299308" y="140473"/>
                  <a:pt x="298934" y="140767"/>
                </a:cubicBezTo>
                <a:cubicBezTo>
                  <a:pt x="298560" y="141063"/>
                  <a:pt x="297985" y="141278"/>
                  <a:pt x="297210" y="141411"/>
                </a:cubicBezTo>
                <a:cubicBezTo>
                  <a:pt x="296435" y="141545"/>
                  <a:pt x="295379" y="141612"/>
                  <a:pt x="294043" y="141612"/>
                </a:cubicBezTo>
                <a:cubicBezTo>
                  <a:pt x="293080" y="141612"/>
                  <a:pt x="292252" y="141585"/>
                  <a:pt x="291557" y="141532"/>
                </a:cubicBezTo>
                <a:cubicBezTo>
                  <a:pt x="290862" y="141478"/>
                  <a:pt x="290260" y="141371"/>
                  <a:pt x="289753" y="141211"/>
                </a:cubicBezTo>
                <a:cubicBezTo>
                  <a:pt x="289245" y="141051"/>
                  <a:pt x="288830" y="140863"/>
                  <a:pt x="288510" y="140647"/>
                </a:cubicBezTo>
                <a:cubicBezTo>
                  <a:pt x="288189" y="140433"/>
                  <a:pt x="287948" y="140193"/>
                  <a:pt x="287788" y="139925"/>
                </a:cubicBezTo>
                <a:cubicBezTo>
                  <a:pt x="284901" y="134468"/>
                  <a:pt x="282362" y="128942"/>
                  <a:pt x="280170" y="123349"/>
                </a:cubicBezTo>
                <a:cubicBezTo>
                  <a:pt x="277978" y="117756"/>
                  <a:pt x="276134" y="112069"/>
                  <a:pt x="274637" y="106289"/>
                </a:cubicBezTo>
                <a:cubicBezTo>
                  <a:pt x="273140" y="100509"/>
                  <a:pt x="272018" y="94662"/>
                  <a:pt x="271269" y="88748"/>
                </a:cubicBezTo>
                <a:cubicBezTo>
                  <a:pt x="270521" y="82834"/>
                  <a:pt x="270147" y="76853"/>
                  <a:pt x="270147" y="70806"/>
                </a:cubicBezTo>
                <a:cubicBezTo>
                  <a:pt x="270147" y="64758"/>
                  <a:pt x="270561" y="58791"/>
                  <a:pt x="271390" y="52904"/>
                </a:cubicBezTo>
                <a:cubicBezTo>
                  <a:pt x="272218" y="47017"/>
                  <a:pt x="273394" y="41170"/>
                  <a:pt x="274918" y="35363"/>
                </a:cubicBezTo>
                <a:cubicBezTo>
                  <a:pt x="276441" y="29556"/>
                  <a:pt x="278299" y="23843"/>
                  <a:pt x="280491" y="18223"/>
                </a:cubicBezTo>
                <a:cubicBezTo>
                  <a:pt x="282683" y="12603"/>
                  <a:pt x="285142" y="7037"/>
                  <a:pt x="287868" y="1526"/>
                </a:cubicBezTo>
                <a:cubicBezTo>
                  <a:pt x="287922" y="1312"/>
                  <a:pt x="288069" y="1125"/>
                  <a:pt x="288309" y="965"/>
                </a:cubicBezTo>
                <a:cubicBezTo>
                  <a:pt x="288550" y="803"/>
                  <a:pt x="288884" y="642"/>
                  <a:pt x="289312" y="481"/>
                </a:cubicBezTo>
                <a:cubicBezTo>
                  <a:pt x="289739" y="321"/>
                  <a:pt x="290327" y="200"/>
                  <a:pt x="291076" y="120"/>
                </a:cubicBezTo>
                <a:cubicBezTo>
                  <a:pt x="291824" y="40"/>
                  <a:pt x="292786" y="0"/>
                  <a:pt x="293962" y="0"/>
                </a:cubicBezTo>
                <a:cubicBezTo>
                  <a:pt x="295192" y="0"/>
                  <a:pt x="296181" y="80"/>
                  <a:pt x="296929" y="241"/>
                </a:cubicBezTo>
                <a:cubicBezTo>
                  <a:pt x="297678" y="401"/>
                  <a:pt x="298266" y="616"/>
                  <a:pt x="298694" y="885"/>
                </a:cubicBezTo>
                <a:cubicBezTo>
                  <a:pt x="299121" y="1152"/>
                  <a:pt x="299362" y="1499"/>
                  <a:pt x="299415" y="1927"/>
                </a:cubicBezTo>
                <a:cubicBezTo>
                  <a:pt x="299469" y="2355"/>
                  <a:pt x="299389" y="2809"/>
                  <a:pt x="299175" y="3290"/>
                </a:cubicBezTo>
                <a:close/>
                <a:moveTo>
                  <a:pt x="383710" y="16038"/>
                </a:moveTo>
                <a:cubicBezTo>
                  <a:pt x="383710" y="17000"/>
                  <a:pt x="383669" y="17869"/>
                  <a:pt x="383589" y="18644"/>
                </a:cubicBezTo>
                <a:cubicBezTo>
                  <a:pt x="383509" y="19419"/>
                  <a:pt x="383402" y="20167"/>
                  <a:pt x="383269" y="20889"/>
                </a:cubicBezTo>
                <a:cubicBezTo>
                  <a:pt x="383135" y="21611"/>
                  <a:pt x="382948" y="22306"/>
                  <a:pt x="382707" y="22974"/>
                </a:cubicBezTo>
                <a:cubicBezTo>
                  <a:pt x="382467" y="23642"/>
                  <a:pt x="382186" y="24350"/>
                  <a:pt x="381865" y="25099"/>
                </a:cubicBezTo>
                <a:lnTo>
                  <a:pt x="344498" y="111221"/>
                </a:lnTo>
                <a:cubicBezTo>
                  <a:pt x="344230" y="111862"/>
                  <a:pt x="343896" y="112383"/>
                  <a:pt x="343495" y="112784"/>
                </a:cubicBezTo>
                <a:cubicBezTo>
                  <a:pt x="343094" y="113185"/>
                  <a:pt x="342586" y="113506"/>
                  <a:pt x="341972" y="113747"/>
                </a:cubicBezTo>
                <a:cubicBezTo>
                  <a:pt x="341357" y="113987"/>
                  <a:pt x="340568" y="114148"/>
                  <a:pt x="339606" y="114228"/>
                </a:cubicBezTo>
                <a:cubicBezTo>
                  <a:pt x="338644" y="114308"/>
                  <a:pt x="337468" y="114348"/>
                  <a:pt x="336078" y="114348"/>
                </a:cubicBezTo>
                <a:cubicBezTo>
                  <a:pt x="334260" y="114348"/>
                  <a:pt x="332844" y="114268"/>
                  <a:pt x="331828" y="114107"/>
                </a:cubicBezTo>
                <a:cubicBezTo>
                  <a:pt x="330812" y="113947"/>
                  <a:pt x="330077" y="113693"/>
                  <a:pt x="329623" y="113346"/>
                </a:cubicBezTo>
                <a:cubicBezTo>
                  <a:pt x="329168" y="112998"/>
                  <a:pt x="328968" y="112570"/>
                  <a:pt x="329021" y="112063"/>
                </a:cubicBezTo>
                <a:cubicBezTo>
                  <a:pt x="329075" y="111555"/>
                  <a:pt x="329262" y="110953"/>
                  <a:pt x="329583" y="110258"/>
                </a:cubicBezTo>
                <a:lnTo>
                  <a:pt x="368875" y="22212"/>
                </a:lnTo>
                <a:lnTo>
                  <a:pt x="319078" y="22212"/>
                </a:lnTo>
                <a:cubicBezTo>
                  <a:pt x="318062" y="22212"/>
                  <a:pt x="317301" y="21677"/>
                  <a:pt x="316793" y="20608"/>
                </a:cubicBezTo>
                <a:cubicBezTo>
                  <a:pt x="316285" y="19539"/>
                  <a:pt x="316031" y="18042"/>
                  <a:pt x="316031" y="16118"/>
                </a:cubicBezTo>
                <a:cubicBezTo>
                  <a:pt x="316031" y="15102"/>
                  <a:pt x="316098" y="14220"/>
                  <a:pt x="316231" y="13472"/>
                </a:cubicBezTo>
                <a:cubicBezTo>
                  <a:pt x="316365" y="12723"/>
                  <a:pt x="316566" y="12095"/>
                  <a:pt x="316833" y="11587"/>
                </a:cubicBezTo>
                <a:cubicBezTo>
                  <a:pt x="317100" y="11079"/>
                  <a:pt x="317421" y="10705"/>
                  <a:pt x="317795" y="10465"/>
                </a:cubicBezTo>
                <a:cubicBezTo>
                  <a:pt x="318169" y="10224"/>
                  <a:pt x="318597" y="10104"/>
                  <a:pt x="319078" y="10104"/>
                </a:cubicBezTo>
                <a:lnTo>
                  <a:pt x="379540" y="10104"/>
                </a:lnTo>
                <a:cubicBezTo>
                  <a:pt x="380288" y="10104"/>
                  <a:pt x="380943" y="10184"/>
                  <a:pt x="381504" y="10344"/>
                </a:cubicBezTo>
                <a:cubicBezTo>
                  <a:pt x="382066" y="10505"/>
                  <a:pt x="382493" y="10825"/>
                  <a:pt x="382787" y="11307"/>
                </a:cubicBezTo>
                <a:cubicBezTo>
                  <a:pt x="383081" y="11788"/>
                  <a:pt x="383309" y="12402"/>
                  <a:pt x="383469" y="13151"/>
                </a:cubicBezTo>
                <a:cubicBezTo>
                  <a:pt x="383629" y="13899"/>
                  <a:pt x="383710" y="14861"/>
                  <a:pt x="383710" y="16038"/>
                </a:cubicBezTo>
                <a:close/>
                <a:moveTo>
                  <a:pt x="416834" y="102400"/>
                </a:moveTo>
                <a:cubicBezTo>
                  <a:pt x="416834" y="104057"/>
                  <a:pt x="416754" y="105581"/>
                  <a:pt x="416594" y="106971"/>
                </a:cubicBezTo>
                <a:cubicBezTo>
                  <a:pt x="416433" y="108361"/>
                  <a:pt x="416166" y="109670"/>
                  <a:pt x="415792" y="110900"/>
                </a:cubicBezTo>
                <a:cubicBezTo>
                  <a:pt x="415418" y="112129"/>
                  <a:pt x="414923" y="113346"/>
                  <a:pt x="414308" y="114548"/>
                </a:cubicBezTo>
                <a:cubicBezTo>
                  <a:pt x="413693" y="115751"/>
                  <a:pt x="412932" y="117021"/>
                  <a:pt x="412023" y="118357"/>
                </a:cubicBezTo>
                <a:lnTo>
                  <a:pt x="401037" y="134876"/>
                </a:lnTo>
                <a:cubicBezTo>
                  <a:pt x="400770" y="135250"/>
                  <a:pt x="400462" y="135571"/>
                  <a:pt x="400115" y="135838"/>
                </a:cubicBezTo>
                <a:cubicBezTo>
                  <a:pt x="399768" y="136106"/>
                  <a:pt x="399340" y="136346"/>
                  <a:pt x="398832" y="136560"/>
                </a:cubicBezTo>
                <a:cubicBezTo>
                  <a:pt x="398324" y="136774"/>
                  <a:pt x="397736" y="136921"/>
                  <a:pt x="397068" y="137001"/>
                </a:cubicBezTo>
                <a:cubicBezTo>
                  <a:pt x="396400" y="137081"/>
                  <a:pt x="395558" y="137121"/>
                  <a:pt x="394542" y="137121"/>
                </a:cubicBezTo>
                <a:cubicBezTo>
                  <a:pt x="393633" y="137121"/>
                  <a:pt x="392871" y="137081"/>
                  <a:pt x="392257" y="137001"/>
                </a:cubicBezTo>
                <a:cubicBezTo>
                  <a:pt x="391642" y="136921"/>
                  <a:pt x="391201" y="136787"/>
                  <a:pt x="390933" y="136600"/>
                </a:cubicBezTo>
                <a:cubicBezTo>
                  <a:pt x="390666" y="136413"/>
                  <a:pt x="390519" y="136159"/>
                  <a:pt x="390492" y="135838"/>
                </a:cubicBezTo>
                <a:cubicBezTo>
                  <a:pt x="390466" y="135518"/>
                  <a:pt x="390559" y="135143"/>
                  <a:pt x="390773" y="134716"/>
                </a:cubicBezTo>
                <a:lnTo>
                  <a:pt x="401438" y="112664"/>
                </a:lnTo>
                <a:lnTo>
                  <a:pt x="401438" y="102400"/>
                </a:lnTo>
                <a:cubicBezTo>
                  <a:pt x="401438" y="100957"/>
                  <a:pt x="401585" y="99807"/>
                  <a:pt x="401879" y="98952"/>
                </a:cubicBezTo>
                <a:cubicBezTo>
                  <a:pt x="402173" y="98097"/>
                  <a:pt x="402641" y="97455"/>
                  <a:pt x="403282" y="97027"/>
                </a:cubicBezTo>
                <a:cubicBezTo>
                  <a:pt x="403924" y="96600"/>
                  <a:pt x="404726" y="96306"/>
                  <a:pt x="405688" y="96145"/>
                </a:cubicBezTo>
                <a:cubicBezTo>
                  <a:pt x="406650" y="95985"/>
                  <a:pt x="407826" y="95905"/>
                  <a:pt x="409216" y="95905"/>
                </a:cubicBezTo>
                <a:cubicBezTo>
                  <a:pt x="410553" y="95905"/>
                  <a:pt x="411702" y="95985"/>
                  <a:pt x="412664" y="96145"/>
                </a:cubicBezTo>
                <a:cubicBezTo>
                  <a:pt x="413627" y="96306"/>
                  <a:pt x="414415" y="96600"/>
                  <a:pt x="415030" y="97027"/>
                </a:cubicBezTo>
                <a:cubicBezTo>
                  <a:pt x="415645" y="97455"/>
                  <a:pt x="416099" y="98097"/>
                  <a:pt x="416393" y="98952"/>
                </a:cubicBezTo>
                <a:cubicBezTo>
                  <a:pt x="416687" y="99807"/>
                  <a:pt x="416834" y="100957"/>
                  <a:pt x="416834" y="102400"/>
                </a:cubicBezTo>
                <a:close/>
                <a:moveTo>
                  <a:pt x="505954" y="87282"/>
                </a:moveTo>
                <a:cubicBezTo>
                  <a:pt x="505954" y="91779"/>
                  <a:pt x="505152" y="95781"/>
                  <a:pt x="503548" y="99288"/>
                </a:cubicBezTo>
                <a:cubicBezTo>
                  <a:pt x="501944" y="102794"/>
                  <a:pt x="499632" y="105753"/>
                  <a:pt x="496612" y="108163"/>
                </a:cubicBezTo>
                <a:cubicBezTo>
                  <a:pt x="493592" y="110572"/>
                  <a:pt x="489863" y="112393"/>
                  <a:pt x="485426" y="113624"/>
                </a:cubicBezTo>
                <a:cubicBezTo>
                  <a:pt x="480989" y="114855"/>
                  <a:pt x="475910" y="115471"/>
                  <a:pt x="470190" y="115471"/>
                </a:cubicBezTo>
                <a:cubicBezTo>
                  <a:pt x="464844" y="115471"/>
                  <a:pt x="460060" y="114908"/>
                  <a:pt x="455836" y="113784"/>
                </a:cubicBezTo>
                <a:cubicBezTo>
                  <a:pt x="451613" y="112660"/>
                  <a:pt x="448031" y="111000"/>
                  <a:pt x="445091" y="108805"/>
                </a:cubicBezTo>
                <a:cubicBezTo>
                  <a:pt x="442151" y="106610"/>
                  <a:pt x="439906" y="103906"/>
                  <a:pt x="438355" y="100693"/>
                </a:cubicBezTo>
                <a:cubicBezTo>
                  <a:pt x="436805" y="97481"/>
                  <a:pt x="436030" y="93814"/>
                  <a:pt x="436030" y="89693"/>
                </a:cubicBezTo>
                <a:cubicBezTo>
                  <a:pt x="436030" y="86427"/>
                  <a:pt x="436565" y="83429"/>
                  <a:pt x="437634" y="80699"/>
                </a:cubicBezTo>
                <a:cubicBezTo>
                  <a:pt x="438703" y="77968"/>
                  <a:pt x="440240" y="75451"/>
                  <a:pt x="442245" y="73149"/>
                </a:cubicBezTo>
                <a:cubicBezTo>
                  <a:pt x="444249" y="70847"/>
                  <a:pt x="446722" y="68692"/>
                  <a:pt x="449662" y="66684"/>
                </a:cubicBezTo>
                <a:cubicBezTo>
                  <a:pt x="452602" y="64676"/>
                  <a:pt x="455917" y="62761"/>
                  <a:pt x="459605" y="60940"/>
                </a:cubicBezTo>
                <a:cubicBezTo>
                  <a:pt x="456398" y="59281"/>
                  <a:pt x="453564" y="57529"/>
                  <a:pt x="451105" y="55683"/>
                </a:cubicBezTo>
                <a:cubicBezTo>
                  <a:pt x="448646" y="53835"/>
                  <a:pt x="446561" y="51827"/>
                  <a:pt x="444851" y="49659"/>
                </a:cubicBezTo>
                <a:cubicBezTo>
                  <a:pt x="443140" y="47490"/>
                  <a:pt x="441844" y="45175"/>
                  <a:pt x="440962" y="42713"/>
                </a:cubicBezTo>
                <a:cubicBezTo>
                  <a:pt x="440079" y="40248"/>
                  <a:pt x="439638" y="37571"/>
                  <a:pt x="439638" y="34681"/>
                </a:cubicBezTo>
                <a:cubicBezTo>
                  <a:pt x="439638" y="31039"/>
                  <a:pt x="440293" y="27626"/>
                  <a:pt x="441603" y="24442"/>
                </a:cubicBezTo>
                <a:cubicBezTo>
                  <a:pt x="442913" y="21256"/>
                  <a:pt x="444891" y="18486"/>
                  <a:pt x="447537" y="16130"/>
                </a:cubicBezTo>
                <a:cubicBezTo>
                  <a:pt x="450183" y="13773"/>
                  <a:pt x="453551" y="11912"/>
                  <a:pt x="457641" y="10547"/>
                </a:cubicBezTo>
                <a:cubicBezTo>
                  <a:pt x="461730" y="9182"/>
                  <a:pt x="466501" y="8500"/>
                  <a:pt x="471954" y="8500"/>
                </a:cubicBezTo>
                <a:cubicBezTo>
                  <a:pt x="477193" y="8500"/>
                  <a:pt x="481724" y="9129"/>
                  <a:pt x="485546" y="10387"/>
                </a:cubicBezTo>
                <a:cubicBezTo>
                  <a:pt x="489368" y="11645"/>
                  <a:pt x="492522" y="13358"/>
                  <a:pt x="495008" y="15526"/>
                </a:cubicBezTo>
                <a:cubicBezTo>
                  <a:pt x="497494" y="17695"/>
                  <a:pt x="499325" y="20252"/>
                  <a:pt x="500501" y="23197"/>
                </a:cubicBezTo>
                <a:cubicBezTo>
                  <a:pt x="501677" y="26140"/>
                  <a:pt x="502265" y="29299"/>
                  <a:pt x="502265" y="32672"/>
                </a:cubicBezTo>
                <a:cubicBezTo>
                  <a:pt x="502265" y="35403"/>
                  <a:pt x="501824" y="38027"/>
                  <a:pt x="500942" y="40543"/>
                </a:cubicBezTo>
                <a:cubicBezTo>
                  <a:pt x="500060" y="43058"/>
                  <a:pt x="498764" y="45441"/>
                  <a:pt x="497053" y="47689"/>
                </a:cubicBezTo>
                <a:cubicBezTo>
                  <a:pt x="495342" y="49938"/>
                  <a:pt x="493244" y="52039"/>
                  <a:pt x="490758" y="53994"/>
                </a:cubicBezTo>
                <a:cubicBezTo>
                  <a:pt x="488272" y="55949"/>
                  <a:pt x="485426" y="57783"/>
                  <a:pt x="482218" y="59497"/>
                </a:cubicBezTo>
                <a:cubicBezTo>
                  <a:pt x="486014" y="61370"/>
                  <a:pt x="489395" y="63297"/>
                  <a:pt x="492362" y="65278"/>
                </a:cubicBezTo>
                <a:cubicBezTo>
                  <a:pt x="495329" y="67259"/>
                  <a:pt x="497815" y="69388"/>
                  <a:pt x="499819" y="71663"/>
                </a:cubicBezTo>
                <a:cubicBezTo>
                  <a:pt x="501824" y="73938"/>
                  <a:pt x="503348" y="76347"/>
                  <a:pt x="504390" y="78890"/>
                </a:cubicBezTo>
                <a:cubicBezTo>
                  <a:pt x="505433" y="81433"/>
                  <a:pt x="505954" y="84230"/>
                  <a:pt x="505954" y="87282"/>
                </a:cubicBezTo>
                <a:moveTo>
                  <a:pt x="488633" y="33947"/>
                </a:moveTo>
                <a:cubicBezTo>
                  <a:pt x="488633" y="31698"/>
                  <a:pt x="488246" y="29664"/>
                  <a:pt x="487471" y="27843"/>
                </a:cubicBezTo>
                <a:cubicBezTo>
                  <a:pt x="486695" y="26022"/>
                  <a:pt x="485559" y="24469"/>
                  <a:pt x="484063" y="23184"/>
                </a:cubicBezTo>
                <a:cubicBezTo>
                  <a:pt x="482566" y="21898"/>
                  <a:pt x="480708" y="20920"/>
                  <a:pt x="478489" y="20250"/>
                </a:cubicBezTo>
                <a:cubicBezTo>
                  <a:pt x="476271" y="19580"/>
                  <a:pt x="473745" y="19245"/>
                  <a:pt x="470912" y="19245"/>
                </a:cubicBezTo>
                <a:cubicBezTo>
                  <a:pt x="465138" y="19245"/>
                  <a:pt x="460768" y="20557"/>
                  <a:pt x="457801" y="23182"/>
                </a:cubicBezTo>
                <a:cubicBezTo>
                  <a:pt x="454834" y="25806"/>
                  <a:pt x="453351" y="29395"/>
                  <a:pt x="453351" y="33947"/>
                </a:cubicBezTo>
                <a:cubicBezTo>
                  <a:pt x="453351" y="36037"/>
                  <a:pt x="453711" y="37979"/>
                  <a:pt x="454433" y="39773"/>
                </a:cubicBezTo>
                <a:cubicBezTo>
                  <a:pt x="455155" y="41567"/>
                  <a:pt x="456277" y="43268"/>
                  <a:pt x="457801" y="44875"/>
                </a:cubicBezTo>
                <a:cubicBezTo>
                  <a:pt x="459325" y="46482"/>
                  <a:pt x="461249" y="48049"/>
                  <a:pt x="463575" y="49576"/>
                </a:cubicBezTo>
                <a:cubicBezTo>
                  <a:pt x="465900" y="51101"/>
                  <a:pt x="468666" y="52694"/>
                  <a:pt x="471874" y="54355"/>
                </a:cubicBezTo>
                <a:cubicBezTo>
                  <a:pt x="477273" y="51570"/>
                  <a:pt x="481416" y="48490"/>
                  <a:pt x="484303" y="45116"/>
                </a:cubicBezTo>
                <a:cubicBezTo>
                  <a:pt x="487190" y="41741"/>
                  <a:pt x="488633" y="38018"/>
                  <a:pt x="488633" y="33947"/>
                </a:cubicBezTo>
                <a:moveTo>
                  <a:pt x="492001" y="88738"/>
                </a:moveTo>
                <a:cubicBezTo>
                  <a:pt x="492001" y="86274"/>
                  <a:pt x="491547" y="84038"/>
                  <a:pt x="490638" y="82030"/>
                </a:cubicBezTo>
                <a:cubicBezTo>
                  <a:pt x="489729" y="80022"/>
                  <a:pt x="488353" y="78147"/>
                  <a:pt x="486508" y="76407"/>
                </a:cubicBezTo>
                <a:cubicBezTo>
                  <a:pt x="484664" y="74666"/>
                  <a:pt x="482365" y="72979"/>
                  <a:pt x="479612" y="71345"/>
                </a:cubicBezTo>
                <a:cubicBezTo>
                  <a:pt x="476859" y="69711"/>
                  <a:pt x="473665" y="68010"/>
                  <a:pt x="470030" y="66243"/>
                </a:cubicBezTo>
                <a:cubicBezTo>
                  <a:pt x="466662" y="67903"/>
                  <a:pt x="463708" y="69564"/>
                  <a:pt x="461169" y="71224"/>
                </a:cubicBezTo>
                <a:cubicBezTo>
                  <a:pt x="458630" y="72885"/>
                  <a:pt x="456545" y="74599"/>
                  <a:pt x="454914" y="76366"/>
                </a:cubicBezTo>
                <a:cubicBezTo>
                  <a:pt x="453284" y="78134"/>
                  <a:pt x="452054" y="79995"/>
                  <a:pt x="451226" y="81950"/>
                </a:cubicBezTo>
                <a:cubicBezTo>
                  <a:pt x="450397" y="83904"/>
                  <a:pt x="449983" y="86060"/>
                  <a:pt x="449983" y="88417"/>
                </a:cubicBezTo>
                <a:cubicBezTo>
                  <a:pt x="449983" y="93613"/>
                  <a:pt x="451760" y="97630"/>
                  <a:pt x="455315" y="100468"/>
                </a:cubicBezTo>
                <a:cubicBezTo>
                  <a:pt x="458870" y="103306"/>
                  <a:pt x="464176" y="104725"/>
                  <a:pt x="471232" y="104725"/>
                </a:cubicBezTo>
                <a:cubicBezTo>
                  <a:pt x="478075" y="104725"/>
                  <a:pt x="483247" y="103293"/>
                  <a:pt x="486749" y="100428"/>
                </a:cubicBezTo>
                <a:cubicBezTo>
                  <a:pt x="490250" y="97563"/>
                  <a:pt x="492001" y="93666"/>
                  <a:pt x="492001" y="88738"/>
                </a:cubicBezTo>
                <a:close/>
                <a:moveTo>
                  <a:pt x="538196" y="102400"/>
                </a:moveTo>
                <a:cubicBezTo>
                  <a:pt x="538196" y="104057"/>
                  <a:pt x="538116" y="105581"/>
                  <a:pt x="537956" y="106971"/>
                </a:cubicBezTo>
                <a:cubicBezTo>
                  <a:pt x="537795" y="108361"/>
                  <a:pt x="537528" y="109670"/>
                  <a:pt x="537154" y="110900"/>
                </a:cubicBezTo>
                <a:cubicBezTo>
                  <a:pt x="536780" y="112129"/>
                  <a:pt x="536285" y="113346"/>
                  <a:pt x="535670" y="114548"/>
                </a:cubicBezTo>
                <a:cubicBezTo>
                  <a:pt x="535056" y="115751"/>
                  <a:pt x="534294" y="117021"/>
                  <a:pt x="533385" y="118357"/>
                </a:cubicBezTo>
                <a:lnTo>
                  <a:pt x="522399" y="134876"/>
                </a:lnTo>
                <a:cubicBezTo>
                  <a:pt x="522132" y="135250"/>
                  <a:pt x="521825" y="135571"/>
                  <a:pt x="521477" y="135838"/>
                </a:cubicBezTo>
                <a:cubicBezTo>
                  <a:pt x="521130" y="136106"/>
                  <a:pt x="520702" y="136346"/>
                  <a:pt x="520194" y="136560"/>
                </a:cubicBezTo>
                <a:cubicBezTo>
                  <a:pt x="519686" y="136774"/>
                  <a:pt x="519098" y="136921"/>
                  <a:pt x="518430" y="137001"/>
                </a:cubicBezTo>
                <a:cubicBezTo>
                  <a:pt x="517762" y="137081"/>
                  <a:pt x="516920" y="137121"/>
                  <a:pt x="515904" y="137121"/>
                </a:cubicBezTo>
                <a:cubicBezTo>
                  <a:pt x="514995" y="137121"/>
                  <a:pt x="514234" y="137081"/>
                  <a:pt x="513619" y="137001"/>
                </a:cubicBezTo>
                <a:cubicBezTo>
                  <a:pt x="513004" y="136921"/>
                  <a:pt x="512563" y="136787"/>
                  <a:pt x="512296" y="136600"/>
                </a:cubicBezTo>
                <a:cubicBezTo>
                  <a:pt x="512028" y="136413"/>
                  <a:pt x="511881" y="136159"/>
                  <a:pt x="511855" y="135838"/>
                </a:cubicBezTo>
                <a:cubicBezTo>
                  <a:pt x="511828" y="135518"/>
                  <a:pt x="511921" y="135143"/>
                  <a:pt x="512135" y="134716"/>
                </a:cubicBezTo>
                <a:lnTo>
                  <a:pt x="522800" y="112664"/>
                </a:lnTo>
                <a:lnTo>
                  <a:pt x="522800" y="102400"/>
                </a:lnTo>
                <a:cubicBezTo>
                  <a:pt x="522800" y="100957"/>
                  <a:pt x="522947" y="99807"/>
                  <a:pt x="523241" y="98952"/>
                </a:cubicBezTo>
                <a:cubicBezTo>
                  <a:pt x="523535" y="98097"/>
                  <a:pt x="524003" y="97455"/>
                  <a:pt x="524645" y="97027"/>
                </a:cubicBezTo>
                <a:cubicBezTo>
                  <a:pt x="525286" y="96600"/>
                  <a:pt x="526088" y="96306"/>
                  <a:pt x="527050" y="96145"/>
                </a:cubicBezTo>
                <a:cubicBezTo>
                  <a:pt x="528013" y="95985"/>
                  <a:pt x="529189" y="95905"/>
                  <a:pt x="530579" y="95905"/>
                </a:cubicBezTo>
                <a:cubicBezTo>
                  <a:pt x="531915" y="95905"/>
                  <a:pt x="533064" y="95985"/>
                  <a:pt x="534027" y="96145"/>
                </a:cubicBezTo>
                <a:cubicBezTo>
                  <a:pt x="534989" y="96306"/>
                  <a:pt x="535777" y="96600"/>
                  <a:pt x="536392" y="97027"/>
                </a:cubicBezTo>
                <a:cubicBezTo>
                  <a:pt x="537007" y="97455"/>
                  <a:pt x="537461" y="98097"/>
                  <a:pt x="537755" y="98952"/>
                </a:cubicBezTo>
                <a:cubicBezTo>
                  <a:pt x="538049" y="99807"/>
                  <a:pt x="538196" y="100957"/>
                  <a:pt x="538196" y="102400"/>
                </a:cubicBezTo>
                <a:close/>
                <a:moveTo>
                  <a:pt x="628358" y="61745"/>
                </a:moveTo>
                <a:cubicBezTo>
                  <a:pt x="628358" y="69722"/>
                  <a:pt x="627730" y="77003"/>
                  <a:pt x="626474" y="83588"/>
                </a:cubicBezTo>
                <a:cubicBezTo>
                  <a:pt x="625218" y="90174"/>
                  <a:pt x="623133" y="95835"/>
                  <a:pt x="620219" y="100573"/>
                </a:cubicBezTo>
                <a:cubicBezTo>
                  <a:pt x="617306" y="105311"/>
                  <a:pt x="613497" y="108979"/>
                  <a:pt x="608793" y="111576"/>
                </a:cubicBezTo>
                <a:cubicBezTo>
                  <a:pt x="604088" y="114173"/>
                  <a:pt x="598288" y="115471"/>
                  <a:pt x="591392" y="115471"/>
                </a:cubicBezTo>
                <a:cubicBezTo>
                  <a:pt x="584870" y="115471"/>
                  <a:pt x="579377" y="114306"/>
                  <a:pt x="574913" y="111977"/>
                </a:cubicBezTo>
                <a:cubicBezTo>
                  <a:pt x="570449" y="109649"/>
                  <a:pt x="566854" y="106222"/>
                  <a:pt x="564128" y="101698"/>
                </a:cubicBezTo>
                <a:cubicBezTo>
                  <a:pt x="561401" y="97174"/>
                  <a:pt x="559464" y="91606"/>
                  <a:pt x="558314" y="84994"/>
                </a:cubicBezTo>
                <a:cubicBezTo>
                  <a:pt x="557165" y="78382"/>
                  <a:pt x="556590" y="70793"/>
                  <a:pt x="556590" y="62226"/>
                </a:cubicBezTo>
                <a:cubicBezTo>
                  <a:pt x="556590" y="54302"/>
                  <a:pt x="557232" y="47034"/>
                  <a:pt x="558515" y="40422"/>
                </a:cubicBezTo>
                <a:cubicBezTo>
                  <a:pt x="559798" y="33810"/>
                  <a:pt x="561883" y="28135"/>
                  <a:pt x="564769" y="23397"/>
                </a:cubicBezTo>
                <a:cubicBezTo>
                  <a:pt x="567656" y="18660"/>
                  <a:pt x="571452" y="14993"/>
                  <a:pt x="576156" y="12397"/>
                </a:cubicBezTo>
                <a:cubicBezTo>
                  <a:pt x="580860" y="9799"/>
                  <a:pt x="586634" y="8500"/>
                  <a:pt x="593477" y="8500"/>
                </a:cubicBezTo>
                <a:cubicBezTo>
                  <a:pt x="600052" y="8500"/>
                  <a:pt x="605572" y="9664"/>
                  <a:pt x="610035" y="11993"/>
                </a:cubicBezTo>
                <a:cubicBezTo>
                  <a:pt x="614499" y="14322"/>
                  <a:pt x="618094" y="17748"/>
                  <a:pt x="620821" y="22272"/>
                </a:cubicBezTo>
                <a:cubicBezTo>
                  <a:pt x="623547" y="26796"/>
                  <a:pt x="625485" y="32364"/>
                  <a:pt x="626634" y="38976"/>
                </a:cubicBezTo>
                <a:cubicBezTo>
                  <a:pt x="627784" y="45589"/>
                  <a:pt x="628358" y="53178"/>
                  <a:pt x="628358" y="61745"/>
                </a:cubicBezTo>
                <a:moveTo>
                  <a:pt x="614245" y="62709"/>
                </a:moveTo>
                <a:cubicBezTo>
                  <a:pt x="614245" y="57514"/>
                  <a:pt x="614058" y="52854"/>
                  <a:pt x="613684" y="48729"/>
                </a:cubicBezTo>
                <a:cubicBezTo>
                  <a:pt x="613310" y="44605"/>
                  <a:pt x="612762" y="40963"/>
                  <a:pt x="612040" y="37804"/>
                </a:cubicBezTo>
                <a:cubicBezTo>
                  <a:pt x="611318" y="34643"/>
                  <a:pt x="610383" y="31925"/>
                  <a:pt x="609234" y="29649"/>
                </a:cubicBezTo>
                <a:cubicBezTo>
                  <a:pt x="608084" y="27372"/>
                  <a:pt x="606708" y="25498"/>
                  <a:pt x="605104" y="24026"/>
                </a:cubicBezTo>
                <a:cubicBezTo>
                  <a:pt x="603500" y="22553"/>
                  <a:pt x="601669" y="21481"/>
                  <a:pt x="599611" y="20811"/>
                </a:cubicBezTo>
                <a:cubicBezTo>
                  <a:pt x="597553" y="20141"/>
                  <a:pt x="595241" y="19806"/>
                  <a:pt x="592675" y="19806"/>
                </a:cubicBezTo>
                <a:cubicBezTo>
                  <a:pt x="588131" y="19806"/>
                  <a:pt x="584442" y="20878"/>
                  <a:pt x="581609" y="23021"/>
                </a:cubicBezTo>
                <a:cubicBezTo>
                  <a:pt x="578776" y="25163"/>
                  <a:pt x="576544" y="28108"/>
                  <a:pt x="574913" y="31857"/>
                </a:cubicBezTo>
                <a:cubicBezTo>
                  <a:pt x="573283" y="35606"/>
                  <a:pt x="572173" y="39998"/>
                  <a:pt x="571585" y="45033"/>
                </a:cubicBezTo>
                <a:cubicBezTo>
                  <a:pt x="570997" y="50068"/>
                  <a:pt x="570703" y="55478"/>
                  <a:pt x="570703" y="61261"/>
                </a:cubicBezTo>
                <a:cubicBezTo>
                  <a:pt x="570703" y="69028"/>
                  <a:pt x="571104" y="75630"/>
                  <a:pt x="571906" y="81067"/>
                </a:cubicBezTo>
                <a:cubicBezTo>
                  <a:pt x="572708" y="86504"/>
                  <a:pt x="573978" y="90936"/>
                  <a:pt x="575715" y="94364"/>
                </a:cubicBezTo>
                <a:cubicBezTo>
                  <a:pt x="577452" y="97790"/>
                  <a:pt x="579671" y="100280"/>
                  <a:pt x="582371" y="101834"/>
                </a:cubicBezTo>
                <a:cubicBezTo>
                  <a:pt x="585070" y="103387"/>
                  <a:pt x="588345" y="104164"/>
                  <a:pt x="592194" y="104164"/>
                </a:cubicBezTo>
                <a:cubicBezTo>
                  <a:pt x="595187" y="104164"/>
                  <a:pt x="597820" y="103682"/>
                  <a:pt x="600092" y="102718"/>
                </a:cubicBezTo>
                <a:cubicBezTo>
                  <a:pt x="602364" y="101754"/>
                  <a:pt x="604315" y="100375"/>
                  <a:pt x="605946" y="98581"/>
                </a:cubicBezTo>
                <a:cubicBezTo>
                  <a:pt x="607576" y="96787"/>
                  <a:pt x="608926" y="94631"/>
                  <a:pt x="609995" y="92113"/>
                </a:cubicBezTo>
                <a:cubicBezTo>
                  <a:pt x="611065" y="89596"/>
                  <a:pt x="611920" y="86811"/>
                  <a:pt x="612561" y="83759"/>
                </a:cubicBezTo>
                <a:cubicBezTo>
                  <a:pt x="613203" y="80705"/>
                  <a:pt x="613644" y="77397"/>
                  <a:pt x="613884" y="73836"/>
                </a:cubicBezTo>
                <a:cubicBezTo>
                  <a:pt x="614125" y="70274"/>
                  <a:pt x="614245" y="66565"/>
                  <a:pt x="614245" y="62709"/>
                </a:cubicBezTo>
                <a:close/>
                <a:moveTo>
                  <a:pt x="674937" y="70806"/>
                </a:moveTo>
                <a:cubicBezTo>
                  <a:pt x="674937" y="76853"/>
                  <a:pt x="674563" y="82834"/>
                  <a:pt x="673814" y="88748"/>
                </a:cubicBezTo>
                <a:cubicBezTo>
                  <a:pt x="673066" y="94662"/>
                  <a:pt x="671943" y="100509"/>
                  <a:pt x="670446" y="106289"/>
                </a:cubicBezTo>
                <a:cubicBezTo>
                  <a:pt x="668949" y="112069"/>
                  <a:pt x="667118" y="117756"/>
                  <a:pt x="664953" y="123349"/>
                </a:cubicBezTo>
                <a:cubicBezTo>
                  <a:pt x="662788" y="128942"/>
                  <a:pt x="660262" y="134468"/>
                  <a:pt x="657376" y="139925"/>
                </a:cubicBezTo>
                <a:cubicBezTo>
                  <a:pt x="657215" y="140193"/>
                  <a:pt x="656975" y="140433"/>
                  <a:pt x="656654" y="140647"/>
                </a:cubicBezTo>
                <a:cubicBezTo>
                  <a:pt x="656333" y="140863"/>
                  <a:pt x="655919" y="141051"/>
                  <a:pt x="655411" y="141211"/>
                </a:cubicBezTo>
                <a:cubicBezTo>
                  <a:pt x="654903" y="141371"/>
                  <a:pt x="654302" y="141478"/>
                  <a:pt x="653607" y="141532"/>
                </a:cubicBezTo>
                <a:cubicBezTo>
                  <a:pt x="652912" y="141585"/>
                  <a:pt x="652083" y="141612"/>
                  <a:pt x="651121" y="141612"/>
                </a:cubicBezTo>
                <a:cubicBezTo>
                  <a:pt x="649731" y="141612"/>
                  <a:pt x="648649" y="141545"/>
                  <a:pt x="647873" y="141411"/>
                </a:cubicBezTo>
                <a:cubicBezTo>
                  <a:pt x="647098" y="141278"/>
                  <a:pt x="646537" y="141063"/>
                  <a:pt x="646189" y="140767"/>
                </a:cubicBezTo>
                <a:cubicBezTo>
                  <a:pt x="645842" y="140473"/>
                  <a:pt x="645682" y="140099"/>
                  <a:pt x="645708" y="139645"/>
                </a:cubicBezTo>
                <a:cubicBezTo>
                  <a:pt x="645735" y="139190"/>
                  <a:pt x="645882" y="138642"/>
                  <a:pt x="646149" y="137998"/>
                </a:cubicBezTo>
                <a:cubicBezTo>
                  <a:pt x="651068" y="127188"/>
                  <a:pt x="654783" y="116124"/>
                  <a:pt x="657295" y="104806"/>
                </a:cubicBezTo>
                <a:cubicBezTo>
                  <a:pt x="659808" y="93486"/>
                  <a:pt x="661064" y="82072"/>
                  <a:pt x="661064" y="70565"/>
                </a:cubicBezTo>
                <a:cubicBezTo>
                  <a:pt x="661064" y="59112"/>
                  <a:pt x="659808" y="47726"/>
                  <a:pt x="657295" y="36408"/>
                </a:cubicBezTo>
                <a:cubicBezTo>
                  <a:pt x="654783" y="25088"/>
                  <a:pt x="651014" y="14049"/>
                  <a:pt x="645989" y="3290"/>
                </a:cubicBezTo>
                <a:cubicBezTo>
                  <a:pt x="645775" y="2809"/>
                  <a:pt x="645695" y="2355"/>
                  <a:pt x="645748" y="1927"/>
                </a:cubicBezTo>
                <a:cubicBezTo>
                  <a:pt x="645802" y="1499"/>
                  <a:pt x="646042" y="1152"/>
                  <a:pt x="646470" y="885"/>
                </a:cubicBezTo>
                <a:cubicBezTo>
                  <a:pt x="646898" y="616"/>
                  <a:pt x="647486" y="401"/>
                  <a:pt x="648234" y="241"/>
                </a:cubicBezTo>
                <a:cubicBezTo>
                  <a:pt x="648983" y="80"/>
                  <a:pt x="649972" y="0"/>
                  <a:pt x="651201" y="0"/>
                </a:cubicBezTo>
                <a:cubicBezTo>
                  <a:pt x="652324" y="0"/>
                  <a:pt x="653259" y="40"/>
                  <a:pt x="654008" y="120"/>
                </a:cubicBezTo>
                <a:cubicBezTo>
                  <a:pt x="654756" y="200"/>
                  <a:pt x="655358" y="321"/>
                  <a:pt x="655812" y="481"/>
                </a:cubicBezTo>
                <a:cubicBezTo>
                  <a:pt x="656266" y="642"/>
                  <a:pt x="656600" y="803"/>
                  <a:pt x="656814" y="965"/>
                </a:cubicBezTo>
                <a:cubicBezTo>
                  <a:pt x="657028" y="1125"/>
                  <a:pt x="657189" y="1312"/>
                  <a:pt x="657295" y="1526"/>
                </a:cubicBezTo>
                <a:cubicBezTo>
                  <a:pt x="662802" y="12497"/>
                  <a:pt x="667118" y="23776"/>
                  <a:pt x="670246" y="35363"/>
                </a:cubicBezTo>
                <a:cubicBezTo>
                  <a:pt x="673373" y="46950"/>
                  <a:pt x="674937" y="58764"/>
                  <a:pt x="674937" y="708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1x2(7,6,0)">
            <a:extLst xmlns:a="http://schemas.openxmlformats.org/drawingml/2006/main">
              <a:ext uri="{FF2B5EF4-FFF2-40B4-BE49-F238E27FC236}">
                <a16:creationId xmlns:a16="http://schemas.microsoft.com/office/drawing/2014/main" id="{21988C5E-F521-46AB-BE01-E9D271C3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88" y="1108491"/>
            <a:ext cx="675277" cy="141787"/>
          </a:xfrm>
          <a:custGeom xmlns:a="http://schemas.openxmlformats.org/drawingml/2006/main">
            <a:pathLst>
              <a:path w="675277" h="141787">
                <a:moveTo>
                  <a:pt x="60456" y="108548"/>
                </a:moveTo>
                <a:cubicBezTo>
                  <a:pt x="60456" y="109565"/>
                  <a:pt x="60376" y="110421"/>
                  <a:pt x="60215" y="111117"/>
                </a:cubicBezTo>
                <a:cubicBezTo>
                  <a:pt x="60055" y="111813"/>
                  <a:pt x="59841" y="112375"/>
                  <a:pt x="59573" y="112803"/>
                </a:cubicBezTo>
                <a:cubicBezTo>
                  <a:pt x="59305" y="113231"/>
                  <a:pt x="58998" y="113539"/>
                  <a:pt x="58650" y="113726"/>
                </a:cubicBezTo>
                <a:cubicBezTo>
                  <a:pt x="58302" y="113914"/>
                  <a:pt x="57940" y="114007"/>
                  <a:pt x="57566" y="114007"/>
                </a:cubicBezTo>
                <a:lnTo>
                  <a:pt x="3292" y="114007"/>
                </a:lnTo>
                <a:cubicBezTo>
                  <a:pt x="2917" y="114007"/>
                  <a:pt x="2569" y="113914"/>
                  <a:pt x="2248" y="113726"/>
                </a:cubicBezTo>
                <a:cubicBezTo>
                  <a:pt x="1927" y="113539"/>
                  <a:pt x="1619" y="113231"/>
                  <a:pt x="1325" y="112803"/>
                </a:cubicBezTo>
                <a:cubicBezTo>
                  <a:pt x="1030" y="112375"/>
                  <a:pt x="803" y="111813"/>
                  <a:pt x="642" y="111117"/>
                </a:cubicBezTo>
                <a:cubicBezTo>
                  <a:pt x="482" y="110421"/>
                  <a:pt x="401" y="109565"/>
                  <a:pt x="401" y="108548"/>
                </a:cubicBezTo>
                <a:cubicBezTo>
                  <a:pt x="401" y="107584"/>
                  <a:pt x="482" y="106755"/>
                  <a:pt x="642" y="106059"/>
                </a:cubicBezTo>
                <a:cubicBezTo>
                  <a:pt x="803" y="105363"/>
                  <a:pt x="1004" y="104788"/>
                  <a:pt x="1244" y="104333"/>
                </a:cubicBezTo>
                <a:cubicBezTo>
                  <a:pt x="1485" y="103878"/>
                  <a:pt x="1780" y="103530"/>
                  <a:pt x="2128" y="103289"/>
                </a:cubicBezTo>
                <a:cubicBezTo>
                  <a:pt x="2476" y="103048"/>
                  <a:pt x="2864" y="102928"/>
                  <a:pt x="3292" y="102928"/>
                </a:cubicBezTo>
                <a:lnTo>
                  <a:pt x="24969" y="102928"/>
                </a:lnTo>
                <a:lnTo>
                  <a:pt x="24969" y="23845"/>
                </a:lnTo>
                <a:lnTo>
                  <a:pt x="4898" y="35888"/>
                </a:lnTo>
                <a:cubicBezTo>
                  <a:pt x="3881" y="36424"/>
                  <a:pt x="3064" y="36745"/>
                  <a:pt x="2449" y="36852"/>
                </a:cubicBezTo>
                <a:cubicBezTo>
                  <a:pt x="1833" y="36959"/>
                  <a:pt x="1338" y="36838"/>
                  <a:pt x="963" y="36490"/>
                </a:cubicBezTo>
                <a:cubicBezTo>
                  <a:pt x="589" y="36143"/>
                  <a:pt x="335" y="35566"/>
                  <a:pt x="201" y="34762"/>
                </a:cubicBezTo>
                <a:cubicBezTo>
                  <a:pt x="67" y="33956"/>
                  <a:pt x="0" y="32935"/>
                  <a:pt x="0" y="31701"/>
                </a:cubicBezTo>
                <a:cubicBezTo>
                  <a:pt x="0" y="30788"/>
                  <a:pt x="40" y="30009"/>
                  <a:pt x="120" y="29365"/>
                </a:cubicBezTo>
                <a:cubicBezTo>
                  <a:pt x="201" y="28721"/>
                  <a:pt x="321" y="28184"/>
                  <a:pt x="482" y="27754"/>
                </a:cubicBezTo>
                <a:cubicBezTo>
                  <a:pt x="642" y="27324"/>
                  <a:pt x="870" y="26949"/>
                  <a:pt x="1164" y="26628"/>
                </a:cubicBezTo>
                <a:cubicBezTo>
                  <a:pt x="1459" y="26305"/>
                  <a:pt x="1847" y="25983"/>
                  <a:pt x="2328" y="25662"/>
                </a:cubicBezTo>
                <a:lnTo>
                  <a:pt x="26254" y="10279"/>
                </a:lnTo>
                <a:cubicBezTo>
                  <a:pt x="26468" y="10119"/>
                  <a:pt x="26736" y="9985"/>
                  <a:pt x="27057" y="9878"/>
                </a:cubicBezTo>
                <a:cubicBezTo>
                  <a:pt x="27378" y="9769"/>
                  <a:pt x="27779" y="9661"/>
                  <a:pt x="28261" y="9554"/>
                </a:cubicBezTo>
                <a:cubicBezTo>
                  <a:pt x="28743" y="9447"/>
                  <a:pt x="29305" y="9380"/>
                  <a:pt x="29947" y="9353"/>
                </a:cubicBezTo>
                <a:cubicBezTo>
                  <a:pt x="30589" y="9327"/>
                  <a:pt x="31392" y="9313"/>
                  <a:pt x="32356" y="9313"/>
                </a:cubicBezTo>
                <a:cubicBezTo>
                  <a:pt x="33640" y="9313"/>
                  <a:pt x="34711" y="9367"/>
                  <a:pt x="35567" y="9474"/>
                </a:cubicBezTo>
                <a:cubicBezTo>
                  <a:pt x="36424" y="9581"/>
                  <a:pt x="37093" y="9728"/>
                  <a:pt x="37574" y="9915"/>
                </a:cubicBezTo>
                <a:cubicBezTo>
                  <a:pt x="38056" y="10103"/>
                  <a:pt x="38377" y="10344"/>
                  <a:pt x="38538" y="10641"/>
                </a:cubicBezTo>
                <a:cubicBezTo>
                  <a:pt x="38698" y="10935"/>
                  <a:pt x="38779" y="11243"/>
                  <a:pt x="38779" y="11564"/>
                </a:cubicBezTo>
                <a:lnTo>
                  <a:pt x="38779" y="102928"/>
                </a:lnTo>
                <a:lnTo>
                  <a:pt x="57566" y="102928"/>
                </a:lnTo>
                <a:cubicBezTo>
                  <a:pt x="57994" y="102928"/>
                  <a:pt x="58395" y="103048"/>
                  <a:pt x="58770" y="103289"/>
                </a:cubicBezTo>
                <a:cubicBezTo>
                  <a:pt x="59145" y="103530"/>
                  <a:pt x="59452" y="103878"/>
                  <a:pt x="59693" y="104333"/>
                </a:cubicBezTo>
                <a:cubicBezTo>
                  <a:pt x="59934" y="104788"/>
                  <a:pt x="60122" y="105363"/>
                  <a:pt x="60255" y="106059"/>
                </a:cubicBezTo>
                <a:cubicBezTo>
                  <a:pt x="60389" y="106755"/>
                  <a:pt x="60456" y="107584"/>
                  <a:pt x="60456" y="108548"/>
                </a:cubicBezTo>
                <a:close/>
                <a:moveTo>
                  <a:pt x="138079" y="110475"/>
                </a:moveTo>
                <a:cubicBezTo>
                  <a:pt x="138507" y="111224"/>
                  <a:pt x="138721" y="111853"/>
                  <a:pt x="138721" y="112362"/>
                </a:cubicBezTo>
                <a:cubicBezTo>
                  <a:pt x="138721" y="112870"/>
                  <a:pt x="138467" y="113285"/>
                  <a:pt x="137958" y="113606"/>
                </a:cubicBezTo>
                <a:cubicBezTo>
                  <a:pt x="137450" y="113927"/>
                  <a:pt x="136674" y="114155"/>
                  <a:pt x="135630" y="114288"/>
                </a:cubicBezTo>
                <a:cubicBezTo>
                  <a:pt x="134586" y="114422"/>
                  <a:pt x="133235" y="114489"/>
                  <a:pt x="131576" y="114489"/>
                </a:cubicBezTo>
                <a:cubicBezTo>
                  <a:pt x="129970" y="114489"/>
                  <a:pt x="128699" y="114449"/>
                  <a:pt x="127762" y="114369"/>
                </a:cubicBezTo>
                <a:cubicBezTo>
                  <a:pt x="126825" y="114288"/>
                  <a:pt x="126076" y="114155"/>
                  <a:pt x="125514" y="113967"/>
                </a:cubicBezTo>
                <a:cubicBezTo>
                  <a:pt x="124952" y="113780"/>
                  <a:pt x="124524" y="113539"/>
                  <a:pt x="124229" y="113245"/>
                </a:cubicBezTo>
                <a:cubicBezTo>
                  <a:pt x="123935" y="112950"/>
                  <a:pt x="123681" y="112616"/>
                  <a:pt x="123467" y="112241"/>
                </a:cubicBezTo>
                <a:lnTo>
                  <a:pt x="106125" y="83579"/>
                </a:lnTo>
                <a:lnTo>
                  <a:pt x="88863" y="112241"/>
                </a:lnTo>
                <a:cubicBezTo>
                  <a:pt x="88649" y="112616"/>
                  <a:pt x="88395" y="112950"/>
                  <a:pt x="88100" y="113245"/>
                </a:cubicBezTo>
                <a:cubicBezTo>
                  <a:pt x="87806" y="113539"/>
                  <a:pt x="87378" y="113780"/>
                  <a:pt x="86816" y="113967"/>
                </a:cubicBezTo>
                <a:cubicBezTo>
                  <a:pt x="86254" y="114155"/>
                  <a:pt x="85518" y="114288"/>
                  <a:pt x="84608" y="114369"/>
                </a:cubicBezTo>
                <a:cubicBezTo>
                  <a:pt x="83698" y="114449"/>
                  <a:pt x="82493" y="114489"/>
                  <a:pt x="80995" y="114489"/>
                </a:cubicBezTo>
                <a:cubicBezTo>
                  <a:pt x="79443" y="114489"/>
                  <a:pt x="78171" y="114422"/>
                  <a:pt x="77181" y="114288"/>
                </a:cubicBezTo>
                <a:cubicBezTo>
                  <a:pt x="76191" y="114155"/>
                  <a:pt x="75468" y="113927"/>
                  <a:pt x="75013" y="113606"/>
                </a:cubicBezTo>
                <a:cubicBezTo>
                  <a:pt x="74558" y="113285"/>
                  <a:pt x="74344" y="112870"/>
                  <a:pt x="74371" y="112362"/>
                </a:cubicBezTo>
                <a:cubicBezTo>
                  <a:pt x="74398" y="111853"/>
                  <a:pt x="74652" y="111224"/>
                  <a:pt x="75134" y="110475"/>
                </a:cubicBezTo>
                <a:lnTo>
                  <a:pt x="97614" y="75229"/>
                </a:lnTo>
                <a:lnTo>
                  <a:pt x="76338" y="41267"/>
                </a:lnTo>
                <a:cubicBezTo>
                  <a:pt x="75910" y="40518"/>
                  <a:pt x="75682" y="39889"/>
                  <a:pt x="75656" y="39381"/>
                </a:cubicBezTo>
                <a:cubicBezTo>
                  <a:pt x="75629" y="38872"/>
                  <a:pt x="75870" y="38444"/>
                  <a:pt x="76378" y="38096"/>
                </a:cubicBezTo>
                <a:cubicBezTo>
                  <a:pt x="76887" y="37748"/>
                  <a:pt x="77663" y="37521"/>
                  <a:pt x="78707" y="37414"/>
                </a:cubicBezTo>
                <a:cubicBezTo>
                  <a:pt x="79750" y="37307"/>
                  <a:pt x="81129" y="37253"/>
                  <a:pt x="82841" y="37253"/>
                </a:cubicBezTo>
                <a:cubicBezTo>
                  <a:pt x="84394" y="37253"/>
                  <a:pt x="85638" y="37293"/>
                  <a:pt x="86575" y="37374"/>
                </a:cubicBezTo>
                <a:cubicBezTo>
                  <a:pt x="87511" y="37454"/>
                  <a:pt x="88247" y="37574"/>
                  <a:pt x="88783" y="37735"/>
                </a:cubicBezTo>
                <a:cubicBezTo>
                  <a:pt x="89318" y="37895"/>
                  <a:pt x="89719" y="38110"/>
                  <a:pt x="89987" y="38377"/>
                </a:cubicBezTo>
                <a:cubicBezTo>
                  <a:pt x="90255" y="38645"/>
                  <a:pt x="90495" y="38966"/>
                  <a:pt x="90710" y="39341"/>
                </a:cubicBezTo>
                <a:lnTo>
                  <a:pt x="107168" y="66237"/>
                </a:lnTo>
                <a:lnTo>
                  <a:pt x="123868" y="39341"/>
                </a:lnTo>
                <a:cubicBezTo>
                  <a:pt x="124082" y="39019"/>
                  <a:pt x="124323" y="38725"/>
                  <a:pt x="124591" y="38457"/>
                </a:cubicBezTo>
                <a:cubicBezTo>
                  <a:pt x="124858" y="38190"/>
                  <a:pt x="125220" y="37962"/>
                  <a:pt x="125674" y="37775"/>
                </a:cubicBezTo>
                <a:cubicBezTo>
                  <a:pt x="126129" y="37588"/>
                  <a:pt x="126772" y="37454"/>
                  <a:pt x="127601" y="37374"/>
                </a:cubicBezTo>
                <a:cubicBezTo>
                  <a:pt x="128431" y="37293"/>
                  <a:pt x="129568" y="37253"/>
                  <a:pt x="131014" y="37253"/>
                </a:cubicBezTo>
                <a:cubicBezTo>
                  <a:pt x="132566" y="37253"/>
                  <a:pt x="133837" y="37307"/>
                  <a:pt x="134827" y="37414"/>
                </a:cubicBezTo>
                <a:cubicBezTo>
                  <a:pt x="135817" y="37521"/>
                  <a:pt x="136553" y="37721"/>
                  <a:pt x="137035" y="38016"/>
                </a:cubicBezTo>
                <a:cubicBezTo>
                  <a:pt x="137517" y="38310"/>
                  <a:pt x="137731" y="38725"/>
                  <a:pt x="137677" y="39260"/>
                </a:cubicBezTo>
                <a:cubicBezTo>
                  <a:pt x="137624" y="39796"/>
                  <a:pt x="137356" y="40465"/>
                  <a:pt x="136874" y="41267"/>
                </a:cubicBezTo>
                <a:lnTo>
                  <a:pt x="115759" y="74827"/>
                </a:lnTo>
                <a:lnTo>
                  <a:pt x="138079" y="110475"/>
                </a:lnTo>
                <a:close/>
                <a:moveTo>
                  <a:pt x="212146" y="108066"/>
                </a:moveTo>
                <a:cubicBezTo>
                  <a:pt x="212146" y="109030"/>
                  <a:pt x="212079" y="109886"/>
                  <a:pt x="211946" y="110635"/>
                </a:cubicBezTo>
                <a:cubicBezTo>
                  <a:pt x="211812" y="111385"/>
                  <a:pt x="211624" y="112014"/>
                  <a:pt x="211384" y="112522"/>
                </a:cubicBezTo>
                <a:cubicBezTo>
                  <a:pt x="211143" y="113031"/>
                  <a:pt x="210822" y="113405"/>
                  <a:pt x="210420" y="113646"/>
                </a:cubicBezTo>
                <a:cubicBezTo>
                  <a:pt x="210019" y="113887"/>
                  <a:pt x="209577" y="114007"/>
                  <a:pt x="209095" y="114007"/>
                </a:cubicBezTo>
                <a:lnTo>
                  <a:pt x="151690" y="114007"/>
                </a:lnTo>
                <a:cubicBezTo>
                  <a:pt x="150941" y="114007"/>
                  <a:pt x="150285" y="113914"/>
                  <a:pt x="149723" y="113726"/>
                </a:cubicBezTo>
                <a:cubicBezTo>
                  <a:pt x="149161" y="113539"/>
                  <a:pt x="148680" y="113231"/>
                  <a:pt x="148278" y="112803"/>
                </a:cubicBezTo>
                <a:cubicBezTo>
                  <a:pt x="147877" y="112375"/>
                  <a:pt x="147582" y="111759"/>
                  <a:pt x="147395" y="110957"/>
                </a:cubicBezTo>
                <a:cubicBezTo>
                  <a:pt x="147208" y="110154"/>
                  <a:pt x="147114" y="109163"/>
                  <a:pt x="147114" y="107986"/>
                </a:cubicBezTo>
                <a:cubicBezTo>
                  <a:pt x="147114" y="106915"/>
                  <a:pt x="147154" y="105979"/>
                  <a:pt x="147234" y="105176"/>
                </a:cubicBezTo>
                <a:cubicBezTo>
                  <a:pt x="147315" y="104373"/>
                  <a:pt x="147489" y="103664"/>
                  <a:pt x="147756" y="103048"/>
                </a:cubicBezTo>
                <a:cubicBezTo>
                  <a:pt x="148024" y="102433"/>
                  <a:pt x="148358" y="101817"/>
                  <a:pt x="148760" y="101202"/>
                </a:cubicBezTo>
                <a:cubicBezTo>
                  <a:pt x="149161" y="100586"/>
                  <a:pt x="149683" y="99930"/>
                  <a:pt x="150325" y="99235"/>
                </a:cubicBezTo>
                <a:lnTo>
                  <a:pt x="170477" y="77851"/>
                </a:lnTo>
                <a:cubicBezTo>
                  <a:pt x="175134" y="72923"/>
                  <a:pt x="178867" y="68504"/>
                  <a:pt x="181677" y="64593"/>
                </a:cubicBezTo>
                <a:cubicBezTo>
                  <a:pt x="184488" y="60683"/>
                  <a:pt x="186655" y="57121"/>
                  <a:pt x="188181" y="53908"/>
                </a:cubicBezTo>
                <a:cubicBezTo>
                  <a:pt x="189706" y="50693"/>
                  <a:pt x="190710" y="47773"/>
                  <a:pt x="191191" y="45149"/>
                </a:cubicBezTo>
                <a:cubicBezTo>
                  <a:pt x="191673" y="42524"/>
                  <a:pt x="191914" y="40061"/>
                  <a:pt x="191914" y="37757"/>
                </a:cubicBezTo>
                <a:cubicBezTo>
                  <a:pt x="191914" y="35453"/>
                  <a:pt x="191539" y="33269"/>
                  <a:pt x="190790" y="31207"/>
                </a:cubicBezTo>
                <a:cubicBezTo>
                  <a:pt x="190041" y="29142"/>
                  <a:pt x="188957" y="27334"/>
                  <a:pt x="187538" y="25780"/>
                </a:cubicBezTo>
                <a:cubicBezTo>
                  <a:pt x="186120" y="24224"/>
                  <a:pt x="184340" y="22991"/>
                  <a:pt x="182199" y="22081"/>
                </a:cubicBezTo>
                <a:cubicBezTo>
                  <a:pt x="180058" y="21170"/>
                  <a:pt x="177596" y="20714"/>
                  <a:pt x="174813" y="20714"/>
                </a:cubicBezTo>
                <a:cubicBezTo>
                  <a:pt x="171548" y="20714"/>
                  <a:pt x="168617" y="21169"/>
                  <a:pt x="166022" y="22079"/>
                </a:cubicBezTo>
                <a:cubicBezTo>
                  <a:pt x="163426" y="22989"/>
                  <a:pt x="161151" y="23979"/>
                  <a:pt x="159197" y="25050"/>
                </a:cubicBezTo>
                <a:cubicBezTo>
                  <a:pt x="157243" y="26120"/>
                  <a:pt x="155611" y="27110"/>
                  <a:pt x="154300" y="28020"/>
                </a:cubicBezTo>
                <a:cubicBezTo>
                  <a:pt x="152988" y="28930"/>
                  <a:pt x="152011" y="29385"/>
                  <a:pt x="151369" y="29385"/>
                </a:cubicBezTo>
                <a:cubicBezTo>
                  <a:pt x="150994" y="29385"/>
                  <a:pt x="150660" y="29278"/>
                  <a:pt x="150366" y="29064"/>
                </a:cubicBezTo>
                <a:cubicBezTo>
                  <a:pt x="150071" y="28850"/>
                  <a:pt x="149830" y="28502"/>
                  <a:pt x="149643" y="28020"/>
                </a:cubicBezTo>
                <a:cubicBezTo>
                  <a:pt x="149456" y="27538"/>
                  <a:pt x="149308" y="26896"/>
                  <a:pt x="149201" y="26093"/>
                </a:cubicBezTo>
                <a:cubicBezTo>
                  <a:pt x="149094" y="25290"/>
                  <a:pt x="149041" y="24327"/>
                  <a:pt x="149041" y="23203"/>
                </a:cubicBezTo>
                <a:cubicBezTo>
                  <a:pt x="149041" y="22400"/>
                  <a:pt x="149068" y="21704"/>
                  <a:pt x="149121" y="21115"/>
                </a:cubicBezTo>
                <a:cubicBezTo>
                  <a:pt x="149175" y="20527"/>
                  <a:pt x="149268" y="20018"/>
                  <a:pt x="149402" y="19590"/>
                </a:cubicBezTo>
                <a:cubicBezTo>
                  <a:pt x="149536" y="19162"/>
                  <a:pt x="149710" y="18760"/>
                  <a:pt x="149924" y="18386"/>
                </a:cubicBezTo>
                <a:cubicBezTo>
                  <a:pt x="150138" y="18011"/>
                  <a:pt x="150566" y="17543"/>
                  <a:pt x="151209" y="16981"/>
                </a:cubicBezTo>
                <a:cubicBezTo>
                  <a:pt x="151851" y="16419"/>
                  <a:pt x="152962" y="15656"/>
                  <a:pt x="154540" y="14693"/>
                </a:cubicBezTo>
                <a:cubicBezTo>
                  <a:pt x="156119" y="13729"/>
                  <a:pt x="158100" y="12779"/>
                  <a:pt x="160482" y="11842"/>
                </a:cubicBezTo>
                <a:cubicBezTo>
                  <a:pt x="162864" y="10906"/>
                  <a:pt x="165486" y="10116"/>
                  <a:pt x="168350" y="9474"/>
                </a:cubicBezTo>
                <a:cubicBezTo>
                  <a:pt x="171213" y="8832"/>
                  <a:pt x="174224" y="8510"/>
                  <a:pt x="177382" y="8510"/>
                </a:cubicBezTo>
                <a:cubicBezTo>
                  <a:pt x="182413" y="8510"/>
                  <a:pt x="186816" y="9220"/>
                  <a:pt x="190589" y="10641"/>
                </a:cubicBezTo>
                <a:cubicBezTo>
                  <a:pt x="194363" y="12059"/>
                  <a:pt x="197494" y="14000"/>
                  <a:pt x="199983" y="16464"/>
                </a:cubicBezTo>
                <a:cubicBezTo>
                  <a:pt x="202472" y="18928"/>
                  <a:pt x="204332" y="21794"/>
                  <a:pt x="205563" y="25062"/>
                </a:cubicBezTo>
                <a:cubicBezTo>
                  <a:pt x="206794" y="28329"/>
                  <a:pt x="207409" y="31810"/>
                  <a:pt x="207409" y="35507"/>
                </a:cubicBezTo>
                <a:cubicBezTo>
                  <a:pt x="207409" y="38829"/>
                  <a:pt x="207115" y="42137"/>
                  <a:pt x="206526" y="45432"/>
                </a:cubicBezTo>
                <a:cubicBezTo>
                  <a:pt x="205938" y="48726"/>
                  <a:pt x="204693" y="52288"/>
                  <a:pt x="202793" y="56118"/>
                </a:cubicBezTo>
                <a:cubicBezTo>
                  <a:pt x="200893" y="59948"/>
                  <a:pt x="198150" y="64207"/>
                  <a:pt x="194564" y="68894"/>
                </a:cubicBezTo>
                <a:cubicBezTo>
                  <a:pt x="190977" y="73580"/>
                  <a:pt x="186214" y="78977"/>
                  <a:pt x="180272" y="85084"/>
                </a:cubicBezTo>
                <a:lnTo>
                  <a:pt x="163814" y="102286"/>
                </a:lnTo>
                <a:lnTo>
                  <a:pt x="209015" y="102286"/>
                </a:lnTo>
                <a:cubicBezTo>
                  <a:pt x="209443" y="102286"/>
                  <a:pt x="209858" y="102406"/>
                  <a:pt x="210260" y="102647"/>
                </a:cubicBezTo>
                <a:cubicBezTo>
                  <a:pt x="210661" y="102888"/>
                  <a:pt x="211009" y="103249"/>
                  <a:pt x="211303" y="103731"/>
                </a:cubicBezTo>
                <a:cubicBezTo>
                  <a:pt x="211598" y="104212"/>
                  <a:pt x="211812" y="104815"/>
                  <a:pt x="211946" y="105537"/>
                </a:cubicBezTo>
                <a:cubicBezTo>
                  <a:pt x="212079" y="106260"/>
                  <a:pt x="212146" y="107103"/>
                  <a:pt x="212146" y="108066"/>
                </a:cubicBezTo>
                <a:close/>
                <a:moveTo>
                  <a:pt x="299215" y="3294"/>
                </a:moveTo>
                <a:cubicBezTo>
                  <a:pt x="294130" y="14066"/>
                  <a:pt x="290344" y="25119"/>
                  <a:pt x="287855" y="36453"/>
                </a:cubicBezTo>
                <a:cubicBezTo>
                  <a:pt x="285366" y="47785"/>
                  <a:pt x="284121" y="59185"/>
                  <a:pt x="284121" y="70653"/>
                </a:cubicBezTo>
                <a:cubicBezTo>
                  <a:pt x="284121" y="82174"/>
                  <a:pt x="285393" y="93588"/>
                  <a:pt x="287935" y="104895"/>
                </a:cubicBezTo>
                <a:cubicBezTo>
                  <a:pt x="290477" y="116200"/>
                  <a:pt x="294184" y="127292"/>
                  <a:pt x="299055" y="138169"/>
                </a:cubicBezTo>
                <a:cubicBezTo>
                  <a:pt x="299322" y="138813"/>
                  <a:pt x="299470" y="139362"/>
                  <a:pt x="299496" y="139817"/>
                </a:cubicBezTo>
                <a:cubicBezTo>
                  <a:pt x="299523" y="140272"/>
                  <a:pt x="299349" y="140647"/>
                  <a:pt x="298974" y="140941"/>
                </a:cubicBezTo>
                <a:cubicBezTo>
                  <a:pt x="298600" y="141237"/>
                  <a:pt x="298024" y="141452"/>
                  <a:pt x="297248" y="141586"/>
                </a:cubicBezTo>
                <a:cubicBezTo>
                  <a:pt x="296472" y="141720"/>
                  <a:pt x="295415" y="141787"/>
                  <a:pt x="294077" y="141787"/>
                </a:cubicBezTo>
                <a:cubicBezTo>
                  <a:pt x="293114" y="141787"/>
                  <a:pt x="292284" y="141760"/>
                  <a:pt x="291588" y="141706"/>
                </a:cubicBezTo>
                <a:cubicBezTo>
                  <a:pt x="290892" y="141653"/>
                  <a:pt x="290290" y="141546"/>
                  <a:pt x="289782" y="141385"/>
                </a:cubicBezTo>
                <a:cubicBezTo>
                  <a:pt x="289273" y="141225"/>
                  <a:pt x="288858" y="141037"/>
                  <a:pt x="288537" y="140821"/>
                </a:cubicBezTo>
                <a:cubicBezTo>
                  <a:pt x="288216" y="140607"/>
                  <a:pt x="287975" y="140366"/>
                  <a:pt x="287815" y="140098"/>
                </a:cubicBezTo>
                <a:cubicBezTo>
                  <a:pt x="284924" y="134634"/>
                  <a:pt x="282382" y="129101"/>
                  <a:pt x="280187" y="123501"/>
                </a:cubicBezTo>
                <a:cubicBezTo>
                  <a:pt x="277993" y="117901"/>
                  <a:pt x="276146" y="112208"/>
                  <a:pt x="274648" y="106420"/>
                </a:cubicBezTo>
                <a:cubicBezTo>
                  <a:pt x="273149" y="100633"/>
                  <a:pt x="272025" y="94779"/>
                  <a:pt x="271275" y="88858"/>
                </a:cubicBezTo>
                <a:cubicBezTo>
                  <a:pt x="270526" y="82936"/>
                  <a:pt x="270151" y="76948"/>
                  <a:pt x="270151" y="70893"/>
                </a:cubicBezTo>
                <a:cubicBezTo>
                  <a:pt x="270151" y="64838"/>
                  <a:pt x="270566" y="58864"/>
                  <a:pt x="271396" y="52969"/>
                </a:cubicBezTo>
                <a:cubicBezTo>
                  <a:pt x="272226" y="47075"/>
                  <a:pt x="273403" y="41221"/>
                  <a:pt x="274929" y="35407"/>
                </a:cubicBezTo>
                <a:cubicBezTo>
                  <a:pt x="276454" y="29592"/>
                  <a:pt x="278314" y="23872"/>
                  <a:pt x="280508" y="18245"/>
                </a:cubicBezTo>
                <a:cubicBezTo>
                  <a:pt x="282703" y="12618"/>
                  <a:pt x="285165" y="7046"/>
                  <a:pt x="287895" y="1528"/>
                </a:cubicBezTo>
                <a:cubicBezTo>
                  <a:pt x="287948" y="1314"/>
                  <a:pt x="288096" y="1127"/>
                  <a:pt x="288336" y="966"/>
                </a:cubicBezTo>
                <a:cubicBezTo>
                  <a:pt x="288577" y="804"/>
                  <a:pt x="288912" y="642"/>
                  <a:pt x="289340" y="482"/>
                </a:cubicBezTo>
                <a:cubicBezTo>
                  <a:pt x="289768" y="321"/>
                  <a:pt x="290357" y="201"/>
                  <a:pt x="291106" y="120"/>
                </a:cubicBezTo>
                <a:cubicBezTo>
                  <a:pt x="291856" y="40"/>
                  <a:pt x="292819" y="0"/>
                  <a:pt x="293997" y="0"/>
                </a:cubicBezTo>
                <a:cubicBezTo>
                  <a:pt x="295228" y="0"/>
                  <a:pt x="296218" y="80"/>
                  <a:pt x="296967" y="241"/>
                </a:cubicBezTo>
                <a:cubicBezTo>
                  <a:pt x="297717" y="401"/>
                  <a:pt x="298305" y="616"/>
                  <a:pt x="298734" y="886"/>
                </a:cubicBezTo>
                <a:cubicBezTo>
                  <a:pt x="299162" y="1153"/>
                  <a:pt x="299403" y="1501"/>
                  <a:pt x="299456" y="1929"/>
                </a:cubicBezTo>
                <a:cubicBezTo>
                  <a:pt x="299510" y="2358"/>
                  <a:pt x="299429" y="2813"/>
                  <a:pt x="299215" y="3294"/>
                </a:cubicBezTo>
                <a:close/>
                <a:moveTo>
                  <a:pt x="383854" y="16057"/>
                </a:moveTo>
                <a:cubicBezTo>
                  <a:pt x="383854" y="17021"/>
                  <a:pt x="383814" y="17891"/>
                  <a:pt x="383734" y="18667"/>
                </a:cubicBezTo>
                <a:cubicBezTo>
                  <a:pt x="383654" y="19443"/>
                  <a:pt x="383547" y="20192"/>
                  <a:pt x="383413" y="20915"/>
                </a:cubicBezTo>
                <a:cubicBezTo>
                  <a:pt x="383279" y="21637"/>
                  <a:pt x="383092" y="22333"/>
                  <a:pt x="382851" y="23002"/>
                </a:cubicBezTo>
                <a:cubicBezTo>
                  <a:pt x="382610" y="23671"/>
                  <a:pt x="382329" y="24380"/>
                  <a:pt x="382008" y="25130"/>
                </a:cubicBezTo>
                <a:lnTo>
                  <a:pt x="344594" y="111358"/>
                </a:lnTo>
                <a:cubicBezTo>
                  <a:pt x="344326" y="112000"/>
                  <a:pt x="343992" y="112522"/>
                  <a:pt x="343590" y="112924"/>
                </a:cubicBezTo>
                <a:cubicBezTo>
                  <a:pt x="343189" y="113325"/>
                  <a:pt x="342681" y="113646"/>
                  <a:pt x="342065" y="113887"/>
                </a:cubicBezTo>
                <a:cubicBezTo>
                  <a:pt x="341450" y="114128"/>
                  <a:pt x="340660" y="114288"/>
                  <a:pt x="339697" y="114369"/>
                </a:cubicBezTo>
                <a:cubicBezTo>
                  <a:pt x="338733" y="114449"/>
                  <a:pt x="337556" y="114489"/>
                  <a:pt x="336164" y="114489"/>
                </a:cubicBezTo>
                <a:cubicBezTo>
                  <a:pt x="334344" y="114489"/>
                  <a:pt x="332926" y="114409"/>
                  <a:pt x="331909" y="114248"/>
                </a:cubicBezTo>
                <a:cubicBezTo>
                  <a:pt x="330892" y="114088"/>
                  <a:pt x="330156" y="113833"/>
                  <a:pt x="329701" y="113486"/>
                </a:cubicBezTo>
                <a:cubicBezTo>
                  <a:pt x="329246" y="113138"/>
                  <a:pt x="329045" y="112709"/>
                  <a:pt x="329099" y="112201"/>
                </a:cubicBezTo>
                <a:cubicBezTo>
                  <a:pt x="329152" y="111693"/>
                  <a:pt x="329340" y="111090"/>
                  <a:pt x="329661" y="110395"/>
                </a:cubicBezTo>
                <a:lnTo>
                  <a:pt x="369001" y="22239"/>
                </a:lnTo>
                <a:lnTo>
                  <a:pt x="319143" y="22239"/>
                </a:lnTo>
                <a:cubicBezTo>
                  <a:pt x="318126" y="22239"/>
                  <a:pt x="317363" y="21704"/>
                  <a:pt x="316855" y="20634"/>
                </a:cubicBezTo>
                <a:cubicBezTo>
                  <a:pt x="316346" y="19563"/>
                  <a:pt x="316092" y="18065"/>
                  <a:pt x="316092" y="16138"/>
                </a:cubicBezTo>
                <a:cubicBezTo>
                  <a:pt x="316092" y="15121"/>
                  <a:pt x="316159" y="14238"/>
                  <a:pt x="316293" y="13488"/>
                </a:cubicBezTo>
                <a:cubicBezTo>
                  <a:pt x="316427" y="12739"/>
                  <a:pt x="316627" y="12110"/>
                  <a:pt x="316895" y="11601"/>
                </a:cubicBezTo>
                <a:cubicBezTo>
                  <a:pt x="317163" y="11093"/>
                  <a:pt x="317484" y="10718"/>
                  <a:pt x="317859" y="10477"/>
                </a:cubicBezTo>
                <a:cubicBezTo>
                  <a:pt x="318233" y="10237"/>
                  <a:pt x="318661" y="10116"/>
                  <a:pt x="319143" y="10116"/>
                </a:cubicBezTo>
                <a:lnTo>
                  <a:pt x="379679" y="10116"/>
                </a:lnTo>
                <a:cubicBezTo>
                  <a:pt x="380429" y="10116"/>
                  <a:pt x="381084" y="10196"/>
                  <a:pt x="381647" y="10357"/>
                </a:cubicBezTo>
                <a:cubicBezTo>
                  <a:pt x="382209" y="10518"/>
                  <a:pt x="382637" y="10839"/>
                  <a:pt x="382931" y="11320"/>
                </a:cubicBezTo>
                <a:cubicBezTo>
                  <a:pt x="383225" y="11802"/>
                  <a:pt x="383453" y="12418"/>
                  <a:pt x="383614" y="13167"/>
                </a:cubicBezTo>
                <a:cubicBezTo>
                  <a:pt x="383774" y="13916"/>
                  <a:pt x="383854" y="14880"/>
                  <a:pt x="383854" y="16057"/>
                </a:cubicBezTo>
                <a:close/>
                <a:moveTo>
                  <a:pt x="417020" y="102526"/>
                </a:moveTo>
                <a:cubicBezTo>
                  <a:pt x="417020" y="104186"/>
                  <a:pt x="416940" y="105711"/>
                  <a:pt x="416779" y="107103"/>
                </a:cubicBezTo>
                <a:cubicBezTo>
                  <a:pt x="416618" y="108494"/>
                  <a:pt x="416351" y="109806"/>
                  <a:pt x="415976" y="111037"/>
                </a:cubicBezTo>
                <a:cubicBezTo>
                  <a:pt x="415602" y="112268"/>
                  <a:pt x="415106" y="113486"/>
                  <a:pt x="414491" y="114690"/>
                </a:cubicBezTo>
                <a:cubicBezTo>
                  <a:pt x="413875" y="115894"/>
                  <a:pt x="413113" y="117165"/>
                  <a:pt x="412203" y="118504"/>
                </a:cubicBezTo>
                <a:lnTo>
                  <a:pt x="401203" y="135043"/>
                </a:lnTo>
                <a:cubicBezTo>
                  <a:pt x="400936" y="135417"/>
                  <a:pt x="400628" y="135738"/>
                  <a:pt x="400280" y="136006"/>
                </a:cubicBezTo>
                <a:cubicBezTo>
                  <a:pt x="399932" y="136274"/>
                  <a:pt x="399504" y="136515"/>
                  <a:pt x="398996" y="136729"/>
                </a:cubicBezTo>
                <a:cubicBezTo>
                  <a:pt x="398487" y="136943"/>
                  <a:pt x="397898" y="137090"/>
                  <a:pt x="397229" y="137170"/>
                </a:cubicBezTo>
                <a:cubicBezTo>
                  <a:pt x="396560" y="137251"/>
                  <a:pt x="395717" y="137291"/>
                  <a:pt x="394700" y="137291"/>
                </a:cubicBezTo>
                <a:cubicBezTo>
                  <a:pt x="393790" y="137291"/>
                  <a:pt x="393028" y="137251"/>
                  <a:pt x="392412" y="137170"/>
                </a:cubicBezTo>
                <a:cubicBezTo>
                  <a:pt x="391796" y="137090"/>
                  <a:pt x="391355" y="136956"/>
                  <a:pt x="391087" y="136769"/>
                </a:cubicBezTo>
                <a:cubicBezTo>
                  <a:pt x="390820" y="136581"/>
                  <a:pt x="390672" y="136327"/>
                  <a:pt x="390646" y="136006"/>
                </a:cubicBezTo>
                <a:cubicBezTo>
                  <a:pt x="390619" y="135685"/>
                  <a:pt x="390713" y="135310"/>
                  <a:pt x="390927" y="134882"/>
                </a:cubicBezTo>
                <a:lnTo>
                  <a:pt x="401605" y="112803"/>
                </a:lnTo>
                <a:lnTo>
                  <a:pt x="401605" y="102526"/>
                </a:lnTo>
                <a:cubicBezTo>
                  <a:pt x="401605" y="101081"/>
                  <a:pt x="401752" y="99930"/>
                  <a:pt x="402046" y="99074"/>
                </a:cubicBezTo>
                <a:cubicBezTo>
                  <a:pt x="402341" y="98218"/>
                  <a:pt x="402809" y="97575"/>
                  <a:pt x="403451" y="97147"/>
                </a:cubicBezTo>
                <a:cubicBezTo>
                  <a:pt x="404094" y="96719"/>
                  <a:pt x="404897" y="96425"/>
                  <a:pt x="405860" y="96264"/>
                </a:cubicBezTo>
                <a:cubicBezTo>
                  <a:pt x="406823" y="96103"/>
                  <a:pt x="408001" y="96023"/>
                  <a:pt x="409393" y="96023"/>
                </a:cubicBezTo>
                <a:cubicBezTo>
                  <a:pt x="410731" y="96023"/>
                  <a:pt x="411882" y="96103"/>
                  <a:pt x="412845" y="96264"/>
                </a:cubicBezTo>
                <a:cubicBezTo>
                  <a:pt x="413808" y="96425"/>
                  <a:pt x="414598" y="96719"/>
                  <a:pt x="415213" y="97147"/>
                </a:cubicBezTo>
                <a:cubicBezTo>
                  <a:pt x="415829" y="97575"/>
                  <a:pt x="416284" y="98218"/>
                  <a:pt x="416578" y="99074"/>
                </a:cubicBezTo>
                <a:cubicBezTo>
                  <a:pt x="416873" y="99930"/>
                  <a:pt x="417020" y="101081"/>
                  <a:pt x="417020" y="102526"/>
                </a:cubicBezTo>
                <a:close/>
                <a:moveTo>
                  <a:pt x="506490" y="80405"/>
                </a:moveTo>
                <a:cubicBezTo>
                  <a:pt x="506490" y="84959"/>
                  <a:pt x="505794" y="89367"/>
                  <a:pt x="504403" y="93627"/>
                </a:cubicBezTo>
                <a:cubicBezTo>
                  <a:pt x="503011" y="97887"/>
                  <a:pt x="500870" y="101639"/>
                  <a:pt x="497980" y="104882"/>
                </a:cubicBezTo>
                <a:cubicBezTo>
                  <a:pt x="495090" y="108124"/>
                  <a:pt x="491423" y="110723"/>
                  <a:pt x="486981" y="112680"/>
                </a:cubicBezTo>
                <a:cubicBezTo>
                  <a:pt x="482538" y="114636"/>
                  <a:pt x="477293" y="115613"/>
                  <a:pt x="471244" y="115613"/>
                </a:cubicBezTo>
                <a:cubicBezTo>
                  <a:pt x="466909" y="115613"/>
                  <a:pt x="463082" y="115078"/>
                  <a:pt x="459763" y="114007"/>
                </a:cubicBezTo>
                <a:cubicBezTo>
                  <a:pt x="456445" y="112935"/>
                  <a:pt x="453554" y="111408"/>
                  <a:pt x="451092" y="109426"/>
                </a:cubicBezTo>
                <a:cubicBezTo>
                  <a:pt x="448630" y="107444"/>
                  <a:pt x="446583" y="105007"/>
                  <a:pt x="444950" y="102115"/>
                </a:cubicBezTo>
                <a:cubicBezTo>
                  <a:pt x="443318" y="99223"/>
                  <a:pt x="442007" y="95929"/>
                  <a:pt x="441016" y="92232"/>
                </a:cubicBezTo>
                <a:cubicBezTo>
                  <a:pt x="440026" y="88536"/>
                  <a:pt x="439317" y="84491"/>
                  <a:pt x="438889" y="80099"/>
                </a:cubicBezTo>
                <a:cubicBezTo>
                  <a:pt x="438461" y="75706"/>
                  <a:pt x="438246" y="70993"/>
                  <a:pt x="438246" y="65958"/>
                </a:cubicBezTo>
                <a:cubicBezTo>
                  <a:pt x="438246" y="61512"/>
                  <a:pt x="438487" y="57013"/>
                  <a:pt x="438969" y="52460"/>
                </a:cubicBezTo>
                <a:cubicBezTo>
                  <a:pt x="439451" y="47907"/>
                  <a:pt x="440307" y="43515"/>
                  <a:pt x="441538" y="39283"/>
                </a:cubicBezTo>
                <a:cubicBezTo>
                  <a:pt x="442769" y="35051"/>
                  <a:pt x="444442" y="31074"/>
                  <a:pt x="446556" y="27353"/>
                </a:cubicBezTo>
                <a:cubicBezTo>
                  <a:pt x="448670" y="23629"/>
                  <a:pt x="451320" y="20389"/>
                  <a:pt x="454505" y="17631"/>
                </a:cubicBezTo>
                <a:cubicBezTo>
                  <a:pt x="457689" y="14871"/>
                  <a:pt x="461503" y="12688"/>
                  <a:pt x="465945" y="11082"/>
                </a:cubicBezTo>
                <a:cubicBezTo>
                  <a:pt x="470388" y="9475"/>
                  <a:pt x="475553" y="8671"/>
                  <a:pt x="481441" y="8671"/>
                </a:cubicBezTo>
                <a:cubicBezTo>
                  <a:pt x="483421" y="8671"/>
                  <a:pt x="485428" y="8791"/>
                  <a:pt x="487462" y="9032"/>
                </a:cubicBezTo>
                <a:cubicBezTo>
                  <a:pt x="489496" y="9273"/>
                  <a:pt x="491370" y="9594"/>
                  <a:pt x="493082" y="9996"/>
                </a:cubicBezTo>
                <a:cubicBezTo>
                  <a:pt x="494795" y="10397"/>
                  <a:pt x="496240" y="10839"/>
                  <a:pt x="497418" y="11320"/>
                </a:cubicBezTo>
                <a:cubicBezTo>
                  <a:pt x="498595" y="11802"/>
                  <a:pt x="499372" y="12190"/>
                  <a:pt x="499746" y="12485"/>
                </a:cubicBezTo>
                <a:cubicBezTo>
                  <a:pt x="500121" y="12779"/>
                  <a:pt x="500402" y="13100"/>
                  <a:pt x="500589" y="13448"/>
                </a:cubicBezTo>
                <a:cubicBezTo>
                  <a:pt x="500777" y="13796"/>
                  <a:pt x="500924" y="14171"/>
                  <a:pt x="501031" y="14572"/>
                </a:cubicBezTo>
                <a:cubicBezTo>
                  <a:pt x="501138" y="14974"/>
                  <a:pt x="501218" y="15428"/>
                  <a:pt x="501272" y="15937"/>
                </a:cubicBezTo>
                <a:cubicBezTo>
                  <a:pt x="501325" y="16445"/>
                  <a:pt x="501352" y="17074"/>
                  <a:pt x="501352" y="17824"/>
                </a:cubicBezTo>
                <a:cubicBezTo>
                  <a:pt x="501352" y="18787"/>
                  <a:pt x="501339" y="19617"/>
                  <a:pt x="501312" y="20313"/>
                </a:cubicBezTo>
                <a:cubicBezTo>
                  <a:pt x="501285" y="21008"/>
                  <a:pt x="501178" y="21570"/>
                  <a:pt x="500991" y="21999"/>
                </a:cubicBezTo>
                <a:cubicBezTo>
                  <a:pt x="500803" y="22427"/>
                  <a:pt x="500562" y="22748"/>
                  <a:pt x="500268" y="22962"/>
                </a:cubicBezTo>
                <a:cubicBezTo>
                  <a:pt x="499974" y="23176"/>
                  <a:pt x="499586" y="23283"/>
                  <a:pt x="499104" y="23283"/>
                </a:cubicBezTo>
                <a:cubicBezTo>
                  <a:pt x="498515" y="23283"/>
                  <a:pt x="497712" y="23096"/>
                  <a:pt x="496695" y="22721"/>
                </a:cubicBezTo>
                <a:cubicBezTo>
                  <a:pt x="495678" y="22347"/>
                  <a:pt x="494447" y="21932"/>
                  <a:pt x="493002" y="21477"/>
                </a:cubicBezTo>
                <a:cubicBezTo>
                  <a:pt x="491557" y="21022"/>
                  <a:pt x="489804" y="20607"/>
                  <a:pt x="487743" y="20232"/>
                </a:cubicBezTo>
                <a:cubicBezTo>
                  <a:pt x="485683" y="19858"/>
                  <a:pt x="483287" y="19670"/>
                  <a:pt x="480558" y="19670"/>
                </a:cubicBezTo>
                <a:cubicBezTo>
                  <a:pt x="475580" y="19670"/>
                  <a:pt x="471298" y="20687"/>
                  <a:pt x="467712" y="22721"/>
                </a:cubicBezTo>
                <a:cubicBezTo>
                  <a:pt x="464126" y="24755"/>
                  <a:pt x="461195" y="27485"/>
                  <a:pt x="458920" y="30910"/>
                </a:cubicBezTo>
                <a:cubicBezTo>
                  <a:pt x="456646" y="34336"/>
                  <a:pt x="454959" y="38310"/>
                  <a:pt x="453862" y="42833"/>
                </a:cubicBezTo>
                <a:cubicBezTo>
                  <a:pt x="452765" y="47356"/>
                  <a:pt x="452136" y="52079"/>
                  <a:pt x="451975" y="57004"/>
                </a:cubicBezTo>
                <a:cubicBezTo>
                  <a:pt x="453367" y="56201"/>
                  <a:pt x="454933" y="55398"/>
                  <a:pt x="456672" y="54595"/>
                </a:cubicBezTo>
                <a:cubicBezTo>
                  <a:pt x="458412" y="53792"/>
                  <a:pt x="460312" y="53070"/>
                  <a:pt x="462373" y="52427"/>
                </a:cubicBezTo>
                <a:cubicBezTo>
                  <a:pt x="464433" y="51785"/>
                  <a:pt x="466614" y="51263"/>
                  <a:pt x="468916" y="50862"/>
                </a:cubicBezTo>
                <a:cubicBezTo>
                  <a:pt x="471218" y="50460"/>
                  <a:pt x="473680" y="50260"/>
                  <a:pt x="476302" y="50260"/>
                </a:cubicBezTo>
                <a:cubicBezTo>
                  <a:pt x="481923" y="50260"/>
                  <a:pt x="486659" y="51023"/>
                  <a:pt x="490513" y="52550"/>
                </a:cubicBezTo>
                <a:cubicBezTo>
                  <a:pt x="494367" y="54077"/>
                  <a:pt x="497485" y="56194"/>
                  <a:pt x="499867" y="58901"/>
                </a:cubicBezTo>
                <a:cubicBezTo>
                  <a:pt x="502248" y="61607"/>
                  <a:pt x="503948" y="64796"/>
                  <a:pt x="504965" y="68467"/>
                </a:cubicBezTo>
                <a:cubicBezTo>
                  <a:pt x="505982" y="72139"/>
                  <a:pt x="506490" y="76118"/>
                  <a:pt x="506490" y="80405"/>
                </a:cubicBezTo>
                <a:moveTo>
                  <a:pt x="492520" y="81689"/>
                </a:moveTo>
                <a:cubicBezTo>
                  <a:pt x="492520" y="78580"/>
                  <a:pt x="492213" y="75752"/>
                  <a:pt x="491597" y="73204"/>
                </a:cubicBezTo>
                <a:cubicBezTo>
                  <a:pt x="490982" y="70657"/>
                  <a:pt x="489951" y="68498"/>
                  <a:pt x="488506" y="66728"/>
                </a:cubicBezTo>
                <a:cubicBezTo>
                  <a:pt x="487061" y="64959"/>
                  <a:pt x="485134" y="63591"/>
                  <a:pt x="482725" y="62626"/>
                </a:cubicBezTo>
                <a:cubicBezTo>
                  <a:pt x="480317" y="61661"/>
                  <a:pt x="477346" y="61179"/>
                  <a:pt x="473814" y="61179"/>
                </a:cubicBezTo>
                <a:cubicBezTo>
                  <a:pt x="471833" y="61179"/>
                  <a:pt x="469853" y="61353"/>
                  <a:pt x="467872" y="61703"/>
                </a:cubicBezTo>
                <a:cubicBezTo>
                  <a:pt x="465892" y="62051"/>
                  <a:pt x="463978" y="62533"/>
                  <a:pt x="462132" y="63151"/>
                </a:cubicBezTo>
                <a:cubicBezTo>
                  <a:pt x="460285" y="63766"/>
                  <a:pt x="458519" y="64490"/>
                  <a:pt x="456833" y="65321"/>
                </a:cubicBezTo>
                <a:cubicBezTo>
                  <a:pt x="455147" y="66152"/>
                  <a:pt x="453608" y="67050"/>
                  <a:pt x="452216" y="68016"/>
                </a:cubicBezTo>
                <a:cubicBezTo>
                  <a:pt x="452216" y="74934"/>
                  <a:pt x="452658" y="80725"/>
                  <a:pt x="453541" y="85390"/>
                </a:cubicBezTo>
                <a:cubicBezTo>
                  <a:pt x="454424" y="90055"/>
                  <a:pt x="455709" y="93795"/>
                  <a:pt x="457395" y="96610"/>
                </a:cubicBezTo>
                <a:cubicBezTo>
                  <a:pt x="459081" y="99425"/>
                  <a:pt x="461182" y="101437"/>
                  <a:pt x="463697" y="102644"/>
                </a:cubicBezTo>
                <a:cubicBezTo>
                  <a:pt x="466213" y="103850"/>
                  <a:pt x="469157" y="104453"/>
                  <a:pt x="472529" y="104453"/>
                </a:cubicBezTo>
                <a:cubicBezTo>
                  <a:pt x="475955" y="104453"/>
                  <a:pt x="478925" y="103810"/>
                  <a:pt x="481441" y="102524"/>
                </a:cubicBezTo>
                <a:cubicBezTo>
                  <a:pt x="483956" y="101236"/>
                  <a:pt x="486044" y="99506"/>
                  <a:pt x="487703" y="97335"/>
                </a:cubicBezTo>
                <a:cubicBezTo>
                  <a:pt x="489362" y="95163"/>
                  <a:pt x="490580" y="92722"/>
                  <a:pt x="491356" y="90014"/>
                </a:cubicBezTo>
                <a:cubicBezTo>
                  <a:pt x="492132" y="87306"/>
                  <a:pt x="492520" y="84531"/>
                  <a:pt x="492520" y="81689"/>
                </a:cubicBezTo>
                <a:close/>
                <a:moveTo>
                  <a:pt x="538532" y="102526"/>
                </a:moveTo>
                <a:cubicBezTo>
                  <a:pt x="538532" y="104186"/>
                  <a:pt x="538452" y="105711"/>
                  <a:pt x="538291" y="107103"/>
                </a:cubicBezTo>
                <a:cubicBezTo>
                  <a:pt x="538131" y="108494"/>
                  <a:pt x="537863" y="109806"/>
                  <a:pt x="537488" y="111037"/>
                </a:cubicBezTo>
                <a:cubicBezTo>
                  <a:pt x="537114" y="112268"/>
                  <a:pt x="536619" y="113486"/>
                  <a:pt x="536003" y="114690"/>
                </a:cubicBezTo>
                <a:cubicBezTo>
                  <a:pt x="535387" y="115894"/>
                  <a:pt x="534625" y="117165"/>
                  <a:pt x="533715" y="118504"/>
                </a:cubicBezTo>
                <a:lnTo>
                  <a:pt x="522716" y="135043"/>
                </a:lnTo>
                <a:cubicBezTo>
                  <a:pt x="522448" y="135417"/>
                  <a:pt x="522140" y="135738"/>
                  <a:pt x="521792" y="136006"/>
                </a:cubicBezTo>
                <a:cubicBezTo>
                  <a:pt x="521444" y="136274"/>
                  <a:pt x="521016" y="136515"/>
                  <a:pt x="520508" y="136729"/>
                </a:cubicBezTo>
                <a:cubicBezTo>
                  <a:pt x="519999" y="136943"/>
                  <a:pt x="519410" y="137090"/>
                  <a:pt x="518741" y="137170"/>
                </a:cubicBezTo>
                <a:cubicBezTo>
                  <a:pt x="518072" y="137251"/>
                  <a:pt x="517229" y="137291"/>
                  <a:pt x="516212" y="137291"/>
                </a:cubicBezTo>
                <a:cubicBezTo>
                  <a:pt x="515302" y="137291"/>
                  <a:pt x="514540" y="137251"/>
                  <a:pt x="513924" y="137170"/>
                </a:cubicBezTo>
                <a:cubicBezTo>
                  <a:pt x="513309" y="137090"/>
                  <a:pt x="512867" y="136956"/>
                  <a:pt x="512599" y="136769"/>
                </a:cubicBezTo>
                <a:cubicBezTo>
                  <a:pt x="512332" y="136581"/>
                  <a:pt x="512185" y="136327"/>
                  <a:pt x="512158" y="136006"/>
                </a:cubicBezTo>
                <a:cubicBezTo>
                  <a:pt x="512131" y="135685"/>
                  <a:pt x="512225" y="135310"/>
                  <a:pt x="512439" y="134882"/>
                </a:cubicBezTo>
                <a:lnTo>
                  <a:pt x="523117" y="112803"/>
                </a:lnTo>
                <a:lnTo>
                  <a:pt x="523117" y="102526"/>
                </a:lnTo>
                <a:cubicBezTo>
                  <a:pt x="523117" y="101081"/>
                  <a:pt x="523264" y="99930"/>
                  <a:pt x="523559" y="99074"/>
                </a:cubicBezTo>
                <a:cubicBezTo>
                  <a:pt x="523853" y="98218"/>
                  <a:pt x="524321" y="97575"/>
                  <a:pt x="524964" y="97147"/>
                </a:cubicBezTo>
                <a:cubicBezTo>
                  <a:pt x="525606" y="96719"/>
                  <a:pt x="526409" y="96425"/>
                  <a:pt x="527372" y="96264"/>
                </a:cubicBezTo>
                <a:cubicBezTo>
                  <a:pt x="528336" y="96103"/>
                  <a:pt x="529513" y="96023"/>
                  <a:pt x="530905" y="96023"/>
                </a:cubicBezTo>
                <a:cubicBezTo>
                  <a:pt x="532243" y="96023"/>
                  <a:pt x="533394" y="96103"/>
                  <a:pt x="534357" y="96264"/>
                </a:cubicBezTo>
                <a:cubicBezTo>
                  <a:pt x="535321" y="96425"/>
                  <a:pt x="536110" y="96719"/>
                  <a:pt x="536726" y="97147"/>
                </a:cubicBezTo>
                <a:cubicBezTo>
                  <a:pt x="537341" y="97575"/>
                  <a:pt x="537796" y="98218"/>
                  <a:pt x="538090" y="99074"/>
                </a:cubicBezTo>
                <a:cubicBezTo>
                  <a:pt x="538385" y="99930"/>
                  <a:pt x="538532" y="101081"/>
                  <a:pt x="538532" y="102526"/>
                </a:cubicBezTo>
                <a:close/>
                <a:moveTo>
                  <a:pt x="628805" y="61821"/>
                </a:moveTo>
                <a:cubicBezTo>
                  <a:pt x="628805" y="69808"/>
                  <a:pt x="628176" y="77098"/>
                  <a:pt x="626919" y="83692"/>
                </a:cubicBezTo>
                <a:cubicBezTo>
                  <a:pt x="625661" y="90285"/>
                  <a:pt x="623573" y="95954"/>
                  <a:pt x="620656" y="100697"/>
                </a:cubicBezTo>
                <a:cubicBezTo>
                  <a:pt x="617739" y="105441"/>
                  <a:pt x="613926" y="109113"/>
                  <a:pt x="609215" y="111714"/>
                </a:cubicBezTo>
                <a:cubicBezTo>
                  <a:pt x="604505" y="114314"/>
                  <a:pt x="598698" y="115613"/>
                  <a:pt x="591793" y="115613"/>
                </a:cubicBezTo>
                <a:cubicBezTo>
                  <a:pt x="585263" y="115613"/>
                  <a:pt x="579763" y="114447"/>
                  <a:pt x="575294" y="112116"/>
                </a:cubicBezTo>
                <a:cubicBezTo>
                  <a:pt x="570825" y="109784"/>
                  <a:pt x="567225" y="106353"/>
                  <a:pt x="564496" y="101824"/>
                </a:cubicBezTo>
                <a:cubicBezTo>
                  <a:pt x="561766" y="97294"/>
                  <a:pt x="559826" y="91719"/>
                  <a:pt x="558675" y="85099"/>
                </a:cubicBezTo>
                <a:cubicBezTo>
                  <a:pt x="557524" y="78479"/>
                  <a:pt x="556949" y="70880"/>
                  <a:pt x="556949" y="62303"/>
                </a:cubicBezTo>
                <a:cubicBezTo>
                  <a:pt x="556949" y="54369"/>
                  <a:pt x="557591" y="47092"/>
                  <a:pt x="558875" y="40472"/>
                </a:cubicBezTo>
                <a:cubicBezTo>
                  <a:pt x="560160" y="33852"/>
                  <a:pt x="562248" y="28170"/>
                  <a:pt x="565138" y="23426"/>
                </a:cubicBezTo>
                <a:cubicBezTo>
                  <a:pt x="568028" y="18683"/>
                  <a:pt x="571828" y="15011"/>
                  <a:pt x="576539" y="12412"/>
                </a:cubicBezTo>
                <a:cubicBezTo>
                  <a:pt x="581249" y="9811"/>
                  <a:pt x="587029" y="8510"/>
                  <a:pt x="593881" y="8510"/>
                </a:cubicBezTo>
                <a:cubicBezTo>
                  <a:pt x="600464" y="8510"/>
                  <a:pt x="605990" y="9676"/>
                  <a:pt x="610460" y="12008"/>
                </a:cubicBezTo>
                <a:cubicBezTo>
                  <a:pt x="614929" y="14340"/>
                  <a:pt x="618529" y="17770"/>
                  <a:pt x="621258" y="22300"/>
                </a:cubicBezTo>
                <a:cubicBezTo>
                  <a:pt x="623988" y="26829"/>
                  <a:pt x="625928" y="32404"/>
                  <a:pt x="627079" y="39024"/>
                </a:cubicBezTo>
                <a:cubicBezTo>
                  <a:pt x="628230" y="45645"/>
                  <a:pt x="628805" y="53244"/>
                  <a:pt x="628805" y="61821"/>
                </a:cubicBezTo>
                <a:moveTo>
                  <a:pt x="614675" y="62787"/>
                </a:moveTo>
                <a:cubicBezTo>
                  <a:pt x="614675" y="57585"/>
                  <a:pt x="614488" y="52919"/>
                  <a:pt x="614113" y="48789"/>
                </a:cubicBezTo>
                <a:cubicBezTo>
                  <a:pt x="613738" y="44660"/>
                  <a:pt x="613190" y="41013"/>
                  <a:pt x="612467" y="37850"/>
                </a:cubicBezTo>
                <a:cubicBezTo>
                  <a:pt x="611744" y="34686"/>
                  <a:pt x="610808" y="31964"/>
                  <a:pt x="609657" y="29686"/>
                </a:cubicBezTo>
                <a:cubicBezTo>
                  <a:pt x="608506" y="27406"/>
                  <a:pt x="607128" y="25530"/>
                  <a:pt x="605522" y="24056"/>
                </a:cubicBezTo>
                <a:cubicBezTo>
                  <a:pt x="603916" y="22581"/>
                  <a:pt x="602083" y="21508"/>
                  <a:pt x="600023" y="20837"/>
                </a:cubicBezTo>
                <a:cubicBezTo>
                  <a:pt x="597962" y="20166"/>
                  <a:pt x="595647" y="19831"/>
                  <a:pt x="593078" y="19831"/>
                </a:cubicBezTo>
                <a:cubicBezTo>
                  <a:pt x="588528" y="19831"/>
                  <a:pt x="584835" y="20904"/>
                  <a:pt x="581998" y="23050"/>
                </a:cubicBezTo>
                <a:cubicBezTo>
                  <a:pt x="579161" y="25194"/>
                  <a:pt x="576927" y="28143"/>
                  <a:pt x="575294" y="31896"/>
                </a:cubicBezTo>
                <a:cubicBezTo>
                  <a:pt x="573662" y="35650"/>
                  <a:pt x="572551" y="40047"/>
                  <a:pt x="571962" y="45089"/>
                </a:cubicBezTo>
                <a:cubicBezTo>
                  <a:pt x="571373" y="50130"/>
                  <a:pt x="571079" y="55546"/>
                  <a:pt x="571079" y="61337"/>
                </a:cubicBezTo>
                <a:cubicBezTo>
                  <a:pt x="571079" y="69113"/>
                  <a:pt x="571481" y="75723"/>
                  <a:pt x="572283" y="81168"/>
                </a:cubicBezTo>
                <a:cubicBezTo>
                  <a:pt x="573086" y="86610"/>
                  <a:pt x="574357" y="91048"/>
                  <a:pt x="576097" y="94480"/>
                </a:cubicBezTo>
                <a:cubicBezTo>
                  <a:pt x="577837" y="97911"/>
                  <a:pt x="580058" y="100404"/>
                  <a:pt x="582761" y="101959"/>
                </a:cubicBezTo>
                <a:cubicBezTo>
                  <a:pt x="585464" y="103515"/>
                  <a:pt x="588742" y="104293"/>
                  <a:pt x="592596" y="104293"/>
                </a:cubicBezTo>
                <a:cubicBezTo>
                  <a:pt x="595593" y="104293"/>
                  <a:pt x="598229" y="103810"/>
                  <a:pt x="600504" y="102845"/>
                </a:cubicBezTo>
                <a:cubicBezTo>
                  <a:pt x="602779" y="101880"/>
                  <a:pt x="604733" y="100499"/>
                  <a:pt x="606365" y="98703"/>
                </a:cubicBezTo>
                <a:cubicBezTo>
                  <a:pt x="607998" y="96906"/>
                  <a:pt x="609349" y="94748"/>
                  <a:pt x="610420" y="92227"/>
                </a:cubicBezTo>
                <a:cubicBezTo>
                  <a:pt x="611490" y="89706"/>
                  <a:pt x="612347" y="86918"/>
                  <a:pt x="612989" y="83862"/>
                </a:cubicBezTo>
                <a:cubicBezTo>
                  <a:pt x="613631" y="80805"/>
                  <a:pt x="614073" y="77493"/>
                  <a:pt x="614314" y="73927"/>
                </a:cubicBezTo>
                <a:cubicBezTo>
                  <a:pt x="614554" y="70361"/>
                  <a:pt x="614675" y="66647"/>
                  <a:pt x="614675" y="62787"/>
                </a:cubicBezTo>
                <a:close/>
                <a:moveTo>
                  <a:pt x="675277" y="70893"/>
                </a:moveTo>
                <a:cubicBezTo>
                  <a:pt x="675277" y="76948"/>
                  <a:pt x="674902" y="82936"/>
                  <a:pt x="674153" y="88858"/>
                </a:cubicBezTo>
                <a:cubicBezTo>
                  <a:pt x="673403" y="94779"/>
                  <a:pt x="672279" y="100633"/>
                  <a:pt x="670781" y="106420"/>
                </a:cubicBezTo>
                <a:cubicBezTo>
                  <a:pt x="669282" y="112208"/>
                  <a:pt x="667449" y="117901"/>
                  <a:pt x="665281" y="123501"/>
                </a:cubicBezTo>
                <a:cubicBezTo>
                  <a:pt x="663113" y="129101"/>
                  <a:pt x="660584" y="134634"/>
                  <a:pt x="657694" y="140098"/>
                </a:cubicBezTo>
                <a:cubicBezTo>
                  <a:pt x="657533" y="140366"/>
                  <a:pt x="657293" y="140607"/>
                  <a:pt x="656971" y="140821"/>
                </a:cubicBezTo>
                <a:cubicBezTo>
                  <a:pt x="656650" y="141037"/>
                  <a:pt x="656235" y="141225"/>
                  <a:pt x="655727" y="141385"/>
                </a:cubicBezTo>
                <a:cubicBezTo>
                  <a:pt x="655218" y="141546"/>
                  <a:pt x="654616" y="141653"/>
                  <a:pt x="653920" y="141706"/>
                </a:cubicBezTo>
                <a:cubicBezTo>
                  <a:pt x="653225" y="141760"/>
                  <a:pt x="652395" y="141787"/>
                  <a:pt x="651432" y="141787"/>
                </a:cubicBezTo>
                <a:cubicBezTo>
                  <a:pt x="650040" y="141787"/>
                  <a:pt x="648956" y="141720"/>
                  <a:pt x="648180" y="141586"/>
                </a:cubicBezTo>
                <a:cubicBezTo>
                  <a:pt x="647404" y="141452"/>
                  <a:pt x="646842" y="141237"/>
                  <a:pt x="646494" y="140941"/>
                </a:cubicBezTo>
                <a:cubicBezTo>
                  <a:pt x="646146" y="140647"/>
                  <a:pt x="645985" y="140272"/>
                  <a:pt x="646012" y="139817"/>
                </a:cubicBezTo>
                <a:cubicBezTo>
                  <a:pt x="646039" y="139362"/>
                  <a:pt x="646186" y="138813"/>
                  <a:pt x="646454" y="138169"/>
                </a:cubicBezTo>
                <a:cubicBezTo>
                  <a:pt x="651378" y="127345"/>
                  <a:pt x="655098" y="116267"/>
                  <a:pt x="657614" y="104935"/>
                </a:cubicBezTo>
                <a:cubicBezTo>
                  <a:pt x="660129" y="93601"/>
                  <a:pt x="661387" y="82174"/>
                  <a:pt x="661387" y="70653"/>
                </a:cubicBezTo>
                <a:cubicBezTo>
                  <a:pt x="661387" y="59185"/>
                  <a:pt x="660129" y="47785"/>
                  <a:pt x="657614" y="36453"/>
                </a:cubicBezTo>
                <a:cubicBezTo>
                  <a:pt x="655098" y="25119"/>
                  <a:pt x="651325" y="14066"/>
                  <a:pt x="646293" y="3294"/>
                </a:cubicBezTo>
                <a:cubicBezTo>
                  <a:pt x="646079" y="2813"/>
                  <a:pt x="645999" y="2358"/>
                  <a:pt x="646052" y="1929"/>
                </a:cubicBezTo>
                <a:cubicBezTo>
                  <a:pt x="646106" y="1501"/>
                  <a:pt x="646347" y="1153"/>
                  <a:pt x="646775" y="886"/>
                </a:cubicBezTo>
                <a:cubicBezTo>
                  <a:pt x="647203" y="616"/>
                  <a:pt x="647792" y="401"/>
                  <a:pt x="648541" y="241"/>
                </a:cubicBezTo>
                <a:cubicBezTo>
                  <a:pt x="649291" y="80"/>
                  <a:pt x="650281" y="0"/>
                  <a:pt x="651512" y="0"/>
                </a:cubicBezTo>
                <a:cubicBezTo>
                  <a:pt x="652636" y="0"/>
                  <a:pt x="653573" y="40"/>
                  <a:pt x="654322" y="120"/>
                </a:cubicBezTo>
                <a:cubicBezTo>
                  <a:pt x="655071" y="201"/>
                  <a:pt x="655673" y="321"/>
                  <a:pt x="656128" y="482"/>
                </a:cubicBezTo>
                <a:cubicBezTo>
                  <a:pt x="656583" y="642"/>
                  <a:pt x="656918" y="804"/>
                  <a:pt x="657132" y="966"/>
                </a:cubicBezTo>
                <a:cubicBezTo>
                  <a:pt x="657346" y="1127"/>
                  <a:pt x="657507" y="1314"/>
                  <a:pt x="657614" y="1528"/>
                </a:cubicBezTo>
                <a:cubicBezTo>
                  <a:pt x="663127" y="12512"/>
                  <a:pt x="667449" y="23805"/>
                  <a:pt x="670580" y="35407"/>
                </a:cubicBezTo>
                <a:cubicBezTo>
                  <a:pt x="673711" y="47008"/>
                  <a:pt x="675277" y="58837"/>
                  <a:pt x="675277" y="708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1x1(7,2,0)">
            <a:extLst xmlns:a="http://schemas.openxmlformats.org/drawingml/2006/main">
              <a:ext uri="{FF2B5EF4-FFF2-40B4-BE49-F238E27FC236}">
                <a16:creationId xmlns:a16="http://schemas.microsoft.com/office/drawing/2014/main" id="{9D2F3847-437A-4F46-811A-74C85E4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71" y="1303432"/>
            <a:ext cx="674937" cy="141612"/>
          </a:xfrm>
          <a:custGeom xmlns:a="http://schemas.openxmlformats.org/drawingml/2006/main">
            <a:pathLst>
              <a:path w="674937" h="141612">
                <a:moveTo>
                  <a:pt x="60382" y="108414"/>
                </a:moveTo>
                <a:cubicBezTo>
                  <a:pt x="60382" y="109430"/>
                  <a:pt x="60301" y="110285"/>
                  <a:pt x="60141" y="110980"/>
                </a:cubicBezTo>
                <a:cubicBezTo>
                  <a:pt x="59981" y="111675"/>
                  <a:pt x="59767" y="112236"/>
                  <a:pt x="59499" y="112664"/>
                </a:cubicBezTo>
                <a:cubicBezTo>
                  <a:pt x="59232" y="113092"/>
                  <a:pt x="58925" y="113399"/>
                  <a:pt x="58577" y="113586"/>
                </a:cubicBezTo>
                <a:cubicBezTo>
                  <a:pt x="58230" y="113773"/>
                  <a:pt x="57869" y="113867"/>
                  <a:pt x="57495" y="113867"/>
                </a:cubicBezTo>
                <a:lnTo>
                  <a:pt x="3288" y="113867"/>
                </a:lnTo>
                <a:cubicBezTo>
                  <a:pt x="2913" y="113867"/>
                  <a:pt x="2566" y="113773"/>
                  <a:pt x="2245" y="113586"/>
                </a:cubicBezTo>
                <a:cubicBezTo>
                  <a:pt x="1925" y="113399"/>
                  <a:pt x="1617" y="113092"/>
                  <a:pt x="1323" y="112664"/>
                </a:cubicBezTo>
                <a:cubicBezTo>
                  <a:pt x="1029" y="112236"/>
                  <a:pt x="802" y="111675"/>
                  <a:pt x="642" y="110980"/>
                </a:cubicBezTo>
                <a:cubicBezTo>
                  <a:pt x="481" y="110285"/>
                  <a:pt x="401" y="109430"/>
                  <a:pt x="401" y="108414"/>
                </a:cubicBezTo>
                <a:cubicBezTo>
                  <a:pt x="401" y="107452"/>
                  <a:pt x="481" y="106623"/>
                  <a:pt x="642" y="105928"/>
                </a:cubicBezTo>
                <a:cubicBezTo>
                  <a:pt x="802" y="105233"/>
                  <a:pt x="1002" y="104659"/>
                  <a:pt x="1243" y="104204"/>
                </a:cubicBezTo>
                <a:cubicBezTo>
                  <a:pt x="1483" y="103750"/>
                  <a:pt x="1777" y="103402"/>
                  <a:pt x="2125" y="103162"/>
                </a:cubicBezTo>
                <a:cubicBezTo>
                  <a:pt x="2472" y="102921"/>
                  <a:pt x="2860" y="102801"/>
                  <a:pt x="3288" y="102801"/>
                </a:cubicBezTo>
                <a:lnTo>
                  <a:pt x="24938" y="102801"/>
                </a:lnTo>
                <a:lnTo>
                  <a:pt x="24938" y="23816"/>
                </a:lnTo>
                <a:lnTo>
                  <a:pt x="4891" y="35844"/>
                </a:lnTo>
                <a:cubicBezTo>
                  <a:pt x="3876" y="36379"/>
                  <a:pt x="3061" y="36699"/>
                  <a:pt x="2446" y="36806"/>
                </a:cubicBezTo>
                <a:cubicBezTo>
                  <a:pt x="1831" y="36913"/>
                  <a:pt x="1336" y="36793"/>
                  <a:pt x="962" y="36445"/>
                </a:cubicBezTo>
                <a:cubicBezTo>
                  <a:pt x="588" y="36098"/>
                  <a:pt x="334" y="35522"/>
                  <a:pt x="200" y="34719"/>
                </a:cubicBezTo>
                <a:cubicBezTo>
                  <a:pt x="67" y="33914"/>
                  <a:pt x="0" y="32895"/>
                  <a:pt x="0" y="31662"/>
                </a:cubicBezTo>
                <a:cubicBezTo>
                  <a:pt x="0" y="30750"/>
                  <a:pt x="40" y="29972"/>
                  <a:pt x="120" y="29329"/>
                </a:cubicBezTo>
                <a:cubicBezTo>
                  <a:pt x="200" y="28686"/>
                  <a:pt x="321" y="28149"/>
                  <a:pt x="481" y="27720"/>
                </a:cubicBezTo>
                <a:cubicBezTo>
                  <a:pt x="642" y="27291"/>
                  <a:pt x="869" y="26916"/>
                  <a:pt x="1163" y="26595"/>
                </a:cubicBezTo>
                <a:cubicBezTo>
                  <a:pt x="1457" y="26272"/>
                  <a:pt x="1844" y="25951"/>
                  <a:pt x="2325" y="25630"/>
                </a:cubicBezTo>
                <a:lnTo>
                  <a:pt x="26221" y="10267"/>
                </a:lnTo>
                <a:cubicBezTo>
                  <a:pt x="26435" y="10106"/>
                  <a:pt x="26703" y="9973"/>
                  <a:pt x="27023" y="9866"/>
                </a:cubicBezTo>
                <a:cubicBezTo>
                  <a:pt x="27344" y="9757"/>
                  <a:pt x="27745" y="9649"/>
                  <a:pt x="28226" y="9542"/>
                </a:cubicBezTo>
                <a:cubicBezTo>
                  <a:pt x="28707" y="9435"/>
                  <a:pt x="29269" y="9369"/>
                  <a:pt x="29910" y="9342"/>
                </a:cubicBezTo>
                <a:cubicBezTo>
                  <a:pt x="30552" y="9315"/>
                  <a:pt x="31353" y="9302"/>
                  <a:pt x="32316" y="9302"/>
                </a:cubicBezTo>
                <a:cubicBezTo>
                  <a:pt x="33599" y="9302"/>
                  <a:pt x="34668" y="9355"/>
                  <a:pt x="35523" y="9462"/>
                </a:cubicBezTo>
                <a:cubicBezTo>
                  <a:pt x="36379" y="9569"/>
                  <a:pt x="37047" y="9716"/>
                  <a:pt x="37528" y="9903"/>
                </a:cubicBezTo>
                <a:cubicBezTo>
                  <a:pt x="38009" y="10090"/>
                  <a:pt x="38330" y="10332"/>
                  <a:pt x="38490" y="10627"/>
                </a:cubicBezTo>
                <a:cubicBezTo>
                  <a:pt x="38651" y="10921"/>
                  <a:pt x="38731" y="11229"/>
                  <a:pt x="38731" y="11550"/>
                </a:cubicBezTo>
                <a:lnTo>
                  <a:pt x="38731" y="102801"/>
                </a:lnTo>
                <a:lnTo>
                  <a:pt x="57495" y="102801"/>
                </a:lnTo>
                <a:cubicBezTo>
                  <a:pt x="57922" y="102801"/>
                  <a:pt x="58323" y="102921"/>
                  <a:pt x="58698" y="103162"/>
                </a:cubicBezTo>
                <a:cubicBezTo>
                  <a:pt x="59072" y="103402"/>
                  <a:pt x="59379" y="103750"/>
                  <a:pt x="59620" y="104204"/>
                </a:cubicBezTo>
                <a:cubicBezTo>
                  <a:pt x="59860" y="104659"/>
                  <a:pt x="60047" y="105233"/>
                  <a:pt x="60181" y="105928"/>
                </a:cubicBezTo>
                <a:cubicBezTo>
                  <a:pt x="60315" y="106623"/>
                  <a:pt x="60382" y="107452"/>
                  <a:pt x="60382" y="108414"/>
                </a:cubicBezTo>
                <a:close/>
                <a:moveTo>
                  <a:pt x="138073" y="110339"/>
                </a:moveTo>
                <a:cubicBezTo>
                  <a:pt x="138500" y="111087"/>
                  <a:pt x="138714" y="111715"/>
                  <a:pt x="138714" y="112223"/>
                </a:cubicBezTo>
                <a:cubicBezTo>
                  <a:pt x="138714" y="112731"/>
                  <a:pt x="138460" y="113145"/>
                  <a:pt x="137952" y="113466"/>
                </a:cubicBezTo>
                <a:cubicBezTo>
                  <a:pt x="137445" y="113787"/>
                  <a:pt x="136669" y="114014"/>
                  <a:pt x="135627" y="114148"/>
                </a:cubicBezTo>
                <a:cubicBezTo>
                  <a:pt x="134585" y="114281"/>
                  <a:pt x="133235" y="114348"/>
                  <a:pt x="131578" y="114348"/>
                </a:cubicBezTo>
                <a:cubicBezTo>
                  <a:pt x="129974" y="114348"/>
                  <a:pt x="128704" y="114308"/>
                  <a:pt x="127769" y="114228"/>
                </a:cubicBezTo>
                <a:cubicBezTo>
                  <a:pt x="126833" y="114148"/>
                  <a:pt x="126085" y="114014"/>
                  <a:pt x="125523" y="113827"/>
                </a:cubicBezTo>
                <a:cubicBezTo>
                  <a:pt x="124962" y="113640"/>
                  <a:pt x="124534" y="113399"/>
                  <a:pt x="124240" y="113105"/>
                </a:cubicBezTo>
                <a:cubicBezTo>
                  <a:pt x="123946" y="112811"/>
                  <a:pt x="123692" y="112477"/>
                  <a:pt x="123479" y="112103"/>
                </a:cubicBezTo>
                <a:lnTo>
                  <a:pt x="106158" y="83476"/>
                </a:lnTo>
                <a:lnTo>
                  <a:pt x="88918" y="112103"/>
                </a:lnTo>
                <a:cubicBezTo>
                  <a:pt x="88704" y="112477"/>
                  <a:pt x="88450" y="112811"/>
                  <a:pt x="88156" y="113105"/>
                </a:cubicBezTo>
                <a:cubicBezTo>
                  <a:pt x="87862" y="113399"/>
                  <a:pt x="87434" y="113640"/>
                  <a:pt x="86873" y="113827"/>
                </a:cubicBezTo>
                <a:cubicBezTo>
                  <a:pt x="86311" y="114014"/>
                  <a:pt x="85576" y="114148"/>
                  <a:pt x="84668" y="114228"/>
                </a:cubicBezTo>
                <a:cubicBezTo>
                  <a:pt x="83759" y="114308"/>
                  <a:pt x="82556" y="114348"/>
                  <a:pt x="81059" y="114348"/>
                </a:cubicBezTo>
                <a:cubicBezTo>
                  <a:pt x="79509" y="114348"/>
                  <a:pt x="78239" y="114281"/>
                  <a:pt x="77250" y="114148"/>
                </a:cubicBezTo>
                <a:cubicBezTo>
                  <a:pt x="76261" y="114014"/>
                  <a:pt x="75540" y="113787"/>
                  <a:pt x="75085" y="113466"/>
                </a:cubicBezTo>
                <a:cubicBezTo>
                  <a:pt x="74631" y="113145"/>
                  <a:pt x="74417" y="112731"/>
                  <a:pt x="74444" y="112223"/>
                </a:cubicBezTo>
                <a:cubicBezTo>
                  <a:pt x="74470" y="111715"/>
                  <a:pt x="74724" y="111087"/>
                  <a:pt x="75205" y="110339"/>
                </a:cubicBezTo>
                <a:lnTo>
                  <a:pt x="97658" y="75136"/>
                </a:lnTo>
                <a:lnTo>
                  <a:pt x="76408" y="41217"/>
                </a:lnTo>
                <a:cubicBezTo>
                  <a:pt x="75981" y="40468"/>
                  <a:pt x="75753" y="39840"/>
                  <a:pt x="75727" y="39332"/>
                </a:cubicBezTo>
                <a:cubicBezTo>
                  <a:pt x="75700" y="38824"/>
                  <a:pt x="75940" y="38397"/>
                  <a:pt x="76448" y="38049"/>
                </a:cubicBezTo>
                <a:cubicBezTo>
                  <a:pt x="76956" y="37702"/>
                  <a:pt x="77731" y="37474"/>
                  <a:pt x="78774" y="37368"/>
                </a:cubicBezTo>
                <a:cubicBezTo>
                  <a:pt x="79816" y="37261"/>
                  <a:pt x="81193" y="37207"/>
                  <a:pt x="82903" y="37207"/>
                </a:cubicBezTo>
                <a:cubicBezTo>
                  <a:pt x="84454" y="37207"/>
                  <a:pt x="85697" y="37247"/>
                  <a:pt x="86632" y="37327"/>
                </a:cubicBezTo>
                <a:cubicBezTo>
                  <a:pt x="87568" y="37408"/>
                  <a:pt x="88303" y="37528"/>
                  <a:pt x="88837" y="37688"/>
                </a:cubicBezTo>
                <a:cubicBezTo>
                  <a:pt x="89372" y="37849"/>
                  <a:pt x="89773" y="38063"/>
                  <a:pt x="90040" y="38330"/>
                </a:cubicBezTo>
                <a:cubicBezTo>
                  <a:pt x="90307" y="38597"/>
                  <a:pt x="90548" y="38918"/>
                  <a:pt x="90762" y="39292"/>
                </a:cubicBezTo>
                <a:lnTo>
                  <a:pt x="107200" y="66155"/>
                </a:lnTo>
                <a:lnTo>
                  <a:pt x="123880" y="39292"/>
                </a:lnTo>
                <a:cubicBezTo>
                  <a:pt x="124093" y="38971"/>
                  <a:pt x="124334" y="38677"/>
                  <a:pt x="124601" y="38410"/>
                </a:cubicBezTo>
                <a:cubicBezTo>
                  <a:pt x="124868" y="38143"/>
                  <a:pt x="125229" y="37916"/>
                  <a:pt x="125684" y="37728"/>
                </a:cubicBezTo>
                <a:cubicBezTo>
                  <a:pt x="126138" y="37541"/>
                  <a:pt x="126780" y="37408"/>
                  <a:pt x="127608" y="37327"/>
                </a:cubicBezTo>
                <a:cubicBezTo>
                  <a:pt x="128437" y="37247"/>
                  <a:pt x="129573" y="37207"/>
                  <a:pt x="131016" y="37207"/>
                </a:cubicBezTo>
                <a:cubicBezTo>
                  <a:pt x="132567" y="37207"/>
                  <a:pt x="133836" y="37261"/>
                  <a:pt x="134825" y="37368"/>
                </a:cubicBezTo>
                <a:cubicBezTo>
                  <a:pt x="135814" y="37474"/>
                  <a:pt x="136549" y="37675"/>
                  <a:pt x="137030" y="37969"/>
                </a:cubicBezTo>
                <a:cubicBezTo>
                  <a:pt x="137511" y="38263"/>
                  <a:pt x="137725" y="38677"/>
                  <a:pt x="137672" y="39212"/>
                </a:cubicBezTo>
                <a:cubicBezTo>
                  <a:pt x="137618" y="39746"/>
                  <a:pt x="137351" y="40415"/>
                  <a:pt x="136870" y="41217"/>
                </a:cubicBezTo>
                <a:lnTo>
                  <a:pt x="115781" y="74735"/>
                </a:lnTo>
                <a:lnTo>
                  <a:pt x="138073" y="110339"/>
                </a:lnTo>
                <a:close/>
                <a:moveTo>
                  <a:pt x="212290" y="108414"/>
                </a:moveTo>
                <a:cubicBezTo>
                  <a:pt x="212290" y="109430"/>
                  <a:pt x="212209" y="110285"/>
                  <a:pt x="212049" y="110980"/>
                </a:cubicBezTo>
                <a:cubicBezTo>
                  <a:pt x="211889" y="111675"/>
                  <a:pt x="211675" y="112236"/>
                  <a:pt x="211407" y="112664"/>
                </a:cubicBezTo>
                <a:cubicBezTo>
                  <a:pt x="211140" y="113092"/>
                  <a:pt x="210833" y="113399"/>
                  <a:pt x="210485" y="113586"/>
                </a:cubicBezTo>
                <a:cubicBezTo>
                  <a:pt x="210138" y="113773"/>
                  <a:pt x="209777" y="113867"/>
                  <a:pt x="209403" y="113867"/>
                </a:cubicBezTo>
                <a:lnTo>
                  <a:pt x="155196" y="113867"/>
                </a:lnTo>
                <a:cubicBezTo>
                  <a:pt x="154822" y="113867"/>
                  <a:pt x="154474" y="113773"/>
                  <a:pt x="154153" y="113586"/>
                </a:cubicBezTo>
                <a:cubicBezTo>
                  <a:pt x="153833" y="113399"/>
                  <a:pt x="153525" y="113092"/>
                  <a:pt x="153231" y="112664"/>
                </a:cubicBezTo>
                <a:cubicBezTo>
                  <a:pt x="152937" y="112236"/>
                  <a:pt x="152710" y="111675"/>
                  <a:pt x="152550" y="110980"/>
                </a:cubicBezTo>
                <a:cubicBezTo>
                  <a:pt x="152389" y="110285"/>
                  <a:pt x="152309" y="109430"/>
                  <a:pt x="152309" y="108414"/>
                </a:cubicBezTo>
                <a:cubicBezTo>
                  <a:pt x="152309" y="107452"/>
                  <a:pt x="152389" y="106623"/>
                  <a:pt x="152550" y="105928"/>
                </a:cubicBezTo>
                <a:cubicBezTo>
                  <a:pt x="152710" y="105233"/>
                  <a:pt x="152910" y="104659"/>
                  <a:pt x="153151" y="104204"/>
                </a:cubicBezTo>
                <a:cubicBezTo>
                  <a:pt x="153392" y="103750"/>
                  <a:pt x="153686" y="103402"/>
                  <a:pt x="154033" y="103162"/>
                </a:cubicBezTo>
                <a:cubicBezTo>
                  <a:pt x="154381" y="102921"/>
                  <a:pt x="154768" y="102801"/>
                  <a:pt x="155196" y="102801"/>
                </a:cubicBezTo>
                <a:lnTo>
                  <a:pt x="176846" y="102801"/>
                </a:lnTo>
                <a:lnTo>
                  <a:pt x="176846" y="23816"/>
                </a:lnTo>
                <a:lnTo>
                  <a:pt x="156800" y="35844"/>
                </a:lnTo>
                <a:cubicBezTo>
                  <a:pt x="155784" y="36379"/>
                  <a:pt x="154969" y="36699"/>
                  <a:pt x="154354" y="36806"/>
                </a:cubicBezTo>
                <a:cubicBezTo>
                  <a:pt x="153739" y="36913"/>
                  <a:pt x="153245" y="36793"/>
                  <a:pt x="152870" y="36445"/>
                </a:cubicBezTo>
                <a:cubicBezTo>
                  <a:pt x="152496" y="36098"/>
                  <a:pt x="152242" y="35522"/>
                  <a:pt x="152109" y="34719"/>
                </a:cubicBezTo>
                <a:cubicBezTo>
                  <a:pt x="151975" y="33914"/>
                  <a:pt x="151908" y="32895"/>
                  <a:pt x="151908" y="31662"/>
                </a:cubicBezTo>
                <a:cubicBezTo>
                  <a:pt x="151908" y="30750"/>
                  <a:pt x="151948" y="29972"/>
                  <a:pt x="152028" y="29329"/>
                </a:cubicBezTo>
                <a:cubicBezTo>
                  <a:pt x="152109" y="28686"/>
                  <a:pt x="152229" y="28149"/>
                  <a:pt x="152389" y="27720"/>
                </a:cubicBezTo>
                <a:cubicBezTo>
                  <a:pt x="152550" y="27291"/>
                  <a:pt x="152777" y="26916"/>
                  <a:pt x="153071" y="26595"/>
                </a:cubicBezTo>
                <a:cubicBezTo>
                  <a:pt x="153365" y="26272"/>
                  <a:pt x="153752" y="25951"/>
                  <a:pt x="154233" y="25630"/>
                </a:cubicBezTo>
                <a:lnTo>
                  <a:pt x="178129" y="10267"/>
                </a:lnTo>
                <a:cubicBezTo>
                  <a:pt x="178343" y="10106"/>
                  <a:pt x="178611" y="9973"/>
                  <a:pt x="178931" y="9866"/>
                </a:cubicBezTo>
                <a:cubicBezTo>
                  <a:pt x="179252" y="9757"/>
                  <a:pt x="179653" y="9649"/>
                  <a:pt x="180134" y="9542"/>
                </a:cubicBezTo>
                <a:cubicBezTo>
                  <a:pt x="180615" y="9435"/>
                  <a:pt x="181177" y="9369"/>
                  <a:pt x="181818" y="9342"/>
                </a:cubicBezTo>
                <a:cubicBezTo>
                  <a:pt x="182460" y="9315"/>
                  <a:pt x="183262" y="9302"/>
                  <a:pt x="184224" y="9302"/>
                </a:cubicBezTo>
                <a:cubicBezTo>
                  <a:pt x="185507" y="9302"/>
                  <a:pt x="186576" y="9355"/>
                  <a:pt x="187431" y="9462"/>
                </a:cubicBezTo>
                <a:cubicBezTo>
                  <a:pt x="188287" y="9569"/>
                  <a:pt x="188955" y="9716"/>
                  <a:pt x="189436" y="9903"/>
                </a:cubicBezTo>
                <a:cubicBezTo>
                  <a:pt x="189917" y="10090"/>
                  <a:pt x="190238" y="10332"/>
                  <a:pt x="190398" y="10627"/>
                </a:cubicBezTo>
                <a:cubicBezTo>
                  <a:pt x="190559" y="10921"/>
                  <a:pt x="190639" y="11229"/>
                  <a:pt x="190639" y="11550"/>
                </a:cubicBezTo>
                <a:lnTo>
                  <a:pt x="190639" y="102801"/>
                </a:lnTo>
                <a:lnTo>
                  <a:pt x="209403" y="102801"/>
                </a:lnTo>
                <a:cubicBezTo>
                  <a:pt x="209830" y="102801"/>
                  <a:pt x="210231" y="102921"/>
                  <a:pt x="210606" y="103162"/>
                </a:cubicBezTo>
                <a:cubicBezTo>
                  <a:pt x="210980" y="103402"/>
                  <a:pt x="211287" y="103750"/>
                  <a:pt x="211528" y="104204"/>
                </a:cubicBezTo>
                <a:cubicBezTo>
                  <a:pt x="211768" y="104659"/>
                  <a:pt x="211955" y="105233"/>
                  <a:pt x="212089" y="105928"/>
                </a:cubicBezTo>
                <a:cubicBezTo>
                  <a:pt x="212223" y="106623"/>
                  <a:pt x="212290" y="107452"/>
                  <a:pt x="212290" y="108414"/>
                </a:cubicBezTo>
                <a:close/>
                <a:moveTo>
                  <a:pt x="299175" y="3290"/>
                </a:moveTo>
                <a:cubicBezTo>
                  <a:pt x="294096" y="14049"/>
                  <a:pt x="290314" y="25088"/>
                  <a:pt x="287828" y="36408"/>
                </a:cubicBezTo>
                <a:cubicBezTo>
                  <a:pt x="285342" y="47726"/>
                  <a:pt x="284099" y="59112"/>
                  <a:pt x="284099" y="70565"/>
                </a:cubicBezTo>
                <a:cubicBezTo>
                  <a:pt x="284099" y="82072"/>
                  <a:pt x="285369" y="93472"/>
                  <a:pt x="287908" y="104766"/>
                </a:cubicBezTo>
                <a:cubicBezTo>
                  <a:pt x="290448" y="116057"/>
                  <a:pt x="294150" y="127135"/>
                  <a:pt x="299014" y="137998"/>
                </a:cubicBezTo>
                <a:cubicBezTo>
                  <a:pt x="299282" y="138642"/>
                  <a:pt x="299429" y="139190"/>
                  <a:pt x="299455" y="139645"/>
                </a:cubicBezTo>
                <a:cubicBezTo>
                  <a:pt x="299482" y="140099"/>
                  <a:pt x="299308" y="140473"/>
                  <a:pt x="298934" y="140767"/>
                </a:cubicBezTo>
                <a:cubicBezTo>
                  <a:pt x="298560" y="141063"/>
                  <a:pt x="297985" y="141278"/>
                  <a:pt x="297210" y="141411"/>
                </a:cubicBezTo>
                <a:cubicBezTo>
                  <a:pt x="296435" y="141545"/>
                  <a:pt x="295379" y="141612"/>
                  <a:pt x="294043" y="141612"/>
                </a:cubicBezTo>
                <a:cubicBezTo>
                  <a:pt x="293080" y="141612"/>
                  <a:pt x="292252" y="141585"/>
                  <a:pt x="291557" y="141532"/>
                </a:cubicBezTo>
                <a:cubicBezTo>
                  <a:pt x="290862" y="141478"/>
                  <a:pt x="290260" y="141371"/>
                  <a:pt x="289753" y="141211"/>
                </a:cubicBezTo>
                <a:cubicBezTo>
                  <a:pt x="289245" y="141051"/>
                  <a:pt x="288830" y="140863"/>
                  <a:pt x="288510" y="140647"/>
                </a:cubicBezTo>
                <a:cubicBezTo>
                  <a:pt x="288189" y="140433"/>
                  <a:pt x="287948" y="140193"/>
                  <a:pt x="287788" y="139925"/>
                </a:cubicBezTo>
                <a:cubicBezTo>
                  <a:pt x="284901" y="134468"/>
                  <a:pt x="282362" y="128942"/>
                  <a:pt x="280170" y="123349"/>
                </a:cubicBezTo>
                <a:cubicBezTo>
                  <a:pt x="277978" y="117756"/>
                  <a:pt x="276134" y="112069"/>
                  <a:pt x="274637" y="106289"/>
                </a:cubicBezTo>
                <a:cubicBezTo>
                  <a:pt x="273140" y="100509"/>
                  <a:pt x="272018" y="94662"/>
                  <a:pt x="271269" y="88748"/>
                </a:cubicBezTo>
                <a:cubicBezTo>
                  <a:pt x="270521" y="82834"/>
                  <a:pt x="270147" y="76853"/>
                  <a:pt x="270147" y="70806"/>
                </a:cubicBezTo>
                <a:cubicBezTo>
                  <a:pt x="270147" y="64758"/>
                  <a:pt x="270561" y="58791"/>
                  <a:pt x="271390" y="52904"/>
                </a:cubicBezTo>
                <a:cubicBezTo>
                  <a:pt x="272218" y="47017"/>
                  <a:pt x="273394" y="41170"/>
                  <a:pt x="274918" y="35363"/>
                </a:cubicBezTo>
                <a:cubicBezTo>
                  <a:pt x="276441" y="29556"/>
                  <a:pt x="278299" y="23843"/>
                  <a:pt x="280491" y="18223"/>
                </a:cubicBezTo>
                <a:cubicBezTo>
                  <a:pt x="282683" y="12603"/>
                  <a:pt x="285142" y="7037"/>
                  <a:pt x="287868" y="1526"/>
                </a:cubicBezTo>
                <a:cubicBezTo>
                  <a:pt x="287922" y="1312"/>
                  <a:pt x="288069" y="1125"/>
                  <a:pt x="288309" y="965"/>
                </a:cubicBezTo>
                <a:cubicBezTo>
                  <a:pt x="288550" y="803"/>
                  <a:pt x="288884" y="642"/>
                  <a:pt x="289312" y="481"/>
                </a:cubicBezTo>
                <a:cubicBezTo>
                  <a:pt x="289739" y="321"/>
                  <a:pt x="290327" y="200"/>
                  <a:pt x="291076" y="120"/>
                </a:cubicBezTo>
                <a:cubicBezTo>
                  <a:pt x="291824" y="40"/>
                  <a:pt x="292786" y="0"/>
                  <a:pt x="293962" y="0"/>
                </a:cubicBezTo>
                <a:cubicBezTo>
                  <a:pt x="295192" y="0"/>
                  <a:pt x="296181" y="80"/>
                  <a:pt x="296929" y="241"/>
                </a:cubicBezTo>
                <a:cubicBezTo>
                  <a:pt x="297678" y="401"/>
                  <a:pt x="298266" y="616"/>
                  <a:pt x="298694" y="885"/>
                </a:cubicBezTo>
                <a:cubicBezTo>
                  <a:pt x="299121" y="1152"/>
                  <a:pt x="299362" y="1499"/>
                  <a:pt x="299415" y="1927"/>
                </a:cubicBezTo>
                <a:cubicBezTo>
                  <a:pt x="299469" y="2355"/>
                  <a:pt x="299389" y="2809"/>
                  <a:pt x="299175" y="3290"/>
                </a:cubicBezTo>
                <a:close/>
                <a:moveTo>
                  <a:pt x="383710" y="16038"/>
                </a:moveTo>
                <a:cubicBezTo>
                  <a:pt x="383710" y="17000"/>
                  <a:pt x="383669" y="17869"/>
                  <a:pt x="383589" y="18644"/>
                </a:cubicBezTo>
                <a:cubicBezTo>
                  <a:pt x="383509" y="19419"/>
                  <a:pt x="383402" y="20167"/>
                  <a:pt x="383269" y="20889"/>
                </a:cubicBezTo>
                <a:cubicBezTo>
                  <a:pt x="383135" y="21611"/>
                  <a:pt x="382948" y="22306"/>
                  <a:pt x="382707" y="22974"/>
                </a:cubicBezTo>
                <a:cubicBezTo>
                  <a:pt x="382467" y="23642"/>
                  <a:pt x="382186" y="24350"/>
                  <a:pt x="381865" y="25099"/>
                </a:cubicBezTo>
                <a:lnTo>
                  <a:pt x="344498" y="111221"/>
                </a:lnTo>
                <a:cubicBezTo>
                  <a:pt x="344230" y="111862"/>
                  <a:pt x="343896" y="112383"/>
                  <a:pt x="343495" y="112784"/>
                </a:cubicBezTo>
                <a:cubicBezTo>
                  <a:pt x="343094" y="113185"/>
                  <a:pt x="342586" y="113506"/>
                  <a:pt x="341972" y="113747"/>
                </a:cubicBezTo>
                <a:cubicBezTo>
                  <a:pt x="341357" y="113987"/>
                  <a:pt x="340568" y="114148"/>
                  <a:pt x="339606" y="114228"/>
                </a:cubicBezTo>
                <a:cubicBezTo>
                  <a:pt x="338644" y="114308"/>
                  <a:pt x="337468" y="114348"/>
                  <a:pt x="336078" y="114348"/>
                </a:cubicBezTo>
                <a:cubicBezTo>
                  <a:pt x="334260" y="114348"/>
                  <a:pt x="332844" y="114268"/>
                  <a:pt x="331828" y="114107"/>
                </a:cubicBezTo>
                <a:cubicBezTo>
                  <a:pt x="330812" y="113947"/>
                  <a:pt x="330077" y="113693"/>
                  <a:pt x="329623" y="113346"/>
                </a:cubicBezTo>
                <a:cubicBezTo>
                  <a:pt x="329168" y="112998"/>
                  <a:pt x="328968" y="112570"/>
                  <a:pt x="329021" y="112063"/>
                </a:cubicBezTo>
                <a:cubicBezTo>
                  <a:pt x="329075" y="111555"/>
                  <a:pt x="329262" y="110953"/>
                  <a:pt x="329583" y="110258"/>
                </a:cubicBezTo>
                <a:lnTo>
                  <a:pt x="368875" y="22212"/>
                </a:lnTo>
                <a:lnTo>
                  <a:pt x="319078" y="22212"/>
                </a:lnTo>
                <a:cubicBezTo>
                  <a:pt x="318062" y="22212"/>
                  <a:pt x="317301" y="21677"/>
                  <a:pt x="316793" y="20608"/>
                </a:cubicBezTo>
                <a:cubicBezTo>
                  <a:pt x="316285" y="19539"/>
                  <a:pt x="316031" y="18042"/>
                  <a:pt x="316031" y="16118"/>
                </a:cubicBezTo>
                <a:cubicBezTo>
                  <a:pt x="316031" y="15102"/>
                  <a:pt x="316098" y="14220"/>
                  <a:pt x="316231" y="13472"/>
                </a:cubicBezTo>
                <a:cubicBezTo>
                  <a:pt x="316365" y="12723"/>
                  <a:pt x="316566" y="12095"/>
                  <a:pt x="316833" y="11587"/>
                </a:cubicBezTo>
                <a:cubicBezTo>
                  <a:pt x="317100" y="11079"/>
                  <a:pt x="317421" y="10705"/>
                  <a:pt x="317795" y="10465"/>
                </a:cubicBezTo>
                <a:cubicBezTo>
                  <a:pt x="318169" y="10224"/>
                  <a:pt x="318597" y="10104"/>
                  <a:pt x="319078" y="10104"/>
                </a:cubicBezTo>
                <a:lnTo>
                  <a:pt x="379540" y="10104"/>
                </a:lnTo>
                <a:cubicBezTo>
                  <a:pt x="380288" y="10104"/>
                  <a:pt x="380943" y="10184"/>
                  <a:pt x="381504" y="10344"/>
                </a:cubicBezTo>
                <a:cubicBezTo>
                  <a:pt x="382066" y="10505"/>
                  <a:pt x="382493" y="10825"/>
                  <a:pt x="382787" y="11307"/>
                </a:cubicBezTo>
                <a:cubicBezTo>
                  <a:pt x="383081" y="11788"/>
                  <a:pt x="383309" y="12402"/>
                  <a:pt x="383469" y="13151"/>
                </a:cubicBezTo>
                <a:cubicBezTo>
                  <a:pt x="383629" y="13899"/>
                  <a:pt x="383710" y="14861"/>
                  <a:pt x="383710" y="16038"/>
                </a:cubicBezTo>
                <a:close/>
                <a:moveTo>
                  <a:pt x="416834" y="102400"/>
                </a:moveTo>
                <a:cubicBezTo>
                  <a:pt x="416834" y="104057"/>
                  <a:pt x="416754" y="105581"/>
                  <a:pt x="416594" y="106971"/>
                </a:cubicBezTo>
                <a:cubicBezTo>
                  <a:pt x="416433" y="108361"/>
                  <a:pt x="416166" y="109670"/>
                  <a:pt x="415792" y="110900"/>
                </a:cubicBezTo>
                <a:cubicBezTo>
                  <a:pt x="415418" y="112129"/>
                  <a:pt x="414923" y="113346"/>
                  <a:pt x="414308" y="114548"/>
                </a:cubicBezTo>
                <a:cubicBezTo>
                  <a:pt x="413693" y="115751"/>
                  <a:pt x="412932" y="117021"/>
                  <a:pt x="412023" y="118357"/>
                </a:cubicBezTo>
                <a:lnTo>
                  <a:pt x="401037" y="134876"/>
                </a:lnTo>
                <a:cubicBezTo>
                  <a:pt x="400770" y="135250"/>
                  <a:pt x="400462" y="135571"/>
                  <a:pt x="400115" y="135838"/>
                </a:cubicBezTo>
                <a:cubicBezTo>
                  <a:pt x="399768" y="136106"/>
                  <a:pt x="399340" y="136346"/>
                  <a:pt x="398832" y="136560"/>
                </a:cubicBezTo>
                <a:cubicBezTo>
                  <a:pt x="398324" y="136774"/>
                  <a:pt x="397736" y="136921"/>
                  <a:pt x="397068" y="137001"/>
                </a:cubicBezTo>
                <a:cubicBezTo>
                  <a:pt x="396400" y="137081"/>
                  <a:pt x="395558" y="137121"/>
                  <a:pt x="394542" y="137121"/>
                </a:cubicBezTo>
                <a:cubicBezTo>
                  <a:pt x="393633" y="137121"/>
                  <a:pt x="392871" y="137081"/>
                  <a:pt x="392257" y="137001"/>
                </a:cubicBezTo>
                <a:cubicBezTo>
                  <a:pt x="391642" y="136921"/>
                  <a:pt x="391201" y="136787"/>
                  <a:pt x="390933" y="136600"/>
                </a:cubicBezTo>
                <a:cubicBezTo>
                  <a:pt x="390666" y="136413"/>
                  <a:pt x="390519" y="136159"/>
                  <a:pt x="390492" y="135838"/>
                </a:cubicBezTo>
                <a:cubicBezTo>
                  <a:pt x="390466" y="135518"/>
                  <a:pt x="390559" y="135143"/>
                  <a:pt x="390773" y="134716"/>
                </a:cubicBezTo>
                <a:lnTo>
                  <a:pt x="401438" y="112664"/>
                </a:lnTo>
                <a:lnTo>
                  <a:pt x="401438" y="102400"/>
                </a:lnTo>
                <a:cubicBezTo>
                  <a:pt x="401438" y="100957"/>
                  <a:pt x="401585" y="99807"/>
                  <a:pt x="401879" y="98952"/>
                </a:cubicBezTo>
                <a:cubicBezTo>
                  <a:pt x="402173" y="98097"/>
                  <a:pt x="402641" y="97455"/>
                  <a:pt x="403282" y="97027"/>
                </a:cubicBezTo>
                <a:cubicBezTo>
                  <a:pt x="403924" y="96600"/>
                  <a:pt x="404726" y="96306"/>
                  <a:pt x="405688" y="96145"/>
                </a:cubicBezTo>
                <a:cubicBezTo>
                  <a:pt x="406650" y="95985"/>
                  <a:pt x="407826" y="95905"/>
                  <a:pt x="409216" y="95905"/>
                </a:cubicBezTo>
                <a:cubicBezTo>
                  <a:pt x="410553" y="95905"/>
                  <a:pt x="411702" y="95985"/>
                  <a:pt x="412664" y="96145"/>
                </a:cubicBezTo>
                <a:cubicBezTo>
                  <a:pt x="413627" y="96306"/>
                  <a:pt x="414415" y="96600"/>
                  <a:pt x="415030" y="97027"/>
                </a:cubicBezTo>
                <a:cubicBezTo>
                  <a:pt x="415645" y="97455"/>
                  <a:pt x="416099" y="98097"/>
                  <a:pt x="416393" y="98952"/>
                </a:cubicBezTo>
                <a:cubicBezTo>
                  <a:pt x="416687" y="99807"/>
                  <a:pt x="416834" y="100957"/>
                  <a:pt x="416834" y="102400"/>
                </a:cubicBezTo>
                <a:close/>
                <a:moveTo>
                  <a:pt x="503548" y="107933"/>
                </a:moveTo>
                <a:cubicBezTo>
                  <a:pt x="503548" y="108895"/>
                  <a:pt x="503481" y="109751"/>
                  <a:pt x="503348" y="110499"/>
                </a:cubicBezTo>
                <a:cubicBezTo>
                  <a:pt x="503214" y="111247"/>
                  <a:pt x="503027" y="111876"/>
                  <a:pt x="502786" y="112383"/>
                </a:cubicBezTo>
                <a:cubicBezTo>
                  <a:pt x="502546" y="112891"/>
                  <a:pt x="502225" y="113265"/>
                  <a:pt x="501824" y="113506"/>
                </a:cubicBezTo>
                <a:cubicBezTo>
                  <a:pt x="501423" y="113747"/>
                  <a:pt x="500982" y="113867"/>
                  <a:pt x="500501" y="113867"/>
                </a:cubicBezTo>
                <a:lnTo>
                  <a:pt x="443167" y="113867"/>
                </a:lnTo>
                <a:cubicBezTo>
                  <a:pt x="442418" y="113867"/>
                  <a:pt x="441763" y="113773"/>
                  <a:pt x="441202" y="113586"/>
                </a:cubicBezTo>
                <a:cubicBezTo>
                  <a:pt x="440641" y="113399"/>
                  <a:pt x="440160" y="113092"/>
                  <a:pt x="439759" y="112664"/>
                </a:cubicBezTo>
                <a:cubicBezTo>
                  <a:pt x="439358" y="112236"/>
                  <a:pt x="439064" y="111622"/>
                  <a:pt x="438877" y="110820"/>
                </a:cubicBezTo>
                <a:cubicBezTo>
                  <a:pt x="438690" y="110018"/>
                  <a:pt x="438596" y="109029"/>
                  <a:pt x="438596" y="107853"/>
                </a:cubicBezTo>
                <a:cubicBezTo>
                  <a:pt x="438596" y="106784"/>
                  <a:pt x="438636" y="105848"/>
                  <a:pt x="438716" y="105046"/>
                </a:cubicBezTo>
                <a:cubicBezTo>
                  <a:pt x="438796" y="104244"/>
                  <a:pt x="438970" y="103536"/>
                  <a:pt x="439238" y="102921"/>
                </a:cubicBezTo>
                <a:cubicBezTo>
                  <a:pt x="439505" y="102306"/>
                  <a:pt x="439839" y="101692"/>
                  <a:pt x="440240" y="101077"/>
                </a:cubicBezTo>
                <a:cubicBezTo>
                  <a:pt x="440641" y="100462"/>
                  <a:pt x="441162" y="99807"/>
                  <a:pt x="441804" y="99112"/>
                </a:cubicBezTo>
                <a:lnTo>
                  <a:pt x="461931" y="77755"/>
                </a:lnTo>
                <a:cubicBezTo>
                  <a:pt x="466582" y="72833"/>
                  <a:pt x="470310" y="68420"/>
                  <a:pt x="473117" y="64514"/>
                </a:cubicBezTo>
                <a:cubicBezTo>
                  <a:pt x="475923" y="60608"/>
                  <a:pt x="478089" y="57050"/>
                  <a:pt x="479612" y="53841"/>
                </a:cubicBezTo>
                <a:cubicBezTo>
                  <a:pt x="481136" y="50630"/>
                  <a:pt x="482138" y="47714"/>
                  <a:pt x="482619" y="45093"/>
                </a:cubicBezTo>
                <a:cubicBezTo>
                  <a:pt x="483100" y="42472"/>
                  <a:pt x="483341" y="40011"/>
                  <a:pt x="483341" y="37711"/>
                </a:cubicBezTo>
                <a:cubicBezTo>
                  <a:pt x="483341" y="35409"/>
                  <a:pt x="482967" y="33228"/>
                  <a:pt x="482218" y="31168"/>
                </a:cubicBezTo>
                <a:cubicBezTo>
                  <a:pt x="481470" y="29107"/>
                  <a:pt x="480387" y="27300"/>
                  <a:pt x="478971" y="25748"/>
                </a:cubicBezTo>
                <a:cubicBezTo>
                  <a:pt x="477554" y="24194"/>
                  <a:pt x="475776" y="22963"/>
                  <a:pt x="473638" y="22054"/>
                </a:cubicBezTo>
                <a:cubicBezTo>
                  <a:pt x="471500" y="21144"/>
                  <a:pt x="469041" y="20688"/>
                  <a:pt x="466261" y="20688"/>
                </a:cubicBezTo>
                <a:cubicBezTo>
                  <a:pt x="463000" y="20688"/>
                  <a:pt x="460073" y="21143"/>
                  <a:pt x="457480" y="22052"/>
                </a:cubicBezTo>
                <a:cubicBezTo>
                  <a:pt x="454888" y="22960"/>
                  <a:pt x="452616" y="23949"/>
                  <a:pt x="450664" y="25019"/>
                </a:cubicBezTo>
                <a:cubicBezTo>
                  <a:pt x="448713" y="26088"/>
                  <a:pt x="447083" y="27077"/>
                  <a:pt x="445773" y="27986"/>
                </a:cubicBezTo>
                <a:cubicBezTo>
                  <a:pt x="444463" y="28894"/>
                  <a:pt x="443487" y="29349"/>
                  <a:pt x="442846" y="29349"/>
                </a:cubicBezTo>
                <a:cubicBezTo>
                  <a:pt x="442472" y="29349"/>
                  <a:pt x="442138" y="29242"/>
                  <a:pt x="441844" y="29028"/>
                </a:cubicBezTo>
                <a:cubicBezTo>
                  <a:pt x="441550" y="28814"/>
                  <a:pt x="441309" y="28467"/>
                  <a:pt x="441122" y="27986"/>
                </a:cubicBezTo>
                <a:cubicBezTo>
                  <a:pt x="440935" y="27504"/>
                  <a:pt x="440788" y="26863"/>
                  <a:pt x="440681" y="26061"/>
                </a:cubicBezTo>
                <a:cubicBezTo>
                  <a:pt x="440574" y="25259"/>
                  <a:pt x="440521" y="24297"/>
                  <a:pt x="440521" y="23174"/>
                </a:cubicBezTo>
                <a:cubicBezTo>
                  <a:pt x="440521" y="22372"/>
                  <a:pt x="440547" y="21677"/>
                  <a:pt x="440601" y="21089"/>
                </a:cubicBezTo>
                <a:cubicBezTo>
                  <a:pt x="440654" y="20501"/>
                  <a:pt x="440748" y="19994"/>
                  <a:pt x="440881" y="19566"/>
                </a:cubicBezTo>
                <a:cubicBezTo>
                  <a:pt x="441015" y="19138"/>
                  <a:pt x="441189" y="18737"/>
                  <a:pt x="441403" y="18363"/>
                </a:cubicBezTo>
                <a:cubicBezTo>
                  <a:pt x="441616" y="17989"/>
                  <a:pt x="442044" y="17521"/>
                  <a:pt x="442686" y="16960"/>
                </a:cubicBezTo>
                <a:cubicBezTo>
                  <a:pt x="443327" y="16398"/>
                  <a:pt x="444436" y="15637"/>
                  <a:pt x="446013" y="14674"/>
                </a:cubicBezTo>
                <a:cubicBezTo>
                  <a:pt x="447590" y="13712"/>
                  <a:pt x="449568" y="12763"/>
                  <a:pt x="451947" y="11828"/>
                </a:cubicBezTo>
                <a:cubicBezTo>
                  <a:pt x="454326" y="10892"/>
                  <a:pt x="456946" y="10104"/>
                  <a:pt x="459806" y="9462"/>
                </a:cubicBezTo>
                <a:cubicBezTo>
                  <a:pt x="462666" y="8821"/>
                  <a:pt x="465673" y="8500"/>
                  <a:pt x="468827" y="8500"/>
                </a:cubicBezTo>
                <a:cubicBezTo>
                  <a:pt x="473852" y="8500"/>
                  <a:pt x="478249" y="9209"/>
                  <a:pt x="482018" y="10627"/>
                </a:cubicBezTo>
                <a:cubicBezTo>
                  <a:pt x="485787" y="12044"/>
                  <a:pt x="488914" y="13983"/>
                  <a:pt x="491400" y="16444"/>
                </a:cubicBezTo>
                <a:cubicBezTo>
                  <a:pt x="493886" y="18904"/>
                  <a:pt x="495743" y="21767"/>
                  <a:pt x="496973" y="25031"/>
                </a:cubicBezTo>
                <a:cubicBezTo>
                  <a:pt x="498202" y="28294"/>
                  <a:pt x="498817" y="31771"/>
                  <a:pt x="498817" y="35463"/>
                </a:cubicBezTo>
                <a:cubicBezTo>
                  <a:pt x="498817" y="38781"/>
                  <a:pt x="498523" y="42085"/>
                  <a:pt x="497935" y="45376"/>
                </a:cubicBezTo>
                <a:cubicBezTo>
                  <a:pt x="497347" y="48666"/>
                  <a:pt x="496104" y="52223"/>
                  <a:pt x="494206" y="56049"/>
                </a:cubicBezTo>
                <a:cubicBezTo>
                  <a:pt x="492309" y="59874"/>
                  <a:pt x="489569" y="64128"/>
                  <a:pt x="485987" y="68809"/>
                </a:cubicBezTo>
                <a:cubicBezTo>
                  <a:pt x="482405" y="73490"/>
                  <a:pt x="477648" y="78880"/>
                  <a:pt x="471714" y="84979"/>
                </a:cubicBezTo>
                <a:lnTo>
                  <a:pt x="455275" y="102159"/>
                </a:lnTo>
                <a:lnTo>
                  <a:pt x="500421" y="102159"/>
                </a:lnTo>
                <a:cubicBezTo>
                  <a:pt x="500849" y="102159"/>
                  <a:pt x="501263" y="102280"/>
                  <a:pt x="501664" y="102520"/>
                </a:cubicBezTo>
                <a:cubicBezTo>
                  <a:pt x="502065" y="102761"/>
                  <a:pt x="502412" y="103122"/>
                  <a:pt x="502706" y="103603"/>
                </a:cubicBezTo>
                <a:cubicBezTo>
                  <a:pt x="503000" y="104084"/>
                  <a:pt x="503214" y="104685"/>
                  <a:pt x="503348" y="105407"/>
                </a:cubicBezTo>
                <a:cubicBezTo>
                  <a:pt x="503481" y="106129"/>
                  <a:pt x="503548" y="106971"/>
                  <a:pt x="503548" y="107933"/>
                </a:cubicBezTo>
                <a:close/>
                <a:moveTo>
                  <a:pt x="538196" y="102400"/>
                </a:moveTo>
                <a:cubicBezTo>
                  <a:pt x="538196" y="104057"/>
                  <a:pt x="538116" y="105581"/>
                  <a:pt x="537956" y="106971"/>
                </a:cubicBezTo>
                <a:cubicBezTo>
                  <a:pt x="537795" y="108361"/>
                  <a:pt x="537528" y="109670"/>
                  <a:pt x="537154" y="110900"/>
                </a:cubicBezTo>
                <a:cubicBezTo>
                  <a:pt x="536780" y="112129"/>
                  <a:pt x="536285" y="113346"/>
                  <a:pt x="535670" y="114548"/>
                </a:cubicBezTo>
                <a:cubicBezTo>
                  <a:pt x="535056" y="115751"/>
                  <a:pt x="534294" y="117021"/>
                  <a:pt x="533385" y="118357"/>
                </a:cubicBezTo>
                <a:lnTo>
                  <a:pt x="522399" y="134876"/>
                </a:lnTo>
                <a:cubicBezTo>
                  <a:pt x="522132" y="135250"/>
                  <a:pt x="521825" y="135571"/>
                  <a:pt x="521477" y="135838"/>
                </a:cubicBezTo>
                <a:cubicBezTo>
                  <a:pt x="521130" y="136106"/>
                  <a:pt x="520702" y="136346"/>
                  <a:pt x="520194" y="136560"/>
                </a:cubicBezTo>
                <a:cubicBezTo>
                  <a:pt x="519686" y="136774"/>
                  <a:pt x="519098" y="136921"/>
                  <a:pt x="518430" y="137001"/>
                </a:cubicBezTo>
                <a:cubicBezTo>
                  <a:pt x="517762" y="137081"/>
                  <a:pt x="516920" y="137121"/>
                  <a:pt x="515904" y="137121"/>
                </a:cubicBezTo>
                <a:cubicBezTo>
                  <a:pt x="514995" y="137121"/>
                  <a:pt x="514234" y="137081"/>
                  <a:pt x="513619" y="137001"/>
                </a:cubicBezTo>
                <a:cubicBezTo>
                  <a:pt x="513004" y="136921"/>
                  <a:pt x="512563" y="136787"/>
                  <a:pt x="512296" y="136600"/>
                </a:cubicBezTo>
                <a:cubicBezTo>
                  <a:pt x="512028" y="136413"/>
                  <a:pt x="511881" y="136159"/>
                  <a:pt x="511855" y="135838"/>
                </a:cubicBezTo>
                <a:cubicBezTo>
                  <a:pt x="511828" y="135518"/>
                  <a:pt x="511921" y="135143"/>
                  <a:pt x="512135" y="134716"/>
                </a:cubicBezTo>
                <a:lnTo>
                  <a:pt x="522800" y="112664"/>
                </a:lnTo>
                <a:lnTo>
                  <a:pt x="522800" y="102400"/>
                </a:lnTo>
                <a:cubicBezTo>
                  <a:pt x="522800" y="100957"/>
                  <a:pt x="522947" y="99807"/>
                  <a:pt x="523241" y="98952"/>
                </a:cubicBezTo>
                <a:cubicBezTo>
                  <a:pt x="523535" y="98097"/>
                  <a:pt x="524003" y="97455"/>
                  <a:pt x="524645" y="97027"/>
                </a:cubicBezTo>
                <a:cubicBezTo>
                  <a:pt x="525286" y="96600"/>
                  <a:pt x="526088" y="96306"/>
                  <a:pt x="527050" y="96145"/>
                </a:cubicBezTo>
                <a:cubicBezTo>
                  <a:pt x="528013" y="95985"/>
                  <a:pt x="529189" y="95905"/>
                  <a:pt x="530579" y="95905"/>
                </a:cubicBezTo>
                <a:cubicBezTo>
                  <a:pt x="531915" y="95905"/>
                  <a:pt x="533064" y="95985"/>
                  <a:pt x="534027" y="96145"/>
                </a:cubicBezTo>
                <a:cubicBezTo>
                  <a:pt x="534989" y="96306"/>
                  <a:pt x="535777" y="96600"/>
                  <a:pt x="536392" y="97027"/>
                </a:cubicBezTo>
                <a:cubicBezTo>
                  <a:pt x="537007" y="97455"/>
                  <a:pt x="537461" y="98097"/>
                  <a:pt x="537755" y="98952"/>
                </a:cubicBezTo>
                <a:cubicBezTo>
                  <a:pt x="538049" y="99807"/>
                  <a:pt x="538196" y="100957"/>
                  <a:pt x="538196" y="102400"/>
                </a:cubicBezTo>
                <a:close/>
                <a:moveTo>
                  <a:pt x="628358" y="61745"/>
                </a:moveTo>
                <a:cubicBezTo>
                  <a:pt x="628358" y="69722"/>
                  <a:pt x="627730" y="77003"/>
                  <a:pt x="626474" y="83588"/>
                </a:cubicBezTo>
                <a:cubicBezTo>
                  <a:pt x="625218" y="90174"/>
                  <a:pt x="623133" y="95835"/>
                  <a:pt x="620219" y="100573"/>
                </a:cubicBezTo>
                <a:cubicBezTo>
                  <a:pt x="617306" y="105311"/>
                  <a:pt x="613497" y="108979"/>
                  <a:pt x="608793" y="111576"/>
                </a:cubicBezTo>
                <a:cubicBezTo>
                  <a:pt x="604088" y="114173"/>
                  <a:pt x="598288" y="115471"/>
                  <a:pt x="591392" y="115471"/>
                </a:cubicBezTo>
                <a:cubicBezTo>
                  <a:pt x="584870" y="115471"/>
                  <a:pt x="579377" y="114306"/>
                  <a:pt x="574913" y="111977"/>
                </a:cubicBezTo>
                <a:cubicBezTo>
                  <a:pt x="570449" y="109649"/>
                  <a:pt x="566854" y="106222"/>
                  <a:pt x="564128" y="101698"/>
                </a:cubicBezTo>
                <a:cubicBezTo>
                  <a:pt x="561401" y="97174"/>
                  <a:pt x="559464" y="91606"/>
                  <a:pt x="558314" y="84994"/>
                </a:cubicBezTo>
                <a:cubicBezTo>
                  <a:pt x="557165" y="78382"/>
                  <a:pt x="556590" y="70793"/>
                  <a:pt x="556590" y="62226"/>
                </a:cubicBezTo>
                <a:cubicBezTo>
                  <a:pt x="556590" y="54302"/>
                  <a:pt x="557232" y="47034"/>
                  <a:pt x="558515" y="40422"/>
                </a:cubicBezTo>
                <a:cubicBezTo>
                  <a:pt x="559798" y="33810"/>
                  <a:pt x="561883" y="28135"/>
                  <a:pt x="564769" y="23397"/>
                </a:cubicBezTo>
                <a:cubicBezTo>
                  <a:pt x="567656" y="18660"/>
                  <a:pt x="571452" y="14993"/>
                  <a:pt x="576156" y="12397"/>
                </a:cubicBezTo>
                <a:cubicBezTo>
                  <a:pt x="580860" y="9799"/>
                  <a:pt x="586634" y="8500"/>
                  <a:pt x="593477" y="8500"/>
                </a:cubicBezTo>
                <a:cubicBezTo>
                  <a:pt x="600052" y="8500"/>
                  <a:pt x="605572" y="9664"/>
                  <a:pt x="610035" y="11993"/>
                </a:cubicBezTo>
                <a:cubicBezTo>
                  <a:pt x="614499" y="14322"/>
                  <a:pt x="618094" y="17748"/>
                  <a:pt x="620821" y="22272"/>
                </a:cubicBezTo>
                <a:cubicBezTo>
                  <a:pt x="623547" y="26796"/>
                  <a:pt x="625485" y="32364"/>
                  <a:pt x="626634" y="38976"/>
                </a:cubicBezTo>
                <a:cubicBezTo>
                  <a:pt x="627784" y="45589"/>
                  <a:pt x="628358" y="53178"/>
                  <a:pt x="628358" y="61745"/>
                </a:cubicBezTo>
                <a:moveTo>
                  <a:pt x="614245" y="62709"/>
                </a:moveTo>
                <a:cubicBezTo>
                  <a:pt x="614245" y="57514"/>
                  <a:pt x="614058" y="52854"/>
                  <a:pt x="613684" y="48729"/>
                </a:cubicBezTo>
                <a:cubicBezTo>
                  <a:pt x="613310" y="44605"/>
                  <a:pt x="612762" y="40963"/>
                  <a:pt x="612040" y="37804"/>
                </a:cubicBezTo>
                <a:cubicBezTo>
                  <a:pt x="611318" y="34643"/>
                  <a:pt x="610383" y="31925"/>
                  <a:pt x="609234" y="29649"/>
                </a:cubicBezTo>
                <a:cubicBezTo>
                  <a:pt x="608084" y="27372"/>
                  <a:pt x="606708" y="25498"/>
                  <a:pt x="605104" y="24026"/>
                </a:cubicBezTo>
                <a:cubicBezTo>
                  <a:pt x="603500" y="22553"/>
                  <a:pt x="601669" y="21481"/>
                  <a:pt x="599611" y="20811"/>
                </a:cubicBezTo>
                <a:cubicBezTo>
                  <a:pt x="597553" y="20141"/>
                  <a:pt x="595241" y="19806"/>
                  <a:pt x="592675" y="19806"/>
                </a:cubicBezTo>
                <a:cubicBezTo>
                  <a:pt x="588131" y="19806"/>
                  <a:pt x="584442" y="20878"/>
                  <a:pt x="581609" y="23021"/>
                </a:cubicBezTo>
                <a:cubicBezTo>
                  <a:pt x="578776" y="25163"/>
                  <a:pt x="576544" y="28108"/>
                  <a:pt x="574913" y="31857"/>
                </a:cubicBezTo>
                <a:cubicBezTo>
                  <a:pt x="573283" y="35606"/>
                  <a:pt x="572173" y="39998"/>
                  <a:pt x="571585" y="45033"/>
                </a:cubicBezTo>
                <a:cubicBezTo>
                  <a:pt x="570997" y="50068"/>
                  <a:pt x="570703" y="55478"/>
                  <a:pt x="570703" y="61261"/>
                </a:cubicBezTo>
                <a:cubicBezTo>
                  <a:pt x="570703" y="69028"/>
                  <a:pt x="571104" y="75630"/>
                  <a:pt x="571906" y="81067"/>
                </a:cubicBezTo>
                <a:cubicBezTo>
                  <a:pt x="572708" y="86504"/>
                  <a:pt x="573978" y="90936"/>
                  <a:pt x="575715" y="94364"/>
                </a:cubicBezTo>
                <a:cubicBezTo>
                  <a:pt x="577452" y="97790"/>
                  <a:pt x="579671" y="100280"/>
                  <a:pt x="582371" y="101834"/>
                </a:cubicBezTo>
                <a:cubicBezTo>
                  <a:pt x="585070" y="103387"/>
                  <a:pt x="588345" y="104164"/>
                  <a:pt x="592194" y="104164"/>
                </a:cubicBezTo>
                <a:cubicBezTo>
                  <a:pt x="595187" y="104164"/>
                  <a:pt x="597820" y="103682"/>
                  <a:pt x="600092" y="102718"/>
                </a:cubicBezTo>
                <a:cubicBezTo>
                  <a:pt x="602364" y="101754"/>
                  <a:pt x="604315" y="100375"/>
                  <a:pt x="605946" y="98581"/>
                </a:cubicBezTo>
                <a:cubicBezTo>
                  <a:pt x="607576" y="96787"/>
                  <a:pt x="608926" y="94631"/>
                  <a:pt x="609995" y="92113"/>
                </a:cubicBezTo>
                <a:cubicBezTo>
                  <a:pt x="611065" y="89596"/>
                  <a:pt x="611920" y="86811"/>
                  <a:pt x="612561" y="83759"/>
                </a:cubicBezTo>
                <a:cubicBezTo>
                  <a:pt x="613203" y="80705"/>
                  <a:pt x="613644" y="77397"/>
                  <a:pt x="613884" y="73836"/>
                </a:cubicBezTo>
                <a:cubicBezTo>
                  <a:pt x="614125" y="70274"/>
                  <a:pt x="614245" y="66565"/>
                  <a:pt x="614245" y="62709"/>
                </a:cubicBezTo>
                <a:close/>
                <a:moveTo>
                  <a:pt x="674937" y="70806"/>
                </a:moveTo>
                <a:cubicBezTo>
                  <a:pt x="674937" y="76853"/>
                  <a:pt x="674563" y="82834"/>
                  <a:pt x="673814" y="88748"/>
                </a:cubicBezTo>
                <a:cubicBezTo>
                  <a:pt x="673066" y="94662"/>
                  <a:pt x="671943" y="100509"/>
                  <a:pt x="670446" y="106289"/>
                </a:cubicBezTo>
                <a:cubicBezTo>
                  <a:pt x="668949" y="112069"/>
                  <a:pt x="667118" y="117756"/>
                  <a:pt x="664953" y="123349"/>
                </a:cubicBezTo>
                <a:cubicBezTo>
                  <a:pt x="662788" y="128942"/>
                  <a:pt x="660262" y="134468"/>
                  <a:pt x="657376" y="139925"/>
                </a:cubicBezTo>
                <a:cubicBezTo>
                  <a:pt x="657215" y="140193"/>
                  <a:pt x="656975" y="140433"/>
                  <a:pt x="656654" y="140647"/>
                </a:cubicBezTo>
                <a:cubicBezTo>
                  <a:pt x="656333" y="140863"/>
                  <a:pt x="655919" y="141051"/>
                  <a:pt x="655411" y="141211"/>
                </a:cubicBezTo>
                <a:cubicBezTo>
                  <a:pt x="654903" y="141371"/>
                  <a:pt x="654302" y="141478"/>
                  <a:pt x="653607" y="141532"/>
                </a:cubicBezTo>
                <a:cubicBezTo>
                  <a:pt x="652912" y="141585"/>
                  <a:pt x="652083" y="141612"/>
                  <a:pt x="651121" y="141612"/>
                </a:cubicBezTo>
                <a:cubicBezTo>
                  <a:pt x="649731" y="141612"/>
                  <a:pt x="648649" y="141545"/>
                  <a:pt x="647873" y="141411"/>
                </a:cubicBezTo>
                <a:cubicBezTo>
                  <a:pt x="647098" y="141278"/>
                  <a:pt x="646537" y="141063"/>
                  <a:pt x="646189" y="140767"/>
                </a:cubicBezTo>
                <a:cubicBezTo>
                  <a:pt x="645842" y="140473"/>
                  <a:pt x="645682" y="140099"/>
                  <a:pt x="645708" y="139645"/>
                </a:cubicBezTo>
                <a:cubicBezTo>
                  <a:pt x="645735" y="139190"/>
                  <a:pt x="645882" y="138642"/>
                  <a:pt x="646149" y="137998"/>
                </a:cubicBezTo>
                <a:cubicBezTo>
                  <a:pt x="651068" y="127188"/>
                  <a:pt x="654783" y="116124"/>
                  <a:pt x="657295" y="104806"/>
                </a:cubicBezTo>
                <a:cubicBezTo>
                  <a:pt x="659808" y="93486"/>
                  <a:pt x="661064" y="82072"/>
                  <a:pt x="661064" y="70565"/>
                </a:cubicBezTo>
                <a:cubicBezTo>
                  <a:pt x="661064" y="59112"/>
                  <a:pt x="659808" y="47726"/>
                  <a:pt x="657295" y="36408"/>
                </a:cubicBezTo>
                <a:cubicBezTo>
                  <a:pt x="654783" y="25088"/>
                  <a:pt x="651014" y="14049"/>
                  <a:pt x="645989" y="3290"/>
                </a:cubicBezTo>
                <a:cubicBezTo>
                  <a:pt x="645775" y="2809"/>
                  <a:pt x="645695" y="2355"/>
                  <a:pt x="645748" y="1927"/>
                </a:cubicBezTo>
                <a:cubicBezTo>
                  <a:pt x="645802" y="1499"/>
                  <a:pt x="646042" y="1152"/>
                  <a:pt x="646470" y="885"/>
                </a:cubicBezTo>
                <a:cubicBezTo>
                  <a:pt x="646898" y="616"/>
                  <a:pt x="647486" y="401"/>
                  <a:pt x="648234" y="241"/>
                </a:cubicBezTo>
                <a:cubicBezTo>
                  <a:pt x="648983" y="80"/>
                  <a:pt x="649972" y="0"/>
                  <a:pt x="651201" y="0"/>
                </a:cubicBezTo>
                <a:cubicBezTo>
                  <a:pt x="652324" y="0"/>
                  <a:pt x="653259" y="40"/>
                  <a:pt x="654008" y="120"/>
                </a:cubicBezTo>
                <a:cubicBezTo>
                  <a:pt x="654756" y="200"/>
                  <a:pt x="655358" y="321"/>
                  <a:pt x="655812" y="481"/>
                </a:cubicBezTo>
                <a:cubicBezTo>
                  <a:pt x="656266" y="642"/>
                  <a:pt x="656600" y="803"/>
                  <a:pt x="656814" y="965"/>
                </a:cubicBezTo>
                <a:cubicBezTo>
                  <a:pt x="657028" y="1125"/>
                  <a:pt x="657189" y="1312"/>
                  <a:pt x="657295" y="1526"/>
                </a:cubicBezTo>
                <a:cubicBezTo>
                  <a:pt x="662802" y="12497"/>
                  <a:pt x="667118" y="23776"/>
                  <a:pt x="670246" y="35363"/>
                </a:cubicBezTo>
                <a:cubicBezTo>
                  <a:pt x="673373" y="46950"/>
                  <a:pt x="674937" y="58764"/>
                  <a:pt x="674937" y="708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…">
            <a:extLst xmlns:a="http://schemas.openxmlformats.org/drawingml/2006/main">
              <a:ext uri="{FF2B5EF4-FFF2-40B4-BE49-F238E27FC236}">
                <a16:creationId xmlns:a16="http://schemas.microsoft.com/office/drawing/2014/main" id="{638C69A4-B0D7-4132-A63F-36510808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246" y="1594377"/>
            <a:ext cx="89329" cy="18604"/>
          </a:xfrm>
          <a:custGeom xmlns:a="http://schemas.openxmlformats.org/drawingml/2006/main">
            <a:pathLst>
              <a:path w="89329" h="18604">
                <a:moveTo>
                  <a:pt x="16920" y="9182"/>
                </a:moveTo>
                <a:cubicBezTo>
                  <a:pt x="16920" y="12939"/>
                  <a:pt x="16292" y="15449"/>
                  <a:pt x="15035" y="16712"/>
                </a:cubicBezTo>
                <a:cubicBezTo>
                  <a:pt x="13779" y="17973"/>
                  <a:pt x="11547" y="18604"/>
                  <a:pt x="8340" y="18604"/>
                </a:cubicBezTo>
                <a:cubicBezTo>
                  <a:pt x="5239" y="18604"/>
                  <a:pt x="3074" y="17986"/>
                  <a:pt x="1844" y="16752"/>
                </a:cubicBezTo>
                <a:cubicBezTo>
                  <a:pt x="615" y="15517"/>
                  <a:pt x="0" y="13074"/>
                  <a:pt x="0" y="9422"/>
                </a:cubicBezTo>
                <a:cubicBezTo>
                  <a:pt x="0" y="5665"/>
                  <a:pt x="628" y="3156"/>
                  <a:pt x="1884" y="1894"/>
                </a:cubicBezTo>
                <a:cubicBezTo>
                  <a:pt x="3141" y="631"/>
                  <a:pt x="5373" y="0"/>
                  <a:pt x="8580" y="0"/>
                </a:cubicBezTo>
                <a:cubicBezTo>
                  <a:pt x="11681" y="0"/>
                  <a:pt x="13846" y="617"/>
                  <a:pt x="15075" y="1852"/>
                </a:cubicBezTo>
                <a:cubicBezTo>
                  <a:pt x="16305" y="3086"/>
                  <a:pt x="16920" y="5530"/>
                  <a:pt x="16920" y="9182"/>
                </a:cubicBezTo>
                <a:moveTo>
                  <a:pt x="53084" y="9182"/>
                </a:moveTo>
                <a:cubicBezTo>
                  <a:pt x="53084" y="12939"/>
                  <a:pt x="52470" y="15449"/>
                  <a:pt x="51240" y="16712"/>
                </a:cubicBezTo>
                <a:cubicBezTo>
                  <a:pt x="50011" y="17973"/>
                  <a:pt x="47792" y="18604"/>
                  <a:pt x="44584" y="18604"/>
                </a:cubicBezTo>
                <a:cubicBezTo>
                  <a:pt x="41484" y="18604"/>
                  <a:pt x="39319" y="17986"/>
                  <a:pt x="38089" y="16752"/>
                </a:cubicBezTo>
                <a:cubicBezTo>
                  <a:pt x="36860" y="15517"/>
                  <a:pt x="36245" y="13074"/>
                  <a:pt x="36245" y="9422"/>
                </a:cubicBezTo>
                <a:cubicBezTo>
                  <a:pt x="36245" y="5665"/>
                  <a:pt x="36873" y="3156"/>
                  <a:pt x="38129" y="1894"/>
                </a:cubicBezTo>
                <a:cubicBezTo>
                  <a:pt x="39386" y="631"/>
                  <a:pt x="41591" y="0"/>
                  <a:pt x="44745" y="0"/>
                </a:cubicBezTo>
                <a:cubicBezTo>
                  <a:pt x="47899" y="0"/>
                  <a:pt x="50077" y="617"/>
                  <a:pt x="51280" y="1852"/>
                </a:cubicBezTo>
                <a:cubicBezTo>
                  <a:pt x="52483" y="3086"/>
                  <a:pt x="53084" y="5530"/>
                  <a:pt x="53084" y="9182"/>
                </a:cubicBezTo>
                <a:moveTo>
                  <a:pt x="89329" y="9182"/>
                </a:moveTo>
                <a:cubicBezTo>
                  <a:pt x="89329" y="12939"/>
                  <a:pt x="88701" y="15449"/>
                  <a:pt x="87445" y="16712"/>
                </a:cubicBezTo>
                <a:cubicBezTo>
                  <a:pt x="86189" y="17973"/>
                  <a:pt x="83957" y="18604"/>
                  <a:pt x="80749" y="18604"/>
                </a:cubicBezTo>
                <a:cubicBezTo>
                  <a:pt x="77649" y="18604"/>
                  <a:pt x="75484" y="17986"/>
                  <a:pt x="74254" y="16752"/>
                </a:cubicBezTo>
                <a:cubicBezTo>
                  <a:pt x="73024" y="15517"/>
                  <a:pt x="72410" y="13074"/>
                  <a:pt x="72410" y="9422"/>
                </a:cubicBezTo>
                <a:cubicBezTo>
                  <a:pt x="72410" y="5665"/>
                  <a:pt x="73038" y="3156"/>
                  <a:pt x="74294" y="1894"/>
                </a:cubicBezTo>
                <a:cubicBezTo>
                  <a:pt x="75550" y="631"/>
                  <a:pt x="77782" y="0"/>
                  <a:pt x="80990" y="0"/>
                </a:cubicBezTo>
                <a:cubicBezTo>
                  <a:pt x="84090" y="0"/>
                  <a:pt x="86255" y="617"/>
                  <a:pt x="87485" y="1852"/>
                </a:cubicBezTo>
                <a:cubicBezTo>
                  <a:pt x="88715" y="3086"/>
                  <a:pt x="89329" y="5530"/>
                  <a:pt x="89329" y="91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1x2(5,7,17)">
            <a:extLst xmlns:a="http://schemas.openxmlformats.org/drawingml/2006/main">
              <a:ext uri="{FF2B5EF4-FFF2-40B4-BE49-F238E27FC236}">
                <a16:creationId xmlns:a16="http://schemas.microsoft.com/office/drawing/2014/main" id="{47AEB858-3BA2-4FAE-9E7E-7B127A84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88" y="1692808"/>
            <a:ext cx="754366" cy="141787"/>
          </a:xfrm>
          <a:custGeom xmlns:a="http://schemas.openxmlformats.org/drawingml/2006/main">
            <a:pathLst>
              <a:path w="754366" h="141787">
                <a:moveTo>
                  <a:pt x="60456" y="108548"/>
                </a:moveTo>
                <a:cubicBezTo>
                  <a:pt x="60456" y="109565"/>
                  <a:pt x="60376" y="110421"/>
                  <a:pt x="60215" y="111117"/>
                </a:cubicBezTo>
                <a:cubicBezTo>
                  <a:pt x="60055" y="111813"/>
                  <a:pt x="59841" y="112375"/>
                  <a:pt x="59573" y="112803"/>
                </a:cubicBezTo>
                <a:cubicBezTo>
                  <a:pt x="59305" y="113231"/>
                  <a:pt x="58998" y="113539"/>
                  <a:pt x="58650" y="113726"/>
                </a:cubicBezTo>
                <a:cubicBezTo>
                  <a:pt x="58302" y="113914"/>
                  <a:pt x="57940" y="114007"/>
                  <a:pt x="57566" y="114007"/>
                </a:cubicBezTo>
                <a:lnTo>
                  <a:pt x="3292" y="114007"/>
                </a:lnTo>
                <a:cubicBezTo>
                  <a:pt x="2917" y="114007"/>
                  <a:pt x="2569" y="113914"/>
                  <a:pt x="2248" y="113726"/>
                </a:cubicBezTo>
                <a:cubicBezTo>
                  <a:pt x="1927" y="113539"/>
                  <a:pt x="1619" y="113231"/>
                  <a:pt x="1325" y="112803"/>
                </a:cubicBezTo>
                <a:cubicBezTo>
                  <a:pt x="1030" y="112375"/>
                  <a:pt x="803" y="111813"/>
                  <a:pt x="642" y="111117"/>
                </a:cubicBezTo>
                <a:cubicBezTo>
                  <a:pt x="482" y="110421"/>
                  <a:pt x="401" y="109565"/>
                  <a:pt x="401" y="108548"/>
                </a:cubicBezTo>
                <a:cubicBezTo>
                  <a:pt x="401" y="107584"/>
                  <a:pt x="482" y="106755"/>
                  <a:pt x="642" y="106059"/>
                </a:cubicBezTo>
                <a:cubicBezTo>
                  <a:pt x="803" y="105363"/>
                  <a:pt x="1004" y="104788"/>
                  <a:pt x="1244" y="104333"/>
                </a:cubicBezTo>
                <a:cubicBezTo>
                  <a:pt x="1485" y="103878"/>
                  <a:pt x="1780" y="103530"/>
                  <a:pt x="2128" y="103289"/>
                </a:cubicBezTo>
                <a:cubicBezTo>
                  <a:pt x="2476" y="103048"/>
                  <a:pt x="2864" y="102928"/>
                  <a:pt x="3292" y="102928"/>
                </a:cubicBezTo>
                <a:lnTo>
                  <a:pt x="24969" y="102928"/>
                </a:lnTo>
                <a:lnTo>
                  <a:pt x="24969" y="23845"/>
                </a:lnTo>
                <a:lnTo>
                  <a:pt x="4898" y="35888"/>
                </a:lnTo>
                <a:cubicBezTo>
                  <a:pt x="3881" y="36424"/>
                  <a:pt x="3064" y="36745"/>
                  <a:pt x="2449" y="36852"/>
                </a:cubicBezTo>
                <a:cubicBezTo>
                  <a:pt x="1833" y="36959"/>
                  <a:pt x="1338" y="36838"/>
                  <a:pt x="963" y="36490"/>
                </a:cubicBezTo>
                <a:cubicBezTo>
                  <a:pt x="589" y="36143"/>
                  <a:pt x="335" y="35566"/>
                  <a:pt x="201" y="34762"/>
                </a:cubicBezTo>
                <a:cubicBezTo>
                  <a:pt x="67" y="33956"/>
                  <a:pt x="0" y="32935"/>
                  <a:pt x="0" y="31701"/>
                </a:cubicBezTo>
                <a:cubicBezTo>
                  <a:pt x="0" y="30788"/>
                  <a:pt x="40" y="30009"/>
                  <a:pt x="120" y="29365"/>
                </a:cubicBezTo>
                <a:cubicBezTo>
                  <a:pt x="201" y="28721"/>
                  <a:pt x="321" y="28184"/>
                  <a:pt x="482" y="27754"/>
                </a:cubicBezTo>
                <a:cubicBezTo>
                  <a:pt x="642" y="27324"/>
                  <a:pt x="870" y="26949"/>
                  <a:pt x="1164" y="26628"/>
                </a:cubicBezTo>
                <a:cubicBezTo>
                  <a:pt x="1459" y="26305"/>
                  <a:pt x="1847" y="25983"/>
                  <a:pt x="2328" y="25662"/>
                </a:cubicBezTo>
                <a:lnTo>
                  <a:pt x="26254" y="10279"/>
                </a:lnTo>
                <a:cubicBezTo>
                  <a:pt x="26468" y="10119"/>
                  <a:pt x="26736" y="9985"/>
                  <a:pt x="27057" y="9878"/>
                </a:cubicBezTo>
                <a:cubicBezTo>
                  <a:pt x="27378" y="9769"/>
                  <a:pt x="27779" y="9661"/>
                  <a:pt x="28261" y="9554"/>
                </a:cubicBezTo>
                <a:cubicBezTo>
                  <a:pt x="28743" y="9447"/>
                  <a:pt x="29305" y="9380"/>
                  <a:pt x="29947" y="9353"/>
                </a:cubicBezTo>
                <a:cubicBezTo>
                  <a:pt x="30589" y="9327"/>
                  <a:pt x="31392" y="9313"/>
                  <a:pt x="32356" y="9313"/>
                </a:cubicBezTo>
                <a:cubicBezTo>
                  <a:pt x="33640" y="9313"/>
                  <a:pt x="34711" y="9367"/>
                  <a:pt x="35567" y="9474"/>
                </a:cubicBezTo>
                <a:cubicBezTo>
                  <a:pt x="36424" y="9581"/>
                  <a:pt x="37093" y="9728"/>
                  <a:pt x="37574" y="9915"/>
                </a:cubicBezTo>
                <a:cubicBezTo>
                  <a:pt x="38056" y="10103"/>
                  <a:pt x="38377" y="10344"/>
                  <a:pt x="38538" y="10641"/>
                </a:cubicBezTo>
                <a:cubicBezTo>
                  <a:pt x="38698" y="10935"/>
                  <a:pt x="38779" y="11243"/>
                  <a:pt x="38779" y="11564"/>
                </a:cubicBezTo>
                <a:lnTo>
                  <a:pt x="38779" y="102928"/>
                </a:lnTo>
                <a:lnTo>
                  <a:pt x="57566" y="102928"/>
                </a:lnTo>
                <a:cubicBezTo>
                  <a:pt x="57994" y="102928"/>
                  <a:pt x="58395" y="103048"/>
                  <a:pt x="58770" y="103289"/>
                </a:cubicBezTo>
                <a:cubicBezTo>
                  <a:pt x="59145" y="103530"/>
                  <a:pt x="59452" y="103878"/>
                  <a:pt x="59693" y="104333"/>
                </a:cubicBezTo>
                <a:cubicBezTo>
                  <a:pt x="59934" y="104788"/>
                  <a:pt x="60122" y="105363"/>
                  <a:pt x="60255" y="106059"/>
                </a:cubicBezTo>
                <a:cubicBezTo>
                  <a:pt x="60389" y="106755"/>
                  <a:pt x="60456" y="107584"/>
                  <a:pt x="60456" y="108548"/>
                </a:cubicBezTo>
                <a:close/>
                <a:moveTo>
                  <a:pt x="138079" y="110475"/>
                </a:moveTo>
                <a:cubicBezTo>
                  <a:pt x="138507" y="111224"/>
                  <a:pt x="138721" y="111853"/>
                  <a:pt x="138721" y="112362"/>
                </a:cubicBezTo>
                <a:cubicBezTo>
                  <a:pt x="138721" y="112870"/>
                  <a:pt x="138467" y="113285"/>
                  <a:pt x="137958" y="113606"/>
                </a:cubicBezTo>
                <a:cubicBezTo>
                  <a:pt x="137450" y="113927"/>
                  <a:pt x="136674" y="114155"/>
                  <a:pt x="135630" y="114288"/>
                </a:cubicBezTo>
                <a:cubicBezTo>
                  <a:pt x="134586" y="114422"/>
                  <a:pt x="133235" y="114489"/>
                  <a:pt x="131576" y="114489"/>
                </a:cubicBezTo>
                <a:cubicBezTo>
                  <a:pt x="129970" y="114489"/>
                  <a:pt x="128699" y="114449"/>
                  <a:pt x="127762" y="114369"/>
                </a:cubicBezTo>
                <a:cubicBezTo>
                  <a:pt x="126825" y="114288"/>
                  <a:pt x="126076" y="114155"/>
                  <a:pt x="125514" y="113967"/>
                </a:cubicBezTo>
                <a:cubicBezTo>
                  <a:pt x="124952" y="113780"/>
                  <a:pt x="124524" y="113539"/>
                  <a:pt x="124229" y="113245"/>
                </a:cubicBezTo>
                <a:cubicBezTo>
                  <a:pt x="123935" y="112950"/>
                  <a:pt x="123681" y="112616"/>
                  <a:pt x="123467" y="112241"/>
                </a:cubicBezTo>
                <a:lnTo>
                  <a:pt x="106125" y="83579"/>
                </a:lnTo>
                <a:lnTo>
                  <a:pt x="88863" y="112241"/>
                </a:lnTo>
                <a:cubicBezTo>
                  <a:pt x="88649" y="112616"/>
                  <a:pt x="88395" y="112950"/>
                  <a:pt x="88100" y="113245"/>
                </a:cubicBezTo>
                <a:cubicBezTo>
                  <a:pt x="87806" y="113539"/>
                  <a:pt x="87378" y="113780"/>
                  <a:pt x="86816" y="113967"/>
                </a:cubicBezTo>
                <a:cubicBezTo>
                  <a:pt x="86254" y="114155"/>
                  <a:pt x="85518" y="114288"/>
                  <a:pt x="84608" y="114369"/>
                </a:cubicBezTo>
                <a:cubicBezTo>
                  <a:pt x="83698" y="114449"/>
                  <a:pt x="82493" y="114489"/>
                  <a:pt x="80995" y="114489"/>
                </a:cubicBezTo>
                <a:cubicBezTo>
                  <a:pt x="79443" y="114489"/>
                  <a:pt x="78171" y="114422"/>
                  <a:pt x="77181" y="114288"/>
                </a:cubicBezTo>
                <a:cubicBezTo>
                  <a:pt x="76191" y="114155"/>
                  <a:pt x="75468" y="113927"/>
                  <a:pt x="75013" y="113606"/>
                </a:cubicBezTo>
                <a:cubicBezTo>
                  <a:pt x="74558" y="113285"/>
                  <a:pt x="74344" y="112870"/>
                  <a:pt x="74371" y="112362"/>
                </a:cubicBezTo>
                <a:cubicBezTo>
                  <a:pt x="74398" y="111853"/>
                  <a:pt x="74652" y="111224"/>
                  <a:pt x="75134" y="110475"/>
                </a:cubicBezTo>
                <a:lnTo>
                  <a:pt x="97614" y="75229"/>
                </a:lnTo>
                <a:lnTo>
                  <a:pt x="76338" y="41267"/>
                </a:lnTo>
                <a:cubicBezTo>
                  <a:pt x="75910" y="40518"/>
                  <a:pt x="75682" y="39889"/>
                  <a:pt x="75656" y="39381"/>
                </a:cubicBezTo>
                <a:cubicBezTo>
                  <a:pt x="75629" y="38872"/>
                  <a:pt x="75870" y="38444"/>
                  <a:pt x="76378" y="38096"/>
                </a:cubicBezTo>
                <a:cubicBezTo>
                  <a:pt x="76887" y="37748"/>
                  <a:pt x="77663" y="37521"/>
                  <a:pt x="78707" y="37414"/>
                </a:cubicBezTo>
                <a:cubicBezTo>
                  <a:pt x="79750" y="37307"/>
                  <a:pt x="81129" y="37253"/>
                  <a:pt x="82841" y="37253"/>
                </a:cubicBezTo>
                <a:cubicBezTo>
                  <a:pt x="84394" y="37253"/>
                  <a:pt x="85638" y="37293"/>
                  <a:pt x="86575" y="37374"/>
                </a:cubicBezTo>
                <a:cubicBezTo>
                  <a:pt x="87511" y="37454"/>
                  <a:pt x="88247" y="37574"/>
                  <a:pt x="88783" y="37735"/>
                </a:cubicBezTo>
                <a:cubicBezTo>
                  <a:pt x="89318" y="37895"/>
                  <a:pt x="89719" y="38110"/>
                  <a:pt x="89987" y="38377"/>
                </a:cubicBezTo>
                <a:cubicBezTo>
                  <a:pt x="90255" y="38645"/>
                  <a:pt x="90495" y="38966"/>
                  <a:pt x="90710" y="39341"/>
                </a:cubicBezTo>
                <a:lnTo>
                  <a:pt x="107168" y="66237"/>
                </a:lnTo>
                <a:lnTo>
                  <a:pt x="123868" y="39341"/>
                </a:lnTo>
                <a:cubicBezTo>
                  <a:pt x="124082" y="39019"/>
                  <a:pt x="124323" y="38725"/>
                  <a:pt x="124591" y="38457"/>
                </a:cubicBezTo>
                <a:cubicBezTo>
                  <a:pt x="124858" y="38190"/>
                  <a:pt x="125220" y="37962"/>
                  <a:pt x="125674" y="37775"/>
                </a:cubicBezTo>
                <a:cubicBezTo>
                  <a:pt x="126129" y="37588"/>
                  <a:pt x="126772" y="37454"/>
                  <a:pt x="127601" y="37374"/>
                </a:cubicBezTo>
                <a:cubicBezTo>
                  <a:pt x="128431" y="37293"/>
                  <a:pt x="129568" y="37253"/>
                  <a:pt x="131014" y="37253"/>
                </a:cubicBezTo>
                <a:cubicBezTo>
                  <a:pt x="132566" y="37253"/>
                  <a:pt x="133837" y="37307"/>
                  <a:pt x="134827" y="37414"/>
                </a:cubicBezTo>
                <a:cubicBezTo>
                  <a:pt x="135817" y="37521"/>
                  <a:pt x="136553" y="37721"/>
                  <a:pt x="137035" y="38016"/>
                </a:cubicBezTo>
                <a:cubicBezTo>
                  <a:pt x="137517" y="38310"/>
                  <a:pt x="137731" y="38725"/>
                  <a:pt x="137677" y="39260"/>
                </a:cubicBezTo>
                <a:cubicBezTo>
                  <a:pt x="137624" y="39796"/>
                  <a:pt x="137356" y="40465"/>
                  <a:pt x="136874" y="41267"/>
                </a:cubicBezTo>
                <a:lnTo>
                  <a:pt x="115759" y="74827"/>
                </a:lnTo>
                <a:lnTo>
                  <a:pt x="138079" y="110475"/>
                </a:lnTo>
                <a:close/>
                <a:moveTo>
                  <a:pt x="212146" y="108066"/>
                </a:moveTo>
                <a:cubicBezTo>
                  <a:pt x="212146" y="109030"/>
                  <a:pt x="212079" y="109886"/>
                  <a:pt x="211946" y="110635"/>
                </a:cubicBezTo>
                <a:cubicBezTo>
                  <a:pt x="211812" y="111385"/>
                  <a:pt x="211624" y="112014"/>
                  <a:pt x="211384" y="112522"/>
                </a:cubicBezTo>
                <a:cubicBezTo>
                  <a:pt x="211143" y="113031"/>
                  <a:pt x="210822" y="113405"/>
                  <a:pt x="210420" y="113646"/>
                </a:cubicBezTo>
                <a:cubicBezTo>
                  <a:pt x="210019" y="113887"/>
                  <a:pt x="209577" y="114007"/>
                  <a:pt x="209095" y="114007"/>
                </a:cubicBezTo>
                <a:lnTo>
                  <a:pt x="151690" y="114007"/>
                </a:lnTo>
                <a:cubicBezTo>
                  <a:pt x="150941" y="114007"/>
                  <a:pt x="150285" y="113914"/>
                  <a:pt x="149723" y="113726"/>
                </a:cubicBezTo>
                <a:cubicBezTo>
                  <a:pt x="149161" y="113539"/>
                  <a:pt x="148680" y="113231"/>
                  <a:pt x="148278" y="112803"/>
                </a:cubicBezTo>
                <a:cubicBezTo>
                  <a:pt x="147877" y="112375"/>
                  <a:pt x="147582" y="111759"/>
                  <a:pt x="147395" y="110957"/>
                </a:cubicBezTo>
                <a:cubicBezTo>
                  <a:pt x="147208" y="110154"/>
                  <a:pt x="147114" y="109163"/>
                  <a:pt x="147114" y="107986"/>
                </a:cubicBezTo>
                <a:cubicBezTo>
                  <a:pt x="147114" y="106915"/>
                  <a:pt x="147154" y="105979"/>
                  <a:pt x="147234" y="105176"/>
                </a:cubicBezTo>
                <a:cubicBezTo>
                  <a:pt x="147315" y="104373"/>
                  <a:pt x="147489" y="103664"/>
                  <a:pt x="147756" y="103048"/>
                </a:cubicBezTo>
                <a:cubicBezTo>
                  <a:pt x="148024" y="102433"/>
                  <a:pt x="148358" y="101817"/>
                  <a:pt x="148760" y="101202"/>
                </a:cubicBezTo>
                <a:cubicBezTo>
                  <a:pt x="149161" y="100586"/>
                  <a:pt x="149683" y="99930"/>
                  <a:pt x="150325" y="99235"/>
                </a:cubicBezTo>
                <a:lnTo>
                  <a:pt x="170477" y="77851"/>
                </a:lnTo>
                <a:cubicBezTo>
                  <a:pt x="175134" y="72923"/>
                  <a:pt x="178867" y="68504"/>
                  <a:pt x="181677" y="64593"/>
                </a:cubicBezTo>
                <a:cubicBezTo>
                  <a:pt x="184488" y="60683"/>
                  <a:pt x="186655" y="57121"/>
                  <a:pt x="188181" y="53908"/>
                </a:cubicBezTo>
                <a:cubicBezTo>
                  <a:pt x="189706" y="50693"/>
                  <a:pt x="190710" y="47773"/>
                  <a:pt x="191191" y="45149"/>
                </a:cubicBezTo>
                <a:cubicBezTo>
                  <a:pt x="191673" y="42524"/>
                  <a:pt x="191914" y="40061"/>
                  <a:pt x="191914" y="37757"/>
                </a:cubicBezTo>
                <a:cubicBezTo>
                  <a:pt x="191914" y="35453"/>
                  <a:pt x="191539" y="33269"/>
                  <a:pt x="190790" y="31207"/>
                </a:cubicBezTo>
                <a:cubicBezTo>
                  <a:pt x="190041" y="29142"/>
                  <a:pt x="188957" y="27334"/>
                  <a:pt x="187538" y="25780"/>
                </a:cubicBezTo>
                <a:cubicBezTo>
                  <a:pt x="186120" y="24224"/>
                  <a:pt x="184340" y="22991"/>
                  <a:pt x="182199" y="22081"/>
                </a:cubicBezTo>
                <a:cubicBezTo>
                  <a:pt x="180058" y="21170"/>
                  <a:pt x="177596" y="20714"/>
                  <a:pt x="174813" y="20714"/>
                </a:cubicBezTo>
                <a:cubicBezTo>
                  <a:pt x="171548" y="20714"/>
                  <a:pt x="168617" y="21169"/>
                  <a:pt x="166022" y="22079"/>
                </a:cubicBezTo>
                <a:cubicBezTo>
                  <a:pt x="163426" y="22989"/>
                  <a:pt x="161151" y="23979"/>
                  <a:pt x="159197" y="25050"/>
                </a:cubicBezTo>
                <a:cubicBezTo>
                  <a:pt x="157243" y="26120"/>
                  <a:pt x="155611" y="27110"/>
                  <a:pt x="154300" y="28020"/>
                </a:cubicBezTo>
                <a:cubicBezTo>
                  <a:pt x="152988" y="28930"/>
                  <a:pt x="152011" y="29385"/>
                  <a:pt x="151369" y="29385"/>
                </a:cubicBezTo>
                <a:cubicBezTo>
                  <a:pt x="150994" y="29385"/>
                  <a:pt x="150660" y="29278"/>
                  <a:pt x="150366" y="29064"/>
                </a:cubicBezTo>
                <a:cubicBezTo>
                  <a:pt x="150071" y="28850"/>
                  <a:pt x="149830" y="28502"/>
                  <a:pt x="149643" y="28020"/>
                </a:cubicBezTo>
                <a:cubicBezTo>
                  <a:pt x="149456" y="27538"/>
                  <a:pt x="149308" y="26896"/>
                  <a:pt x="149201" y="26093"/>
                </a:cubicBezTo>
                <a:cubicBezTo>
                  <a:pt x="149094" y="25290"/>
                  <a:pt x="149041" y="24327"/>
                  <a:pt x="149041" y="23203"/>
                </a:cubicBezTo>
                <a:cubicBezTo>
                  <a:pt x="149041" y="22400"/>
                  <a:pt x="149068" y="21704"/>
                  <a:pt x="149121" y="21115"/>
                </a:cubicBezTo>
                <a:cubicBezTo>
                  <a:pt x="149175" y="20527"/>
                  <a:pt x="149268" y="20018"/>
                  <a:pt x="149402" y="19590"/>
                </a:cubicBezTo>
                <a:cubicBezTo>
                  <a:pt x="149536" y="19162"/>
                  <a:pt x="149710" y="18760"/>
                  <a:pt x="149924" y="18386"/>
                </a:cubicBezTo>
                <a:cubicBezTo>
                  <a:pt x="150138" y="18011"/>
                  <a:pt x="150566" y="17543"/>
                  <a:pt x="151209" y="16981"/>
                </a:cubicBezTo>
                <a:cubicBezTo>
                  <a:pt x="151851" y="16419"/>
                  <a:pt x="152962" y="15656"/>
                  <a:pt x="154540" y="14693"/>
                </a:cubicBezTo>
                <a:cubicBezTo>
                  <a:pt x="156119" y="13729"/>
                  <a:pt x="158100" y="12779"/>
                  <a:pt x="160482" y="11842"/>
                </a:cubicBezTo>
                <a:cubicBezTo>
                  <a:pt x="162864" y="10906"/>
                  <a:pt x="165486" y="10116"/>
                  <a:pt x="168350" y="9474"/>
                </a:cubicBezTo>
                <a:cubicBezTo>
                  <a:pt x="171213" y="8832"/>
                  <a:pt x="174224" y="8510"/>
                  <a:pt x="177382" y="8510"/>
                </a:cubicBezTo>
                <a:cubicBezTo>
                  <a:pt x="182413" y="8510"/>
                  <a:pt x="186816" y="9220"/>
                  <a:pt x="190589" y="10641"/>
                </a:cubicBezTo>
                <a:cubicBezTo>
                  <a:pt x="194363" y="12059"/>
                  <a:pt x="197494" y="14000"/>
                  <a:pt x="199983" y="16464"/>
                </a:cubicBezTo>
                <a:cubicBezTo>
                  <a:pt x="202472" y="18928"/>
                  <a:pt x="204332" y="21794"/>
                  <a:pt x="205563" y="25062"/>
                </a:cubicBezTo>
                <a:cubicBezTo>
                  <a:pt x="206794" y="28329"/>
                  <a:pt x="207409" y="31810"/>
                  <a:pt x="207409" y="35507"/>
                </a:cubicBezTo>
                <a:cubicBezTo>
                  <a:pt x="207409" y="38829"/>
                  <a:pt x="207115" y="42137"/>
                  <a:pt x="206526" y="45432"/>
                </a:cubicBezTo>
                <a:cubicBezTo>
                  <a:pt x="205938" y="48726"/>
                  <a:pt x="204693" y="52288"/>
                  <a:pt x="202793" y="56118"/>
                </a:cubicBezTo>
                <a:cubicBezTo>
                  <a:pt x="200893" y="59948"/>
                  <a:pt x="198150" y="64207"/>
                  <a:pt x="194564" y="68894"/>
                </a:cubicBezTo>
                <a:cubicBezTo>
                  <a:pt x="190977" y="73580"/>
                  <a:pt x="186214" y="78977"/>
                  <a:pt x="180272" y="85084"/>
                </a:cubicBezTo>
                <a:lnTo>
                  <a:pt x="163814" y="102286"/>
                </a:lnTo>
                <a:lnTo>
                  <a:pt x="209015" y="102286"/>
                </a:lnTo>
                <a:cubicBezTo>
                  <a:pt x="209443" y="102286"/>
                  <a:pt x="209858" y="102406"/>
                  <a:pt x="210260" y="102647"/>
                </a:cubicBezTo>
                <a:cubicBezTo>
                  <a:pt x="210661" y="102888"/>
                  <a:pt x="211009" y="103249"/>
                  <a:pt x="211303" y="103731"/>
                </a:cubicBezTo>
                <a:cubicBezTo>
                  <a:pt x="211598" y="104212"/>
                  <a:pt x="211812" y="104815"/>
                  <a:pt x="211946" y="105537"/>
                </a:cubicBezTo>
                <a:cubicBezTo>
                  <a:pt x="212079" y="106260"/>
                  <a:pt x="212146" y="107103"/>
                  <a:pt x="212146" y="108066"/>
                </a:cubicBezTo>
                <a:close/>
                <a:moveTo>
                  <a:pt x="299215" y="3294"/>
                </a:moveTo>
                <a:cubicBezTo>
                  <a:pt x="294130" y="14066"/>
                  <a:pt x="290344" y="25119"/>
                  <a:pt x="287855" y="36453"/>
                </a:cubicBezTo>
                <a:cubicBezTo>
                  <a:pt x="285366" y="47785"/>
                  <a:pt x="284121" y="59185"/>
                  <a:pt x="284121" y="70653"/>
                </a:cubicBezTo>
                <a:cubicBezTo>
                  <a:pt x="284121" y="82174"/>
                  <a:pt x="285393" y="93588"/>
                  <a:pt x="287935" y="104895"/>
                </a:cubicBezTo>
                <a:cubicBezTo>
                  <a:pt x="290477" y="116200"/>
                  <a:pt x="294184" y="127292"/>
                  <a:pt x="299055" y="138169"/>
                </a:cubicBezTo>
                <a:cubicBezTo>
                  <a:pt x="299322" y="138813"/>
                  <a:pt x="299470" y="139362"/>
                  <a:pt x="299496" y="139817"/>
                </a:cubicBezTo>
                <a:cubicBezTo>
                  <a:pt x="299523" y="140272"/>
                  <a:pt x="299349" y="140647"/>
                  <a:pt x="298974" y="140941"/>
                </a:cubicBezTo>
                <a:cubicBezTo>
                  <a:pt x="298600" y="141237"/>
                  <a:pt x="298024" y="141452"/>
                  <a:pt x="297248" y="141586"/>
                </a:cubicBezTo>
                <a:cubicBezTo>
                  <a:pt x="296472" y="141720"/>
                  <a:pt x="295415" y="141787"/>
                  <a:pt x="294077" y="141787"/>
                </a:cubicBezTo>
                <a:cubicBezTo>
                  <a:pt x="293114" y="141787"/>
                  <a:pt x="292284" y="141760"/>
                  <a:pt x="291588" y="141706"/>
                </a:cubicBezTo>
                <a:cubicBezTo>
                  <a:pt x="290892" y="141653"/>
                  <a:pt x="290290" y="141546"/>
                  <a:pt x="289782" y="141385"/>
                </a:cubicBezTo>
                <a:cubicBezTo>
                  <a:pt x="289273" y="141225"/>
                  <a:pt x="288858" y="141037"/>
                  <a:pt x="288537" y="140821"/>
                </a:cubicBezTo>
                <a:cubicBezTo>
                  <a:pt x="288216" y="140607"/>
                  <a:pt x="287975" y="140366"/>
                  <a:pt x="287815" y="140098"/>
                </a:cubicBezTo>
                <a:cubicBezTo>
                  <a:pt x="284924" y="134634"/>
                  <a:pt x="282382" y="129101"/>
                  <a:pt x="280187" y="123501"/>
                </a:cubicBezTo>
                <a:cubicBezTo>
                  <a:pt x="277993" y="117901"/>
                  <a:pt x="276146" y="112208"/>
                  <a:pt x="274648" y="106420"/>
                </a:cubicBezTo>
                <a:cubicBezTo>
                  <a:pt x="273149" y="100633"/>
                  <a:pt x="272025" y="94779"/>
                  <a:pt x="271275" y="88858"/>
                </a:cubicBezTo>
                <a:cubicBezTo>
                  <a:pt x="270526" y="82936"/>
                  <a:pt x="270151" y="76948"/>
                  <a:pt x="270151" y="70893"/>
                </a:cubicBezTo>
                <a:cubicBezTo>
                  <a:pt x="270151" y="64838"/>
                  <a:pt x="270566" y="58864"/>
                  <a:pt x="271396" y="52969"/>
                </a:cubicBezTo>
                <a:cubicBezTo>
                  <a:pt x="272226" y="47075"/>
                  <a:pt x="273403" y="41221"/>
                  <a:pt x="274929" y="35407"/>
                </a:cubicBezTo>
                <a:cubicBezTo>
                  <a:pt x="276454" y="29592"/>
                  <a:pt x="278314" y="23872"/>
                  <a:pt x="280508" y="18245"/>
                </a:cubicBezTo>
                <a:cubicBezTo>
                  <a:pt x="282703" y="12618"/>
                  <a:pt x="285165" y="7046"/>
                  <a:pt x="287895" y="1528"/>
                </a:cubicBezTo>
                <a:cubicBezTo>
                  <a:pt x="287948" y="1314"/>
                  <a:pt x="288096" y="1127"/>
                  <a:pt x="288336" y="966"/>
                </a:cubicBezTo>
                <a:cubicBezTo>
                  <a:pt x="288577" y="804"/>
                  <a:pt x="288912" y="642"/>
                  <a:pt x="289340" y="482"/>
                </a:cubicBezTo>
                <a:cubicBezTo>
                  <a:pt x="289768" y="321"/>
                  <a:pt x="290357" y="201"/>
                  <a:pt x="291106" y="120"/>
                </a:cubicBezTo>
                <a:cubicBezTo>
                  <a:pt x="291856" y="40"/>
                  <a:pt x="292819" y="0"/>
                  <a:pt x="293997" y="0"/>
                </a:cubicBezTo>
                <a:cubicBezTo>
                  <a:pt x="295228" y="0"/>
                  <a:pt x="296218" y="80"/>
                  <a:pt x="296967" y="241"/>
                </a:cubicBezTo>
                <a:cubicBezTo>
                  <a:pt x="297717" y="401"/>
                  <a:pt x="298305" y="616"/>
                  <a:pt x="298734" y="886"/>
                </a:cubicBezTo>
                <a:cubicBezTo>
                  <a:pt x="299162" y="1153"/>
                  <a:pt x="299403" y="1501"/>
                  <a:pt x="299456" y="1929"/>
                </a:cubicBezTo>
                <a:cubicBezTo>
                  <a:pt x="299510" y="2358"/>
                  <a:pt x="299429" y="2813"/>
                  <a:pt x="299215" y="3294"/>
                </a:cubicBezTo>
                <a:close/>
                <a:moveTo>
                  <a:pt x="381847" y="80688"/>
                </a:moveTo>
                <a:cubicBezTo>
                  <a:pt x="381847" y="86255"/>
                  <a:pt x="380911" y="91206"/>
                  <a:pt x="379037" y="95541"/>
                </a:cubicBezTo>
                <a:cubicBezTo>
                  <a:pt x="377164" y="99877"/>
                  <a:pt x="374514" y="103530"/>
                  <a:pt x="371089" y="106501"/>
                </a:cubicBezTo>
                <a:cubicBezTo>
                  <a:pt x="367663" y="109471"/>
                  <a:pt x="363582" y="111733"/>
                  <a:pt x="358845" y="113285"/>
                </a:cubicBezTo>
                <a:cubicBezTo>
                  <a:pt x="354108" y="114837"/>
                  <a:pt x="348849" y="115613"/>
                  <a:pt x="343069" y="115613"/>
                </a:cubicBezTo>
                <a:cubicBezTo>
                  <a:pt x="339857" y="115613"/>
                  <a:pt x="336806" y="115386"/>
                  <a:pt x="333916" y="114931"/>
                </a:cubicBezTo>
                <a:cubicBezTo>
                  <a:pt x="331026" y="114476"/>
                  <a:pt x="328456" y="113914"/>
                  <a:pt x="326208" y="113245"/>
                </a:cubicBezTo>
                <a:cubicBezTo>
                  <a:pt x="323960" y="112576"/>
                  <a:pt x="322114" y="111920"/>
                  <a:pt x="320669" y="111278"/>
                </a:cubicBezTo>
                <a:cubicBezTo>
                  <a:pt x="319223" y="110635"/>
                  <a:pt x="318300" y="110127"/>
                  <a:pt x="317899" y="109752"/>
                </a:cubicBezTo>
                <a:cubicBezTo>
                  <a:pt x="317497" y="109378"/>
                  <a:pt x="317216" y="109030"/>
                  <a:pt x="317056" y="108709"/>
                </a:cubicBezTo>
                <a:cubicBezTo>
                  <a:pt x="316895" y="108387"/>
                  <a:pt x="316748" y="107999"/>
                  <a:pt x="316614" y="107544"/>
                </a:cubicBezTo>
                <a:cubicBezTo>
                  <a:pt x="316480" y="107089"/>
                  <a:pt x="316387" y="106514"/>
                  <a:pt x="316333" y="105818"/>
                </a:cubicBezTo>
                <a:cubicBezTo>
                  <a:pt x="316280" y="105122"/>
                  <a:pt x="316253" y="104293"/>
                  <a:pt x="316253" y="103329"/>
                </a:cubicBezTo>
                <a:cubicBezTo>
                  <a:pt x="316253" y="102419"/>
                  <a:pt x="316293" y="101603"/>
                  <a:pt x="316373" y="100881"/>
                </a:cubicBezTo>
                <a:cubicBezTo>
                  <a:pt x="316454" y="100158"/>
                  <a:pt x="316601" y="99569"/>
                  <a:pt x="316815" y="99114"/>
                </a:cubicBezTo>
                <a:cubicBezTo>
                  <a:pt x="317029" y="98659"/>
                  <a:pt x="317283" y="98325"/>
                  <a:pt x="317578" y="98111"/>
                </a:cubicBezTo>
                <a:cubicBezTo>
                  <a:pt x="317872" y="97897"/>
                  <a:pt x="318206" y="97789"/>
                  <a:pt x="318581" y="97789"/>
                </a:cubicBezTo>
                <a:cubicBezTo>
                  <a:pt x="319116" y="97789"/>
                  <a:pt x="319946" y="98124"/>
                  <a:pt x="321070" y="98793"/>
                </a:cubicBezTo>
                <a:cubicBezTo>
                  <a:pt x="322194" y="99462"/>
                  <a:pt x="323706" y="100185"/>
                  <a:pt x="325606" y="100961"/>
                </a:cubicBezTo>
                <a:cubicBezTo>
                  <a:pt x="327506" y="101737"/>
                  <a:pt x="329861" y="102473"/>
                  <a:pt x="332671" y="103169"/>
                </a:cubicBezTo>
                <a:cubicBezTo>
                  <a:pt x="335482" y="103865"/>
                  <a:pt x="338813" y="104212"/>
                  <a:pt x="342667" y="104212"/>
                </a:cubicBezTo>
                <a:cubicBezTo>
                  <a:pt x="346253" y="104212"/>
                  <a:pt x="349545" y="103784"/>
                  <a:pt x="352542" y="102928"/>
                </a:cubicBezTo>
                <a:cubicBezTo>
                  <a:pt x="355540" y="102071"/>
                  <a:pt x="358122" y="100733"/>
                  <a:pt x="360290" y="98914"/>
                </a:cubicBezTo>
                <a:cubicBezTo>
                  <a:pt x="362458" y="97094"/>
                  <a:pt x="364157" y="94805"/>
                  <a:pt x="365388" y="92049"/>
                </a:cubicBezTo>
                <a:cubicBezTo>
                  <a:pt x="366619" y="89292"/>
                  <a:pt x="367235" y="85934"/>
                  <a:pt x="367235" y="81973"/>
                </a:cubicBezTo>
                <a:cubicBezTo>
                  <a:pt x="367235" y="78654"/>
                  <a:pt x="366713" y="75724"/>
                  <a:pt x="365669" y="73182"/>
                </a:cubicBezTo>
                <a:cubicBezTo>
                  <a:pt x="364626" y="70639"/>
                  <a:pt x="363020" y="68525"/>
                  <a:pt x="360852" y="66839"/>
                </a:cubicBezTo>
                <a:cubicBezTo>
                  <a:pt x="358684" y="65153"/>
                  <a:pt x="355941" y="63895"/>
                  <a:pt x="352623" y="63065"/>
                </a:cubicBezTo>
                <a:cubicBezTo>
                  <a:pt x="349304" y="62236"/>
                  <a:pt x="345343" y="61821"/>
                  <a:pt x="340740" y="61821"/>
                </a:cubicBezTo>
                <a:cubicBezTo>
                  <a:pt x="337475" y="61821"/>
                  <a:pt x="334665" y="61982"/>
                  <a:pt x="332310" y="62303"/>
                </a:cubicBezTo>
                <a:cubicBezTo>
                  <a:pt x="329955" y="62624"/>
                  <a:pt x="327761" y="62784"/>
                  <a:pt x="325727" y="62784"/>
                </a:cubicBezTo>
                <a:cubicBezTo>
                  <a:pt x="324228" y="62784"/>
                  <a:pt x="323157" y="62436"/>
                  <a:pt x="322515" y="61741"/>
                </a:cubicBezTo>
                <a:cubicBezTo>
                  <a:pt x="321873" y="61043"/>
                  <a:pt x="321552" y="59703"/>
                  <a:pt x="321552" y="57719"/>
                </a:cubicBezTo>
                <a:lnTo>
                  <a:pt x="321552" y="15342"/>
                </a:lnTo>
                <a:cubicBezTo>
                  <a:pt x="321552" y="13574"/>
                  <a:pt x="321967" y="12261"/>
                  <a:pt x="322796" y="11403"/>
                </a:cubicBezTo>
                <a:cubicBezTo>
                  <a:pt x="323626" y="10545"/>
                  <a:pt x="324817" y="10116"/>
                  <a:pt x="326369" y="10116"/>
                </a:cubicBezTo>
                <a:lnTo>
                  <a:pt x="372373" y="10116"/>
                </a:lnTo>
                <a:cubicBezTo>
                  <a:pt x="372802" y="10116"/>
                  <a:pt x="373216" y="10237"/>
                  <a:pt x="373618" y="10477"/>
                </a:cubicBezTo>
                <a:cubicBezTo>
                  <a:pt x="374019" y="10718"/>
                  <a:pt x="374354" y="11080"/>
                  <a:pt x="374621" y="11561"/>
                </a:cubicBezTo>
                <a:cubicBezTo>
                  <a:pt x="374889" y="12043"/>
                  <a:pt x="375090" y="12659"/>
                  <a:pt x="375224" y="13408"/>
                </a:cubicBezTo>
                <a:cubicBezTo>
                  <a:pt x="375357" y="14157"/>
                  <a:pt x="375424" y="15040"/>
                  <a:pt x="375424" y="16057"/>
                </a:cubicBezTo>
                <a:cubicBezTo>
                  <a:pt x="375424" y="17984"/>
                  <a:pt x="375157" y="19483"/>
                  <a:pt x="374621" y="20553"/>
                </a:cubicBezTo>
                <a:cubicBezTo>
                  <a:pt x="374086" y="21624"/>
                  <a:pt x="373337" y="22159"/>
                  <a:pt x="372373" y="22159"/>
                </a:cubicBezTo>
                <a:lnTo>
                  <a:pt x="333595" y="22159"/>
                </a:lnTo>
                <a:lnTo>
                  <a:pt x="333595" y="51384"/>
                </a:lnTo>
                <a:cubicBezTo>
                  <a:pt x="335468" y="51116"/>
                  <a:pt x="337382" y="50955"/>
                  <a:pt x="339335" y="50902"/>
                </a:cubicBezTo>
                <a:cubicBezTo>
                  <a:pt x="341289" y="50848"/>
                  <a:pt x="343550" y="50822"/>
                  <a:pt x="346120" y="50822"/>
                </a:cubicBezTo>
                <a:cubicBezTo>
                  <a:pt x="352061" y="50822"/>
                  <a:pt x="357253" y="51531"/>
                  <a:pt x="361695" y="52949"/>
                </a:cubicBezTo>
                <a:cubicBezTo>
                  <a:pt x="366138" y="54368"/>
                  <a:pt x="369844" y="56375"/>
                  <a:pt x="372815" y="58971"/>
                </a:cubicBezTo>
                <a:cubicBezTo>
                  <a:pt x="375786" y="61567"/>
                  <a:pt x="378034" y="64711"/>
                  <a:pt x="379559" y="68404"/>
                </a:cubicBezTo>
                <a:cubicBezTo>
                  <a:pt x="381084" y="72098"/>
                  <a:pt x="381847" y="76192"/>
                  <a:pt x="381847" y="80688"/>
                </a:cubicBezTo>
                <a:close/>
                <a:moveTo>
                  <a:pt x="417020" y="102526"/>
                </a:moveTo>
                <a:cubicBezTo>
                  <a:pt x="417020" y="104186"/>
                  <a:pt x="416940" y="105711"/>
                  <a:pt x="416779" y="107103"/>
                </a:cubicBezTo>
                <a:cubicBezTo>
                  <a:pt x="416618" y="108494"/>
                  <a:pt x="416351" y="109806"/>
                  <a:pt x="415976" y="111037"/>
                </a:cubicBezTo>
                <a:cubicBezTo>
                  <a:pt x="415602" y="112268"/>
                  <a:pt x="415106" y="113486"/>
                  <a:pt x="414491" y="114690"/>
                </a:cubicBezTo>
                <a:cubicBezTo>
                  <a:pt x="413875" y="115894"/>
                  <a:pt x="413113" y="117165"/>
                  <a:pt x="412203" y="118504"/>
                </a:cubicBezTo>
                <a:lnTo>
                  <a:pt x="401203" y="135043"/>
                </a:lnTo>
                <a:cubicBezTo>
                  <a:pt x="400936" y="135417"/>
                  <a:pt x="400628" y="135738"/>
                  <a:pt x="400280" y="136006"/>
                </a:cubicBezTo>
                <a:cubicBezTo>
                  <a:pt x="399932" y="136274"/>
                  <a:pt x="399504" y="136515"/>
                  <a:pt x="398996" y="136729"/>
                </a:cubicBezTo>
                <a:cubicBezTo>
                  <a:pt x="398487" y="136943"/>
                  <a:pt x="397898" y="137090"/>
                  <a:pt x="397229" y="137170"/>
                </a:cubicBezTo>
                <a:cubicBezTo>
                  <a:pt x="396560" y="137251"/>
                  <a:pt x="395717" y="137291"/>
                  <a:pt x="394700" y="137291"/>
                </a:cubicBezTo>
                <a:cubicBezTo>
                  <a:pt x="393790" y="137291"/>
                  <a:pt x="393028" y="137251"/>
                  <a:pt x="392412" y="137170"/>
                </a:cubicBezTo>
                <a:cubicBezTo>
                  <a:pt x="391796" y="137090"/>
                  <a:pt x="391355" y="136956"/>
                  <a:pt x="391087" y="136769"/>
                </a:cubicBezTo>
                <a:cubicBezTo>
                  <a:pt x="390820" y="136581"/>
                  <a:pt x="390672" y="136327"/>
                  <a:pt x="390646" y="136006"/>
                </a:cubicBezTo>
                <a:cubicBezTo>
                  <a:pt x="390619" y="135685"/>
                  <a:pt x="390713" y="135310"/>
                  <a:pt x="390927" y="134882"/>
                </a:cubicBezTo>
                <a:lnTo>
                  <a:pt x="401605" y="112803"/>
                </a:lnTo>
                <a:lnTo>
                  <a:pt x="401605" y="102526"/>
                </a:lnTo>
                <a:cubicBezTo>
                  <a:pt x="401605" y="101081"/>
                  <a:pt x="401752" y="99930"/>
                  <a:pt x="402046" y="99074"/>
                </a:cubicBezTo>
                <a:cubicBezTo>
                  <a:pt x="402341" y="98218"/>
                  <a:pt x="402809" y="97575"/>
                  <a:pt x="403451" y="97147"/>
                </a:cubicBezTo>
                <a:cubicBezTo>
                  <a:pt x="404094" y="96719"/>
                  <a:pt x="404897" y="96425"/>
                  <a:pt x="405860" y="96264"/>
                </a:cubicBezTo>
                <a:cubicBezTo>
                  <a:pt x="406823" y="96103"/>
                  <a:pt x="408001" y="96023"/>
                  <a:pt x="409393" y="96023"/>
                </a:cubicBezTo>
                <a:cubicBezTo>
                  <a:pt x="410731" y="96023"/>
                  <a:pt x="411882" y="96103"/>
                  <a:pt x="412845" y="96264"/>
                </a:cubicBezTo>
                <a:cubicBezTo>
                  <a:pt x="413808" y="96425"/>
                  <a:pt x="414598" y="96719"/>
                  <a:pt x="415213" y="97147"/>
                </a:cubicBezTo>
                <a:cubicBezTo>
                  <a:pt x="415829" y="97575"/>
                  <a:pt x="416284" y="98218"/>
                  <a:pt x="416578" y="99074"/>
                </a:cubicBezTo>
                <a:cubicBezTo>
                  <a:pt x="416873" y="99930"/>
                  <a:pt x="417020" y="101081"/>
                  <a:pt x="417020" y="102526"/>
                </a:cubicBezTo>
                <a:close/>
                <a:moveTo>
                  <a:pt x="505366" y="16057"/>
                </a:moveTo>
                <a:cubicBezTo>
                  <a:pt x="505366" y="17021"/>
                  <a:pt x="505326" y="17891"/>
                  <a:pt x="505246" y="18667"/>
                </a:cubicBezTo>
                <a:cubicBezTo>
                  <a:pt x="505166" y="19443"/>
                  <a:pt x="505059" y="20192"/>
                  <a:pt x="504925" y="20915"/>
                </a:cubicBezTo>
                <a:cubicBezTo>
                  <a:pt x="504791" y="21637"/>
                  <a:pt x="504604" y="22333"/>
                  <a:pt x="504363" y="23002"/>
                </a:cubicBezTo>
                <a:cubicBezTo>
                  <a:pt x="504122" y="23671"/>
                  <a:pt x="503841" y="24380"/>
                  <a:pt x="503520" y="25130"/>
                </a:cubicBezTo>
                <a:lnTo>
                  <a:pt x="466106" y="111358"/>
                </a:lnTo>
                <a:cubicBezTo>
                  <a:pt x="465838" y="112000"/>
                  <a:pt x="465504" y="112522"/>
                  <a:pt x="465102" y="112924"/>
                </a:cubicBezTo>
                <a:cubicBezTo>
                  <a:pt x="464701" y="113325"/>
                  <a:pt x="464192" y="113646"/>
                  <a:pt x="463577" y="113887"/>
                </a:cubicBezTo>
                <a:cubicBezTo>
                  <a:pt x="462961" y="114128"/>
                  <a:pt x="462172" y="114288"/>
                  <a:pt x="461208" y="114369"/>
                </a:cubicBezTo>
                <a:cubicBezTo>
                  <a:pt x="460245" y="114449"/>
                  <a:pt x="459067" y="114489"/>
                  <a:pt x="457676" y="114489"/>
                </a:cubicBezTo>
                <a:cubicBezTo>
                  <a:pt x="455856" y="114489"/>
                  <a:pt x="454438" y="114409"/>
                  <a:pt x="453421" y="114248"/>
                </a:cubicBezTo>
                <a:cubicBezTo>
                  <a:pt x="452404" y="114088"/>
                  <a:pt x="451668" y="113833"/>
                  <a:pt x="451213" y="113486"/>
                </a:cubicBezTo>
                <a:cubicBezTo>
                  <a:pt x="450758" y="113138"/>
                  <a:pt x="450557" y="112709"/>
                  <a:pt x="450611" y="112201"/>
                </a:cubicBezTo>
                <a:cubicBezTo>
                  <a:pt x="450664" y="111693"/>
                  <a:pt x="450851" y="111090"/>
                  <a:pt x="451173" y="110395"/>
                </a:cubicBezTo>
                <a:lnTo>
                  <a:pt x="490513" y="22239"/>
                </a:lnTo>
                <a:lnTo>
                  <a:pt x="440655" y="22239"/>
                </a:lnTo>
                <a:cubicBezTo>
                  <a:pt x="439638" y="22239"/>
                  <a:pt x="438875" y="21704"/>
                  <a:pt x="438367" y="20634"/>
                </a:cubicBezTo>
                <a:cubicBezTo>
                  <a:pt x="437858" y="19563"/>
                  <a:pt x="437604" y="18065"/>
                  <a:pt x="437604" y="16138"/>
                </a:cubicBezTo>
                <a:cubicBezTo>
                  <a:pt x="437604" y="15121"/>
                  <a:pt x="437671" y="14238"/>
                  <a:pt x="437805" y="13488"/>
                </a:cubicBezTo>
                <a:cubicBezTo>
                  <a:pt x="437939" y="12739"/>
                  <a:pt x="438139" y="12110"/>
                  <a:pt x="438407" y="11601"/>
                </a:cubicBezTo>
                <a:cubicBezTo>
                  <a:pt x="438675" y="11093"/>
                  <a:pt x="438996" y="10718"/>
                  <a:pt x="439370" y="10477"/>
                </a:cubicBezTo>
                <a:cubicBezTo>
                  <a:pt x="439745" y="10237"/>
                  <a:pt x="440173" y="10116"/>
                  <a:pt x="440655" y="10116"/>
                </a:cubicBezTo>
                <a:lnTo>
                  <a:pt x="501191" y="10116"/>
                </a:lnTo>
                <a:cubicBezTo>
                  <a:pt x="501941" y="10116"/>
                  <a:pt x="502596" y="10196"/>
                  <a:pt x="503158" y="10357"/>
                </a:cubicBezTo>
                <a:cubicBezTo>
                  <a:pt x="503720" y="10518"/>
                  <a:pt x="504149" y="10839"/>
                  <a:pt x="504443" y="11320"/>
                </a:cubicBezTo>
                <a:cubicBezTo>
                  <a:pt x="504737" y="11802"/>
                  <a:pt x="504965" y="12418"/>
                  <a:pt x="505125" y="13167"/>
                </a:cubicBezTo>
                <a:cubicBezTo>
                  <a:pt x="505286" y="13916"/>
                  <a:pt x="505366" y="14880"/>
                  <a:pt x="505366" y="16057"/>
                </a:cubicBezTo>
                <a:close/>
                <a:moveTo>
                  <a:pt x="538532" y="102526"/>
                </a:moveTo>
                <a:cubicBezTo>
                  <a:pt x="538532" y="104186"/>
                  <a:pt x="538452" y="105711"/>
                  <a:pt x="538291" y="107103"/>
                </a:cubicBezTo>
                <a:cubicBezTo>
                  <a:pt x="538131" y="108494"/>
                  <a:pt x="537863" y="109806"/>
                  <a:pt x="537488" y="111037"/>
                </a:cubicBezTo>
                <a:cubicBezTo>
                  <a:pt x="537114" y="112268"/>
                  <a:pt x="536619" y="113486"/>
                  <a:pt x="536003" y="114690"/>
                </a:cubicBezTo>
                <a:cubicBezTo>
                  <a:pt x="535387" y="115894"/>
                  <a:pt x="534625" y="117165"/>
                  <a:pt x="533715" y="118504"/>
                </a:cubicBezTo>
                <a:lnTo>
                  <a:pt x="522716" y="135043"/>
                </a:lnTo>
                <a:cubicBezTo>
                  <a:pt x="522448" y="135417"/>
                  <a:pt x="522140" y="135738"/>
                  <a:pt x="521792" y="136006"/>
                </a:cubicBezTo>
                <a:cubicBezTo>
                  <a:pt x="521444" y="136274"/>
                  <a:pt x="521016" y="136515"/>
                  <a:pt x="520508" y="136729"/>
                </a:cubicBezTo>
                <a:cubicBezTo>
                  <a:pt x="519999" y="136943"/>
                  <a:pt x="519410" y="137090"/>
                  <a:pt x="518741" y="137170"/>
                </a:cubicBezTo>
                <a:cubicBezTo>
                  <a:pt x="518072" y="137251"/>
                  <a:pt x="517229" y="137291"/>
                  <a:pt x="516212" y="137291"/>
                </a:cubicBezTo>
                <a:cubicBezTo>
                  <a:pt x="515302" y="137291"/>
                  <a:pt x="514540" y="137251"/>
                  <a:pt x="513924" y="137170"/>
                </a:cubicBezTo>
                <a:cubicBezTo>
                  <a:pt x="513309" y="137090"/>
                  <a:pt x="512867" y="136956"/>
                  <a:pt x="512599" y="136769"/>
                </a:cubicBezTo>
                <a:cubicBezTo>
                  <a:pt x="512332" y="136581"/>
                  <a:pt x="512185" y="136327"/>
                  <a:pt x="512158" y="136006"/>
                </a:cubicBezTo>
                <a:cubicBezTo>
                  <a:pt x="512131" y="135685"/>
                  <a:pt x="512225" y="135310"/>
                  <a:pt x="512439" y="134882"/>
                </a:cubicBezTo>
                <a:lnTo>
                  <a:pt x="523117" y="112803"/>
                </a:lnTo>
                <a:lnTo>
                  <a:pt x="523117" y="102526"/>
                </a:lnTo>
                <a:cubicBezTo>
                  <a:pt x="523117" y="101081"/>
                  <a:pt x="523264" y="99930"/>
                  <a:pt x="523559" y="99074"/>
                </a:cubicBezTo>
                <a:cubicBezTo>
                  <a:pt x="523853" y="98218"/>
                  <a:pt x="524321" y="97575"/>
                  <a:pt x="524964" y="97147"/>
                </a:cubicBezTo>
                <a:cubicBezTo>
                  <a:pt x="525606" y="96719"/>
                  <a:pt x="526409" y="96425"/>
                  <a:pt x="527372" y="96264"/>
                </a:cubicBezTo>
                <a:cubicBezTo>
                  <a:pt x="528336" y="96103"/>
                  <a:pt x="529513" y="96023"/>
                  <a:pt x="530905" y="96023"/>
                </a:cubicBezTo>
                <a:cubicBezTo>
                  <a:pt x="532243" y="96023"/>
                  <a:pt x="533394" y="96103"/>
                  <a:pt x="534357" y="96264"/>
                </a:cubicBezTo>
                <a:cubicBezTo>
                  <a:pt x="535321" y="96425"/>
                  <a:pt x="536110" y="96719"/>
                  <a:pt x="536726" y="97147"/>
                </a:cubicBezTo>
                <a:cubicBezTo>
                  <a:pt x="537341" y="97575"/>
                  <a:pt x="537796" y="98218"/>
                  <a:pt x="538090" y="99074"/>
                </a:cubicBezTo>
                <a:cubicBezTo>
                  <a:pt x="538385" y="99930"/>
                  <a:pt x="538532" y="101081"/>
                  <a:pt x="538532" y="102526"/>
                </a:cubicBezTo>
                <a:close/>
                <a:moveTo>
                  <a:pt x="625594" y="108548"/>
                </a:moveTo>
                <a:cubicBezTo>
                  <a:pt x="625594" y="109565"/>
                  <a:pt x="625514" y="110421"/>
                  <a:pt x="625353" y="111117"/>
                </a:cubicBezTo>
                <a:cubicBezTo>
                  <a:pt x="625192" y="111813"/>
                  <a:pt x="624978" y="112375"/>
                  <a:pt x="624711" y="112803"/>
                </a:cubicBezTo>
                <a:cubicBezTo>
                  <a:pt x="624443" y="113231"/>
                  <a:pt x="624135" y="113539"/>
                  <a:pt x="623787" y="113726"/>
                </a:cubicBezTo>
                <a:cubicBezTo>
                  <a:pt x="623440" y="113914"/>
                  <a:pt x="623078" y="114007"/>
                  <a:pt x="622704" y="114007"/>
                </a:cubicBezTo>
                <a:lnTo>
                  <a:pt x="568430" y="114007"/>
                </a:lnTo>
                <a:cubicBezTo>
                  <a:pt x="568055" y="114007"/>
                  <a:pt x="567707" y="113914"/>
                  <a:pt x="567386" y="113726"/>
                </a:cubicBezTo>
                <a:cubicBezTo>
                  <a:pt x="567065" y="113539"/>
                  <a:pt x="566757" y="113231"/>
                  <a:pt x="566463" y="112803"/>
                </a:cubicBezTo>
                <a:cubicBezTo>
                  <a:pt x="566168" y="112375"/>
                  <a:pt x="565941" y="111813"/>
                  <a:pt x="565780" y="111117"/>
                </a:cubicBezTo>
                <a:cubicBezTo>
                  <a:pt x="565620" y="110421"/>
                  <a:pt x="565539" y="109565"/>
                  <a:pt x="565539" y="108548"/>
                </a:cubicBezTo>
                <a:cubicBezTo>
                  <a:pt x="565539" y="107584"/>
                  <a:pt x="565620" y="106755"/>
                  <a:pt x="565780" y="106059"/>
                </a:cubicBezTo>
                <a:cubicBezTo>
                  <a:pt x="565941" y="105363"/>
                  <a:pt x="566141" y="104788"/>
                  <a:pt x="566382" y="104333"/>
                </a:cubicBezTo>
                <a:cubicBezTo>
                  <a:pt x="566623" y="103878"/>
                  <a:pt x="566918" y="103530"/>
                  <a:pt x="567265" y="103289"/>
                </a:cubicBezTo>
                <a:cubicBezTo>
                  <a:pt x="567613" y="103048"/>
                  <a:pt x="568001" y="102928"/>
                  <a:pt x="568430" y="102928"/>
                </a:cubicBezTo>
                <a:lnTo>
                  <a:pt x="590107" y="102928"/>
                </a:lnTo>
                <a:lnTo>
                  <a:pt x="590107" y="23845"/>
                </a:lnTo>
                <a:lnTo>
                  <a:pt x="570035" y="35888"/>
                </a:lnTo>
                <a:cubicBezTo>
                  <a:pt x="569018" y="36424"/>
                  <a:pt x="568202" y="36745"/>
                  <a:pt x="567587" y="36852"/>
                </a:cubicBezTo>
                <a:cubicBezTo>
                  <a:pt x="566971" y="36959"/>
                  <a:pt x="566476" y="36838"/>
                  <a:pt x="566101" y="36490"/>
                </a:cubicBezTo>
                <a:cubicBezTo>
                  <a:pt x="565727" y="36143"/>
                  <a:pt x="565472" y="35566"/>
                  <a:pt x="565339" y="34762"/>
                </a:cubicBezTo>
                <a:cubicBezTo>
                  <a:pt x="565205" y="33956"/>
                  <a:pt x="565138" y="32935"/>
                  <a:pt x="565138" y="31701"/>
                </a:cubicBezTo>
                <a:cubicBezTo>
                  <a:pt x="565138" y="30788"/>
                  <a:pt x="565178" y="30009"/>
                  <a:pt x="565258" y="29365"/>
                </a:cubicBezTo>
                <a:cubicBezTo>
                  <a:pt x="565339" y="28721"/>
                  <a:pt x="565459" y="28184"/>
                  <a:pt x="565620" y="27754"/>
                </a:cubicBezTo>
                <a:cubicBezTo>
                  <a:pt x="565780" y="27324"/>
                  <a:pt x="566008" y="26949"/>
                  <a:pt x="566302" y="26628"/>
                </a:cubicBezTo>
                <a:cubicBezTo>
                  <a:pt x="566596" y="26305"/>
                  <a:pt x="566984" y="25983"/>
                  <a:pt x="567466" y="25662"/>
                </a:cubicBezTo>
                <a:lnTo>
                  <a:pt x="591392" y="10279"/>
                </a:lnTo>
                <a:cubicBezTo>
                  <a:pt x="591606" y="10119"/>
                  <a:pt x="591873" y="9985"/>
                  <a:pt x="592195" y="9878"/>
                </a:cubicBezTo>
                <a:cubicBezTo>
                  <a:pt x="592516" y="9769"/>
                  <a:pt x="592917" y="9661"/>
                  <a:pt x="593399" y="9554"/>
                </a:cubicBezTo>
                <a:cubicBezTo>
                  <a:pt x="593881" y="9447"/>
                  <a:pt x="594443" y="9380"/>
                  <a:pt x="595085" y="9353"/>
                </a:cubicBezTo>
                <a:cubicBezTo>
                  <a:pt x="595727" y="9327"/>
                  <a:pt x="596530" y="9313"/>
                  <a:pt x="597493" y="9313"/>
                </a:cubicBezTo>
                <a:cubicBezTo>
                  <a:pt x="598778" y="9313"/>
                  <a:pt x="599849" y="9367"/>
                  <a:pt x="600705" y="9474"/>
                </a:cubicBezTo>
                <a:cubicBezTo>
                  <a:pt x="601561" y="9581"/>
                  <a:pt x="602230" y="9728"/>
                  <a:pt x="602712" y="9915"/>
                </a:cubicBezTo>
                <a:cubicBezTo>
                  <a:pt x="603194" y="10103"/>
                  <a:pt x="603515" y="10344"/>
                  <a:pt x="603676" y="10641"/>
                </a:cubicBezTo>
                <a:cubicBezTo>
                  <a:pt x="603836" y="10935"/>
                  <a:pt x="603916" y="11243"/>
                  <a:pt x="603916" y="11564"/>
                </a:cubicBezTo>
                <a:lnTo>
                  <a:pt x="603916" y="102928"/>
                </a:lnTo>
                <a:lnTo>
                  <a:pt x="622704" y="102928"/>
                </a:lnTo>
                <a:cubicBezTo>
                  <a:pt x="623132" y="102928"/>
                  <a:pt x="623533" y="103048"/>
                  <a:pt x="623908" y="103289"/>
                </a:cubicBezTo>
                <a:cubicBezTo>
                  <a:pt x="624283" y="103530"/>
                  <a:pt x="624590" y="103878"/>
                  <a:pt x="624831" y="104333"/>
                </a:cubicBezTo>
                <a:cubicBezTo>
                  <a:pt x="625072" y="104788"/>
                  <a:pt x="625259" y="105363"/>
                  <a:pt x="625393" y="106059"/>
                </a:cubicBezTo>
                <a:cubicBezTo>
                  <a:pt x="625527" y="106755"/>
                  <a:pt x="625594" y="107584"/>
                  <a:pt x="625594" y="108548"/>
                </a:cubicBezTo>
                <a:close/>
                <a:moveTo>
                  <a:pt x="711888" y="16057"/>
                </a:moveTo>
                <a:cubicBezTo>
                  <a:pt x="711888" y="17021"/>
                  <a:pt x="711848" y="17891"/>
                  <a:pt x="711767" y="18667"/>
                </a:cubicBezTo>
                <a:cubicBezTo>
                  <a:pt x="711687" y="19443"/>
                  <a:pt x="711580" y="20192"/>
                  <a:pt x="711446" y="20915"/>
                </a:cubicBezTo>
                <a:cubicBezTo>
                  <a:pt x="711312" y="21637"/>
                  <a:pt x="711125" y="22333"/>
                  <a:pt x="710884" y="23002"/>
                </a:cubicBezTo>
                <a:cubicBezTo>
                  <a:pt x="710643" y="23671"/>
                  <a:pt x="710362" y="24380"/>
                  <a:pt x="710041" y="25130"/>
                </a:cubicBezTo>
                <a:lnTo>
                  <a:pt x="672627" y="111358"/>
                </a:lnTo>
                <a:cubicBezTo>
                  <a:pt x="672360" y="112000"/>
                  <a:pt x="672025" y="112522"/>
                  <a:pt x="671624" y="112924"/>
                </a:cubicBezTo>
                <a:cubicBezTo>
                  <a:pt x="671222" y="113325"/>
                  <a:pt x="670714" y="113646"/>
                  <a:pt x="670098" y="113887"/>
                </a:cubicBezTo>
                <a:cubicBezTo>
                  <a:pt x="669483" y="114128"/>
                  <a:pt x="668693" y="114288"/>
                  <a:pt x="667730" y="114369"/>
                </a:cubicBezTo>
                <a:cubicBezTo>
                  <a:pt x="666766" y="114449"/>
                  <a:pt x="665589" y="114489"/>
                  <a:pt x="664197" y="114489"/>
                </a:cubicBezTo>
                <a:cubicBezTo>
                  <a:pt x="662377" y="114489"/>
                  <a:pt x="660959" y="114409"/>
                  <a:pt x="659942" y="114248"/>
                </a:cubicBezTo>
                <a:cubicBezTo>
                  <a:pt x="658925" y="114088"/>
                  <a:pt x="658189" y="113833"/>
                  <a:pt x="657734" y="113486"/>
                </a:cubicBezTo>
                <a:cubicBezTo>
                  <a:pt x="657279" y="113138"/>
                  <a:pt x="657078" y="112709"/>
                  <a:pt x="657132" y="112201"/>
                </a:cubicBezTo>
                <a:cubicBezTo>
                  <a:pt x="657185" y="111693"/>
                  <a:pt x="657373" y="111090"/>
                  <a:pt x="657694" y="110395"/>
                </a:cubicBezTo>
                <a:lnTo>
                  <a:pt x="697035" y="22239"/>
                </a:lnTo>
                <a:lnTo>
                  <a:pt x="647176" y="22239"/>
                </a:lnTo>
                <a:cubicBezTo>
                  <a:pt x="646159" y="22239"/>
                  <a:pt x="645397" y="21704"/>
                  <a:pt x="644888" y="20634"/>
                </a:cubicBezTo>
                <a:cubicBezTo>
                  <a:pt x="644380" y="19563"/>
                  <a:pt x="644125" y="18065"/>
                  <a:pt x="644125" y="16138"/>
                </a:cubicBezTo>
                <a:cubicBezTo>
                  <a:pt x="644125" y="15121"/>
                  <a:pt x="644192" y="14238"/>
                  <a:pt x="644326" y="13488"/>
                </a:cubicBezTo>
                <a:cubicBezTo>
                  <a:pt x="644460" y="12739"/>
                  <a:pt x="644661" y="12110"/>
                  <a:pt x="644928" y="11601"/>
                </a:cubicBezTo>
                <a:cubicBezTo>
                  <a:pt x="645196" y="11093"/>
                  <a:pt x="645517" y="10718"/>
                  <a:pt x="645892" y="10477"/>
                </a:cubicBezTo>
                <a:cubicBezTo>
                  <a:pt x="646266" y="10237"/>
                  <a:pt x="646695" y="10116"/>
                  <a:pt x="647176" y="10116"/>
                </a:cubicBezTo>
                <a:lnTo>
                  <a:pt x="707713" y="10116"/>
                </a:lnTo>
                <a:cubicBezTo>
                  <a:pt x="708462" y="10116"/>
                  <a:pt x="709118" y="10196"/>
                  <a:pt x="709680" y="10357"/>
                </a:cubicBezTo>
                <a:cubicBezTo>
                  <a:pt x="710242" y="10518"/>
                  <a:pt x="710670" y="10839"/>
                  <a:pt x="710964" y="11320"/>
                </a:cubicBezTo>
                <a:cubicBezTo>
                  <a:pt x="711259" y="11802"/>
                  <a:pt x="711486" y="12418"/>
                  <a:pt x="711647" y="13167"/>
                </a:cubicBezTo>
                <a:cubicBezTo>
                  <a:pt x="711807" y="13916"/>
                  <a:pt x="711888" y="14880"/>
                  <a:pt x="711888" y="16057"/>
                </a:cubicBezTo>
                <a:close/>
                <a:moveTo>
                  <a:pt x="754366" y="70893"/>
                </a:moveTo>
                <a:cubicBezTo>
                  <a:pt x="754366" y="76948"/>
                  <a:pt x="753992" y="82936"/>
                  <a:pt x="753242" y="88858"/>
                </a:cubicBezTo>
                <a:cubicBezTo>
                  <a:pt x="752493" y="94779"/>
                  <a:pt x="751369" y="100633"/>
                  <a:pt x="749870" y="106420"/>
                </a:cubicBezTo>
                <a:cubicBezTo>
                  <a:pt x="748372" y="112208"/>
                  <a:pt x="746538" y="117901"/>
                  <a:pt x="744371" y="123501"/>
                </a:cubicBezTo>
                <a:cubicBezTo>
                  <a:pt x="742203" y="129101"/>
                  <a:pt x="739674" y="134634"/>
                  <a:pt x="736784" y="140098"/>
                </a:cubicBezTo>
                <a:cubicBezTo>
                  <a:pt x="736623" y="140366"/>
                  <a:pt x="736382" y="140607"/>
                  <a:pt x="736061" y="140821"/>
                </a:cubicBezTo>
                <a:cubicBezTo>
                  <a:pt x="735740" y="141037"/>
                  <a:pt x="735325" y="141225"/>
                  <a:pt x="734817" y="141385"/>
                </a:cubicBezTo>
                <a:cubicBezTo>
                  <a:pt x="734308" y="141546"/>
                  <a:pt x="733706" y="141653"/>
                  <a:pt x="733010" y="141706"/>
                </a:cubicBezTo>
                <a:cubicBezTo>
                  <a:pt x="732314" y="141760"/>
                  <a:pt x="731485" y="141787"/>
                  <a:pt x="730521" y="141787"/>
                </a:cubicBezTo>
                <a:cubicBezTo>
                  <a:pt x="729130" y="141787"/>
                  <a:pt x="728046" y="141720"/>
                  <a:pt x="727270" y="141586"/>
                </a:cubicBezTo>
                <a:cubicBezTo>
                  <a:pt x="726494" y="141452"/>
                  <a:pt x="725932" y="141237"/>
                  <a:pt x="725584" y="140941"/>
                </a:cubicBezTo>
                <a:cubicBezTo>
                  <a:pt x="725236" y="140647"/>
                  <a:pt x="725075" y="140272"/>
                  <a:pt x="725102" y="139817"/>
                </a:cubicBezTo>
                <a:cubicBezTo>
                  <a:pt x="725129" y="139362"/>
                  <a:pt x="725276" y="138813"/>
                  <a:pt x="725543" y="138169"/>
                </a:cubicBezTo>
                <a:cubicBezTo>
                  <a:pt x="730468" y="127345"/>
                  <a:pt x="734188" y="116267"/>
                  <a:pt x="736703" y="104935"/>
                </a:cubicBezTo>
                <a:cubicBezTo>
                  <a:pt x="739219" y="93601"/>
                  <a:pt x="740477" y="82174"/>
                  <a:pt x="740477" y="70653"/>
                </a:cubicBezTo>
                <a:cubicBezTo>
                  <a:pt x="740477" y="59185"/>
                  <a:pt x="739219" y="47785"/>
                  <a:pt x="736703" y="36453"/>
                </a:cubicBezTo>
                <a:cubicBezTo>
                  <a:pt x="734188" y="25119"/>
                  <a:pt x="730414" y="14066"/>
                  <a:pt x="725383" y="3294"/>
                </a:cubicBezTo>
                <a:cubicBezTo>
                  <a:pt x="725169" y="2813"/>
                  <a:pt x="725088" y="2358"/>
                  <a:pt x="725142" y="1929"/>
                </a:cubicBezTo>
                <a:cubicBezTo>
                  <a:pt x="725196" y="1501"/>
                  <a:pt x="725436" y="1153"/>
                  <a:pt x="725865" y="886"/>
                </a:cubicBezTo>
                <a:cubicBezTo>
                  <a:pt x="726293" y="616"/>
                  <a:pt x="726882" y="401"/>
                  <a:pt x="727631" y="241"/>
                </a:cubicBezTo>
                <a:cubicBezTo>
                  <a:pt x="728380" y="80"/>
                  <a:pt x="729370" y="0"/>
                  <a:pt x="730602" y="0"/>
                </a:cubicBezTo>
                <a:cubicBezTo>
                  <a:pt x="731726" y="0"/>
                  <a:pt x="732662" y="40"/>
                  <a:pt x="733412" y="120"/>
                </a:cubicBezTo>
                <a:cubicBezTo>
                  <a:pt x="734161" y="201"/>
                  <a:pt x="734763" y="321"/>
                  <a:pt x="735218" y="482"/>
                </a:cubicBezTo>
                <a:cubicBezTo>
                  <a:pt x="735673" y="642"/>
                  <a:pt x="736008" y="804"/>
                  <a:pt x="736222" y="966"/>
                </a:cubicBezTo>
                <a:cubicBezTo>
                  <a:pt x="736436" y="1127"/>
                  <a:pt x="736596" y="1314"/>
                  <a:pt x="736703" y="1528"/>
                </a:cubicBezTo>
                <a:cubicBezTo>
                  <a:pt x="742216" y="12512"/>
                  <a:pt x="746538" y="23805"/>
                  <a:pt x="749670" y="35407"/>
                </a:cubicBezTo>
                <a:cubicBezTo>
                  <a:pt x="752801" y="47008"/>
                  <a:pt x="754366" y="58837"/>
                  <a:pt x="754366" y="708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4x2(1,7,17)">
            <a:extLst xmlns:a="http://schemas.openxmlformats.org/drawingml/2006/main">
              <a:ext uri="{FF2B5EF4-FFF2-40B4-BE49-F238E27FC236}">
                <a16:creationId xmlns:a16="http://schemas.microsoft.com/office/drawing/2014/main" id="{AC430FFD-D68F-4021-ADDE-B2702739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67" y="1887747"/>
            <a:ext cx="764033" cy="141612"/>
          </a:xfrm>
          <a:custGeom xmlns:a="http://schemas.openxmlformats.org/drawingml/2006/main">
            <a:pathLst>
              <a:path w="764033" h="141612">
                <a:moveTo>
                  <a:pt x="74655" y="84278"/>
                </a:moveTo>
                <a:cubicBezTo>
                  <a:pt x="74655" y="86042"/>
                  <a:pt x="74388" y="87432"/>
                  <a:pt x="73853" y="88447"/>
                </a:cubicBezTo>
                <a:cubicBezTo>
                  <a:pt x="73318" y="89463"/>
                  <a:pt x="72570" y="89971"/>
                  <a:pt x="71608" y="89971"/>
                </a:cubicBezTo>
                <a:lnTo>
                  <a:pt x="59900" y="89971"/>
                </a:lnTo>
                <a:lnTo>
                  <a:pt x="59900" y="111855"/>
                </a:lnTo>
                <a:cubicBezTo>
                  <a:pt x="59900" y="112284"/>
                  <a:pt x="59793" y="112647"/>
                  <a:pt x="59580" y="112942"/>
                </a:cubicBezTo>
                <a:cubicBezTo>
                  <a:pt x="59366" y="113236"/>
                  <a:pt x="58992" y="113491"/>
                  <a:pt x="58457" y="113706"/>
                </a:cubicBezTo>
                <a:cubicBezTo>
                  <a:pt x="57922" y="113920"/>
                  <a:pt x="57227" y="114081"/>
                  <a:pt x="56372" y="114188"/>
                </a:cubicBezTo>
                <a:cubicBezTo>
                  <a:pt x="55517" y="114295"/>
                  <a:pt x="54421" y="114348"/>
                  <a:pt x="53084" y="114348"/>
                </a:cubicBezTo>
                <a:cubicBezTo>
                  <a:pt x="51801" y="114348"/>
                  <a:pt x="50732" y="114295"/>
                  <a:pt x="49877" y="114188"/>
                </a:cubicBezTo>
                <a:cubicBezTo>
                  <a:pt x="49022" y="114081"/>
                  <a:pt x="48340" y="113920"/>
                  <a:pt x="47832" y="113706"/>
                </a:cubicBezTo>
                <a:cubicBezTo>
                  <a:pt x="47324" y="113491"/>
                  <a:pt x="46977" y="113236"/>
                  <a:pt x="46790" y="112942"/>
                </a:cubicBezTo>
                <a:cubicBezTo>
                  <a:pt x="46603" y="112647"/>
                  <a:pt x="46509" y="112284"/>
                  <a:pt x="46509" y="111855"/>
                </a:cubicBezTo>
                <a:lnTo>
                  <a:pt x="46509" y="89971"/>
                </a:lnTo>
                <a:lnTo>
                  <a:pt x="3689" y="89971"/>
                </a:lnTo>
                <a:cubicBezTo>
                  <a:pt x="3047" y="89971"/>
                  <a:pt x="2513" y="89891"/>
                  <a:pt x="2085" y="89730"/>
                </a:cubicBezTo>
                <a:cubicBezTo>
                  <a:pt x="1657" y="89570"/>
                  <a:pt x="1270" y="89276"/>
                  <a:pt x="922" y="88848"/>
                </a:cubicBezTo>
                <a:cubicBezTo>
                  <a:pt x="575" y="88421"/>
                  <a:pt x="334" y="87806"/>
                  <a:pt x="200" y="87004"/>
                </a:cubicBezTo>
                <a:cubicBezTo>
                  <a:pt x="67" y="86202"/>
                  <a:pt x="0" y="85160"/>
                  <a:pt x="0" y="83877"/>
                </a:cubicBezTo>
                <a:cubicBezTo>
                  <a:pt x="0" y="82861"/>
                  <a:pt x="27" y="81952"/>
                  <a:pt x="80" y="81150"/>
                </a:cubicBezTo>
                <a:cubicBezTo>
                  <a:pt x="134" y="80348"/>
                  <a:pt x="241" y="79613"/>
                  <a:pt x="401" y="78945"/>
                </a:cubicBezTo>
                <a:cubicBezTo>
                  <a:pt x="561" y="78277"/>
                  <a:pt x="775" y="77635"/>
                  <a:pt x="1042" y="77021"/>
                </a:cubicBezTo>
                <a:cubicBezTo>
                  <a:pt x="1310" y="76406"/>
                  <a:pt x="1630" y="75751"/>
                  <a:pt x="2005" y="75056"/>
                </a:cubicBezTo>
                <a:lnTo>
                  <a:pt x="39372" y="12106"/>
                </a:lnTo>
                <a:cubicBezTo>
                  <a:pt x="39640" y="11678"/>
                  <a:pt x="40027" y="11305"/>
                  <a:pt x="40535" y="10986"/>
                </a:cubicBezTo>
                <a:cubicBezTo>
                  <a:pt x="41043" y="10665"/>
                  <a:pt x="41698" y="10398"/>
                  <a:pt x="42500" y="10184"/>
                </a:cubicBezTo>
                <a:cubicBezTo>
                  <a:pt x="43301" y="9970"/>
                  <a:pt x="44290" y="9823"/>
                  <a:pt x="45467" y="9743"/>
                </a:cubicBezTo>
                <a:cubicBezTo>
                  <a:pt x="46643" y="9663"/>
                  <a:pt x="48033" y="9623"/>
                  <a:pt x="49636" y="9623"/>
                </a:cubicBezTo>
                <a:cubicBezTo>
                  <a:pt x="51400" y="9623"/>
                  <a:pt x="52937" y="9689"/>
                  <a:pt x="54247" y="9823"/>
                </a:cubicBezTo>
                <a:cubicBezTo>
                  <a:pt x="55557" y="9957"/>
                  <a:pt x="56613" y="10130"/>
                  <a:pt x="57415" y="10344"/>
                </a:cubicBezTo>
                <a:cubicBezTo>
                  <a:pt x="58216" y="10558"/>
                  <a:pt x="58831" y="10839"/>
                  <a:pt x="59259" y="11186"/>
                </a:cubicBezTo>
                <a:cubicBezTo>
                  <a:pt x="59687" y="11532"/>
                  <a:pt x="59900" y="11946"/>
                  <a:pt x="59900" y="12427"/>
                </a:cubicBezTo>
                <a:lnTo>
                  <a:pt x="59900" y="78584"/>
                </a:lnTo>
                <a:lnTo>
                  <a:pt x="71608" y="78584"/>
                </a:lnTo>
                <a:cubicBezTo>
                  <a:pt x="72517" y="78584"/>
                  <a:pt x="73252" y="79052"/>
                  <a:pt x="73813" y="79987"/>
                </a:cubicBezTo>
                <a:cubicBezTo>
                  <a:pt x="74374" y="80923"/>
                  <a:pt x="74655" y="82353"/>
                  <a:pt x="74655" y="84278"/>
                </a:cubicBezTo>
                <a:moveTo>
                  <a:pt x="46509" y="21718"/>
                </a:moveTo>
                <a:lnTo>
                  <a:pt x="46349" y="21718"/>
                </a:lnTo>
                <a:lnTo>
                  <a:pt x="12590" y="78584"/>
                </a:lnTo>
                <a:lnTo>
                  <a:pt x="46509" y="78584"/>
                </a:lnTo>
                <a:lnTo>
                  <a:pt x="46509" y="21718"/>
                </a:lnTo>
                <a:close/>
                <a:moveTo>
                  <a:pt x="148176" y="110339"/>
                </a:moveTo>
                <a:cubicBezTo>
                  <a:pt x="148604" y="111087"/>
                  <a:pt x="148818" y="111715"/>
                  <a:pt x="148818" y="112223"/>
                </a:cubicBezTo>
                <a:cubicBezTo>
                  <a:pt x="148818" y="112731"/>
                  <a:pt x="148564" y="113145"/>
                  <a:pt x="148056" y="113466"/>
                </a:cubicBezTo>
                <a:cubicBezTo>
                  <a:pt x="147548" y="113787"/>
                  <a:pt x="146773" y="114014"/>
                  <a:pt x="145731" y="114148"/>
                </a:cubicBezTo>
                <a:cubicBezTo>
                  <a:pt x="144688" y="114281"/>
                  <a:pt x="143338" y="114348"/>
                  <a:pt x="141681" y="114348"/>
                </a:cubicBezTo>
                <a:cubicBezTo>
                  <a:pt x="140077" y="114348"/>
                  <a:pt x="138808" y="114308"/>
                  <a:pt x="137872" y="114228"/>
                </a:cubicBezTo>
                <a:cubicBezTo>
                  <a:pt x="136937" y="114148"/>
                  <a:pt x="136188" y="114014"/>
                  <a:pt x="135627" y="113827"/>
                </a:cubicBezTo>
                <a:cubicBezTo>
                  <a:pt x="135066" y="113640"/>
                  <a:pt x="134638" y="113399"/>
                  <a:pt x="134344" y="113105"/>
                </a:cubicBezTo>
                <a:cubicBezTo>
                  <a:pt x="134050" y="112811"/>
                  <a:pt x="133796" y="112477"/>
                  <a:pt x="133582" y="112103"/>
                </a:cubicBezTo>
                <a:lnTo>
                  <a:pt x="116262" y="83476"/>
                </a:lnTo>
                <a:lnTo>
                  <a:pt x="99021" y="112103"/>
                </a:lnTo>
                <a:cubicBezTo>
                  <a:pt x="98807" y="112477"/>
                  <a:pt x="98553" y="112811"/>
                  <a:pt x="98259" y="113105"/>
                </a:cubicBezTo>
                <a:cubicBezTo>
                  <a:pt x="97965" y="113399"/>
                  <a:pt x="97538" y="113640"/>
                  <a:pt x="96976" y="113827"/>
                </a:cubicBezTo>
                <a:cubicBezTo>
                  <a:pt x="96415" y="114014"/>
                  <a:pt x="95680" y="114148"/>
                  <a:pt x="94771" y="114228"/>
                </a:cubicBezTo>
                <a:cubicBezTo>
                  <a:pt x="93862" y="114308"/>
                  <a:pt x="92660" y="114348"/>
                  <a:pt x="91163" y="114348"/>
                </a:cubicBezTo>
                <a:cubicBezTo>
                  <a:pt x="89613" y="114348"/>
                  <a:pt x="88343" y="114281"/>
                  <a:pt x="87354" y="114148"/>
                </a:cubicBezTo>
                <a:cubicBezTo>
                  <a:pt x="86365" y="114014"/>
                  <a:pt x="85643" y="113787"/>
                  <a:pt x="85189" y="113466"/>
                </a:cubicBezTo>
                <a:cubicBezTo>
                  <a:pt x="84734" y="113145"/>
                  <a:pt x="84521" y="112731"/>
                  <a:pt x="84547" y="112223"/>
                </a:cubicBezTo>
                <a:cubicBezTo>
                  <a:pt x="84574" y="111715"/>
                  <a:pt x="84828" y="111087"/>
                  <a:pt x="85309" y="110339"/>
                </a:cubicBezTo>
                <a:lnTo>
                  <a:pt x="107762" y="75136"/>
                </a:lnTo>
                <a:lnTo>
                  <a:pt x="86512" y="41217"/>
                </a:lnTo>
                <a:cubicBezTo>
                  <a:pt x="86084" y="40468"/>
                  <a:pt x="85857" y="39840"/>
                  <a:pt x="85830" y="39332"/>
                </a:cubicBezTo>
                <a:cubicBezTo>
                  <a:pt x="85804" y="38824"/>
                  <a:pt x="86044" y="38397"/>
                  <a:pt x="86552" y="38049"/>
                </a:cubicBezTo>
                <a:cubicBezTo>
                  <a:pt x="87060" y="37702"/>
                  <a:pt x="87835" y="37474"/>
                  <a:pt x="88877" y="37368"/>
                </a:cubicBezTo>
                <a:cubicBezTo>
                  <a:pt x="89920" y="37261"/>
                  <a:pt x="91296" y="37207"/>
                  <a:pt x="93007" y="37207"/>
                </a:cubicBezTo>
                <a:cubicBezTo>
                  <a:pt x="94557" y="37207"/>
                  <a:pt x="95800" y="37247"/>
                  <a:pt x="96736" y="37327"/>
                </a:cubicBezTo>
                <a:cubicBezTo>
                  <a:pt x="97671" y="37408"/>
                  <a:pt x="98406" y="37528"/>
                  <a:pt x="98941" y="37688"/>
                </a:cubicBezTo>
                <a:cubicBezTo>
                  <a:pt x="99476" y="37849"/>
                  <a:pt x="99877" y="38063"/>
                  <a:pt x="100144" y="38330"/>
                </a:cubicBezTo>
                <a:cubicBezTo>
                  <a:pt x="100411" y="38597"/>
                  <a:pt x="100652" y="38918"/>
                  <a:pt x="100866" y="39292"/>
                </a:cubicBezTo>
                <a:lnTo>
                  <a:pt x="117304" y="66155"/>
                </a:lnTo>
                <a:lnTo>
                  <a:pt x="133983" y="39292"/>
                </a:lnTo>
                <a:cubicBezTo>
                  <a:pt x="134197" y="38971"/>
                  <a:pt x="134438" y="38677"/>
                  <a:pt x="134705" y="38410"/>
                </a:cubicBezTo>
                <a:cubicBezTo>
                  <a:pt x="134972" y="38143"/>
                  <a:pt x="135333" y="37916"/>
                  <a:pt x="135787" y="37728"/>
                </a:cubicBezTo>
                <a:cubicBezTo>
                  <a:pt x="136242" y="37541"/>
                  <a:pt x="136883" y="37408"/>
                  <a:pt x="137712" y="37327"/>
                </a:cubicBezTo>
                <a:cubicBezTo>
                  <a:pt x="138541" y="37247"/>
                  <a:pt x="139677" y="37207"/>
                  <a:pt x="141120" y="37207"/>
                </a:cubicBezTo>
                <a:cubicBezTo>
                  <a:pt x="142670" y="37207"/>
                  <a:pt x="143940" y="37261"/>
                  <a:pt x="144929" y="37368"/>
                </a:cubicBezTo>
                <a:cubicBezTo>
                  <a:pt x="145918" y="37474"/>
                  <a:pt x="146653" y="37675"/>
                  <a:pt x="147134" y="37969"/>
                </a:cubicBezTo>
                <a:cubicBezTo>
                  <a:pt x="147615" y="38263"/>
                  <a:pt x="147829" y="38677"/>
                  <a:pt x="147776" y="39212"/>
                </a:cubicBezTo>
                <a:cubicBezTo>
                  <a:pt x="147722" y="39746"/>
                  <a:pt x="147455" y="40415"/>
                  <a:pt x="146974" y="41217"/>
                </a:cubicBezTo>
                <a:lnTo>
                  <a:pt x="125884" y="74735"/>
                </a:lnTo>
                <a:lnTo>
                  <a:pt x="148176" y="110339"/>
                </a:lnTo>
                <a:close/>
                <a:moveTo>
                  <a:pt x="222153" y="107933"/>
                </a:moveTo>
                <a:cubicBezTo>
                  <a:pt x="222153" y="108895"/>
                  <a:pt x="222086" y="109751"/>
                  <a:pt x="221952" y="110499"/>
                </a:cubicBezTo>
                <a:cubicBezTo>
                  <a:pt x="221819" y="111247"/>
                  <a:pt x="221631" y="111876"/>
                  <a:pt x="221391" y="112383"/>
                </a:cubicBezTo>
                <a:cubicBezTo>
                  <a:pt x="221150" y="112891"/>
                  <a:pt x="220830" y="113265"/>
                  <a:pt x="220429" y="113506"/>
                </a:cubicBezTo>
                <a:cubicBezTo>
                  <a:pt x="220028" y="113747"/>
                  <a:pt x="219587" y="113867"/>
                  <a:pt x="219106" y="113867"/>
                </a:cubicBezTo>
                <a:lnTo>
                  <a:pt x="161771" y="113867"/>
                </a:lnTo>
                <a:cubicBezTo>
                  <a:pt x="161023" y="113867"/>
                  <a:pt x="160368" y="113773"/>
                  <a:pt x="159807" y="113586"/>
                </a:cubicBezTo>
                <a:cubicBezTo>
                  <a:pt x="159245" y="113399"/>
                  <a:pt x="158764" y="113092"/>
                  <a:pt x="158363" y="112664"/>
                </a:cubicBezTo>
                <a:cubicBezTo>
                  <a:pt x="157962" y="112236"/>
                  <a:pt x="157668" y="111622"/>
                  <a:pt x="157481" y="110820"/>
                </a:cubicBezTo>
                <a:cubicBezTo>
                  <a:pt x="157294" y="110018"/>
                  <a:pt x="157200" y="109029"/>
                  <a:pt x="157200" y="107853"/>
                </a:cubicBezTo>
                <a:cubicBezTo>
                  <a:pt x="157200" y="106784"/>
                  <a:pt x="157241" y="105848"/>
                  <a:pt x="157321" y="105046"/>
                </a:cubicBezTo>
                <a:cubicBezTo>
                  <a:pt x="157401" y="104244"/>
                  <a:pt x="157575" y="103536"/>
                  <a:pt x="157842" y="102921"/>
                </a:cubicBezTo>
                <a:cubicBezTo>
                  <a:pt x="158109" y="102306"/>
                  <a:pt x="158443" y="101692"/>
                  <a:pt x="158844" y="101077"/>
                </a:cubicBezTo>
                <a:cubicBezTo>
                  <a:pt x="159245" y="100462"/>
                  <a:pt x="159766" y="99807"/>
                  <a:pt x="160408" y="99112"/>
                </a:cubicBezTo>
                <a:lnTo>
                  <a:pt x="180535" y="77755"/>
                </a:lnTo>
                <a:cubicBezTo>
                  <a:pt x="185186" y="72833"/>
                  <a:pt x="188915" y="68420"/>
                  <a:pt x="191721" y="64514"/>
                </a:cubicBezTo>
                <a:cubicBezTo>
                  <a:pt x="194528" y="60608"/>
                  <a:pt x="196693" y="57050"/>
                  <a:pt x="198217" y="53841"/>
                </a:cubicBezTo>
                <a:cubicBezTo>
                  <a:pt x="199740" y="50630"/>
                  <a:pt x="200742" y="47714"/>
                  <a:pt x="201224" y="45093"/>
                </a:cubicBezTo>
                <a:cubicBezTo>
                  <a:pt x="201705" y="42472"/>
                  <a:pt x="201945" y="40011"/>
                  <a:pt x="201945" y="37711"/>
                </a:cubicBezTo>
                <a:cubicBezTo>
                  <a:pt x="201945" y="35409"/>
                  <a:pt x="201571" y="33228"/>
                  <a:pt x="200823" y="31168"/>
                </a:cubicBezTo>
                <a:cubicBezTo>
                  <a:pt x="200074" y="29107"/>
                  <a:pt x="198992" y="27300"/>
                  <a:pt x="197575" y="25748"/>
                </a:cubicBezTo>
                <a:cubicBezTo>
                  <a:pt x="196158" y="24194"/>
                  <a:pt x="194381" y="22963"/>
                  <a:pt x="192243" y="22054"/>
                </a:cubicBezTo>
                <a:cubicBezTo>
                  <a:pt x="190104" y="21144"/>
                  <a:pt x="187645" y="20688"/>
                  <a:pt x="184865" y="20688"/>
                </a:cubicBezTo>
                <a:cubicBezTo>
                  <a:pt x="181604" y="20688"/>
                  <a:pt x="178677" y="21143"/>
                  <a:pt x="176085" y="22052"/>
                </a:cubicBezTo>
                <a:cubicBezTo>
                  <a:pt x="173492" y="22960"/>
                  <a:pt x="171220" y="23949"/>
                  <a:pt x="169269" y="25019"/>
                </a:cubicBezTo>
                <a:cubicBezTo>
                  <a:pt x="167317" y="26088"/>
                  <a:pt x="165687" y="27077"/>
                  <a:pt x="164377" y="27986"/>
                </a:cubicBezTo>
                <a:cubicBezTo>
                  <a:pt x="163068" y="28894"/>
                  <a:pt x="162092" y="29349"/>
                  <a:pt x="161450" y="29349"/>
                </a:cubicBezTo>
                <a:cubicBezTo>
                  <a:pt x="161076" y="29349"/>
                  <a:pt x="160742" y="29242"/>
                  <a:pt x="160448" y="29028"/>
                </a:cubicBezTo>
                <a:cubicBezTo>
                  <a:pt x="160154" y="28814"/>
                  <a:pt x="159913" y="28467"/>
                  <a:pt x="159726" y="27986"/>
                </a:cubicBezTo>
                <a:cubicBezTo>
                  <a:pt x="159539" y="27504"/>
                  <a:pt x="159392" y="26863"/>
                  <a:pt x="159285" y="26061"/>
                </a:cubicBezTo>
                <a:cubicBezTo>
                  <a:pt x="159178" y="25259"/>
                  <a:pt x="159125" y="24297"/>
                  <a:pt x="159125" y="23174"/>
                </a:cubicBezTo>
                <a:cubicBezTo>
                  <a:pt x="159125" y="22372"/>
                  <a:pt x="159152" y="21677"/>
                  <a:pt x="159205" y="21089"/>
                </a:cubicBezTo>
                <a:cubicBezTo>
                  <a:pt x="159259" y="20501"/>
                  <a:pt x="159352" y="19994"/>
                  <a:pt x="159486" y="19566"/>
                </a:cubicBezTo>
                <a:cubicBezTo>
                  <a:pt x="159619" y="19138"/>
                  <a:pt x="159793" y="18737"/>
                  <a:pt x="160007" y="18363"/>
                </a:cubicBezTo>
                <a:cubicBezTo>
                  <a:pt x="160221" y="17989"/>
                  <a:pt x="160649" y="17521"/>
                  <a:pt x="161290" y="16960"/>
                </a:cubicBezTo>
                <a:cubicBezTo>
                  <a:pt x="161932" y="16398"/>
                  <a:pt x="163041" y="15637"/>
                  <a:pt x="164618" y="14674"/>
                </a:cubicBezTo>
                <a:cubicBezTo>
                  <a:pt x="166195" y="13712"/>
                  <a:pt x="168173" y="12763"/>
                  <a:pt x="170552" y="11828"/>
                </a:cubicBezTo>
                <a:cubicBezTo>
                  <a:pt x="172931" y="10892"/>
                  <a:pt x="175550" y="10104"/>
                  <a:pt x="178410" y="9462"/>
                </a:cubicBezTo>
                <a:cubicBezTo>
                  <a:pt x="181270" y="8821"/>
                  <a:pt x="184277" y="8500"/>
                  <a:pt x="187431" y="8500"/>
                </a:cubicBezTo>
                <a:cubicBezTo>
                  <a:pt x="192456" y="8500"/>
                  <a:pt x="196853" y="9209"/>
                  <a:pt x="200622" y="10627"/>
                </a:cubicBezTo>
                <a:cubicBezTo>
                  <a:pt x="204391" y="12044"/>
                  <a:pt x="207518" y="13983"/>
                  <a:pt x="210004" y="16444"/>
                </a:cubicBezTo>
                <a:cubicBezTo>
                  <a:pt x="212490" y="18904"/>
                  <a:pt x="214348" y="21767"/>
                  <a:pt x="215577" y="25031"/>
                </a:cubicBezTo>
                <a:cubicBezTo>
                  <a:pt x="216807" y="28294"/>
                  <a:pt x="217422" y="31771"/>
                  <a:pt x="217422" y="35463"/>
                </a:cubicBezTo>
                <a:cubicBezTo>
                  <a:pt x="217422" y="38781"/>
                  <a:pt x="217128" y="42085"/>
                  <a:pt x="216540" y="45376"/>
                </a:cubicBezTo>
                <a:cubicBezTo>
                  <a:pt x="215951" y="48666"/>
                  <a:pt x="214709" y="52223"/>
                  <a:pt x="212811" y="56049"/>
                </a:cubicBezTo>
                <a:cubicBezTo>
                  <a:pt x="210913" y="59874"/>
                  <a:pt x="208173" y="64128"/>
                  <a:pt x="204592" y="68809"/>
                </a:cubicBezTo>
                <a:cubicBezTo>
                  <a:pt x="201010" y="73490"/>
                  <a:pt x="196252" y="78880"/>
                  <a:pt x="190318" y="84979"/>
                </a:cubicBezTo>
                <a:lnTo>
                  <a:pt x="173880" y="102159"/>
                </a:lnTo>
                <a:lnTo>
                  <a:pt x="219025" y="102159"/>
                </a:lnTo>
                <a:cubicBezTo>
                  <a:pt x="219453" y="102159"/>
                  <a:pt x="219867" y="102280"/>
                  <a:pt x="220268" y="102520"/>
                </a:cubicBezTo>
                <a:cubicBezTo>
                  <a:pt x="220669" y="102761"/>
                  <a:pt x="221017" y="103122"/>
                  <a:pt x="221311" y="103603"/>
                </a:cubicBezTo>
                <a:cubicBezTo>
                  <a:pt x="221605" y="104084"/>
                  <a:pt x="221819" y="104685"/>
                  <a:pt x="221952" y="105407"/>
                </a:cubicBezTo>
                <a:cubicBezTo>
                  <a:pt x="222086" y="106129"/>
                  <a:pt x="222153" y="106971"/>
                  <a:pt x="222153" y="107933"/>
                </a:cubicBezTo>
                <a:close/>
                <a:moveTo>
                  <a:pt x="309278" y="3290"/>
                </a:moveTo>
                <a:cubicBezTo>
                  <a:pt x="304200" y="14049"/>
                  <a:pt x="300418" y="25088"/>
                  <a:pt x="297932" y="36408"/>
                </a:cubicBezTo>
                <a:cubicBezTo>
                  <a:pt x="295446" y="47726"/>
                  <a:pt x="294203" y="59112"/>
                  <a:pt x="294203" y="70565"/>
                </a:cubicBezTo>
                <a:cubicBezTo>
                  <a:pt x="294203" y="82072"/>
                  <a:pt x="295473" y="93472"/>
                  <a:pt x="298012" y="104766"/>
                </a:cubicBezTo>
                <a:cubicBezTo>
                  <a:pt x="300551" y="116057"/>
                  <a:pt x="304253" y="127135"/>
                  <a:pt x="309118" y="137998"/>
                </a:cubicBezTo>
                <a:cubicBezTo>
                  <a:pt x="309385" y="138642"/>
                  <a:pt x="309532" y="139190"/>
                  <a:pt x="309559" y="139645"/>
                </a:cubicBezTo>
                <a:cubicBezTo>
                  <a:pt x="309586" y="140099"/>
                  <a:pt x="309412" y="140473"/>
                  <a:pt x="309038" y="140767"/>
                </a:cubicBezTo>
                <a:cubicBezTo>
                  <a:pt x="308664" y="141063"/>
                  <a:pt x="308089" y="141278"/>
                  <a:pt x="307314" y="141411"/>
                </a:cubicBezTo>
                <a:cubicBezTo>
                  <a:pt x="306539" y="141545"/>
                  <a:pt x="305483" y="141612"/>
                  <a:pt x="304146" y="141612"/>
                </a:cubicBezTo>
                <a:cubicBezTo>
                  <a:pt x="303184" y="141612"/>
                  <a:pt x="302355" y="141585"/>
                  <a:pt x="301661" y="141532"/>
                </a:cubicBezTo>
                <a:cubicBezTo>
                  <a:pt x="300966" y="141478"/>
                  <a:pt x="300364" y="141371"/>
                  <a:pt x="299856" y="141211"/>
                </a:cubicBezTo>
                <a:cubicBezTo>
                  <a:pt x="299348" y="141051"/>
                  <a:pt x="298934" y="140863"/>
                  <a:pt x="298613" y="140647"/>
                </a:cubicBezTo>
                <a:cubicBezTo>
                  <a:pt x="298293" y="140433"/>
                  <a:pt x="298052" y="140193"/>
                  <a:pt x="297892" y="139925"/>
                </a:cubicBezTo>
                <a:cubicBezTo>
                  <a:pt x="295005" y="134468"/>
                  <a:pt x="292466" y="128942"/>
                  <a:pt x="290274" y="123349"/>
                </a:cubicBezTo>
                <a:cubicBezTo>
                  <a:pt x="288082" y="117756"/>
                  <a:pt x="286238" y="112069"/>
                  <a:pt x="284741" y="106289"/>
                </a:cubicBezTo>
                <a:cubicBezTo>
                  <a:pt x="283244" y="100509"/>
                  <a:pt x="282121" y="94662"/>
                  <a:pt x="281373" y="88748"/>
                </a:cubicBezTo>
                <a:cubicBezTo>
                  <a:pt x="280625" y="82834"/>
                  <a:pt x="280250" y="76853"/>
                  <a:pt x="280250" y="70806"/>
                </a:cubicBezTo>
                <a:cubicBezTo>
                  <a:pt x="280250" y="64758"/>
                  <a:pt x="280665" y="58791"/>
                  <a:pt x="281493" y="52904"/>
                </a:cubicBezTo>
                <a:cubicBezTo>
                  <a:pt x="282322" y="47017"/>
                  <a:pt x="283498" y="41170"/>
                  <a:pt x="285022" y="35363"/>
                </a:cubicBezTo>
                <a:cubicBezTo>
                  <a:pt x="286545" y="29556"/>
                  <a:pt x="288403" y="23843"/>
                  <a:pt x="290595" y="18223"/>
                </a:cubicBezTo>
                <a:cubicBezTo>
                  <a:pt x="292786" y="12603"/>
                  <a:pt x="295245" y="7037"/>
                  <a:pt x="297972" y="1526"/>
                </a:cubicBezTo>
                <a:cubicBezTo>
                  <a:pt x="298025" y="1312"/>
                  <a:pt x="298172" y="1125"/>
                  <a:pt x="298413" y="965"/>
                </a:cubicBezTo>
                <a:cubicBezTo>
                  <a:pt x="298653" y="803"/>
                  <a:pt x="298988" y="642"/>
                  <a:pt x="299415" y="481"/>
                </a:cubicBezTo>
                <a:cubicBezTo>
                  <a:pt x="299843" y="321"/>
                  <a:pt x="300431" y="200"/>
                  <a:pt x="301179" y="120"/>
                </a:cubicBezTo>
                <a:cubicBezTo>
                  <a:pt x="301928" y="40"/>
                  <a:pt x="302890" y="0"/>
                  <a:pt x="304066" y="0"/>
                </a:cubicBezTo>
                <a:cubicBezTo>
                  <a:pt x="305296" y="0"/>
                  <a:pt x="306285" y="80"/>
                  <a:pt x="307033" y="241"/>
                </a:cubicBezTo>
                <a:cubicBezTo>
                  <a:pt x="307782" y="401"/>
                  <a:pt x="308370" y="616"/>
                  <a:pt x="308797" y="885"/>
                </a:cubicBezTo>
                <a:cubicBezTo>
                  <a:pt x="309225" y="1152"/>
                  <a:pt x="309465" y="1499"/>
                  <a:pt x="309519" y="1927"/>
                </a:cubicBezTo>
                <a:cubicBezTo>
                  <a:pt x="309572" y="2355"/>
                  <a:pt x="309492" y="2809"/>
                  <a:pt x="309278" y="3290"/>
                </a:cubicBezTo>
                <a:close/>
                <a:moveTo>
                  <a:pt x="392530" y="108414"/>
                </a:moveTo>
                <a:cubicBezTo>
                  <a:pt x="392530" y="109430"/>
                  <a:pt x="392450" y="110285"/>
                  <a:pt x="392290" y="110980"/>
                </a:cubicBezTo>
                <a:cubicBezTo>
                  <a:pt x="392129" y="111675"/>
                  <a:pt x="391915" y="112236"/>
                  <a:pt x="391648" y="112664"/>
                </a:cubicBezTo>
                <a:cubicBezTo>
                  <a:pt x="391381" y="113092"/>
                  <a:pt x="391073" y="113399"/>
                  <a:pt x="390726" y="113586"/>
                </a:cubicBezTo>
                <a:cubicBezTo>
                  <a:pt x="390379" y="113773"/>
                  <a:pt x="390018" y="113867"/>
                  <a:pt x="389643" y="113867"/>
                </a:cubicBezTo>
                <a:lnTo>
                  <a:pt x="335436" y="113867"/>
                </a:lnTo>
                <a:cubicBezTo>
                  <a:pt x="335062" y="113867"/>
                  <a:pt x="334715" y="113773"/>
                  <a:pt x="334394" y="113586"/>
                </a:cubicBezTo>
                <a:cubicBezTo>
                  <a:pt x="334073" y="113399"/>
                  <a:pt x="333766" y="113092"/>
                  <a:pt x="333472" y="112664"/>
                </a:cubicBezTo>
                <a:cubicBezTo>
                  <a:pt x="333178" y="112236"/>
                  <a:pt x="332951" y="111675"/>
                  <a:pt x="332790" y="110980"/>
                </a:cubicBezTo>
                <a:cubicBezTo>
                  <a:pt x="332630" y="110285"/>
                  <a:pt x="332550" y="109430"/>
                  <a:pt x="332550" y="108414"/>
                </a:cubicBezTo>
                <a:cubicBezTo>
                  <a:pt x="332550" y="107452"/>
                  <a:pt x="332630" y="106623"/>
                  <a:pt x="332790" y="105928"/>
                </a:cubicBezTo>
                <a:cubicBezTo>
                  <a:pt x="332951" y="105233"/>
                  <a:pt x="333151" y="104659"/>
                  <a:pt x="333392" y="104204"/>
                </a:cubicBezTo>
                <a:cubicBezTo>
                  <a:pt x="333632" y="103750"/>
                  <a:pt x="333926" y="103402"/>
                  <a:pt x="334274" y="103162"/>
                </a:cubicBezTo>
                <a:cubicBezTo>
                  <a:pt x="334621" y="102921"/>
                  <a:pt x="335009" y="102801"/>
                  <a:pt x="335436" y="102801"/>
                </a:cubicBezTo>
                <a:lnTo>
                  <a:pt x="357087" y="102801"/>
                </a:lnTo>
                <a:lnTo>
                  <a:pt x="357087" y="23816"/>
                </a:lnTo>
                <a:lnTo>
                  <a:pt x="337040" y="35844"/>
                </a:lnTo>
                <a:cubicBezTo>
                  <a:pt x="336024" y="36379"/>
                  <a:pt x="335209" y="36699"/>
                  <a:pt x="334594" y="36806"/>
                </a:cubicBezTo>
                <a:cubicBezTo>
                  <a:pt x="333980" y="36913"/>
                  <a:pt x="333485" y="36793"/>
                  <a:pt x="333111" y="36445"/>
                </a:cubicBezTo>
                <a:cubicBezTo>
                  <a:pt x="332737" y="36098"/>
                  <a:pt x="332483" y="35522"/>
                  <a:pt x="332349" y="34719"/>
                </a:cubicBezTo>
                <a:cubicBezTo>
                  <a:pt x="332216" y="33914"/>
                  <a:pt x="332149" y="32895"/>
                  <a:pt x="332149" y="31662"/>
                </a:cubicBezTo>
                <a:cubicBezTo>
                  <a:pt x="332149" y="30750"/>
                  <a:pt x="332189" y="29972"/>
                  <a:pt x="332269" y="29329"/>
                </a:cubicBezTo>
                <a:cubicBezTo>
                  <a:pt x="332349" y="28686"/>
                  <a:pt x="332469" y="28149"/>
                  <a:pt x="332630" y="27720"/>
                </a:cubicBezTo>
                <a:cubicBezTo>
                  <a:pt x="332790" y="27291"/>
                  <a:pt x="333017" y="26916"/>
                  <a:pt x="333311" y="26595"/>
                </a:cubicBezTo>
                <a:cubicBezTo>
                  <a:pt x="333605" y="26272"/>
                  <a:pt x="333993" y="25951"/>
                  <a:pt x="334474" y="25630"/>
                </a:cubicBezTo>
                <a:lnTo>
                  <a:pt x="358370" y="10267"/>
                </a:lnTo>
                <a:cubicBezTo>
                  <a:pt x="358584" y="10106"/>
                  <a:pt x="358851" y="9973"/>
                  <a:pt x="359172" y="9866"/>
                </a:cubicBezTo>
                <a:cubicBezTo>
                  <a:pt x="359493" y="9757"/>
                  <a:pt x="359894" y="9649"/>
                  <a:pt x="360375" y="9542"/>
                </a:cubicBezTo>
                <a:cubicBezTo>
                  <a:pt x="360856" y="9435"/>
                  <a:pt x="361417" y="9369"/>
                  <a:pt x="362059" y="9342"/>
                </a:cubicBezTo>
                <a:cubicBezTo>
                  <a:pt x="362700" y="9315"/>
                  <a:pt x="363502" y="9302"/>
                  <a:pt x="364464" y="9302"/>
                </a:cubicBezTo>
                <a:cubicBezTo>
                  <a:pt x="365747" y="9302"/>
                  <a:pt x="366817" y="9355"/>
                  <a:pt x="367672" y="9462"/>
                </a:cubicBezTo>
                <a:cubicBezTo>
                  <a:pt x="368527" y="9569"/>
                  <a:pt x="369196" y="9716"/>
                  <a:pt x="369677" y="9903"/>
                </a:cubicBezTo>
                <a:cubicBezTo>
                  <a:pt x="370158" y="10090"/>
                  <a:pt x="370479" y="10332"/>
                  <a:pt x="370639" y="10627"/>
                </a:cubicBezTo>
                <a:cubicBezTo>
                  <a:pt x="370799" y="10921"/>
                  <a:pt x="370879" y="11229"/>
                  <a:pt x="370879" y="11550"/>
                </a:cubicBezTo>
                <a:lnTo>
                  <a:pt x="370879" y="102801"/>
                </a:lnTo>
                <a:lnTo>
                  <a:pt x="389643" y="102801"/>
                </a:lnTo>
                <a:cubicBezTo>
                  <a:pt x="390071" y="102801"/>
                  <a:pt x="390472" y="102921"/>
                  <a:pt x="390846" y="103162"/>
                </a:cubicBezTo>
                <a:cubicBezTo>
                  <a:pt x="391220" y="103402"/>
                  <a:pt x="391528" y="103750"/>
                  <a:pt x="391768" y="104204"/>
                </a:cubicBezTo>
                <a:cubicBezTo>
                  <a:pt x="392009" y="104659"/>
                  <a:pt x="392196" y="105233"/>
                  <a:pt x="392330" y="105928"/>
                </a:cubicBezTo>
                <a:cubicBezTo>
                  <a:pt x="392463" y="106623"/>
                  <a:pt x="392530" y="107452"/>
                  <a:pt x="392530" y="108414"/>
                </a:cubicBezTo>
                <a:close/>
                <a:moveTo>
                  <a:pt x="426938" y="102400"/>
                </a:moveTo>
                <a:cubicBezTo>
                  <a:pt x="426938" y="104057"/>
                  <a:pt x="426858" y="105581"/>
                  <a:pt x="426697" y="106971"/>
                </a:cubicBezTo>
                <a:cubicBezTo>
                  <a:pt x="426537" y="108361"/>
                  <a:pt x="426270" y="109670"/>
                  <a:pt x="425895" y="110900"/>
                </a:cubicBezTo>
                <a:cubicBezTo>
                  <a:pt x="425521" y="112129"/>
                  <a:pt x="425027" y="113346"/>
                  <a:pt x="424412" y="114548"/>
                </a:cubicBezTo>
                <a:cubicBezTo>
                  <a:pt x="423797" y="115751"/>
                  <a:pt x="423035" y="117021"/>
                  <a:pt x="422127" y="118357"/>
                </a:cubicBezTo>
                <a:lnTo>
                  <a:pt x="411141" y="134876"/>
                </a:lnTo>
                <a:cubicBezTo>
                  <a:pt x="410874" y="135250"/>
                  <a:pt x="410566" y="135571"/>
                  <a:pt x="410219" y="135838"/>
                </a:cubicBezTo>
                <a:cubicBezTo>
                  <a:pt x="409871" y="136106"/>
                  <a:pt x="409444" y="136346"/>
                  <a:pt x="408936" y="136560"/>
                </a:cubicBezTo>
                <a:cubicBezTo>
                  <a:pt x="408428" y="136774"/>
                  <a:pt x="407840" y="136921"/>
                  <a:pt x="407172" y="137001"/>
                </a:cubicBezTo>
                <a:cubicBezTo>
                  <a:pt x="406503" y="137081"/>
                  <a:pt x="405661" y="137121"/>
                  <a:pt x="404646" y="137121"/>
                </a:cubicBezTo>
                <a:cubicBezTo>
                  <a:pt x="403737" y="137121"/>
                  <a:pt x="402975" y="137081"/>
                  <a:pt x="402360" y="137001"/>
                </a:cubicBezTo>
                <a:cubicBezTo>
                  <a:pt x="401745" y="136921"/>
                  <a:pt x="401304" y="136787"/>
                  <a:pt x="401037" y="136600"/>
                </a:cubicBezTo>
                <a:cubicBezTo>
                  <a:pt x="400770" y="136413"/>
                  <a:pt x="400623" y="136159"/>
                  <a:pt x="400596" y="135838"/>
                </a:cubicBezTo>
                <a:cubicBezTo>
                  <a:pt x="400569" y="135518"/>
                  <a:pt x="400663" y="135143"/>
                  <a:pt x="400877" y="134716"/>
                </a:cubicBezTo>
                <a:lnTo>
                  <a:pt x="411542" y="112664"/>
                </a:lnTo>
                <a:lnTo>
                  <a:pt x="411542" y="102400"/>
                </a:lnTo>
                <a:cubicBezTo>
                  <a:pt x="411542" y="100957"/>
                  <a:pt x="411689" y="99807"/>
                  <a:pt x="411983" y="98952"/>
                </a:cubicBezTo>
                <a:cubicBezTo>
                  <a:pt x="412277" y="98097"/>
                  <a:pt x="412745" y="97455"/>
                  <a:pt x="413386" y="97027"/>
                </a:cubicBezTo>
                <a:cubicBezTo>
                  <a:pt x="414028" y="96600"/>
                  <a:pt x="414829" y="96306"/>
                  <a:pt x="415792" y="96145"/>
                </a:cubicBezTo>
                <a:cubicBezTo>
                  <a:pt x="416754" y="95985"/>
                  <a:pt x="417930" y="95905"/>
                  <a:pt x="419320" y="95905"/>
                </a:cubicBezTo>
                <a:cubicBezTo>
                  <a:pt x="420656" y="95905"/>
                  <a:pt x="421806" y="95985"/>
                  <a:pt x="422768" y="96145"/>
                </a:cubicBezTo>
                <a:cubicBezTo>
                  <a:pt x="423730" y="96306"/>
                  <a:pt x="424519" y="96600"/>
                  <a:pt x="425134" y="97027"/>
                </a:cubicBezTo>
                <a:cubicBezTo>
                  <a:pt x="425748" y="97455"/>
                  <a:pt x="426203" y="98097"/>
                  <a:pt x="426497" y="98952"/>
                </a:cubicBezTo>
                <a:cubicBezTo>
                  <a:pt x="426791" y="99807"/>
                  <a:pt x="426938" y="100957"/>
                  <a:pt x="426938" y="102400"/>
                </a:cubicBezTo>
                <a:close/>
                <a:moveTo>
                  <a:pt x="515175" y="16038"/>
                </a:moveTo>
                <a:cubicBezTo>
                  <a:pt x="515175" y="17000"/>
                  <a:pt x="515135" y="17869"/>
                  <a:pt x="515055" y="18644"/>
                </a:cubicBezTo>
                <a:cubicBezTo>
                  <a:pt x="514975" y="19419"/>
                  <a:pt x="514868" y="20167"/>
                  <a:pt x="514734" y="20889"/>
                </a:cubicBezTo>
                <a:cubicBezTo>
                  <a:pt x="514601" y="21611"/>
                  <a:pt x="514414" y="22306"/>
                  <a:pt x="514173" y="22974"/>
                </a:cubicBezTo>
                <a:cubicBezTo>
                  <a:pt x="513933" y="23642"/>
                  <a:pt x="513652" y="24350"/>
                  <a:pt x="513331" y="25099"/>
                </a:cubicBezTo>
                <a:lnTo>
                  <a:pt x="475964" y="111221"/>
                </a:lnTo>
                <a:cubicBezTo>
                  <a:pt x="475696" y="111862"/>
                  <a:pt x="475362" y="112383"/>
                  <a:pt x="474961" y="112784"/>
                </a:cubicBezTo>
                <a:cubicBezTo>
                  <a:pt x="474560" y="113185"/>
                  <a:pt x="474052" y="113506"/>
                  <a:pt x="473438" y="113747"/>
                </a:cubicBezTo>
                <a:cubicBezTo>
                  <a:pt x="472823" y="113987"/>
                  <a:pt x="472034" y="114148"/>
                  <a:pt x="471072" y="114228"/>
                </a:cubicBezTo>
                <a:cubicBezTo>
                  <a:pt x="470110" y="114308"/>
                  <a:pt x="468934" y="114348"/>
                  <a:pt x="467544" y="114348"/>
                </a:cubicBezTo>
                <a:cubicBezTo>
                  <a:pt x="465726" y="114348"/>
                  <a:pt x="464310" y="114268"/>
                  <a:pt x="463294" y="114107"/>
                </a:cubicBezTo>
                <a:cubicBezTo>
                  <a:pt x="462278" y="113947"/>
                  <a:pt x="461543" y="113693"/>
                  <a:pt x="461089" y="113346"/>
                </a:cubicBezTo>
                <a:cubicBezTo>
                  <a:pt x="460634" y="112998"/>
                  <a:pt x="460434" y="112570"/>
                  <a:pt x="460487" y="112063"/>
                </a:cubicBezTo>
                <a:cubicBezTo>
                  <a:pt x="460541" y="111555"/>
                  <a:pt x="460728" y="110953"/>
                  <a:pt x="461049" y="110258"/>
                </a:cubicBezTo>
                <a:lnTo>
                  <a:pt x="500341" y="22212"/>
                </a:lnTo>
                <a:lnTo>
                  <a:pt x="450544" y="22212"/>
                </a:lnTo>
                <a:cubicBezTo>
                  <a:pt x="449528" y="22212"/>
                  <a:pt x="448767" y="21677"/>
                  <a:pt x="448259" y="20608"/>
                </a:cubicBezTo>
                <a:cubicBezTo>
                  <a:pt x="447751" y="19539"/>
                  <a:pt x="447497" y="18042"/>
                  <a:pt x="447497" y="16118"/>
                </a:cubicBezTo>
                <a:cubicBezTo>
                  <a:pt x="447497" y="15102"/>
                  <a:pt x="447564" y="14220"/>
                  <a:pt x="447697" y="13472"/>
                </a:cubicBezTo>
                <a:cubicBezTo>
                  <a:pt x="447831" y="12723"/>
                  <a:pt x="448031" y="12095"/>
                  <a:pt x="448299" y="11587"/>
                </a:cubicBezTo>
                <a:cubicBezTo>
                  <a:pt x="448566" y="11079"/>
                  <a:pt x="448887" y="10705"/>
                  <a:pt x="449261" y="10465"/>
                </a:cubicBezTo>
                <a:cubicBezTo>
                  <a:pt x="449635" y="10224"/>
                  <a:pt x="450063" y="10104"/>
                  <a:pt x="450544" y="10104"/>
                </a:cubicBezTo>
                <a:lnTo>
                  <a:pt x="511006" y="10104"/>
                </a:lnTo>
                <a:cubicBezTo>
                  <a:pt x="511754" y="10104"/>
                  <a:pt x="512409" y="10184"/>
                  <a:pt x="512970" y="10344"/>
                </a:cubicBezTo>
                <a:cubicBezTo>
                  <a:pt x="513532" y="10505"/>
                  <a:pt x="513959" y="10825"/>
                  <a:pt x="514253" y="11307"/>
                </a:cubicBezTo>
                <a:cubicBezTo>
                  <a:pt x="514547" y="11788"/>
                  <a:pt x="514775" y="12402"/>
                  <a:pt x="514935" y="13151"/>
                </a:cubicBezTo>
                <a:cubicBezTo>
                  <a:pt x="515095" y="13899"/>
                  <a:pt x="515175" y="14861"/>
                  <a:pt x="515175" y="16038"/>
                </a:cubicBezTo>
                <a:close/>
                <a:moveTo>
                  <a:pt x="548300" y="102400"/>
                </a:moveTo>
                <a:cubicBezTo>
                  <a:pt x="548300" y="104057"/>
                  <a:pt x="548220" y="105581"/>
                  <a:pt x="548060" y="106971"/>
                </a:cubicBezTo>
                <a:cubicBezTo>
                  <a:pt x="547899" y="108361"/>
                  <a:pt x="547632" y="109670"/>
                  <a:pt x="547258" y="110900"/>
                </a:cubicBezTo>
                <a:cubicBezTo>
                  <a:pt x="546883" y="112129"/>
                  <a:pt x="546389" y="113346"/>
                  <a:pt x="545774" y="114548"/>
                </a:cubicBezTo>
                <a:cubicBezTo>
                  <a:pt x="545159" y="115751"/>
                  <a:pt x="544398" y="117021"/>
                  <a:pt x="543489" y="118357"/>
                </a:cubicBezTo>
                <a:lnTo>
                  <a:pt x="532503" y="134876"/>
                </a:lnTo>
                <a:cubicBezTo>
                  <a:pt x="532236" y="135250"/>
                  <a:pt x="531928" y="135571"/>
                  <a:pt x="531581" y="135838"/>
                </a:cubicBezTo>
                <a:cubicBezTo>
                  <a:pt x="531233" y="136106"/>
                  <a:pt x="530806" y="136346"/>
                  <a:pt x="530298" y="136560"/>
                </a:cubicBezTo>
                <a:cubicBezTo>
                  <a:pt x="529790" y="136774"/>
                  <a:pt x="529202" y="136921"/>
                  <a:pt x="528534" y="137001"/>
                </a:cubicBezTo>
                <a:cubicBezTo>
                  <a:pt x="527866" y="137081"/>
                  <a:pt x="527024" y="137121"/>
                  <a:pt x="526008" y="137121"/>
                </a:cubicBezTo>
                <a:cubicBezTo>
                  <a:pt x="525099" y="137121"/>
                  <a:pt x="524337" y="137081"/>
                  <a:pt x="523722" y="137001"/>
                </a:cubicBezTo>
                <a:cubicBezTo>
                  <a:pt x="523108" y="136921"/>
                  <a:pt x="522667" y="136787"/>
                  <a:pt x="522399" y="136600"/>
                </a:cubicBezTo>
                <a:cubicBezTo>
                  <a:pt x="522132" y="136413"/>
                  <a:pt x="521985" y="136159"/>
                  <a:pt x="521958" y="135838"/>
                </a:cubicBezTo>
                <a:cubicBezTo>
                  <a:pt x="521932" y="135518"/>
                  <a:pt x="522025" y="135143"/>
                  <a:pt x="522239" y="134716"/>
                </a:cubicBezTo>
                <a:lnTo>
                  <a:pt x="532904" y="112664"/>
                </a:lnTo>
                <a:lnTo>
                  <a:pt x="532904" y="102400"/>
                </a:lnTo>
                <a:cubicBezTo>
                  <a:pt x="532904" y="100957"/>
                  <a:pt x="533051" y="99807"/>
                  <a:pt x="533345" y="98952"/>
                </a:cubicBezTo>
                <a:cubicBezTo>
                  <a:pt x="533639" y="98097"/>
                  <a:pt x="534107" y="97455"/>
                  <a:pt x="534748" y="97027"/>
                </a:cubicBezTo>
                <a:cubicBezTo>
                  <a:pt x="535390" y="96600"/>
                  <a:pt x="536192" y="96306"/>
                  <a:pt x="537154" y="96145"/>
                </a:cubicBezTo>
                <a:cubicBezTo>
                  <a:pt x="538116" y="95985"/>
                  <a:pt x="539292" y="95905"/>
                  <a:pt x="540682" y="95905"/>
                </a:cubicBezTo>
                <a:cubicBezTo>
                  <a:pt x="542019" y="95905"/>
                  <a:pt x="543168" y="95985"/>
                  <a:pt x="544130" y="96145"/>
                </a:cubicBezTo>
                <a:cubicBezTo>
                  <a:pt x="545093" y="96306"/>
                  <a:pt x="545881" y="96600"/>
                  <a:pt x="546496" y="97027"/>
                </a:cubicBezTo>
                <a:cubicBezTo>
                  <a:pt x="547111" y="97455"/>
                  <a:pt x="547565" y="98097"/>
                  <a:pt x="547859" y="98952"/>
                </a:cubicBezTo>
                <a:cubicBezTo>
                  <a:pt x="548153" y="99807"/>
                  <a:pt x="548300" y="100957"/>
                  <a:pt x="548300" y="102400"/>
                </a:cubicBezTo>
                <a:close/>
                <a:moveTo>
                  <a:pt x="635255" y="108414"/>
                </a:moveTo>
                <a:cubicBezTo>
                  <a:pt x="635255" y="109430"/>
                  <a:pt x="635174" y="110285"/>
                  <a:pt x="635014" y="110980"/>
                </a:cubicBezTo>
                <a:cubicBezTo>
                  <a:pt x="634854" y="111675"/>
                  <a:pt x="634640" y="112236"/>
                  <a:pt x="634372" y="112664"/>
                </a:cubicBezTo>
                <a:cubicBezTo>
                  <a:pt x="634105" y="113092"/>
                  <a:pt x="633798" y="113399"/>
                  <a:pt x="633450" y="113586"/>
                </a:cubicBezTo>
                <a:cubicBezTo>
                  <a:pt x="633103" y="113773"/>
                  <a:pt x="632742" y="113867"/>
                  <a:pt x="632368" y="113867"/>
                </a:cubicBezTo>
                <a:lnTo>
                  <a:pt x="578161" y="113867"/>
                </a:lnTo>
                <a:cubicBezTo>
                  <a:pt x="577787" y="113867"/>
                  <a:pt x="577439" y="113773"/>
                  <a:pt x="577118" y="113586"/>
                </a:cubicBezTo>
                <a:cubicBezTo>
                  <a:pt x="576798" y="113399"/>
                  <a:pt x="576490" y="113092"/>
                  <a:pt x="576196" y="112664"/>
                </a:cubicBezTo>
                <a:cubicBezTo>
                  <a:pt x="575902" y="112236"/>
                  <a:pt x="575675" y="111675"/>
                  <a:pt x="575515" y="110980"/>
                </a:cubicBezTo>
                <a:cubicBezTo>
                  <a:pt x="575354" y="110285"/>
                  <a:pt x="575274" y="109430"/>
                  <a:pt x="575274" y="108414"/>
                </a:cubicBezTo>
                <a:cubicBezTo>
                  <a:pt x="575274" y="107452"/>
                  <a:pt x="575354" y="106623"/>
                  <a:pt x="575515" y="105928"/>
                </a:cubicBezTo>
                <a:cubicBezTo>
                  <a:pt x="575675" y="105233"/>
                  <a:pt x="575875" y="104659"/>
                  <a:pt x="576116" y="104204"/>
                </a:cubicBezTo>
                <a:cubicBezTo>
                  <a:pt x="576357" y="103750"/>
                  <a:pt x="576651" y="103402"/>
                  <a:pt x="576998" y="103162"/>
                </a:cubicBezTo>
                <a:cubicBezTo>
                  <a:pt x="577345" y="102921"/>
                  <a:pt x="577733" y="102801"/>
                  <a:pt x="578161" y="102801"/>
                </a:cubicBezTo>
                <a:lnTo>
                  <a:pt x="599811" y="102801"/>
                </a:lnTo>
                <a:lnTo>
                  <a:pt x="599811" y="23816"/>
                </a:lnTo>
                <a:lnTo>
                  <a:pt x="579765" y="35844"/>
                </a:lnTo>
                <a:cubicBezTo>
                  <a:pt x="578749" y="36379"/>
                  <a:pt x="577934" y="36699"/>
                  <a:pt x="577319" y="36806"/>
                </a:cubicBezTo>
                <a:cubicBezTo>
                  <a:pt x="576704" y="36913"/>
                  <a:pt x="576210" y="36793"/>
                  <a:pt x="575835" y="36445"/>
                </a:cubicBezTo>
                <a:cubicBezTo>
                  <a:pt x="575461" y="36098"/>
                  <a:pt x="575207" y="35522"/>
                  <a:pt x="575074" y="34719"/>
                </a:cubicBezTo>
                <a:cubicBezTo>
                  <a:pt x="574940" y="33914"/>
                  <a:pt x="574873" y="32895"/>
                  <a:pt x="574873" y="31662"/>
                </a:cubicBezTo>
                <a:cubicBezTo>
                  <a:pt x="574873" y="30750"/>
                  <a:pt x="574913" y="29972"/>
                  <a:pt x="574993" y="29329"/>
                </a:cubicBezTo>
                <a:cubicBezTo>
                  <a:pt x="575074" y="28686"/>
                  <a:pt x="575194" y="28149"/>
                  <a:pt x="575354" y="27720"/>
                </a:cubicBezTo>
                <a:cubicBezTo>
                  <a:pt x="575515" y="27291"/>
                  <a:pt x="575742" y="26916"/>
                  <a:pt x="576036" y="26595"/>
                </a:cubicBezTo>
                <a:cubicBezTo>
                  <a:pt x="576330" y="26272"/>
                  <a:pt x="576717" y="25951"/>
                  <a:pt x="577198" y="25630"/>
                </a:cubicBezTo>
                <a:lnTo>
                  <a:pt x="601094" y="10267"/>
                </a:lnTo>
                <a:cubicBezTo>
                  <a:pt x="601308" y="10106"/>
                  <a:pt x="601576" y="9973"/>
                  <a:pt x="601896" y="9866"/>
                </a:cubicBezTo>
                <a:cubicBezTo>
                  <a:pt x="602217" y="9757"/>
                  <a:pt x="602618" y="9649"/>
                  <a:pt x="603099" y="9542"/>
                </a:cubicBezTo>
                <a:cubicBezTo>
                  <a:pt x="603580" y="9435"/>
                  <a:pt x="604142" y="9369"/>
                  <a:pt x="604783" y="9342"/>
                </a:cubicBezTo>
                <a:cubicBezTo>
                  <a:pt x="605425" y="9315"/>
                  <a:pt x="606227" y="9302"/>
                  <a:pt x="607189" y="9302"/>
                </a:cubicBezTo>
                <a:cubicBezTo>
                  <a:pt x="608472" y="9302"/>
                  <a:pt x="609541" y="9355"/>
                  <a:pt x="610396" y="9462"/>
                </a:cubicBezTo>
                <a:cubicBezTo>
                  <a:pt x="611252" y="9569"/>
                  <a:pt x="611920" y="9716"/>
                  <a:pt x="612401" y="9903"/>
                </a:cubicBezTo>
                <a:cubicBezTo>
                  <a:pt x="612882" y="10090"/>
                  <a:pt x="613203" y="10332"/>
                  <a:pt x="613363" y="10627"/>
                </a:cubicBezTo>
                <a:cubicBezTo>
                  <a:pt x="613524" y="10921"/>
                  <a:pt x="613604" y="11229"/>
                  <a:pt x="613604" y="11550"/>
                </a:cubicBezTo>
                <a:lnTo>
                  <a:pt x="613604" y="102801"/>
                </a:lnTo>
                <a:lnTo>
                  <a:pt x="632368" y="102801"/>
                </a:lnTo>
                <a:cubicBezTo>
                  <a:pt x="632795" y="102801"/>
                  <a:pt x="633196" y="102921"/>
                  <a:pt x="633571" y="103162"/>
                </a:cubicBezTo>
                <a:cubicBezTo>
                  <a:pt x="633945" y="103402"/>
                  <a:pt x="634252" y="103750"/>
                  <a:pt x="634493" y="104204"/>
                </a:cubicBezTo>
                <a:cubicBezTo>
                  <a:pt x="634733" y="104659"/>
                  <a:pt x="634920" y="105233"/>
                  <a:pt x="635054" y="105928"/>
                </a:cubicBezTo>
                <a:cubicBezTo>
                  <a:pt x="635188" y="106623"/>
                  <a:pt x="635255" y="107452"/>
                  <a:pt x="635255" y="108414"/>
                </a:cubicBezTo>
                <a:close/>
                <a:moveTo>
                  <a:pt x="721606" y="16038"/>
                </a:moveTo>
                <a:cubicBezTo>
                  <a:pt x="721606" y="17000"/>
                  <a:pt x="721566" y="17869"/>
                  <a:pt x="721486" y="18644"/>
                </a:cubicBezTo>
                <a:cubicBezTo>
                  <a:pt x="721406" y="19419"/>
                  <a:pt x="721299" y="20167"/>
                  <a:pt x="721165" y="20889"/>
                </a:cubicBezTo>
                <a:cubicBezTo>
                  <a:pt x="721031" y="21611"/>
                  <a:pt x="720844" y="22306"/>
                  <a:pt x="720604" y="22974"/>
                </a:cubicBezTo>
                <a:cubicBezTo>
                  <a:pt x="720363" y="23642"/>
                  <a:pt x="720083" y="24350"/>
                  <a:pt x="719762" y="25099"/>
                </a:cubicBezTo>
                <a:lnTo>
                  <a:pt x="682394" y="111221"/>
                </a:lnTo>
                <a:cubicBezTo>
                  <a:pt x="682127" y="111862"/>
                  <a:pt x="681793" y="112383"/>
                  <a:pt x="681392" y="112784"/>
                </a:cubicBezTo>
                <a:cubicBezTo>
                  <a:pt x="680991" y="113185"/>
                  <a:pt x="680483" y="113506"/>
                  <a:pt x="679868" y="113747"/>
                </a:cubicBezTo>
                <a:cubicBezTo>
                  <a:pt x="679254" y="113987"/>
                  <a:pt x="678465" y="114148"/>
                  <a:pt x="677503" y="114228"/>
                </a:cubicBezTo>
                <a:cubicBezTo>
                  <a:pt x="676541" y="114308"/>
                  <a:pt x="675364" y="114348"/>
                  <a:pt x="673975" y="114348"/>
                </a:cubicBezTo>
                <a:cubicBezTo>
                  <a:pt x="672157" y="114348"/>
                  <a:pt x="670740" y="114268"/>
                  <a:pt x="669725" y="114107"/>
                </a:cubicBezTo>
                <a:cubicBezTo>
                  <a:pt x="668709" y="113947"/>
                  <a:pt x="667974" y="113693"/>
                  <a:pt x="667519" y="113346"/>
                </a:cubicBezTo>
                <a:cubicBezTo>
                  <a:pt x="667065" y="112998"/>
                  <a:pt x="666865" y="112570"/>
                  <a:pt x="666918" y="112063"/>
                </a:cubicBezTo>
                <a:cubicBezTo>
                  <a:pt x="666971" y="111555"/>
                  <a:pt x="667159" y="110953"/>
                  <a:pt x="667479" y="110258"/>
                </a:cubicBezTo>
                <a:lnTo>
                  <a:pt x="706771" y="22212"/>
                </a:lnTo>
                <a:lnTo>
                  <a:pt x="656975" y="22212"/>
                </a:lnTo>
                <a:cubicBezTo>
                  <a:pt x="655959" y="22212"/>
                  <a:pt x="655197" y="21677"/>
                  <a:pt x="654689" y="20608"/>
                </a:cubicBezTo>
                <a:cubicBezTo>
                  <a:pt x="654181" y="19539"/>
                  <a:pt x="653928" y="18042"/>
                  <a:pt x="653928" y="16118"/>
                </a:cubicBezTo>
                <a:cubicBezTo>
                  <a:pt x="653928" y="15102"/>
                  <a:pt x="653994" y="14220"/>
                  <a:pt x="654128" y="13472"/>
                </a:cubicBezTo>
                <a:cubicBezTo>
                  <a:pt x="654262" y="12723"/>
                  <a:pt x="654462" y="12095"/>
                  <a:pt x="654729" y="11587"/>
                </a:cubicBezTo>
                <a:cubicBezTo>
                  <a:pt x="654997" y="11079"/>
                  <a:pt x="655317" y="10705"/>
                  <a:pt x="655692" y="10465"/>
                </a:cubicBezTo>
                <a:cubicBezTo>
                  <a:pt x="656066" y="10224"/>
                  <a:pt x="656494" y="10104"/>
                  <a:pt x="656975" y="10104"/>
                </a:cubicBezTo>
                <a:lnTo>
                  <a:pt x="717436" y="10104"/>
                </a:lnTo>
                <a:cubicBezTo>
                  <a:pt x="718185" y="10104"/>
                  <a:pt x="718840" y="10184"/>
                  <a:pt x="719401" y="10344"/>
                </a:cubicBezTo>
                <a:cubicBezTo>
                  <a:pt x="719962" y="10505"/>
                  <a:pt x="720390" y="10825"/>
                  <a:pt x="720684" y="11307"/>
                </a:cubicBezTo>
                <a:cubicBezTo>
                  <a:pt x="720978" y="11788"/>
                  <a:pt x="721205" y="12402"/>
                  <a:pt x="721366" y="13151"/>
                </a:cubicBezTo>
                <a:cubicBezTo>
                  <a:pt x="721526" y="13899"/>
                  <a:pt x="721606" y="14861"/>
                  <a:pt x="721606" y="16038"/>
                </a:cubicBezTo>
                <a:close/>
                <a:moveTo>
                  <a:pt x="764033" y="70806"/>
                </a:moveTo>
                <a:cubicBezTo>
                  <a:pt x="764033" y="76853"/>
                  <a:pt x="763658" y="82834"/>
                  <a:pt x="762910" y="88748"/>
                </a:cubicBezTo>
                <a:cubicBezTo>
                  <a:pt x="762162" y="94662"/>
                  <a:pt x="761039" y="100509"/>
                  <a:pt x="759542" y="106289"/>
                </a:cubicBezTo>
                <a:cubicBezTo>
                  <a:pt x="758045" y="112069"/>
                  <a:pt x="756214" y="117756"/>
                  <a:pt x="754049" y="123349"/>
                </a:cubicBezTo>
                <a:cubicBezTo>
                  <a:pt x="751884" y="128942"/>
                  <a:pt x="749358" y="134468"/>
                  <a:pt x="746471" y="139925"/>
                </a:cubicBezTo>
                <a:cubicBezTo>
                  <a:pt x="746311" y="140193"/>
                  <a:pt x="746071" y="140433"/>
                  <a:pt x="745750" y="140647"/>
                </a:cubicBezTo>
                <a:cubicBezTo>
                  <a:pt x="745429" y="140863"/>
                  <a:pt x="745015" y="141051"/>
                  <a:pt x="744507" y="141211"/>
                </a:cubicBezTo>
                <a:cubicBezTo>
                  <a:pt x="743999" y="141371"/>
                  <a:pt x="743398" y="141478"/>
                  <a:pt x="742703" y="141532"/>
                </a:cubicBezTo>
                <a:cubicBezTo>
                  <a:pt x="742008" y="141585"/>
                  <a:pt x="741179" y="141612"/>
                  <a:pt x="740217" y="141612"/>
                </a:cubicBezTo>
                <a:cubicBezTo>
                  <a:pt x="738827" y="141612"/>
                  <a:pt x="737744" y="141545"/>
                  <a:pt x="736969" y="141411"/>
                </a:cubicBezTo>
                <a:cubicBezTo>
                  <a:pt x="736194" y="141278"/>
                  <a:pt x="735633" y="141063"/>
                  <a:pt x="735285" y="140767"/>
                </a:cubicBezTo>
                <a:cubicBezTo>
                  <a:pt x="734938" y="140473"/>
                  <a:pt x="734777" y="140099"/>
                  <a:pt x="734804" y="139645"/>
                </a:cubicBezTo>
                <a:cubicBezTo>
                  <a:pt x="734831" y="139190"/>
                  <a:pt x="734978" y="138642"/>
                  <a:pt x="735245" y="137998"/>
                </a:cubicBezTo>
                <a:cubicBezTo>
                  <a:pt x="740163" y="127188"/>
                  <a:pt x="743879" y="116124"/>
                  <a:pt x="746391" y="104806"/>
                </a:cubicBezTo>
                <a:cubicBezTo>
                  <a:pt x="748904" y="93486"/>
                  <a:pt x="750160" y="82072"/>
                  <a:pt x="750160" y="70565"/>
                </a:cubicBezTo>
                <a:cubicBezTo>
                  <a:pt x="750160" y="59112"/>
                  <a:pt x="748904" y="47726"/>
                  <a:pt x="746391" y="36408"/>
                </a:cubicBezTo>
                <a:cubicBezTo>
                  <a:pt x="743879" y="25088"/>
                  <a:pt x="740110" y="14049"/>
                  <a:pt x="735085" y="3290"/>
                </a:cubicBezTo>
                <a:cubicBezTo>
                  <a:pt x="734871" y="2809"/>
                  <a:pt x="734791" y="2355"/>
                  <a:pt x="734844" y="1927"/>
                </a:cubicBezTo>
                <a:cubicBezTo>
                  <a:pt x="734898" y="1499"/>
                  <a:pt x="735138" y="1152"/>
                  <a:pt x="735566" y="885"/>
                </a:cubicBezTo>
                <a:cubicBezTo>
                  <a:pt x="735994" y="616"/>
                  <a:pt x="736582" y="401"/>
                  <a:pt x="737330" y="241"/>
                </a:cubicBezTo>
                <a:cubicBezTo>
                  <a:pt x="738078" y="80"/>
                  <a:pt x="739067" y="0"/>
                  <a:pt x="740297" y="0"/>
                </a:cubicBezTo>
                <a:cubicBezTo>
                  <a:pt x="741420" y="0"/>
                  <a:pt x="742355" y="40"/>
                  <a:pt x="743104" y="120"/>
                </a:cubicBezTo>
                <a:cubicBezTo>
                  <a:pt x="743852" y="200"/>
                  <a:pt x="744453" y="321"/>
                  <a:pt x="744908" y="481"/>
                </a:cubicBezTo>
                <a:cubicBezTo>
                  <a:pt x="745362" y="642"/>
                  <a:pt x="745696" y="803"/>
                  <a:pt x="745910" y="965"/>
                </a:cubicBezTo>
                <a:cubicBezTo>
                  <a:pt x="746124" y="1125"/>
                  <a:pt x="746284" y="1312"/>
                  <a:pt x="746391" y="1526"/>
                </a:cubicBezTo>
                <a:cubicBezTo>
                  <a:pt x="751898" y="12497"/>
                  <a:pt x="756214" y="23776"/>
                  <a:pt x="759342" y="35363"/>
                </a:cubicBezTo>
                <a:cubicBezTo>
                  <a:pt x="762469" y="46950"/>
                  <a:pt x="764033" y="58764"/>
                  <a:pt x="764033" y="708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Eachbrick">
            <a:extLst xmlns:a="http://schemas.openxmlformats.org/drawingml/2006/main">
              <a:ext uri="{FF2B5EF4-FFF2-40B4-BE49-F238E27FC236}">
                <a16:creationId xmlns:a16="http://schemas.microsoft.com/office/drawing/2014/main" id="{EE960A0E-5543-4779-BB8E-4C169E29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46" y="2327765"/>
            <a:ext cx="653215" cy="113386"/>
          </a:xfrm>
          <a:custGeom xmlns:a="http://schemas.openxmlformats.org/drawingml/2006/main">
            <a:pathLst>
              <a:path w="653215" h="113386">
                <a:moveTo>
                  <a:pt x="57735" y="106089"/>
                </a:moveTo>
                <a:cubicBezTo>
                  <a:pt x="57735" y="107051"/>
                  <a:pt x="57682" y="107893"/>
                  <a:pt x="57575" y="108615"/>
                </a:cubicBezTo>
                <a:cubicBezTo>
                  <a:pt x="57468" y="109336"/>
                  <a:pt x="57281" y="109938"/>
                  <a:pt x="57014" y="110419"/>
                </a:cubicBezTo>
                <a:cubicBezTo>
                  <a:pt x="56746" y="110900"/>
                  <a:pt x="56439" y="111247"/>
                  <a:pt x="56091" y="111461"/>
                </a:cubicBezTo>
                <a:cubicBezTo>
                  <a:pt x="55744" y="111675"/>
                  <a:pt x="55356" y="111782"/>
                  <a:pt x="54929" y="111782"/>
                </a:cubicBezTo>
                <a:lnTo>
                  <a:pt x="5132" y="111782"/>
                </a:lnTo>
                <a:cubicBezTo>
                  <a:pt x="3902" y="111782"/>
                  <a:pt x="2740" y="111368"/>
                  <a:pt x="1644" y="110539"/>
                </a:cubicBezTo>
                <a:cubicBezTo>
                  <a:pt x="548" y="109710"/>
                  <a:pt x="0" y="108254"/>
                  <a:pt x="0" y="106169"/>
                </a:cubicBezTo>
                <a:lnTo>
                  <a:pt x="0" y="13632"/>
                </a:lnTo>
                <a:cubicBezTo>
                  <a:pt x="0" y="11547"/>
                  <a:pt x="548" y="10090"/>
                  <a:pt x="1644" y="9262"/>
                </a:cubicBezTo>
                <a:cubicBezTo>
                  <a:pt x="2740" y="8433"/>
                  <a:pt x="3902" y="8019"/>
                  <a:pt x="5132" y="8019"/>
                </a:cubicBezTo>
                <a:lnTo>
                  <a:pt x="54367" y="8019"/>
                </a:lnTo>
                <a:cubicBezTo>
                  <a:pt x="54795" y="8019"/>
                  <a:pt x="55183" y="8126"/>
                  <a:pt x="55530" y="8340"/>
                </a:cubicBezTo>
                <a:cubicBezTo>
                  <a:pt x="55878" y="8553"/>
                  <a:pt x="56158" y="8901"/>
                  <a:pt x="56372" y="9382"/>
                </a:cubicBezTo>
                <a:cubicBezTo>
                  <a:pt x="56586" y="9863"/>
                  <a:pt x="56760" y="10465"/>
                  <a:pt x="56893" y="11186"/>
                </a:cubicBezTo>
                <a:cubicBezTo>
                  <a:pt x="57027" y="11908"/>
                  <a:pt x="57094" y="12803"/>
                  <a:pt x="57094" y="13873"/>
                </a:cubicBezTo>
                <a:cubicBezTo>
                  <a:pt x="57094" y="14835"/>
                  <a:pt x="57027" y="15677"/>
                  <a:pt x="56893" y="16398"/>
                </a:cubicBezTo>
                <a:cubicBezTo>
                  <a:pt x="56760" y="17120"/>
                  <a:pt x="56586" y="17708"/>
                  <a:pt x="56372" y="18163"/>
                </a:cubicBezTo>
                <a:cubicBezTo>
                  <a:pt x="56158" y="18617"/>
                  <a:pt x="55878" y="18951"/>
                  <a:pt x="55530" y="19165"/>
                </a:cubicBezTo>
                <a:cubicBezTo>
                  <a:pt x="55183" y="19379"/>
                  <a:pt x="54795" y="19486"/>
                  <a:pt x="54367" y="19486"/>
                </a:cubicBezTo>
                <a:lnTo>
                  <a:pt x="13792" y="19486"/>
                </a:lnTo>
                <a:lnTo>
                  <a:pt x="13792" y="52042"/>
                </a:lnTo>
                <a:lnTo>
                  <a:pt x="48594" y="52042"/>
                </a:lnTo>
                <a:cubicBezTo>
                  <a:pt x="49022" y="52042"/>
                  <a:pt x="49409" y="52162"/>
                  <a:pt x="49757" y="52403"/>
                </a:cubicBezTo>
                <a:cubicBezTo>
                  <a:pt x="50104" y="52643"/>
                  <a:pt x="50398" y="52978"/>
                  <a:pt x="50639" y="53405"/>
                </a:cubicBezTo>
                <a:cubicBezTo>
                  <a:pt x="50879" y="53833"/>
                  <a:pt x="51053" y="54421"/>
                  <a:pt x="51160" y="55169"/>
                </a:cubicBezTo>
                <a:cubicBezTo>
                  <a:pt x="51267" y="55918"/>
                  <a:pt x="51320" y="56800"/>
                  <a:pt x="51320" y="57816"/>
                </a:cubicBezTo>
                <a:cubicBezTo>
                  <a:pt x="51320" y="58778"/>
                  <a:pt x="51267" y="59606"/>
                  <a:pt x="51160" y="60301"/>
                </a:cubicBezTo>
                <a:cubicBezTo>
                  <a:pt x="51053" y="60996"/>
                  <a:pt x="50879" y="61558"/>
                  <a:pt x="50639" y="61985"/>
                </a:cubicBezTo>
                <a:cubicBezTo>
                  <a:pt x="50398" y="62413"/>
                  <a:pt x="50104" y="62720"/>
                  <a:pt x="49757" y="62907"/>
                </a:cubicBezTo>
                <a:cubicBezTo>
                  <a:pt x="49409" y="63095"/>
                  <a:pt x="49022" y="63188"/>
                  <a:pt x="48594" y="63188"/>
                </a:cubicBezTo>
                <a:lnTo>
                  <a:pt x="13792" y="63188"/>
                </a:lnTo>
                <a:lnTo>
                  <a:pt x="13792" y="100315"/>
                </a:lnTo>
                <a:lnTo>
                  <a:pt x="54929" y="100315"/>
                </a:lnTo>
                <a:cubicBezTo>
                  <a:pt x="55356" y="100315"/>
                  <a:pt x="55744" y="100422"/>
                  <a:pt x="56091" y="100636"/>
                </a:cubicBezTo>
                <a:cubicBezTo>
                  <a:pt x="56439" y="100850"/>
                  <a:pt x="56746" y="101184"/>
                  <a:pt x="57014" y="101638"/>
                </a:cubicBezTo>
                <a:cubicBezTo>
                  <a:pt x="57281" y="102093"/>
                  <a:pt x="57468" y="102681"/>
                  <a:pt x="57575" y="103402"/>
                </a:cubicBezTo>
                <a:cubicBezTo>
                  <a:pt x="57682" y="104124"/>
                  <a:pt x="57735" y="105019"/>
                  <a:pt x="57735" y="106089"/>
                </a:cubicBezTo>
                <a:close/>
                <a:moveTo>
                  <a:pt x="131836" y="109857"/>
                </a:moveTo>
                <a:cubicBezTo>
                  <a:pt x="131836" y="110499"/>
                  <a:pt x="131622" y="110980"/>
                  <a:pt x="131195" y="111301"/>
                </a:cubicBezTo>
                <a:cubicBezTo>
                  <a:pt x="130767" y="111622"/>
                  <a:pt x="130179" y="111862"/>
                  <a:pt x="129430" y="112023"/>
                </a:cubicBezTo>
                <a:cubicBezTo>
                  <a:pt x="128682" y="112183"/>
                  <a:pt x="127586" y="112263"/>
                  <a:pt x="126143" y="112263"/>
                </a:cubicBezTo>
                <a:cubicBezTo>
                  <a:pt x="124753" y="112263"/>
                  <a:pt x="123643" y="112183"/>
                  <a:pt x="122815" y="112023"/>
                </a:cubicBezTo>
                <a:cubicBezTo>
                  <a:pt x="121986" y="111862"/>
                  <a:pt x="121385" y="111622"/>
                  <a:pt x="121011" y="111301"/>
                </a:cubicBezTo>
                <a:cubicBezTo>
                  <a:pt x="120636" y="110980"/>
                  <a:pt x="120449" y="110499"/>
                  <a:pt x="120449" y="109857"/>
                </a:cubicBezTo>
                <a:lnTo>
                  <a:pt x="120449" y="102641"/>
                </a:lnTo>
                <a:cubicBezTo>
                  <a:pt x="117295" y="106008"/>
                  <a:pt x="113780" y="108641"/>
                  <a:pt x="109905" y="110539"/>
                </a:cubicBezTo>
                <a:cubicBezTo>
                  <a:pt x="106029" y="112437"/>
                  <a:pt x="101926" y="113386"/>
                  <a:pt x="97596" y="113386"/>
                </a:cubicBezTo>
                <a:cubicBezTo>
                  <a:pt x="93800" y="113386"/>
                  <a:pt x="90365" y="112890"/>
                  <a:pt x="87292" y="111897"/>
                </a:cubicBezTo>
                <a:cubicBezTo>
                  <a:pt x="84218" y="110905"/>
                  <a:pt x="81598" y="109470"/>
                  <a:pt x="79433" y="107592"/>
                </a:cubicBezTo>
                <a:cubicBezTo>
                  <a:pt x="77268" y="105714"/>
                  <a:pt x="75584" y="103408"/>
                  <a:pt x="74381" y="100673"/>
                </a:cubicBezTo>
                <a:cubicBezTo>
                  <a:pt x="73179" y="97937"/>
                  <a:pt x="72577" y="94825"/>
                  <a:pt x="72577" y="91337"/>
                </a:cubicBezTo>
                <a:cubicBezTo>
                  <a:pt x="72577" y="87260"/>
                  <a:pt x="73406" y="83720"/>
                  <a:pt x="75063" y="80717"/>
                </a:cubicBezTo>
                <a:cubicBezTo>
                  <a:pt x="76720" y="77711"/>
                  <a:pt x="79099" y="75216"/>
                  <a:pt x="82200" y="73232"/>
                </a:cubicBezTo>
                <a:cubicBezTo>
                  <a:pt x="85300" y="71247"/>
                  <a:pt x="89096" y="69758"/>
                  <a:pt x="93586" y="68766"/>
                </a:cubicBezTo>
                <a:cubicBezTo>
                  <a:pt x="98077" y="67774"/>
                  <a:pt x="103129" y="67278"/>
                  <a:pt x="108742" y="67278"/>
                </a:cubicBezTo>
                <a:lnTo>
                  <a:pt x="118685" y="67278"/>
                </a:lnTo>
                <a:lnTo>
                  <a:pt x="118685" y="61685"/>
                </a:lnTo>
                <a:cubicBezTo>
                  <a:pt x="118685" y="58915"/>
                  <a:pt x="118391" y="56465"/>
                  <a:pt x="117803" y="54335"/>
                </a:cubicBezTo>
                <a:cubicBezTo>
                  <a:pt x="117215" y="52203"/>
                  <a:pt x="116266" y="50432"/>
                  <a:pt x="114956" y="49020"/>
                </a:cubicBezTo>
                <a:cubicBezTo>
                  <a:pt x="113647" y="47608"/>
                  <a:pt x="111949" y="46543"/>
                  <a:pt x="109865" y="45825"/>
                </a:cubicBezTo>
                <a:cubicBezTo>
                  <a:pt x="107780" y="45105"/>
                  <a:pt x="105214" y="44745"/>
                  <a:pt x="102166" y="44745"/>
                </a:cubicBezTo>
                <a:cubicBezTo>
                  <a:pt x="98906" y="44745"/>
                  <a:pt x="95979" y="45128"/>
                  <a:pt x="93386" y="45895"/>
                </a:cubicBezTo>
                <a:cubicBezTo>
                  <a:pt x="90793" y="46662"/>
                  <a:pt x="88521" y="47508"/>
                  <a:pt x="86570" y="48434"/>
                </a:cubicBezTo>
                <a:cubicBezTo>
                  <a:pt x="84619" y="49359"/>
                  <a:pt x="82988" y="50205"/>
                  <a:pt x="81678" y="50972"/>
                </a:cubicBezTo>
                <a:cubicBezTo>
                  <a:pt x="80369" y="51739"/>
                  <a:pt x="79393" y="52122"/>
                  <a:pt x="78752" y="52122"/>
                </a:cubicBezTo>
                <a:cubicBezTo>
                  <a:pt x="78324" y="52122"/>
                  <a:pt x="77950" y="52015"/>
                  <a:pt x="77629" y="51801"/>
                </a:cubicBezTo>
                <a:cubicBezTo>
                  <a:pt x="77308" y="51588"/>
                  <a:pt x="77028" y="51267"/>
                  <a:pt x="76787" y="50839"/>
                </a:cubicBezTo>
                <a:cubicBezTo>
                  <a:pt x="76546" y="50411"/>
                  <a:pt x="76373" y="49864"/>
                  <a:pt x="76266" y="49195"/>
                </a:cubicBezTo>
                <a:cubicBezTo>
                  <a:pt x="76159" y="48527"/>
                  <a:pt x="76105" y="47792"/>
                  <a:pt x="76105" y="46990"/>
                </a:cubicBezTo>
                <a:cubicBezTo>
                  <a:pt x="76105" y="45654"/>
                  <a:pt x="76199" y="44598"/>
                  <a:pt x="76386" y="43823"/>
                </a:cubicBezTo>
                <a:cubicBezTo>
                  <a:pt x="76573" y="43048"/>
                  <a:pt x="77028" y="42313"/>
                  <a:pt x="77749" y="41618"/>
                </a:cubicBezTo>
                <a:cubicBezTo>
                  <a:pt x="78471" y="40923"/>
                  <a:pt x="79714" y="40113"/>
                  <a:pt x="81478" y="39189"/>
                </a:cubicBezTo>
                <a:cubicBezTo>
                  <a:pt x="83242" y="38264"/>
                  <a:pt x="85274" y="37419"/>
                  <a:pt x="87572" y="36653"/>
                </a:cubicBezTo>
                <a:cubicBezTo>
                  <a:pt x="89871" y="35888"/>
                  <a:pt x="92384" y="35255"/>
                  <a:pt x="95110" y="34754"/>
                </a:cubicBezTo>
                <a:cubicBezTo>
                  <a:pt x="97836" y="34251"/>
                  <a:pt x="100589" y="34000"/>
                  <a:pt x="103369" y="34000"/>
                </a:cubicBezTo>
                <a:cubicBezTo>
                  <a:pt x="108555" y="34000"/>
                  <a:pt x="112965" y="34588"/>
                  <a:pt x="116600" y="35764"/>
                </a:cubicBezTo>
                <a:cubicBezTo>
                  <a:pt x="120235" y="36940"/>
                  <a:pt x="123176" y="38664"/>
                  <a:pt x="125421" y="40936"/>
                </a:cubicBezTo>
                <a:cubicBezTo>
                  <a:pt x="127666" y="43208"/>
                  <a:pt x="129297" y="46028"/>
                  <a:pt x="130312" y="49396"/>
                </a:cubicBezTo>
                <a:cubicBezTo>
                  <a:pt x="131328" y="52764"/>
                  <a:pt x="131836" y="56693"/>
                  <a:pt x="131836" y="61183"/>
                </a:cubicBezTo>
                <a:lnTo>
                  <a:pt x="131836" y="109857"/>
                </a:lnTo>
                <a:moveTo>
                  <a:pt x="118685" y="76820"/>
                </a:moveTo>
                <a:lnTo>
                  <a:pt x="107379" y="76820"/>
                </a:lnTo>
                <a:cubicBezTo>
                  <a:pt x="103744" y="76820"/>
                  <a:pt x="100589" y="77130"/>
                  <a:pt x="97917" y="77750"/>
                </a:cubicBezTo>
                <a:cubicBezTo>
                  <a:pt x="95244" y="78368"/>
                  <a:pt x="93025" y="79282"/>
                  <a:pt x="91261" y="80491"/>
                </a:cubicBezTo>
                <a:cubicBezTo>
                  <a:pt x="89497" y="81701"/>
                  <a:pt x="88200" y="83153"/>
                  <a:pt x="87372" y="84849"/>
                </a:cubicBezTo>
                <a:cubicBezTo>
                  <a:pt x="86543" y="86543"/>
                  <a:pt x="86129" y="88492"/>
                  <a:pt x="86129" y="90698"/>
                </a:cubicBezTo>
                <a:cubicBezTo>
                  <a:pt x="86129" y="94463"/>
                  <a:pt x="87318" y="97462"/>
                  <a:pt x="89697" y="99694"/>
                </a:cubicBezTo>
                <a:cubicBezTo>
                  <a:pt x="92076" y="101926"/>
                  <a:pt x="95404" y="103041"/>
                  <a:pt x="99681" y="103041"/>
                </a:cubicBezTo>
                <a:cubicBezTo>
                  <a:pt x="103155" y="103041"/>
                  <a:pt x="106376" y="102154"/>
                  <a:pt x="109343" y="100380"/>
                </a:cubicBezTo>
                <a:cubicBezTo>
                  <a:pt x="112310" y="98604"/>
                  <a:pt x="115424" y="95888"/>
                  <a:pt x="118685" y="92231"/>
                </a:cubicBezTo>
                <a:lnTo>
                  <a:pt x="118685" y="76820"/>
                </a:lnTo>
                <a:close/>
                <a:moveTo>
                  <a:pt x="202266" y="98872"/>
                </a:moveTo>
                <a:cubicBezTo>
                  <a:pt x="202266" y="99781"/>
                  <a:pt x="202239" y="100569"/>
                  <a:pt x="202186" y="101237"/>
                </a:cubicBezTo>
                <a:cubicBezTo>
                  <a:pt x="202132" y="101906"/>
                  <a:pt x="202039" y="102467"/>
                  <a:pt x="201905" y="102921"/>
                </a:cubicBezTo>
                <a:cubicBezTo>
                  <a:pt x="201772" y="103376"/>
                  <a:pt x="201611" y="103777"/>
                  <a:pt x="201424" y="104124"/>
                </a:cubicBezTo>
                <a:cubicBezTo>
                  <a:pt x="201237" y="104472"/>
                  <a:pt x="200809" y="104979"/>
                  <a:pt x="200141" y="105648"/>
                </a:cubicBezTo>
                <a:cubicBezTo>
                  <a:pt x="199473" y="106316"/>
                  <a:pt x="198337" y="107144"/>
                  <a:pt x="196733" y="108133"/>
                </a:cubicBezTo>
                <a:cubicBezTo>
                  <a:pt x="195129" y="109122"/>
                  <a:pt x="193325" y="110004"/>
                  <a:pt x="191320" y="110780"/>
                </a:cubicBezTo>
                <a:cubicBezTo>
                  <a:pt x="189316" y="111555"/>
                  <a:pt x="187137" y="112183"/>
                  <a:pt x="184785" y="112664"/>
                </a:cubicBezTo>
                <a:cubicBezTo>
                  <a:pt x="182433" y="113145"/>
                  <a:pt x="180001" y="113386"/>
                  <a:pt x="177488" y="113386"/>
                </a:cubicBezTo>
                <a:cubicBezTo>
                  <a:pt x="172302" y="113386"/>
                  <a:pt x="167705" y="112529"/>
                  <a:pt x="163696" y="110815"/>
                </a:cubicBezTo>
                <a:cubicBezTo>
                  <a:pt x="159686" y="109101"/>
                  <a:pt x="156332" y="106596"/>
                  <a:pt x="153632" y="103302"/>
                </a:cubicBezTo>
                <a:cubicBezTo>
                  <a:pt x="150932" y="100008"/>
                  <a:pt x="148874" y="95963"/>
                  <a:pt x="147458" y="91169"/>
                </a:cubicBezTo>
                <a:cubicBezTo>
                  <a:pt x="146041" y="86374"/>
                  <a:pt x="145333" y="80844"/>
                  <a:pt x="145333" y="74577"/>
                </a:cubicBezTo>
                <a:cubicBezTo>
                  <a:pt x="145333" y="67452"/>
                  <a:pt x="146201" y="61332"/>
                  <a:pt x="147939" y="56217"/>
                </a:cubicBezTo>
                <a:cubicBezTo>
                  <a:pt x="149676" y="51101"/>
                  <a:pt x="152055" y="46910"/>
                  <a:pt x="155075" y="43642"/>
                </a:cubicBezTo>
                <a:cubicBezTo>
                  <a:pt x="158096" y="40375"/>
                  <a:pt x="161651" y="37951"/>
                  <a:pt x="165740" y="36370"/>
                </a:cubicBezTo>
                <a:cubicBezTo>
                  <a:pt x="169830" y="34790"/>
                  <a:pt x="174254" y="34000"/>
                  <a:pt x="179012" y="34000"/>
                </a:cubicBezTo>
                <a:cubicBezTo>
                  <a:pt x="181310" y="34000"/>
                  <a:pt x="183542" y="34214"/>
                  <a:pt x="185707" y="34641"/>
                </a:cubicBezTo>
                <a:cubicBezTo>
                  <a:pt x="187872" y="35069"/>
                  <a:pt x="189864" y="35630"/>
                  <a:pt x="191681" y="36325"/>
                </a:cubicBezTo>
                <a:cubicBezTo>
                  <a:pt x="193499" y="37020"/>
                  <a:pt x="195116" y="37822"/>
                  <a:pt x="196533" y="38731"/>
                </a:cubicBezTo>
                <a:cubicBezTo>
                  <a:pt x="197949" y="39640"/>
                  <a:pt x="198978" y="40415"/>
                  <a:pt x="199620" y="41056"/>
                </a:cubicBezTo>
                <a:cubicBezTo>
                  <a:pt x="200261" y="41698"/>
                  <a:pt x="200702" y="42206"/>
                  <a:pt x="200943" y="42580"/>
                </a:cubicBezTo>
                <a:cubicBezTo>
                  <a:pt x="201184" y="42954"/>
                  <a:pt x="201384" y="43395"/>
                  <a:pt x="201544" y="43903"/>
                </a:cubicBezTo>
                <a:cubicBezTo>
                  <a:pt x="201705" y="44411"/>
                  <a:pt x="201812" y="44985"/>
                  <a:pt x="201865" y="45627"/>
                </a:cubicBezTo>
                <a:cubicBezTo>
                  <a:pt x="201919" y="46268"/>
                  <a:pt x="201945" y="47070"/>
                  <a:pt x="201945" y="48033"/>
                </a:cubicBezTo>
                <a:cubicBezTo>
                  <a:pt x="201945" y="50117"/>
                  <a:pt x="201705" y="51574"/>
                  <a:pt x="201224" y="52403"/>
                </a:cubicBezTo>
                <a:cubicBezTo>
                  <a:pt x="200742" y="53231"/>
                  <a:pt x="200154" y="53646"/>
                  <a:pt x="199459" y="53646"/>
                </a:cubicBezTo>
                <a:cubicBezTo>
                  <a:pt x="198658" y="53646"/>
                  <a:pt x="197735" y="53205"/>
                  <a:pt x="196693" y="52323"/>
                </a:cubicBezTo>
                <a:cubicBezTo>
                  <a:pt x="195651" y="51441"/>
                  <a:pt x="194327" y="50465"/>
                  <a:pt x="192724" y="49396"/>
                </a:cubicBezTo>
                <a:cubicBezTo>
                  <a:pt x="191120" y="48327"/>
                  <a:pt x="189182" y="47351"/>
                  <a:pt x="186910" y="46469"/>
                </a:cubicBezTo>
                <a:cubicBezTo>
                  <a:pt x="184638" y="45587"/>
                  <a:pt x="181952" y="45146"/>
                  <a:pt x="178851" y="45146"/>
                </a:cubicBezTo>
                <a:cubicBezTo>
                  <a:pt x="172490" y="45146"/>
                  <a:pt x="167611" y="47599"/>
                  <a:pt x="164217" y="52506"/>
                </a:cubicBezTo>
                <a:cubicBezTo>
                  <a:pt x="160822" y="57410"/>
                  <a:pt x="159125" y="64526"/>
                  <a:pt x="159125" y="73853"/>
                </a:cubicBezTo>
                <a:cubicBezTo>
                  <a:pt x="159125" y="78517"/>
                  <a:pt x="159566" y="82605"/>
                  <a:pt x="160448" y="86117"/>
                </a:cubicBezTo>
                <a:cubicBezTo>
                  <a:pt x="161330" y="89628"/>
                  <a:pt x="162626" y="92564"/>
                  <a:pt x="164337" y="94922"/>
                </a:cubicBezTo>
                <a:cubicBezTo>
                  <a:pt x="166048" y="97281"/>
                  <a:pt x="168146" y="99037"/>
                  <a:pt x="170632" y="100190"/>
                </a:cubicBezTo>
                <a:cubicBezTo>
                  <a:pt x="173118" y="101343"/>
                  <a:pt x="175964" y="101919"/>
                  <a:pt x="179172" y="101919"/>
                </a:cubicBezTo>
                <a:cubicBezTo>
                  <a:pt x="182219" y="101919"/>
                  <a:pt x="184892" y="101438"/>
                  <a:pt x="187191" y="100475"/>
                </a:cubicBezTo>
                <a:cubicBezTo>
                  <a:pt x="189489" y="99513"/>
                  <a:pt x="191481" y="98457"/>
                  <a:pt x="193165" y="97308"/>
                </a:cubicBezTo>
                <a:cubicBezTo>
                  <a:pt x="194849" y="96159"/>
                  <a:pt x="196265" y="95116"/>
                  <a:pt x="197415" y="94181"/>
                </a:cubicBezTo>
                <a:cubicBezTo>
                  <a:pt x="198564" y="93245"/>
                  <a:pt x="199459" y="92777"/>
                  <a:pt x="200101" y="92777"/>
                </a:cubicBezTo>
                <a:cubicBezTo>
                  <a:pt x="200475" y="92777"/>
                  <a:pt x="200796" y="92884"/>
                  <a:pt x="201063" y="93098"/>
                </a:cubicBezTo>
                <a:cubicBezTo>
                  <a:pt x="201331" y="93312"/>
                  <a:pt x="201558" y="93673"/>
                  <a:pt x="201745" y="94181"/>
                </a:cubicBezTo>
                <a:cubicBezTo>
                  <a:pt x="201932" y="94689"/>
                  <a:pt x="202066" y="95330"/>
                  <a:pt x="202146" y="96105"/>
                </a:cubicBezTo>
                <a:cubicBezTo>
                  <a:pt x="202226" y="96880"/>
                  <a:pt x="202266" y="97803"/>
                  <a:pt x="202266" y="98872"/>
                </a:cubicBezTo>
                <a:close/>
                <a:moveTo>
                  <a:pt x="285282" y="109777"/>
                </a:moveTo>
                <a:cubicBezTo>
                  <a:pt x="285282" y="110205"/>
                  <a:pt x="285175" y="110566"/>
                  <a:pt x="284961" y="110860"/>
                </a:cubicBezTo>
                <a:cubicBezTo>
                  <a:pt x="284747" y="111154"/>
                  <a:pt x="284400" y="111408"/>
                  <a:pt x="283919" y="111622"/>
                </a:cubicBezTo>
                <a:cubicBezTo>
                  <a:pt x="283437" y="111835"/>
                  <a:pt x="282769" y="111996"/>
                  <a:pt x="281914" y="112103"/>
                </a:cubicBezTo>
                <a:cubicBezTo>
                  <a:pt x="281058" y="112210"/>
                  <a:pt x="279989" y="112263"/>
                  <a:pt x="278706" y="112263"/>
                </a:cubicBezTo>
                <a:cubicBezTo>
                  <a:pt x="277370" y="112263"/>
                  <a:pt x="276274" y="112210"/>
                  <a:pt x="275419" y="112103"/>
                </a:cubicBezTo>
                <a:cubicBezTo>
                  <a:pt x="274563" y="111996"/>
                  <a:pt x="273895" y="111835"/>
                  <a:pt x="273414" y="111622"/>
                </a:cubicBezTo>
                <a:cubicBezTo>
                  <a:pt x="272933" y="111408"/>
                  <a:pt x="272585" y="111154"/>
                  <a:pt x="272371" y="110860"/>
                </a:cubicBezTo>
                <a:cubicBezTo>
                  <a:pt x="272158" y="110566"/>
                  <a:pt x="272051" y="110205"/>
                  <a:pt x="272051" y="109777"/>
                </a:cubicBezTo>
                <a:lnTo>
                  <a:pt x="272051" y="67518"/>
                </a:lnTo>
                <a:cubicBezTo>
                  <a:pt x="272051" y="63402"/>
                  <a:pt x="271730" y="60087"/>
                  <a:pt x="271088" y="57575"/>
                </a:cubicBezTo>
                <a:cubicBezTo>
                  <a:pt x="270447" y="55062"/>
                  <a:pt x="269511" y="52897"/>
                  <a:pt x="268282" y="51080"/>
                </a:cubicBezTo>
                <a:cubicBezTo>
                  <a:pt x="267052" y="49262"/>
                  <a:pt x="265462" y="47872"/>
                  <a:pt x="263511" y="46910"/>
                </a:cubicBezTo>
                <a:cubicBezTo>
                  <a:pt x="261559" y="45948"/>
                  <a:pt x="259301" y="45467"/>
                  <a:pt x="256735" y="45467"/>
                </a:cubicBezTo>
                <a:cubicBezTo>
                  <a:pt x="253420" y="45467"/>
                  <a:pt x="250106" y="46643"/>
                  <a:pt x="246792" y="48995"/>
                </a:cubicBezTo>
                <a:cubicBezTo>
                  <a:pt x="243477" y="51347"/>
                  <a:pt x="240002" y="54795"/>
                  <a:pt x="236367" y="59339"/>
                </a:cubicBezTo>
                <a:lnTo>
                  <a:pt x="236367" y="109777"/>
                </a:lnTo>
                <a:cubicBezTo>
                  <a:pt x="236367" y="110205"/>
                  <a:pt x="236260" y="110566"/>
                  <a:pt x="236046" y="110860"/>
                </a:cubicBezTo>
                <a:cubicBezTo>
                  <a:pt x="235832" y="111154"/>
                  <a:pt x="235485" y="111408"/>
                  <a:pt x="235004" y="111622"/>
                </a:cubicBezTo>
                <a:cubicBezTo>
                  <a:pt x="234523" y="111835"/>
                  <a:pt x="233855" y="111996"/>
                  <a:pt x="232999" y="112103"/>
                </a:cubicBezTo>
                <a:cubicBezTo>
                  <a:pt x="232144" y="112210"/>
                  <a:pt x="231048" y="112263"/>
                  <a:pt x="229711" y="112263"/>
                </a:cubicBezTo>
                <a:cubicBezTo>
                  <a:pt x="228428" y="112263"/>
                  <a:pt x="227359" y="112210"/>
                  <a:pt x="226504" y="112103"/>
                </a:cubicBezTo>
                <a:cubicBezTo>
                  <a:pt x="225649" y="111996"/>
                  <a:pt x="224967" y="111835"/>
                  <a:pt x="224459" y="111622"/>
                </a:cubicBezTo>
                <a:cubicBezTo>
                  <a:pt x="223951" y="111408"/>
                  <a:pt x="223604" y="111154"/>
                  <a:pt x="223417" y="110860"/>
                </a:cubicBezTo>
                <a:cubicBezTo>
                  <a:pt x="223230" y="110564"/>
                  <a:pt x="223136" y="110202"/>
                  <a:pt x="223136" y="109775"/>
                </a:cubicBezTo>
                <a:lnTo>
                  <a:pt x="223136" y="2569"/>
                </a:lnTo>
                <a:cubicBezTo>
                  <a:pt x="223136" y="2141"/>
                  <a:pt x="223230" y="1767"/>
                  <a:pt x="223417" y="1446"/>
                </a:cubicBezTo>
                <a:cubicBezTo>
                  <a:pt x="223604" y="1123"/>
                  <a:pt x="223951" y="855"/>
                  <a:pt x="224459" y="642"/>
                </a:cubicBezTo>
                <a:cubicBezTo>
                  <a:pt x="224967" y="428"/>
                  <a:pt x="225649" y="267"/>
                  <a:pt x="226504" y="160"/>
                </a:cubicBezTo>
                <a:cubicBezTo>
                  <a:pt x="227359" y="53"/>
                  <a:pt x="228428" y="0"/>
                  <a:pt x="229711" y="0"/>
                </a:cubicBezTo>
                <a:cubicBezTo>
                  <a:pt x="231048" y="0"/>
                  <a:pt x="232144" y="53"/>
                  <a:pt x="232999" y="160"/>
                </a:cubicBezTo>
                <a:cubicBezTo>
                  <a:pt x="233855" y="267"/>
                  <a:pt x="234523" y="429"/>
                  <a:pt x="235004" y="644"/>
                </a:cubicBezTo>
                <a:cubicBezTo>
                  <a:pt x="235485" y="858"/>
                  <a:pt x="235832" y="1125"/>
                  <a:pt x="236046" y="1446"/>
                </a:cubicBezTo>
                <a:cubicBezTo>
                  <a:pt x="236260" y="1767"/>
                  <a:pt x="236367" y="2142"/>
                  <a:pt x="236367" y="2571"/>
                </a:cubicBezTo>
                <a:lnTo>
                  <a:pt x="236367" y="45867"/>
                </a:lnTo>
                <a:cubicBezTo>
                  <a:pt x="240163" y="41858"/>
                  <a:pt x="243985" y="38878"/>
                  <a:pt x="247834" y="36927"/>
                </a:cubicBezTo>
                <a:cubicBezTo>
                  <a:pt x="251683" y="34975"/>
                  <a:pt x="255559" y="34000"/>
                  <a:pt x="259461" y="34000"/>
                </a:cubicBezTo>
                <a:cubicBezTo>
                  <a:pt x="264272" y="34000"/>
                  <a:pt x="268322" y="34815"/>
                  <a:pt x="271610" y="36445"/>
                </a:cubicBezTo>
                <a:cubicBezTo>
                  <a:pt x="274897" y="38076"/>
                  <a:pt x="277557" y="40254"/>
                  <a:pt x="279588" y="42981"/>
                </a:cubicBezTo>
                <a:cubicBezTo>
                  <a:pt x="281620" y="45707"/>
                  <a:pt x="283077" y="48901"/>
                  <a:pt x="283959" y="52563"/>
                </a:cubicBezTo>
                <a:cubicBezTo>
                  <a:pt x="284841" y="56225"/>
                  <a:pt x="285282" y="60649"/>
                  <a:pt x="285282" y="65834"/>
                </a:cubicBezTo>
                <a:lnTo>
                  <a:pt x="285282" y="109777"/>
                </a:lnTo>
                <a:close/>
                <a:moveTo>
                  <a:pt x="411222" y="72771"/>
                </a:moveTo>
                <a:cubicBezTo>
                  <a:pt x="411222" y="79030"/>
                  <a:pt x="410541" y="84662"/>
                  <a:pt x="409178" y="89665"/>
                </a:cubicBezTo>
                <a:cubicBezTo>
                  <a:pt x="407814" y="94669"/>
                  <a:pt x="405810" y="98937"/>
                  <a:pt x="403163" y="102470"/>
                </a:cubicBezTo>
                <a:cubicBezTo>
                  <a:pt x="400517" y="106002"/>
                  <a:pt x="397270" y="108704"/>
                  <a:pt x="393421" y="110577"/>
                </a:cubicBezTo>
                <a:cubicBezTo>
                  <a:pt x="389572" y="112449"/>
                  <a:pt x="385161" y="113386"/>
                  <a:pt x="380190" y="113386"/>
                </a:cubicBezTo>
                <a:cubicBezTo>
                  <a:pt x="377891" y="113386"/>
                  <a:pt x="375766" y="113158"/>
                  <a:pt x="373815" y="112702"/>
                </a:cubicBezTo>
                <a:cubicBezTo>
                  <a:pt x="371863" y="112247"/>
                  <a:pt x="369952" y="111512"/>
                  <a:pt x="368081" y="110496"/>
                </a:cubicBezTo>
                <a:cubicBezTo>
                  <a:pt x="366210" y="109479"/>
                  <a:pt x="364339" y="108194"/>
                  <a:pt x="362468" y="106642"/>
                </a:cubicBezTo>
                <a:cubicBezTo>
                  <a:pt x="360597" y="105090"/>
                  <a:pt x="358619" y="103218"/>
                  <a:pt x="356534" y="101024"/>
                </a:cubicBezTo>
                <a:lnTo>
                  <a:pt x="356534" y="109792"/>
                </a:lnTo>
                <a:cubicBezTo>
                  <a:pt x="356534" y="110217"/>
                  <a:pt x="356427" y="110588"/>
                  <a:pt x="356213" y="110907"/>
                </a:cubicBezTo>
                <a:cubicBezTo>
                  <a:pt x="356000" y="111227"/>
                  <a:pt x="355652" y="111480"/>
                  <a:pt x="355171" y="111667"/>
                </a:cubicBezTo>
                <a:cubicBezTo>
                  <a:pt x="354690" y="111852"/>
                  <a:pt x="354088" y="111997"/>
                  <a:pt x="353367" y="112103"/>
                </a:cubicBezTo>
                <a:cubicBezTo>
                  <a:pt x="352645" y="112210"/>
                  <a:pt x="351723" y="112263"/>
                  <a:pt x="350600" y="112263"/>
                </a:cubicBezTo>
                <a:cubicBezTo>
                  <a:pt x="349531" y="112263"/>
                  <a:pt x="348622" y="112210"/>
                  <a:pt x="347874" y="112103"/>
                </a:cubicBezTo>
                <a:cubicBezTo>
                  <a:pt x="347125" y="111996"/>
                  <a:pt x="346511" y="111849"/>
                  <a:pt x="346030" y="111662"/>
                </a:cubicBezTo>
                <a:cubicBezTo>
                  <a:pt x="345548" y="111475"/>
                  <a:pt x="345228" y="111221"/>
                  <a:pt x="345067" y="110900"/>
                </a:cubicBezTo>
                <a:cubicBezTo>
                  <a:pt x="344907" y="110577"/>
                  <a:pt x="344827" y="110202"/>
                  <a:pt x="344827" y="109775"/>
                </a:cubicBezTo>
                <a:lnTo>
                  <a:pt x="344827" y="2569"/>
                </a:lnTo>
                <a:cubicBezTo>
                  <a:pt x="344827" y="2141"/>
                  <a:pt x="344920" y="1767"/>
                  <a:pt x="345107" y="1446"/>
                </a:cubicBezTo>
                <a:cubicBezTo>
                  <a:pt x="345295" y="1123"/>
                  <a:pt x="345642" y="855"/>
                  <a:pt x="346150" y="642"/>
                </a:cubicBezTo>
                <a:cubicBezTo>
                  <a:pt x="346658" y="428"/>
                  <a:pt x="347339" y="267"/>
                  <a:pt x="348195" y="160"/>
                </a:cubicBezTo>
                <a:cubicBezTo>
                  <a:pt x="349050" y="53"/>
                  <a:pt x="350119" y="0"/>
                  <a:pt x="351402" y="0"/>
                </a:cubicBezTo>
                <a:cubicBezTo>
                  <a:pt x="352739" y="0"/>
                  <a:pt x="353835" y="53"/>
                  <a:pt x="354690" y="160"/>
                </a:cubicBezTo>
                <a:cubicBezTo>
                  <a:pt x="355545" y="267"/>
                  <a:pt x="356213" y="429"/>
                  <a:pt x="356695" y="644"/>
                </a:cubicBezTo>
                <a:cubicBezTo>
                  <a:pt x="357176" y="858"/>
                  <a:pt x="357523" y="1126"/>
                  <a:pt x="357737" y="1448"/>
                </a:cubicBezTo>
                <a:cubicBezTo>
                  <a:pt x="357951" y="1769"/>
                  <a:pt x="358058" y="2143"/>
                  <a:pt x="358058" y="2571"/>
                </a:cubicBezTo>
                <a:lnTo>
                  <a:pt x="358058" y="45880"/>
                </a:lnTo>
                <a:cubicBezTo>
                  <a:pt x="360196" y="43687"/>
                  <a:pt x="362268" y="41841"/>
                  <a:pt x="364272" y="40342"/>
                </a:cubicBezTo>
                <a:cubicBezTo>
                  <a:pt x="366277" y="38844"/>
                  <a:pt x="368242" y="37627"/>
                  <a:pt x="370166" y="36691"/>
                </a:cubicBezTo>
                <a:cubicBezTo>
                  <a:pt x="372091" y="35754"/>
                  <a:pt x="374015" y="35071"/>
                  <a:pt x="375940" y="34644"/>
                </a:cubicBezTo>
                <a:cubicBezTo>
                  <a:pt x="377864" y="34214"/>
                  <a:pt x="379896" y="34000"/>
                  <a:pt x="382034" y="34000"/>
                </a:cubicBezTo>
                <a:cubicBezTo>
                  <a:pt x="387273" y="34000"/>
                  <a:pt x="391750" y="35044"/>
                  <a:pt x="395465" y="37132"/>
                </a:cubicBezTo>
                <a:cubicBezTo>
                  <a:pt x="399181" y="39219"/>
                  <a:pt x="402201" y="42014"/>
                  <a:pt x="404527" y="45519"/>
                </a:cubicBezTo>
                <a:cubicBezTo>
                  <a:pt x="406852" y="49024"/>
                  <a:pt x="408549" y="53131"/>
                  <a:pt x="409619" y="57841"/>
                </a:cubicBezTo>
                <a:cubicBezTo>
                  <a:pt x="410688" y="62548"/>
                  <a:pt x="411222" y="67525"/>
                  <a:pt x="411222" y="72771"/>
                </a:cubicBezTo>
                <a:moveTo>
                  <a:pt x="397270" y="74294"/>
                </a:moveTo>
                <a:cubicBezTo>
                  <a:pt x="397270" y="70600"/>
                  <a:pt x="396989" y="67014"/>
                  <a:pt x="396428" y="63534"/>
                </a:cubicBezTo>
                <a:cubicBezTo>
                  <a:pt x="395866" y="60054"/>
                  <a:pt x="394891" y="56976"/>
                  <a:pt x="393501" y="54300"/>
                </a:cubicBezTo>
                <a:cubicBezTo>
                  <a:pt x="392111" y="51623"/>
                  <a:pt x="390267" y="49469"/>
                  <a:pt x="387968" y="47837"/>
                </a:cubicBezTo>
                <a:cubicBezTo>
                  <a:pt x="385669" y="46203"/>
                  <a:pt x="382809" y="45386"/>
                  <a:pt x="379388" y="45386"/>
                </a:cubicBezTo>
                <a:cubicBezTo>
                  <a:pt x="377677" y="45386"/>
                  <a:pt x="375993" y="45628"/>
                  <a:pt x="374336" y="46111"/>
                </a:cubicBezTo>
                <a:cubicBezTo>
                  <a:pt x="372679" y="46592"/>
                  <a:pt x="370995" y="47394"/>
                  <a:pt x="369284" y="48519"/>
                </a:cubicBezTo>
                <a:cubicBezTo>
                  <a:pt x="367573" y="49643"/>
                  <a:pt x="365796" y="51089"/>
                  <a:pt x="363952" y="52856"/>
                </a:cubicBezTo>
                <a:cubicBezTo>
                  <a:pt x="362107" y="54624"/>
                  <a:pt x="360143" y="56847"/>
                  <a:pt x="358058" y="59525"/>
                </a:cubicBezTo>
                <a:lnTo>
                  <a:pt x="358058" y="88342"/>
                </a:lnTo>
                <a:cubicBezTo>
                  <a:pt x="361693" y="92787"/>
                  <a:pt x="365168" y="96175"/>
                  <a:pt x="368482" y="98506"/>
                </a:cubicBezTo>
                <a:cubicBezTo>
                  <a:pt x="371797" y="100835"/>
                  <a:pt x="375245" y="101999"/>
                  <a:pt x="378826" y="101999"/>
                </a:cubicBezTo>
                <a:cubicBezTo>
                  <a:pt x="382141" y="101999"/>
                  <a:pt x="384974" y="101196"/>
                  <a:pt x="387326" y="99591"/>
                </a:cubicBezTo>
                <a:cubicBezTo>
                  <a:pt x="389679" y="97984"/>
                  <a:pt x="391590" y="95855"/>
                  <a:pt x="393060" y="93206"/>
                </a:cubicBezTo>
                <a:cubicBezTo>
                  <a:pt x="394530" y="90556"/>
                  <a:pt x="395599" y="87585"/>
                  <a:pt x="396267" y="84293"/>
                </a:cubicBezTo>
                <a:cubicBezTo>
                  <a:pt x="396936" y="81000"/>
                  <a:pt x="397270" y="77667"/>
                  <a:pt x="397270" y="74294"/>
                </a:cubicBezTo>
                <a:close/>
                <a:moveTo>
                  <a:pt x="472238" y="42339"/>
                </a:moveTo>
                <a:cubicBezTo>
                  <a:pt x="472238" y="43515"/>
                  <a:pt x="472212" y="44504"/>
                  <a:pt x="472158" y="45306"/>
                </a:cubicBezTo>
                <a:cubicBezTo>
                  <a:pt x="472105" y="46108"/>
                  <a:pt x="471998" y="46736"/>
                  <a:pt x="471837" y="47191"/>
                </a:cubicBezTo>
                <a:cubicBezTo>
                  <a:pt x="471677" y="47645"/>
                  <a:pt x="471477" y="47992"/>
                  <a:pt x="471236" y="48233"/>
                </a:cubicBezTo>
                <a:cubicBezTo>
                  <a:pt x="470995" y="48474"/>
                  <a:pt x="470661" y="48594"/>
                  <a:pt x="470234" y="48594"/>
                </a:cubicBezTo>
                <a:cubicBezTo>
                  <a:pt x="469806" y="48594"/>
                  <a:pt x="469285" y="48474"/>
                  <a:pt x="468670" y="48233"/>
                </a:cubicBezTo>
                <a:cubicBezTo>
                  <a:pt x="468055" y="47992"/>
                  <a:pt x="467360" y="47752"/>
                  <a:pt x="466585" y="47511"/>
                </a:cubicBezTo>
                <a:cubicBezTo>
                  <a:pt x="465810" y="47271"/>
                  <a:pt x="464941" y="47044"/>
                  <a:pt x="463979" y="46830"/>
                </a:cubicBezTo>
                <a:cubicBezTo>
                  <a:pt x="463017" y="46616"/>
                  <a:pt x="461974" y="46509"/>
                  <a:pt x="460852" y="46509"/>
                </a:cubicBezTo>
                <a:cubicBezTo>
                  <a:pt x="459515" y="46509"/>
                  <a:pt x="458205" y="46776"/>
                  <a:pt x="456922" y="47311"/>
                </a:cubicBezTo>
                <a:cubicBezTo>
                  <a:pt x="455639" y="47845"/>
                  <a:pt x="454290" y="48728"/>
                  <a:pt x="452873" y="49957"/>
                </a:cubicBezTo>
                <a:cubicBezTo>
                  <a:pt x="451456" y="51187"/>
                  <a:pt x="449973" y="52817"/>
                  <a:pt x="448422" y="54849"/>
                </a:cubicBezTo>
                <a:cubicBezTo>
                  <a:pt x="446872" y="56880"/>
                  <a:pt x="445161" y="59366"/>
                  <a:pt x="443290" y="62306"/>
                </a:cubicBezTo>
                <a:lnTo>
                  <a:pt x="443290" y="109777"/>
                </a:lnTo>
                <a:cubicBezTo>
                  <a:pt x="443290" y="110205"/>
                  <a:pt x="443184" y="110566"/>
                  <a:pt x="442970" y="110860"/>
                </a:cubicBezTo>
                <a:cubicBezTo>
                  <a:pt x="442756" y="111154"/>
                  <a:pt x="442408" y="111408"/>
                  <a:pt x="441927" y="111622"/>
                </a:cubicBezTo>
                <a:cubicBezTo>
                  <a:pt x="441446" y="111835"/>
                  <a:pt x="440778" y="111996"/>
                  <a:pt x="439923" y="112103"/>
                </a:cubicBezTo>
                <a:cubicBezTo>
                  <a:pt x="439067" y="112210"/>
                  <a:pt x="437971" y="112263"/>
                  <a:pt x="436635" y="112263"/>
                </a:cubicBezTo>
                <a:cubicBezTo>
                  <a:pt x="435352" y="112263"/>
                  <a:pt x="434283" y="112210"/>
                  <a:pt x="433427" y="112103"/>
                </a:cubicBezTo>
                <a:cubicBezTo>
                  <a:pt x="432572" y="111996"/>
                  <a:pt x="431890" y="111835"/>
                  <a:pt x="431383" y="111622"/>
                </a:cubicBezTo>
                <a:cubicBezTo>
                  <a:pt x="430875" y="111408"/>
                  <a:pt x="430527" y="111154"/>
                  <a:pt x="430340" y="110860"/>
                </a:cubicBezTo>
                <a:cubicBezTo>
                  <a:pt x="430153" y="110566"/>
                  <a:pt x="430059" y="110205"/>
                  <a:pt x="430059" y="109777"/>
                </a:cubicBezTo>
                <a:lnTo>
                  <a:pt x="430059" y="37608"/>
                </a:lnTo>
                <a:cubicBezTo>
                  <a:pt x="430059" y="37180"/>
                  <a:pt x="430140" y="36820"/>
                  <a:pt x="430300" y="36526"/>
                </a:cubicBezTo>
                <a:cubicBezTo>
                  <a:pt x="430460" y="36232"/>
                  <a:pt x="430781" y="35964"/>
                  <a:pt x="431262" y="35724"/>
                </a:cubicBezTo>
                <a:cubicBezTo>
                  <a:pt x="431743" y="35483"/>
                  <a:pt x="432358" y="35323"/>
                  <a:pt x="433107" y="35243"/>
                </a:cubicBezTo>
                <a:cubicBezTo>
                  <a:pt x="433855" y="35162"/>
                  <a:pt x="434844" y="35122"/>
                  <a:pt x="436074" y="35122"/>
                </a:cubicBezTo>
                <a:cubicBezTo>
                  <a:pt x="437250" y="35122"/>
                  <a:pt x="438225" y="35162"/>
                  <a:pt x="439000" y="35243"/>
                </a:cubicBezTo>
                <a:cubicBezTo>
                  <a:pt x="439776" y="35323"/>
                  <a:pt x="440377" y="35483"/>
                  <a:pt x="440805" y="35724"/>
                </a:cubicBezTo>
                <a:cubicBezTo>
                  <a:pt x="441232" y="35964"/>
                  <a:pt x="441540" y="36232"/>
                  <a:pt x="441727" y="36526"/>
                </a:cubicBezTo>
                <a:cubicBezTo>
                  <a:pt x="441914" y="36820"/>
                  <a:pt x="442007" y="37180"/>
                  <a:pt x="442007" y="37608"/>
                </a:cubicBezTo>
                <a:lnTo>
                  <a:pt x="442007" y="48113"/>
                </a:lnTo>
                <a:cubicBezTo>
                  <a:pt x="443985" y="45226"/>
                  <a:pt x="445843" y="42874"/>
                  <a:pt x="447581" y="41056"/>
                </a:cubicBezTo>
                <a:cubicBezTo>
                  <a:pt x="449318" y="39239"/>
                  <a:pt x="450962" y="37809"/>
                  <a:pt x="452512" y="36766"/>
                </a:cubicBezTo>
                <a:cubicBezTo>
                  <a:pt x="454062" y="35724"/>
                  <a:pt x="455599" y="35002"/>
                  <a:pt x="457123" y="34601"/>
                </a:cubicBezTo>
                <a:cubicBezTo>
                  <a:pt x="458646" y="34200"/>
                  <a:pt x="460183" y="34000"/>
                  <a:pt x="461734" y="34000"/>
                </a:cubicBezTo>
                <a:cubicBezTo>
                  <a:pt x="462429" y="34000"/>
                  <a:pt x="463217" y="34040"/>
                  <a:pt x="464099" y="34120"/>
                </a:cubicBezTo>
                <a:cubicBezTo>
                  <a:pt x="464981" y="34200"/>
                  <a:pt x="465903" y="34347"/>
                  <a:pt x="466866" y="34561"/>
                </a:cubicBezTo>
                <a:cubicBezTo>
                  <a:pt x="467828" y="34775"/>
                  <a:pt x="468697" y="35015"/>
                  <a:pt x="469472" y="35283"/>
                </a:cubicBezTo>
                <a:cubicBezTo>
                  <a:pt x="470247" y="35550"/>
                  <a:pt x="470795" y="35817"/>
                  <a:pt x="471116" y="36085"/>
                </a:cubicBezTo>
                <a:cubicBezTo>
                  <a:pt x="471436" y="36352"/>
                  <a:pt x="471650" y="36606"/>
                  <a:pt x="471757" y="36846"/>
                </a:cubicBezTo>
                <a:cubicBezTo>
                  <a:pt x="471864" y="37087"/>
                  <a:pt x="471958" y="37394"/>
                  <a:pt x="472038" y="37769"/>
                </a:cubicBezTo>
                <a:cubicBezTo>
                  <a:pt x="472118" y="38143"/>
                  <a:pt x="472171" y="38691"/>
                  <a:pt x="472198" y="39412"/>
                </a:cubicBezTo>
                <a:cubicBezTo>
                  <a:pt x="472225" y="40134"/>
                  <a:pt x="472238" y="41110"/>
                  <a:pt x="472238" y="42339"/>
                </a:cubicBezTo>
                <a:close/>
                <a:moveTo>
                  <a:pt x="497977" y="109777"/>
                </a:moveTo>
                <a:cubicBezTo>
                  <a:pt x="497977" y="110205"/>
                  <a:pt x="497870" y="110566"/>
                  <a:pt x="497657" y="110860"/>
                </a:cubicBezTo>
                <a:cubicBezTo>
                  <a:pt x="497443" y="111154"/>
                  <a:pt x="497095" y="111408"/>
                  <a:pt x="496614" y="111622"/>
                </a:cubicBezTo>
                <a:cubicBezTo>
                  <a:pt x="496133" y="111835"/>
                  <a:pt x="495465" y="111996"/>
                  <a:pt x="494609" y="112103"/>
                </a:cubicBezTo>
                <a:cubicBezTo>
                  <a:pt x="493754" y="112210"/>
                  <a:pt x="492658" y="112263"/>
                  <a:pt x="491322" y="112263"/>
                </a:cubicBezTo>
                <a:cubicBezTo>
                  <a:pt x="490039" y="112263"/>
                  <a:pt x="488970" y="112210"/>
                  <a:pt x="488114" y="112103"/>
                </a:cubicBezTo>
                <a:cubicBezTo>
                  <a:pt x="487259" y="111996"/>
                  <a:pt x="486577" y="111835"/>
                  <a:pt x="486069" y="111622"/>
                </a:cubicBezTo>
                <a:cubicBezTo>
                  <a:pt x="485562" y="111408"/>
                  <a:pt x="485214" y="111154"/>
                  <a:pt x="485027" y="110860"/>
                </a:cubicBezTo>
                <a:cubicBezTo>
                  <a:pt x="484840" y="110566"/>
                  <a:pt x="484746" y="110205"/>
                  <a:pt x="484746" y="109777"/>
                </a:cubicBezTo>
                <a:lnTo>
                  <a:pt x="484746" y="37608"/>
                </a:lnTo>
                <a:cubicBezTo>
                  <a:pt x="484746" y="37234"/>
                  <a:pt x="484840" y="36886"/>
                  <a:pt x="485027" y="36566"/>
                </a:cubicBezTo>
                <a:cubicBezTo>
                  <a:pt x="485214" y="36245"/>
                  <a:pt x="485562" y="35978"/>
                  <a:pt x="486069" y="35764"/>
                </a:cubicBezTo>
                <a:cubicBezTo>
                  <a:pt x="486577" y="35550"/>
                  <a:pt x="487259" y="35390"/>
                  <a:pt x="488114" y="35283"/>
                </a:cubicBezTo>
                <a:cubicBezTo>
                  <a:pt x="488970" y="35176"/>
                  <a:pt x="490039" y="35122"/>
                  <a:pt x="491322" y="35122"/>
                </a:cubicBezTo>
                <a:cubicBezTo>
                  <a:pt x="492658" y="35122"/>
                  <a:pt x="493754" y="35176"/>
                  <a:pt x="494609" y="35283"/>
                </a:cubicBezTo>
                <a:cubicBezTo>
                  <a:pt x="495465" y="35390"/>
                  <a:pt x="496133" y="35550"/>
                  <a:pt x="496614" y="35764"/>
                </a:cubicBezTo>
                <a:cubicBezTo>
                  <a:pt x="497095" y="35978"/>
                  <a:pt x="497443" y="36245"/>
                  <a:pt x="497657" y="36566"/>
                </a:cubicBezTo>
                <a:cubicBezTo>
                  <a:pt x="497870" y="36886"/>
                  <a:pt x="497977" y="37234"/>
                  <a:pt x="497977" y="37608"/>
                </a:cubicBezTo>
                <a:lnTo>
                  <a:pt x="497977" y="109777"/>
                </a:lnTo>
                <a:moveTo>
                  <a:pt x="499501" y="13151"/>
                </a:moveTo>
                <a:cubicBezTo>
                  <a:pt x="499501" y="16251"/>
                  <a:pt x="498913" y="18363"/>
                  <a:pt x="497737" y="19486"/>
                </a:cubicBezTo>
                <a:cubicBezTo>
                  <a:pt x="496561" y="20608"/>
                  <a:pt x="494396" y="21170"/>
                  <a:pt x="491242" y="21170"/>
                </a:cubicBezTo>
                <a:cubicBezTo>
                  <a:pt x="488141" y="21170"/>
                  <a:pt x="486016" y="20622"/>
                  <a:pt x="484867" y="19526"/>
                </a:cubicBezTo>
                <a:cubicBezTo>
                  <a:pt x="483717" y="18430"/>
                  <a:pt x="483143" y="16358"/>
                  <a:pt x="483143" y="13311"/>
                </a:cubicBezTo>
                <a:cubicBezTo>
                  <a:pt x="483143" y="10211"/>
                  <a:pt x="483731" y="8099"/>
                  <a:pt x="484907" y="6976"/>
                </a:cubicBezTo>
                <a:cubicBezTo>
                  <a:pt x="486083" y="5854"/>
                  <a:pt x="488248" y="5292"/>
                  <a:pt x="491402" y="5292"/>
                </a:cubicBezTo>
                <a:cubicBezTo>
                  <a:pt x="494503" y="5292"/>
                  <a:pt x="496628" y="5840"/>
                  <a:pt x="497777" y="6936"/>
                </a:cubicBezTo>
                <a:cubicBezTo>
                  <a:pt x="498926" y="8032"/>
                  <a:pt x="499501" y="10104"/>
                  <a:pt x="499501" y="13151"/>
                </a:cubicBezTo>
                <a:close/>
                <a:moveTo>
                  <a:pt x="573086" y="98872"/>
                </a:moveTo>
                <a:cubicBezTo>
                  <a:pt x="573086" y="99781"/>
                  <a:pt x="573059" y="100569"/>
                  <a:pt x="573006" y="101237"/>
                </a:cubicBezTo>
                <a:cubicBezTo>
                  <a:pt x="572952" y="101906"/>
                  <a:pt x="572859" y="102467"/>
                  <a:pt x="572725" y="102921"/>
                </a:cubicBezTo>
                <a:cubicBezTo>
                  <a:pt x="572591" y="103376"/>
                  <a:pt x="572431" y="103777"/>
                  <a:pt x="572244" y="104124"/>
                </a:cubicBezTo>
                <a:cubicBezTo>
                  <a:pt x="572057" y="104472"/>
                  <a:pt x="571629" y="104979"/>
                  <a:pt x="570961" y="105648"/>
                </a:cubicBezTo>
                <a:cubicBezTo>
                  <a:pt x="570293" y="106316"/>
                  <a:pt x="569157" y="107144"/>
                  <a:pt x="567553" y="108133"/>
                </a:cubicBezTo>
                <a:cubicBezTo>
                  <a:pt x="565949" y="109122"/>
                  <a:pt x="564145" y="110004"/>
                  <a:pt x="562140" y="110780"/>
                </a:cubicBezTo>
                <a:cubicBezTo>
                  <a:pt x="560135" y="111555"/>
                  <a:pt x="557957" y="112183"/>
                  <a:pt x="555605" y="112664"/>
                </a:cubicBezTo>
                <a:cubicBezTo>
                  <a:pt x="553253" y="113145"/>
                  <a:pt x="550820" y="113386"/>
                  <a:pt x="548308" y="113386"/>
                </a:cubicBezTo>
                <a:cubicBezTo>
                  <a:pt x="543122" y="113386"/>
                  <a:pt x="538525" y="112529"/>
                  <a:pt x="534515" y="110815"/>
                </a:cubicBezTo>
                <a:cubicBezTo>
                  <a:pt x="530506" y="109101"/>
                  <a:pt x="527151" y="106596"/>
                  <a:pt x="524452" y="103302"/>
                </a:cubicBezTo>
                <a:cubicBezTo>
                  <a:pt x="521752" y="100008"/>
                  <a:pt x="519694" y="95963"/>
                  <a:pt x="518277" y="91169"/>
                </a:cubicBezTo>
                <a:cubicBezTo>
                  <a:pt x="516861" y="86374"/>
                  <a:pt x="516152" y="80844"/>
                  <a:pt x="516152" y="74577"/>
                </a:cubicBezTo>
                <a:cubicBezTo>
                  <a:pt x="516152" y="67452"/>
                  <a:pt x="517021" y="61332"/>
                  <a:pt x="518758" y="56217"/>
                </a:cubicBezTo>
                <a:cubicBezTo>
                  <a:pt x="520496" y="51101"/>
                  <a:pt x="522875" y="46910"/>
                  <a:pt x="525895" y="43642"/>
                </a:cubicBezTo>
                <a:cubicBezTo>
                  <a:pt x="528916" y="40375"/>
                  <a:pt x="532471" y="37951"/>
                  <a:pt x="536560" y="36370"/>
                </a:cubicBezTo>
                <a:cubicBezTo>
                  <a:pt x="540650" y="34790"/>
                  <a:pt x="545073" y="34000"/>
                  <a:pt x="549831" y="34000"/>
                </a:cubicBezTo>
                <a:cubicBezTo>
                  <a:pt x="552130" y="34000"/>
                  <a:pt x="554362" y="34214"/>
                  <a:pt x="556527" y="34641"/>
                </a:cubicBezTo>
                <a:cubicBezTo>
                  <a:pt x="558692" y="35069"/>
                  <a:pt x="560683" y="35630"/>
                  <a:pt x="562501" y="36325"/>
                </a:cubicBezTo>
                <a:cubicBezTo>
                  <a:pt x="564319" y="37020"/>
                  <a:pt x="565936" y="37822"/>
                  <a:pt x="567352" y="38731"/>
                </a:cubicBezTo>
                <a:cubicBezTo>
                  <a:pt x="568769" y="39640"/>
                  <a:pt x="569798" y="40415"/>
                  <a:pt x="570440" y="41056"/>
                </a:cubicBezTo>
                <a:cubicBezTo>
                  <a:pt x="571081" y="41698"/>
                  <a:pt x="571522" y="42206"/>
                  <a:pt x="571763" y="42580"/>
                </a:cubicBezTo>
                <a:cubicBezTo>
                  <a:pt x="572003" y="42954"/>
                  <a:pt x="572204" y="43395"/>
                  <a:pt x="572364" y="43903"/>
                </a:cubicBezTo>
                <a:cubicBezTo>
                  <a:pt x="572524" y="44411"/>
                  <a:pt x="572631" y="44985"/>
                  <a:pt x="572685" y="45627"/>
                </a:cubicBezTo>
                <a:cubicBezTo>
                  <a:pt x="572738" y="46268"/>
                  <a:pt x="572765" y="47070"/>
                  <a:pt x="572765" y="48033"/>
                </a:cubicBezTo>
                <a:cubicBezTo>
                  <a:pt x="572765" y="50117"/>
                  <a:pt x="572524" y="51574"/>
                  <a:pt x="572043" y="52403"/>
                </a:cubicBezTo>
                <a:cubicBezTo>
                  <a:pt x="571562" y="53231"/>
                  <a:pt x="570974" y="53646"/>
                  <a:pt x="570279" y="53646"/>
                </a:cubicBezTo>
                <a:cubicBezTo>
                  <a:pt x="569477" y="53646"/>
                  <a:pt x="568555" y="53205"/>
                  <a:pt x="567513" y="52323"/>
                </a:cubicBezTo>
                <a:cubicBezTo>
                  <a:pt x="566470" y="51441"/>
                  <a:pt x="565147" y="50465"/>
                  <a:pt x="563543" y="49396"/>
                </a:cubicBezTo>
                <a:cubicBezTo>
                  <a:pt x="561940" y="48327"/>
                  <a:pt x="560002" y="47351"/>
                  <a:pt x="557730" y="46469"/>
                </a:cubicBezTo>
                <a:cubicBezTo>
                  <a:pt x="555458" y="45587"/>
                  <a:pt x="552772" y="45146"/>
                  <a:pt x="549671" y="45146"/>
                </a:cubicBezTo>
                <a:cubicBezTo>
                  <a:pt x="543309" y="45146"/>
                  <a:pt x="538431" y="47599"/>
                  <a:pt x="535037" y="52506"/>
                </a:cubicBezTo>
                <a:cubicBezTo>
                  <a:pt x="531642" y="57410"/>
                  <a:pt x="529945" y="64526"/>
                  <a:pt x="529945" y="73853"/>
                </a:cubicBezTo>
                <a:cubicBezTo>
                  <a:pt x="529945" y="78517"/>
                  <a:pt x="530386" y="82605"/>
                  <a:pt x="531268" y="86117"/>
                </a:cubicBezTo>
                <a:cubicBezTo>
                  <a:pt x="532150" y="89628"/>
                  <a:pt x="533446" y="92564"/>
                  <a:pt x="535157" y="94922"/>
                </a:cubicBezTo>
                <a:cubicBezTo>
                  <a:pt x="536868" y="97281"/>
                  <a:pt x="538966" y="99037"/>
                  <a:pt x="541452" y="100190"/>
                </a:cubicBezTo>
                <a:cubicBezTo>
                  <a:pt x="543937" y="101343"/>
                  <a:pt x="546784" y="101919"/>
                  <a:pt x="549992" y="101919"/>
                </a:cubicBezTo>
                <a:cubicBezTo>
                  <a:pt x="553039" y="101919"/>
                  <a:pt x="555712" y="101438"/>
                  <a:pt x="558010" y="100475"/>
                </a:cubicBezTo>
                <a:cubicBezTo>
                  <a:pt x="560309" y="99513"/>
                  <a:pt x="562301" y="98457"/>
                  <a:pt x="563984" y="97308"/>
                </a:cubicBezTo>
                <a:cubicBezTo>
                  <a:pt x="565668" y="96159"/>
                  <a:pt x="567085" y="95116"/>
                  <a:pt x="568234" y="94181"/>
                </a:cubicBezTo>
                <a:cubicBezTo>
                  <a:pt x="569384" y="93245"/>
                  <a:pt x="570279" y="92777"/>
                  <a:pt x="570921" y="92777"/>
                </a:cubicBezTo>
                <a:cubicBezTo>
                  <a:pt x="571295" y="92777"/>
                  <a:pt x="571616" y="92884"/>
                  <a:pt x="571883" y="93098"/>
                </a:cubicBezTo>
                <a:cubicBezTo>
                  <a:pt x="572150" y="93312"/>
                  <a:pt x="572377" y="93673"/>
                  <a:pt x="572565" y="94181"/>
                </a:cubicBezTo>
                <a:cubicBezTo>
                  <a:pt x="572752" y="94689"/>
                  <a:pt x="572885" y="95330"/>
                  <a:pt x="572966" y="96105"/>
                </a:cubicBezTo>
                <a:cubicBezTo>
                  <a:pt x="573046" y="96880"/>
                  <a:pt x="573086" y="97803"/>
                  <a:pt x="573086" y="98872"/>
                </a:cubicBezTo>
                <a:close/>
                <a:moveTo>
                  <a:pt x="653215" y="109697"/>
                </a:moveTo>
                <a:cubicBezTo>
                  <a:pt x="653215" y="110125"/>
                  <a:pt x="653108" y="110499"/>
                  <a:pt x="652894" y="110820"/>
                </a:cubicBezTo>
                <a:cubicBezTo>
                  <a:pt x="652680" y="111140"/>
                  <a:pt x="652319" y="111408"/>
                  <a:pt x="651811" y="111622"/>
                </a:cubicBezTo>
                <a:cubicBezTo>
                  <a:pt x="651304" y="111835"/>
                  <a:pt x="650595" y="111996"/>
                  <a:pt x="649686" y="112103"/>
                </a:cubicBezTo>
                <a:cubicBezTo>
                  <a:pt x="648778" y="112210"/>
                  <a:pt x="647628" y="112263"/>
                  <a:pt x="646238" y="112263"/>
                </a:cubicBezTo>
                <a:cubicBezTo>
                  <a:pt x="644795" y="112263"/>
                  <a:pt x="643606" y="112223"/>
                  <a:pt x="642670" y="112143"/>
                </a:cubicBezTo>
                <a:cubicBezTo>
                  <a:pt x="641734" y="112063"/>
                  <a:pt x="640946" y="111929"/>
                  <a:pt x="640304" y="111742"/>
                </a:cubicBezTo>
                <a:cubicBezTo>
                  <a:pt x="639663" y="111555"/>
                  <a:pt x="639142" y="111287"/>
                  <a:pt x="638741" y="110940"/>
                </a:cubicBezTo>
                <a:cubicBezTo>
                  <a:pt x="638340" y="110593"/>
                  <a:pt x="637979" y="110178"/>
                  <a:pt x="637658" y="109697"/>
                </a:cubicBezTo>
                <a:lnTo>
                  <a:pt x="607187" y="69764"/>
                </a:lnTo>
                <a:lnTo>
                  <a:pt x="607187" y="109777"/>
                </a:lnTo>
                <a:cubicBezTo>
                  <a:pt x="607187" y="110205"/>
                  <a:pt x="607080" y="110566"/>
                  <a:pt x="606866" y="110860"/>
                </a:cubicBezTo>
                <a:cubicBezTo>
                  <a:pt x="606652" y="111154"/>
                  <a:pt x="606305" y="111408"/>
                  <a:pt x="605824" y="111622"/>
                </a:cubicBezTo>
                <a:cubicBezTo>
                  <a:pt x="605343" y="111835"/>
                  <a:pt x="604674" y="111996"/>
                  <a:pt x="603819" y="112103"/>
                </a:cubicBezTo>
                <a:cubicBezTo>
                  <a:pt x="602964" y="112210"/>
                  <a:pt x="601868" y="112263"/>
                  <a:pt x="600531" y="112263"/>
                </a:cubicBezTo>
                <a:cubicBezTo>
                  <a:pt x="599248" y="112263"/>
                  <a:pt x="598179" y="112210"/>
                  <a:pt x="597324" y="112103"/>
                </a:cubicBezTo>
                <a:cubicBezTo>
                  <a:pt x="596468" y="111996"/>
                  <a:pt x="595787" y="111835"/>
                  <a:pt x="595279" y="111622"/>
                </a:cubicBezTo>
                <a:cubicBezTo>
                  <a:pt x="594771" y="111408"/>
                  <a:pt x="594424" y="111154"/>
                  <a:pt x="594236" y="110860"/>
                </a:cubicBezTo>
                <a:cubicBezTo>
                  <a:pt x="594049" y="110564"/>
                  <a:pt x="593956" y="110202"/>
                  <a:pt x="593956" y="109775"/>
                </a:cubicBezTo>
                <a:lnTo>
                  <a:pt x="593956" y="2569"/>
                </a:lnTo>
                <a:cubicBezTo>
                  <a:pt x="593956" y="2141"/>
                  <a:pt x="594049" y="1767"/>
                  <a:pt x="594236" y="1446"/>
                </a:cubicBezTo>
                <a:cubicBezTo>
                  <a:pt x="594424" y="1123"/>
                  <a:pt x="594771" y="855"/>
                  <a:pt x="595279" y="642"/>
                </a:cubicBezTo>
                <a:cubicBezTo>
                  <a:pt x="595787" y="428"/>
                  <a:pt x="596468" y="267"/>
                  <a:pt x="597324" y="160"/>
                </a:cubicBezTo>
                <a:cubicBezTo>
                  <a:pt x="598179" y="53"/>
                  <a:pt x="599248" y="0"/>
                  <a:pt x="600531" y="0"/>
                </a:cubicBezTo>
                <a:cubicBezTo>
                  <a:pt x="601868" y="0"/>
                  <a:pt x="602964" y="53"/>
                  <a:pt x="603819" y="160"/>
                </a:cubicBezTo>
                <a:cubicBezTo>
                  <a:pt x="604674" y="267"/>
                  <a:pt x="605343" y="428"/>
                  <a:pt x="605824" y="642"/>
                </a:cubicBezTo>
                <a:cubicBezTo>
                  <a:pt x="606305" y="855"/>
                  <a:pt x="606652" y="1123"/>
                  <a:pt x="606866" y="1446"/>
                </a:cubicBezTo>
                <a:cubicBezTo>
                  <a:pt x="607080" y="1767"/>
                  <a:pt x="607187" y="2141"/>
                  <a:pt x="607187" y="2569"/>
                </a:cubicBezTo>
                <a:lnTo>
                  <a:pt x="607187" y="67919"/>
                </a:lnTo>
                <a:lnTo>
                  <a:pt x="634451" y="37929"/>
                </a:lnTo>
                <a:cubicBezTo>
                  <a:pt x="634878" y="37394"/>
                  <a:pt x="635333" y="36953"/>
                  <a:pt x="635814" y="36606"/>
                </a:cubicBezTo>
                <a:cubicBezTo>
                  <a:pt x="636295" y="36258"/>
                  <a:pt x="636870" y="35964"/>
                  <a:pt x="637538" y="35724"/>
                </a:cubicBezTo>
                <a:cubicBezTo>
                  <a:pt x="638206" y="35483"/>
                  <a:pt x="638995" y="35323"/>
                  <a:pt x="639904" y="35243"/>
                </a:cubicBezTo>
                <a:cubicBezTo>
                  <a:pt x="640812" y="35162"/>
                  <a:pt x="641908" y="35122"/>
                  <a:pt x="643191" y="35122"/>
                </a:cubicBezTo>
                <a:cubicBezTo>
                  <a:pt x="644528" y="35122"/>
                  <a:pt x="645650" y="35162"/>
                  <a:pt x="646559" y="35243"/>
                </a:cubicBezTo>
                <a:cubicBezTo>
                  <a:pt x="647468" y="35323"/>
                  <a:pt x="648203" y="35456"/>
                  <a:pt x="648764" y="35644"/>
                </a:cubicBezTo>
                <a:cubicBezTo>
                  <a:pt x="649326" y="35831"/>
                  <a:pt x="649727" y="36071"/>
                  <a:pt x="649967" y="36365"/>
                </a:cubicBezTo>
                <a:cubicBezTo>
                  <a:pt x="650208" y="36659"/>
                  <a:pt x="650328" y="37047"/>
                  <a:pt x="650328" y="37528"/>
                </a:cubicBezTo>
                <a:cubicBezTo>
                  <a:pt x="650328" y="38169"/>
                  <a:pt x="650154" y="38811"/>
                  <a:pt x="649807" y="39452"/>
                </a:cubicBezTo>
                <a:cubicBezTo>
                  <a:pt x="649459" y="40094"/>
                  <a:pt x="648885" y="40842"/>
                  <a:pt x="648083" y="41698"/>
                </a:cubicBezTo>
                <a:lnTo>
                  <a:pt x="621941" y="67839"/>
                </a:lnTo>
                <a:lnTo>
                  <a:pt x="651290" y="105928"/>
                </a:lnTo>
                <a:cubicBezTo>
                  <a:pt x="651985" y="106837"/>
                  <a:pt x="652480" y="107572"/>
                  <a:pt x="652774" y="108133"/>
                </a:cubicBezTo>
                <a:cubicBezTo>
                  <a:pt x="653068" y="108695"/>
                  <a:pt x="653215" y="109216"/>
                  <a:pt x="653215" y="1096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hxw(">
            <a:extLst xmlns:a="http://schemas.openxmlformats.org/drawingml/2006/main">
              <a:ext uri="{FF2B5EF4-FFF2-40B4-BE49-F238E27FC236}">
                <a16:creationId xmlns:a16="http://schemas.microsoft.com/office/drawing/2014/main" id="{109EBA28-1B80-4FA3-ACDB-197D3528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01" y="2325680"/>
            <a:ext cx="353373" cy="141612"/>
          </a:xfrm>
          <a:custGeom xmlns:a="http://schemas.openxmlformats.org/drawingml/2006/main">
            <a:pathLst>
              <a:path w="353373" h="141612">
                <a:moveTo>
                  <a:pt x="60408" y="111860"/>
                </a:moveTo>
                <a:cubicBezTo>
                  <a:pt x="60301" y="112287"/>
                  <a:pt x="60114" y="112649"/>
                  <a:pt x="59847" y="112945"/>
                </a:cubicBezTo>
                <a:cubicBezTo>
                  <a:pt x="59580" y="113239"/>
                  <a:pt x="59165" y="113493"/>
                  <a:pt x="58604" y="113706"/>
                </a:cubicBezTo>
                <a:cubicBezTo>
                  <a:pt x="58043" y="113920"/>
                  <a:pt x="57334" y="114081"/>
                  <a:pt x="56479" y="114188"/>
                </a:cubicBezTo>
                <a:cubicBezTo>
                  <a:pt x="55624" y="114295"/>
                  <a:pt x="54528" y="114348"/>
                  <a:pt x="53191" y="114348"/>
                </a:cubicBezTo>
                <a:cubicBezTo>
                  <a:pt x="51908" y="114348"/>
                  <a:pt x="50853" y="114295"/>
                  <a:pt x="50024" y="114188"/>
                </a:cubicBezTo>
                <a:cubicBezTo>
                  <a:pt x="49195" y="114081"/>
                  <a:pt x="48554" y="113920"/>
                  <a:pt x="48099" y="113706"/>
                </a:cubicBezTo>
                <a:cubicBezTo>
                  <a:pt x="47645" y="113493"/>
                  <a:pt x="47351" y="113239"/>
                  <a:pt x="47217" y="112945"/>
                </a:cubicBezTo>
                <a:cubicBezTo>
                  <a:pt x="47084" y="112649"/>
                  <a:pt x="47044" y="112287"/>
                  <a:pt x="47097" y="111860"/>
                </a:cubicBezTo>
                <a:lnTo>
                  <a:pt x="55998" y="67278"/>
                </a:lnTo>
                <a:cubicBezTo>
                  <a:pt x="56265" y="65888"/>
                  <a:pt x="56492" y="64324"/>
                  <a:pt x="56680" y="62587"/>
                </a:cubicBezTo>
                <a:cubicBezTo>
                  <a:pt x="56867" y="60849"/>
                  <a:pt x="56960" y="59339"/>
                  <a:pt x="56960" y="58056"/>
                </a:cubicBezTo>
                <a:cubicBezTo>
                  <a:pt x="56960" y="56506"/>
                  <a:pt x="56800" y="55089"/>
                  <a:pt x="56479" y="53806"/>
                </a:cubicBezTo>
                <a:cubicBezTo>
                  <a:pt x="56158" y="52523"/>
                  <a:pt x="55637" y="51414"/>
                  <a:pt x="54915" y="50478"/>
                </a:cubicBezTo>
                <a:cubicBezTo>
                  <a:pt x="54194" y="49543"/>
                  <a:pt x="53258" y="48808"/>
                  <a:pt x="52109" y="48273"/>
                </a:cubicBezTo>
                <a:cubicBezTo>
                  <a:pt x="50959" y="47739"/>
                  <a:pt x="49556" y="47471"/>
                  <a:pt x="47899" y="47471"/>
                </a:cubicBezTo>
                <a:cubicBezTo>
                  <a:pt x="45066" y="47471"/>
                  <a:pt x="42165" y="48300"/>
                  <a:pt x="39199" y="49957"/>
                </a:cubicBezTo>
                <a:cubicBezTo>
                  <a:pt x="36232" y="51614"/>
                  <a:pt x="33478" y="53900"/>
                  <a:pt x="30939" y="56813"/>
                </a:cubicBezTo>
                <a:cubicBezTo>
                  <a:pt x="28400" y="59727"/>
                  <a:pt x="26128" y="63161"/>
                  <a:pt x="24123" y="67117"/>
                </a:cubicBezTo>
                <a:cubicBezTo>
                  <a:pt x="22119" y="71073"/>
                  <a:pt x="20662" y="75323"/>
                  <a:pt x="19753" y="79867"/>
                </a:cubicBezTo>
                <a:lnTo>
                  <a:pt x="13338" y="111860"/>
                </a:lnTo>
                <a:cubicBezTo>
                  <a:pt x="13231" y="112287"/>
                  <a:pt x="13044" y="112649"/>
                  <a:pt x="12777" y="112945"/>
                </a:cubicBezTo>
                <a:cubicBezTo>
                  <a:pt x="12509" y="113239"/>
                  <a:pt x="12108" y="113493"/>
                  <a:pt x="11574" y="113706"/>
                </a:cubicBezTo>
                <a:cubicBezTo>
                  <a:pt x="11039" y="113920"/>
                  <a:pt x="10331" y="114081"/>
                  <a:pt x="9449" y="114188"/>
                </a:cubicBezTo>
                <a:cubicBezTo>
                  <a:pt x="8567" y="114295"/>
                  <a:pt x="7484" y="114348"/>
                  <a:pt x="6201" y="114348"/>
                </a:cubicBezTo>
                <a:cubicBezTo>
                  <a:pt x="4865" y="114348"/>
                  <a:pt x="3782" y="114295"/>
                  <a:pt x="2954" y="114188"/>
                </a:cubicBezTo>
                <a:cubicBezTo>
                  <a:pt x="2125" y="114081"/>
                  <a:pt x="1483" y="113920"/>
                  <a:pt x="1029" y="113706"/>
                </a:cubicBezTo>
                <a:cubicBezTo>
                  <a:pt x="575" y="113493"/>
                  <a:pt x="281" y="113239"/>
                  <a:pt x="147" y="112945"/>
                </a:cubicBezTo>
                <a:cubicBezTo>
                  <a:pt x="13" y="112649"/>
                  <a:pt x="0" y="112287"/>
                  <a:pt x="107" y="111860"/>
                </a:cubicBezTo>
                <a:lnTo>
                  <a:pt x="21437" y="4653"/>
                </a:lnTo>
                <a:cubicBezTo>
                  <a:pt x="21544" y="4226"/>
                  <a:pt x="21718" y="3852"/>
                  <a:pt x="21958" y="3531"/>
                </a:cubicBezTo>
                <a:cubicBezTo>
                  <a:pt x="22199" y="3208"/>
                  <a:pt x="22600" y="2940"/>
                  <a:pt x="23161" y="2726"/>
                </a:cubicBezTo>
                <a:cubicBezTo>
                  <a:pt x="23722" y="2513"/>
                  <a:pt x="24444" y="2352"/>
                  <a:pt x="25326" y="2245"/>
                </a:cubicBezTo>
                <a:cubicBezTo>
                  <a:pt x="26208" y="2138"/>
                  <a:pt x="27317" y="2085"/>
                  <a:pt x="28654" y="2085"/>
                </a:cubicBezTo>
                <a:cubicBezTo>
                  <a:pt x="29937" y="2085"/>
                  <a:pt x="30993" y="2138"/>
                  <a:pt x="31821" y="2245"/>
                </a:cubicBezTo>
                <a:cubicBezTo>
                  <a:pt x="32650" y="2352"/>
                  <a:pt x="33291" y="2513"/>
                  <a:pt x="33746" y="2726"/>
                </a:cubicBezTo>
                <a:cubicBezTo>
                  <a:pt x="34200" y="2940"/>
                  <a:pt x="34481" y="3208"/>
                  <a:pt x="34588" y="3531"/>
                </a:cubicBezTo>
                <a:cubicBezTo>
                  <a:pt x="34695" y="3852"/>
                  <a:pt x="34721" y="4226"/>
                  <a:pt x="34668" y="4653"/>
                </a:cubicBezTo>
                <a:lnTo>
                  <a:pt x="28253" y="37343"/>
                </a:lnTo>
                <a:cubicBezTo>
                  <a:pt x="27986" y="38734"/>
                  <a:pt x="27665" y="40153"/>
                  <a:pt x="27291" y="41600"/>
                </a:cubicBezTo>
                <a:cubicBezTo>
                  <a:pt x="26916" y="43045"/>
                  <a:pt x="26529" y="44478"/>
                  <a:pt x="26128" y="45898"/>
                </a:cubicBezTo>
                <a:cubicBezTo>
                  <a:pt x="25727" y="47316"/>
                  <a:pt x="25326" y="48667"/>
                  <a:pt x="24925" y="49952"/>
                </a:cubicBezTo>
                <a:cubicBezTo>
                  <a:pt x="24524" y="51237"/>
                  <a:pt x="24163" y="52361"/>
                  <a:pt x="23843" y="53325"/>
                </a:cubicBezTo>
                <a:cubicBezTo>
                  <a:pt x="24698" y="51454"/>
                  <a:pt x="26034" y="49516"/>
                  <a:pt x="27852" y="47511"/>
                </a:cubicBezTo>
                <a:cubicBezTo>
                  <a:pt x="29670" y="45507"/>
                  <a:pt x="31808" y="43662"/>
                  <a:pt x="34267" y="41978"/>
                </a:cubicBezTo>
                <a:cubicBezTo>
                  <a:pt x="36726" y="40294"/>
                  <a:pt x="39439" y="38891"/>
                  <a:pt x="42406" y="37769"/>
                </a:cubicBezTo>
                <a:cubicBezTo>
                  <a:pt x="45373" y="36646"/>
                  <a:pt x="48434" y="36085"/>
                  <a:pt x="51588" y="36085"/>
                </a:cubicBezTo>
                <a:cubicBezTo>
                  <a:pt x="55009" y="36085"/>
                  <a:pt x="57922" y="36579"/>
                  <a:pt x="60328" y="37568"/>
                </a:cubicBezTo>
                <a:cubicBezTo>
                  <a:pt x="62734" y="38557"/>
                  <a:pt x="64698" y="39920"/>
                  <a:pt x="66222" y="41658"/>
                </a:cubicBezTo>
                <a:cubicBezTo>
                  <a:pt x="67745" y="43395"/>
                  <a:pt x="68855" y="45467"/>
                  <a:pt x="69550" y="47872"/>
                </a:cubicBezTo>
                <a:cubicBezTo>
                  <a:pt x="70245" y="50278"/>
                  <a:pt x="70592" y="52871"/>
                  <a:pt x="70592" y="55650"/>
                </a:cubicBezTo>
                <a:cubicBezTo>
                  <a:pt x="70592" y="57575"/>
                  <a:pt x="70485" y="59446"/>
                  <a:pt x="70271" y="61264"/>
                </a:cubicBezTo>
                <a:cubicBezTo>
                  <a:pt x="70058" y="63081"/>
                  <a:pt x="69764" y="64926"/>
                  <a:pt x="69389" y="66797"/>
                </a:cubicBezTo>
                <a:lnTo>
                  <a:pt x="60408" y="111860"/>
                </a:lnTo>
                <a:close/>
                <a:moveTo>
                  <a:pt x="118552" y="75056"/>
                </a:moveTo>
                <a:lnTo>
                  <a:pt x="134269" y="110339"/>
                </a:lnTo>
                <a:cubicBezTo>
                  <a:pt x="134589" y="111087"/>
                  <a:pt x="134710" y="111715"/>
                  <a:pt x="134629" y="112223"/>
                </a:cubicBezTo>
                <a:cubicBezTo>
                  <a:pt x="134549" y="112731"/>
                  <a:pt x="134215" y="113145"/>
                  <a:pt x="133627" y="113466"/>
                </a:cubicBezTo>
                <a:cubicBezTo>
                  <a:pt x="133039" y="113787"/>
                  <a:pt x="132224" y="114014"/>
                  <a:pt x="131181" y="114148"/>
                </a:cubicBezTo>
                <a:cubicBezTo>
                  <a:pt x="130139" y="114281"/>
                  <a:pt x="128789" y="114348"/>
                  <a:pt x="127132" y="114348"/>
                </a:cubicBezTo>
                <a:cubicBezTo>
                  <a:pt x="125635" y="114348"/>
                  <a:pt x="124459" y="114308"/>
                  <a:pt x="123604" y="114228"/>
                </a:cubicBezTo>
                <a:cubicBezTo>
                  <a:pt x="122748" y="114148"/>
                  <a:pt x="122080" y="114014"/>
                  <a:pt x="121599" y="113827"/>
                </a:cubicBezTo>
                <a:cubicBezTo>
                  <a:pt x="121118" y="113640"/>
                  <a:pt x="120797" y="113399"/>
                  <a:pt x="120637" y="113105"/>
                </a:cubicBezTo>
                <a:cubicBezTo>
                  <a:pt x="120476" y="112811"/>
                  <a:pt x="120316" y="112477"/>
                  <a:pt x="120155" y="112103"/>
                </a:cubicBezTo>
                <a:lnTo>
                  <a:pt x="108127" y="83636"/>
                </a:lnTo>
                <a:lnTo>
                  <a:pt x="85434" y="112103"/>
                </a:lnTo>
                <a:cubicBezTo>
                  <a:pt x="85113" y="112477"/>
                  <a:pt x="84779" y="112811"/>
                  <a:pt x="84432" y="113105"/>
                </a:cubicBezTo>
                <a:cubicBezTo>
                  <a:pt x="84084" y="113399"/>
                  <a:pt x="83590" y="113626"/>
                  <a:pt x="82948" y="113787"/>
                </a:cubicBezTo>
                <a:cubicBezTo>
                  <a:pt x="82307" y="113947"/>
                  <a:pt x="81492" y="114081"/>
                  <a:pt x="80503" y="114188"/>
                </a:cubicBezTo>
                <a:cubicBezTo>
                  <a:pt x="79514" y="114295"/>
                  <a:pt x="78217" y="114348"/>
                  <a:pt x="76613" y="114348"/>
                </a:cubicBezTo>
                <a:cubicBezTo>
                  <a:pt x="75063" y="114348"/>
                  <a:pt x="73807" y="114281"/>
                  <a:pt x="72845" y="114148"/>
                </a:cubicBezTo>
                <a:cubicBezTo>
                  <a:pt x="71882" y="114014"/>
                  <a:pt x="71174" y="113787"/>
                  <a:pt x="70720" y="113466"/>
                </a:cubicBezTo>
                <a:cubicBezTo>
                  <a:pt x="70265" y="113145"/>
                  <a:pt x="70078" y="112744"/>
                  <a:pt x="70158" y="112263"/>
                </a:cubicBezTo>
                <a:cubicBezTo>
                  <a:pt x="70238" y="111782"/>
                  <a:pt x="70546" y="111167"/>
                  <a:pt x="71080" y="110419"/>
                </a:cubicBezTo>
                <a:lnTo>
                  <a:pt x="101071" y="74815"/>
                </a:lnTo>
                <a:lnTo>
                  <a:pt x="86236" y="41136"/>
                </a:lnTo>
                <a:cubicBezTo>
                  <a:pt x="85915" y="40388"/>
                  <a:pt x="85782" y="39760"/>
                  <a:pt x="85835" y="39252"/>
                </a:cubicBezTo>
                <a:cubicBezTo>
                  <a:pt x="85888" y="38744"/>
                  <a:pt x="86169" y="38330"/>
                  <a:pt x="86677" y="38009"/>
                </a:cubicBezTo>
                <a:cubicBezTo>
                  <a:pt x="87185" y="37688"/>
                  <a:pt x="87947" y="37474"/>
                  <a:pt x="88962" y="37368"/>
                </a:cubicBezTo>
                <a:cubicBezTo>
                  <a:pt x="89978" y="37261"/>
                  <a:pt x="91315" y="37207"/>
                  <a:pt x="92972" y="37207"/>
                </a:cubicBezTo>
                <a:cubicBezTo>
                  <a:pt x="94469" y="37207"/>
                  <a:pt x="95645" y="37247"/>
                  <a:pt x="96500" y="37327"/>
                </a:cubicBezTo>
                <a:cubicBezTo>
                  <a:pt x="97355" y="37408"/>
                  <a:pt x="98010" y="37528"/>
                  <a:pt x="98465" y="37688"/>
                </a:cubicBezTo>
                <a:cubicBezTo>
                  <a:pt x="98919" y="37849"/>
                  <a:pt x="99240" y="38063"/>
                  <a:pt x="99427" y="38330"/>
                </a:cubicBezTo>
                <a:cubicBezTo>
                  <a:pt x="99614" y="38597"/>
                  <a:pt x="99788" y="38918"/>
                  <a:pt x="99948" y="39292"/>
                </a:cubicBezTo>
                <a:lnTo>
                  <a:pt x="111415" y="66235"/>
                </a:lnTo>
                <a:lnTo>
                  <a:pt x="133066" y="39292"/>
                </a:lnTo>
                <a:cubicBezTo>
                  <a:pt x="133386" y="38971"/>
                  <a:pt x="133707" y="38677"/>
                  <a:pt x="134028" y="38410"/>
                </a:cubicBezTo>
                <a:cubicBezTo>
                  <a:pt x="134349" y="38143"/>
                  <a:pt x="134803" y="37916"/>
                  <a:pt x="135391" y="37728"/>
                </a:cubicBezTo>
                <a:cubicBezTo>
                  <a:pt x="135979" y="37541"/>
                  <a:pt x="136714" y="37408"/>
                  <a:pt x="137596" y="37327"/>
                </a:cubicBezTo>
                <a:cubicBezTo>
                  <a:pt x="138478" y="37247"/>
                  <a:pt x="139641" y="37207"/>
                  <a:pt x="141085" y="37207"/>
                </a:cubicBezTo>
                <a:cubicBezTo>
                  <a:pt x="142688" y="37207"/>
                  <a:pt x="143998" y="37261"/>
                  <a:pt x="145014" y="37368"/>
                </a:cubicBezTo>
                <a:cubicBezTo>
                  <a:pt x="146029" y="37474"/>
                  <a:pt x="146778" y="37662"/>
                  <a:pt x="147259" y="37929"/>
                </a:cubicBezTo>
                <a:cubicBezTo>
                  <a:pt x="147740" y="38196"/>
                  <a:pt x="147941" y="38584"/>
                  <a:pt x="147860" y="39092"/>
                </a:cubicBezTo>
                <a:cubicBezTo>
                  <a:pt x="147780" y="39599"/>
                  <a:pt x="147393" y="40228"/>
                  <a:pt x="146698" y="40976"/>
                </a:cubicBezTo>
                <a:lnTo>
                  <a:pt x="118552" y="75056"/>
                </a:lnTo>
                <a:close/>
                <a:moveTo>
                  <a:pt x="264836" y="39052"/>
                </a:moveTo>
                <a:cubicBezTo>
                  <a:pt x="264836" y="39640"/>
                  <a:pt x="264769" y="40241"/>
                  <a:pt x="264635" y="40856"/>
                </a:cubicBezTo>
                <a:cubicBezTo>
                  <a:pt x="264501" y="41471"/>
                  <a:pt x="264354" y="41992"/>
                  <a:pt x="264194" y="42419"/>
                </a:cubicBezTo>
                <a:cubicBezTo>
                  <a:pt x="262163" y="48246"/>
                  <a:pt x="259931" y="54140"/>
                  <a:pt x="257498" y="60101"/>
                </a:cubicBezTo>
                <a:cubicBezTo>
                  <a:pt x="255066" y="66061"/>
                  <a:pt x="252393" y="71995"/>
                  <a:pt x="249480" y="77903"/>
                </a:cubicBezTo>
                <a:cubicBezTo>
                  <a:pt x="246566" y="83810"/>
                  <a:pt x="243425" y="89610"/>
                  <a:pt x="240058" y="95303"/>
                </a:cubicBezTo>
                <a:cubicBezTo>
                  <a:pt x="236690" y="100997"/>
                  <a:pt x="233081" y="106490"/>
                  <a:pt x="229232" y="111782"/>
                </a:cubicBezTo>
                <a:cubicBezTo>
                  <a:pt x="228858" y="112370"/>
                  <a:pt x="228390" y="112824"/>
                  <a:pt x="227829" y="113145"/>
                </a:cubicBezTo>
                <a:cubicBezTo>
                  <a:pt x="227268" y="113466"/>
                  <a:pt x="226626" y="113720"/>
                  <a:pt x="225904" y="113907"/>
                </a:cubicBezTo>
                <a:cubicBezTo>
                  <a:pt x="225183" y="114094"/>
                  <a:pt x="224367" y="114214"/>
                  <a:pt x="223459" y="114268"/>
                </a:cubicBezTo>
                <a:cubicBezTo>
                  <a:pt x="222550" y="114321"/>
                  <a:pt x="221534" y="114348"/>
                  <a:pt x="220411" y="114348"/>
                </a:cubicBezTo>
                <a:cubicBezTo>
                  <a:pt x="219022" y="114348"/>
                  <a:pt x="217859" y="114295"/>
                  <a:pt x="216923" y="114188"/>
                </a:cubicBezTo>
                <a:cubicBezTo>
                  <a:pt x="215988" y="114081"/>
                  <a:pt x="215239" y="113920"/>
                  <a:pt x="214678" y="113706"/>
                </a:cubicBezTo>
                <a:cubicBezTo>
                  <a:pt x="214117" y="113493"/>
                  <a:pt x="213716" y="113199"/>
                  <a:pt x="213475" y="112824"/>
                </a:cubicBezTo>
                <a:cubicBezTo>
                  <a:pt x="213235" y="112450"/>
                  <a:pt x="213114" y="111996"/>
                  <a:pt x="213114" y="111461"/>
                </a:cubicBezTo>
                <a:lnTo>
                  <a:pt x="207742" y="58537"/>
                </a:lnTo>
                <a:lnTo>
                  <a:pt x="183445" y="111221"/>
                </a:lnTo>
                <a:cubicBezTo>
                  <a:pt x="183178" y="111809"/>
                  <a:pt x="182830" y="112303"/>
                  <a:pt x="182402" y="112704"/>
                </a:cubicBezTo>
                <a:cubicBezTo>
                  <a:pt x="181975" y="113105"/>
                  <a:pt x="181413" y="113426"/>
                  <a:pt x="180718" y="113666"/>
                </a:cubicBezTo>
                <a:cubicBezTo>
                  <a:pt x="180023" y="113907"/>
                  <a:pt x="179155" y="114081"/>
                  <a:pt x="178112" y="114188"/>
                </a:cubicBezTo>
                <a:cubicBezTo>
                  <a:pt x="177070" y="114295"/>
                  <a:pt x="175800" y="114348"/>
                  <a:pt x="174303" y="114348"/>
                </a:cubicBezTo>
                <a:cubicBezTo>
                  <a:pt x="172807" y="114348"/>
                  <a:pt x="171524" y="114295"/>
                  <a:pt x="170454" y="114188"/>
                </a:cubicBezTo>
                <a:cubicBezTo>
                  <a:pt x="169385" y="114081"/>
                  <a:pt x="168517" y="113920"/>
                  <a:pt x="167848" y="113706"/>
                </a:cubicBezTo>
                <a:cubicBezTo>
                  <a:pt x="167180" y="113493"/>
                  <a:pt x="166686" y="113199"/>
                  <a:pt x="166365" y="112824"/>
                </a:cubicBezTo>
                <a:cubicBezTo>
                  <a:pt x="166044" y="112450"/>
                  <a:pt x="165884" y="111996"/>
                  <a:pt x="165884" y="111461"/>
                </a:cubicBezTo>
                <a:lnTo>
                  <a:pt x="158266" y="42901"/>
                </a:lnTo>
                <a:cubicBezTo>
                  <a:pt x="158212" y="42419"/>
                  <a:pt x="158172" y="41952"/>
                  <a:pt x="158146" y="41497"/>
                </a:cubicBezTo>
                <a:cubicBezTo>
                  <a:pt x="158119" y="41043"/>
                  <a:pt x="158105" y="40655"/>
                  <a:pt x="158105" y="40335"/>
                </a:cubicBezTo>
                <a:cubicBezTo>
                  <a:pt x="158105" y="39693"/>
                  <a:pt x="158212" y="39172"/>
                  <a:pt x="158426" y="38771"/>
                </a:cubicBezTo>
                <a:cubicBezTo>
                  <a:pt x="158640" y="38370"/>
                  <a:pt x="159001" y="38049"/>
                  <a:pt x="159509" y="37809"/>
                </a:cubicBezTo>
                <a:cubicBezTo>
                  <a:pt x="160017" y="37568"/>
                  <a:pt x="160712" y="37408"/>
                  <a:pt x="161594" y="37327"/>
                </a:cubicBezTo>
                <a:cubicBezTo>
                  <a:pt x="162476" y="37247"/>
                  <a:pt x="163612" y="37207"/>
                  <a:pt x="165002" y="37207"/>
                </a:cubicBezTo>
                <a:cubicBezTo>
                  <a:pt x="166392" y="37207"/>
                  <a:pt x="167501" y="37247"/>
                  <a:pt x="168329" y="37327"/>
                </a:cubicBezTo>
                <a:cubicBezTo>
                  <a:pt x="169158" y="37408"/>
                  <a:pt x="169800" y="37541"/>
                  <a:pt x="170254" y="37728"/>
                </a:cubicBezTo>
                <a:cubicBezTo>
                  <a:pt x="170708" y="37916"/>
                  <a:pt x="171016" y="38183"/>
                  <a:pt x="171176" y="38530"/>
                </a:cubicBezTo>
                <a:cubicBezTo>
                  <a:pt x="171336" y="38878"/>
                  <a:pt x="171443" y="39292"/>
                  <a:pt x="171497" y="39773"/>
                </a:cubicBezTo>
                <a:lnTo>
                  <a:pt x="177110" y="99433"/>
                </a:lnTo>
                <a:lnTo>
                  <a:pt x="177110" y="100155"/>
                </a:lnTo>
                <a:lnTo>
                  <a:pt x="177431" y="99433"/>
                </a:lnTo>
                <a:lnTo>
                  <a:pt x="204775" y="39773"/>
                </a:lnTo>
                <a:cubicBezTo>
                  <a:pt x="204989" y="39346"/>
                  <a:pt x="205229" y="38958"/>
                  <a:pt x="205497" y="38610"/>
                </a:cubicBezTo>
                <a:cubicBezTo>
                  <a:pt x="205764" y="38263"/>
                  <a:pt x="206138" y="37982"/>
                  <a:pt x="206619" y="37769"/>
                </a:cubicBezTo>
                <a:cubicBezTo>
                  <a:pt x="207100" y="37555"/>
                  <a:pt x="207742" y="37408"/>
                  <a:pt x="208544" y="37327"/>
                </a:cubicBezTo>
                <a:cubicBezTo>
                  <a:pt x="209346" y="37247"/>
                  <a:pt x="210361" y="37207"/>
                  <a:pt x="211591" y="37207"/>
                </a:cubicBezTo>
                <a:cubicBezTo>
                  <a:pt x="212820" y="37207"/>
                  <a:pt x="213849" y="37247"/>
                  <a:pt x="214678" y="37327"/>
                </a:cubicBezTo>
                <a:cubicBezTo>
                  <a:pt x="215507" y="37408"/>
                  <a:pt x="216162" y="37541"/>
                  <a:pt x="216643" y="37728"/>
                </a:cubicBezTo>
                <a:cubicBezTo>
                  <a:pt x="217124" y="37916"/>
                  <a:pt x="217471" y="38169"/>
                  <a:pt x="217685" y="38490"/>
                </a:cubicBezTo>
                <a:cubicBezTo>
                  <a:pt x="217899" y="38811"/>
                  <a:pt x="218033" y="39185"/>
                  <a:pt x="218086" y="39613"/>
                </a:cubicBezTo>
                <a:lnTo>
                  <a:pt x="224020" y="99032"/>
                </a:lnTo>
                <a:lnTo>
                  <a:pt x="224020" y="99674"/>
                </a:lnTo>
                <a:lnTo>
                  <a:pt x="224421" y="99032"/>
                </a:lnTo>
                <a:cubicBezTo>
                  <a:pt x="226880" y="95183"/>
                  <a:pt x="229339" y="90920"/>
                  <a:pt x="231798" y="86242"/>
                </a:cubicBezTo>
                <a:cubicBezTo>
                  <a:pt x="234257" y="81564"/>
                  <a:pt x="236636" y="76646"/>
                  <a:pt x="238935" y="71488"/>
                </a:cubicBezTo>
                <a:cubicBezTo>
                  <a:pt x="241234" y="66329"/>
                  <a:pt x="243412" y="61050"/>
                  <a:pt x="245470" y="55650"/>
                </a:cubicBezTo>
                <a:cubicBezTo>
                  <a:pt x="247528" y="50251"/>
                  <a:pt x="249413" y="44959"/>
                  <a:pt x="251123" y="39773"/>
                </a:cubicBezTo>
                <a:cubicBezTo>
                  <a:pt x="251230" y="39292"/>
                  <a:pt x="251444" y="38878"/>
                  <a:pt x="251765" y="38530"/>
                </a:cubicBezTo>
                <a:cubicBezTo>
                  <a:pt x="252086" y="38183"/>
                  <a:pt x="252527" y="37916"/>
                  <a:pt x="253088" y="37728"/>
                </a:cubicBezTo>
                <a:cubicBezTo>
                  <a:pt x="253649" y="37541"/>
                  <a:pt x="254384" y="37408"/>
                  <a:pt x="255293" y="37327"/>
                </a:cubicBezTo>
                <a:cubicBezTo>
                  <a:pt x="256202" y="37247"/>
                  <a:pt x="257351" y="37207"/>
                  <a:pt x="258741" y="37207"/>
                </a:cubicBezTo>
                <a:cubicBezTo>
                  <a:pt x="260024" y="37207"/>
                  <a:pt x="261080" y="37247"/>
                  <a:pt x="261909" y="37327"/>
                </a:cubicBezTo>
                <a:cubicBezTo>
                  <a:pt x="262737" y="37408"/>
                  <a:pt x="263365" y="37515"/>
                  <a:pt x="263793" y="37648"/>
                </a:cubicBezTo>
                <a:cubicBezTo>
                  <a:pt x="264221" y="37782"/>
                  <a:pt x="264501" y="37969"/>
                  <a:pt x="264635" y="38210"/>
                </a:cubicBezTo>
                <a:cubicBezTo>
                  <a:pt x="264769" y="38450"/>
                  <a:pt x="264836" y="38731"/>
                  <a:pt x="264836" y="39052"/>
                </a:cubicBezTo>
                <a:close/>
                <a:moveTo>
                  <a:pt x="352812" y="3290"/>
                </a:moveTo>
                <a:cubicBezTo>
                  <a:pt x="346985" y="12121"/>
                  <a:pt x="342040" y="20885"/>
                  <a:pt x="337977" y="29582"/>
                </a:cubicBezTo>
                <a:cubicBezTo>
                  <a:pt x="333914" y="38279"/>
                  <a:pt x="330613" y="46775"/>
                  <a:pt x="328074" y="55072"/>
                </a:cubicBezTo>
                <a:cubicBezTo>
                  <a:pt x="325535" y="63368"/>
                  <a:pt x="323677" y="71409"/>
                  <a:pt x="322501" y="79196"/>
                </a:cubicBezTo>
                <a:cubicBezTo>
                  <a:pt x="321325" y="86982"/>
                  <a:pt x="320737" y="94354"/>
                  <a:pt x="320737" y="101312"/>
                </a:cubicBezTo>
                <a:cubicBezTo>
                  <a:pt x="320737" y="104149"/>
                  <a:pt x="320830" y="107133"/>
                  <a:pt x="321017" y="110263"/>
                </a:cubicBezTo>
                <a:cubicBezTo>
                  <a:pt x="321204" y="113394"/>
                  <a:pt x="321472" y="116551"/>
                  <a:pt x="321819" y="119736"/>
                </a:cubicBezTo>
                <a:cubicBezTo>
                  <a:pt x="322167" y="122920"/>
                  <a:pt x="322621" y="126077"/>
                  <a:pt x="323182" y="129208"/>
                </a:cubicBezTo>
                <a:cubicBezTo>
                  <a:pt x="323744" y="132340"/>
                  <a:pt x="324399" y="135270"/>
                  <a:pt x="325147" y="137998"/>
                </a:cubicBezTo>
                <a:cubicBezTo>
                  <a:pt x="325307" y="138642"/>
                  <a:pt x="325374" y="139190"/>
                  <a:pt x="325348" y="139645"/>
                </a:cubicBezTo>
                <a:cubicBezTo>
                  <a:pt x="325321" y="140099"/>
                  <a:pt x="325120" y="140473"/>
                  <a:pt x="324746" y="140767"/>
                </a:cubicBezTo>
                <a:cubicBezTo>
                  <a:pt x="324372" y="141063"/>
                  <a:pt x="323784" y="141278"/>
                  <a:pt x="322982" y="141411"/>
                </a:cubicBezTo>
                <a:cubicBezTo>
                  <a:pt x="322180" y="141545"/>
                  <a:pt x="321111" y="141612"/>
                  <a:pt x="319774" y="141612"/>
                </a:cubicBezTo>
                <a:cubicBezTo>
                  <a:pt x="318866" y="141612"/>
                  <a:pt x="318077" y="141585"/>
                  <a:pt x="317409" y="141532"/>
                </a:cubicBezTo>
                <a:cubicBezTo>
                  <a:pt x="316741" y="141478"/>
                  <a:pt x="316179" y="141371"/>
                  <a:pt x="315725" y="141211"/>
                </a:cubicBezTo>
                <a:cubicBezTo>
                  <a:pt x="315271" y="141051"/>
                  <a:pt x="314923" y="140863"/>
                  <a:pt x="314683" y="140647"/>
                </a:cubicBezTo>
                <a:cubicBezTo>
                  <a:pt x="314442" y="140433"/>
                  <a:pt x="314268" y="140193"/>
                  <a:pt x="314161" y="139925"/>
                </a:cubicBezTo>
                <a:cubicBezTo>
                  <a:pt x="312183" y="133771"/>
                  <a:pt x="310593" y="127228"/>
                  <a:pt x="309390" y="120297"/>
                </a:cubicBezTo>
                <a:cubicBezTo>
                  <a:pt x="308187" y="113367"/>
                  <a:pt x="307586" y="105888"/>
                  <a:pt x="307586" y="97859"/>
                </a:cubicBezTo>
                <a:cubicBezTo>
                  <a:pt x="307586" y="90957"/>
                  <a:pt x="308134" y="83786"/>
                  <a:pt x="309230" y="76346"/>
                </a:cubicBezTo>
                <a:cubicBezTo>
                  <a:pt x="310326" y="68906"/>
                  <a:pt x="312157" y="61198"/>
                  <a:pt x="314723" y="53225"/>
                </a:cubicBezTo>
                <a:cubicBezTo>
                  <a:pt x="317289" y="45251"/>
                  <a:pt x="320683" y="36996"/>
                  <a:pt x="324906" y="28459"/>
                </a:cubicBezTo>
                <a:cubicBezTo>
                  <a:pt x="329130" y="19923"/>
                  <a:pt x="334369" y="11159"/>
                  <a:pt x="340623" y="2168"/>
                </a:cubicBezTo>
                <a:cubicBezTo>
                  <a:pt x="340837" y="1793"/>
                  <a:pt x="341118" y="1473"/>
                  <a:pt x="341465" y="1205"/>
                </a:cubicBezTo>
                <a:cubicBezTo>
                  <a:pt x="341813" y="936"/>
                  <a:pt x="342267" y="708"/>
                  <a:pt x="342828" y="521"/>
                </a:cubicBezTo>
                <a:cubicBezTo>
                  <a:pt x="343390" y="334"/>
                  <a:pt x="344098" y="200"/>
                  <a:pt x="344953" y="120"/>
                </a:cubicBezTo>
                <a:cubicBezTo>
                  <a:pt x="345809" y="40"/>
                  <a:pt x="346851" y="0"/>
                  <a:pt x="348081" y="0"/>
                </a:cubicBezTo>
                <a:cubicBezTo>
                  <a:pt x="349310" y="0"/>
                  <a:pt x="350299" y="80"/>
                  <a:pt x="351048" y="241"/>
                </a:cubicBezTo>
                <a:cubicBezTo>
                  <a:pt x="351796" y="401"/>
                  <a:pt x="352371" y="616"/>
                  <a:pt x="352772" y="885"/>
                </a:cubicBezTo>
                <a:cubicBezTo>
                  <a:pt x="353173" y="1152"/>
                  <a:pt x="353373" y="1499"/>
                  <a:pt x="353373" y="1927"/>
                </a:cubicBezTo>
                <a:cubicBezTo>
                  <a:pt x="353373" y="2355"/>
                  <a:pt x="353186" y="2809"/>
                  <a:pt x="352812" y="3290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x">
            <a:extLst xmlns:a="http://schemas.openxmlformats.org/drawingml/2006/main">
              <a:ext uri="{FF2B5EF4-FFF2-40B4-BE49-F238E27FC236}">
                <a16:creationId xmlns:a16="http://schemas.microsoft.com/office/drawing/2014/main" id="{9D42AE5F-C950-4687-8951-C86A21B6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10" y="2362887"/>
            <a:ext cx="77862" cy="77141"/>
          </a:xfrm>
          <a:custGeom xmlns:a="http://schemas.openxmlformats.org/drawingml/2006/main">
            <a:pathLst>
              <a:path w="77862" h="77141">
                <a:moveTo>
                  <a:pt x="48474" y="37849"/>
                </a:moveTo>
                <a:lnTo>
                  <a:pt x="64190" y="73131"/>
                </a:lnTo>
                <a:cubicBezTo>
                  <a:pt x="64511" y="73880"/>
                  <a:pt x="64631" y="74508"/>
                  <a:pt x="64551" y="75016"/>
                </a:cubicBezTo>
                <a:cubicBezTo>
                  <a:pt x="64471" y="75524"/>
                  <a:pt x="64137" y="75938"/>
                  <a:pt x="63549" y="76259"/>
                </a:cubicBezTo>
                <a:cubicBezTo>
                  <a:pt x="62961" y="76579"/>
                  <a:pt x="62146" y="76807"/>
                  <a:pt x="61103" y="76940"/>
                </a:cubicBezTo>
                <a:cubicBezTo>
                  <a:pt x="60061" y="77074"/>
                  <a:pt x="58711" y="77141"/>
                  <a:pt x="57054" y="77141"/>
                </a:cubicBezTo>
                <a:cubicBezTo>
                  <a:pt x="55557" y="77141"/>
                  <a:pt x="54381" y="77101"/>
                  <a:pt x="53525" y="77021"/>
                </a:cubicBezTo>
                <a:cubicBezTo>
                  <a:pt x="52670" y="76940"/>
                  <a:pt x="52002" y="76807"/>
                  <a:pt x="51521" y="76620"/>
                </a:cubicBezTo>
                <a:cubicBezTo>
                  <a:pt x="51040" y="76432"/>
                  <a:pt x="50719" y="76192"/>
                  <a:pt x="50558" y="75898"/>
                </a:cubicBezTo>
                <a:cubicBezTo>
                  <a:pt x="50398" y="75604"/>
                  <a:pt x="50238" y="75270"/>
                  <a:pt x="50077" y="74896"/>
                </a:cubicBezTo>
                <a:lnTo>
                  <a:pt x="38049" y="46429"/>
                </a:lnTo>
                <a:lnTo>
                  <a:pt x="15356" y="74896"/>
                </a:lnTo>
                <a:cubicBezTo>
                  <a:pt x="15035" y="75270"/>
                  <a:pt x="14701" y="75604"/>
                  <a:pt x="14354" y="75898"/>
                </a:cubicBezTo>
                <a:cubicBezTo>
                  <a:pt x="14006" y="76192"/>
                  <a:pt x="13512" y="76419"/>
                  <a:pt x="12870" y="76579"/>
                </a:cubicBezTo>
                <a:cubicBezTo>
                  <a:pt x="12229" y="76740"/>
                  <a:pt x="11413" y="76873"/>
                  <a:pt x="10424" y="76980"/>
                </a:cubicBezTo>
                <a:cubicBezTo>
                  <a:pt x="9435" y="77087"/>
                  <a:pt x="8139" y="77141"/>
                  <a:pt x="6535" y="77141"/>
                </a:cubicBezTo>
                <a:cubicBezTo>
                  <a:pt x="4985" y="77141"/>
                  <a:pt x="3729" y="77074"/>
                  <a:pt x="2766" y="76940"/>
                </a:cubicBezTo>
                <a:cubicBezTo>
                  <a:pt x="1804" y="76807"/>
                  <a:pt x="1096" y="76579"/>
                  <a:pt x="642" y="76259"/>
                </a:cubicBezTo>
                <a:cubicBezTo>
                  <a:pt x="187" y="75938"/>
                  <a:pt x="0" y="75537"/>
                  <a:pt x="80" y="75056"/>
                </a:cubicBezTo>
                <a:cubicBezTo>
                  <a:pt x="160" y="74575"/>
                  <a:pt x="468" y="73960"/>
                  <a:pt x="1002" y="73212"/>
                </a:cubicBezTo>
                <a:lnTo>
                  <a:pt x="30993" y="37608"/>
                </a:lnTo>
                <a:lnTo>
                  <a:pt x="16158" y="3929"/>
                </a:lnTo>
                <a:cubicBezTo>
                  <a:pt x="15837" y="3181"/>
                  <a:pt x="15703" y="2553"/>
                  <a:pt x="15757" y="2045"/>
                </a:cubicBezTo>
                <a:cubicBezTo>
                  <a:pt x="15810" y="1537"/>
                  <a:pt x="16091" y="1123"/>
                  <a:pt x="16599" y="802"/>
                </a:cubicBezTo>
                <a:cubicBezTo>
                  <a:pt x="17107" y="481"/>
                  <a:pt x="17869" y="267"/>
                  <a:pt x="18884" y="160"/>
                </a:cubicBezTo>
                <a:cubicBezTo>
                  <a:pt x="19900" y="53"/>
                  <a:pt x="21236" y="0"/>
                  <a:pt x="22894" y="0"/>
                </a:cubicBezTo>
                <a:cubicBezTo>
                  <a:pt x="24390" y="0"/>
                  <a:pt x="25567" y="40"/>
                  <a:pt x="26422" y="120"/>
                </a:cubicBezTo>
                <a:cubicBezTo>
                  <a:pt x="27277" y="200"/>
                  <a:pt x="27932" y="321"/>
                  <a:pt x="28387" y="481"/>
                </a:cubicBezTo>
                <a:cubicBezTo>
                  <a:pt x="28841" y="642"/>
                  <a:pt x="29162" y="855"/>
                  <a:pt x="29349" y="1123"/>
                </a:cubicBezTo>
                <a:cubicBezTo>
                  <a:pt x="29536" y="1390"/>
                  <a:pt x="29710" y="1711"/>
                  <a:pt x="29870" y="2085"/>
                </a:cubicBezTo>
                <a:lnTo>
                  <a:pt x="41337" y="29028"/>
                </a:lnTo>
                <a:lnTo>
                  <a:pt x="62988" y="2085"/>
                </a:lnTo>
                <a:cubicBezTo>
                  <a:pt x="63308" y="1764"/>
                  <a:pt x="63629" y="1470"/>
                  <a:pt x="63950" y="1203"/>
                </a:cubicBezTo>
                <a:cubicBezTo>
                  <a:pt x="64271" y="936"/>
                  <a:pt x="64725" y="708"/>
                  <a:pt x="65313" y="521"/>
                </a:cubicBezTo>
                <a:cubicBezTo>
                  <a:pt x="65901" y="334"/>
                  <a:pt x="66636" y="200"/>
                  <a:pt x="67518" y="120"/>
                </a:cubicBezTo>
                <a:cubicBezTo>
                  <a:pt x="68400" y="40"/>
                  <a:pt x="69563" y="0"/>
                  <a:pt x="71006" y="0"/>
                </a:cubicBezTo>
                <a:cubicBezTo>
                  <a:pt x="72610" y="0"/>
                  <a:pt x="73920" y="53"/>
                  <a:pt x="74936" y="160"/>
                </a:cubicBezTo>
                <a:cubicBezTo>
                  <a:pt x="75951" y="267"/>
                  <a:pt x="76700" y="454"/>
                  <a:pt x="77181" y="722"/>
                </a:cubicBezTo>
                <a:cubicBezTo>
                  <a:pt x="77662" y="989"/>
                  <a:pt x="77862" y="1377"/>
                  <a:pt x="77782" y="1884"/>
                </a:cubicBezTo>
                <a:cubicBezTo>
                  <a:pt x="77702" y="2392"/>
                  <a:pt x="77315" y="3020"/>
                  <a:pt x="76620" y="3769"/>
                </a:cubicBezTo>
                <a:lnTo>
                  <a:pt x="48474" y="37849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,y">
            <a:extLst xmlns:a="http://schemas.openxmlformats.org/drawingml/2006/main">
              <a:ext uri="{FF2B5EF4-FFF2-40B4-BE49-F238E27FC236}">
                <a16:creationId xmlns:a16="http://schemas.microsoft.com/office/drawing/2014/main" id="{0F5ED093-87F7-4585-AA37-C78E5A1F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630" y="2362887"/>
            <a:ext cx="119653" cy="105848"/>
          </a:xfrm>
          <a:custGeom xmlns:a="http://schemas.openxmlformats.org/drawingml/2006/main">
            <a:pathLst>
              <a:path w="119653" h="105848">
                <a:moveTo>
                  <a:pt x="33398" y="62867"/>
                </a:moveTo>
                <a:cubicBezTo>
                  <a:pt x="33398" y="65914"/>
                  <a:pt x="32717" y="68975"/>
                  <a:pt x="31353" y="72049"/>
                </a:cubicBezTo>
                <a:cubicBezTo>
                  <a:pt x="29990" y="75123"/>
                  <a:pt x="28052" y="78157"/>
                  <a:pt x="25540" y="81150"/>
                </a:cubicBezTo>
                <a:lnTo>
                  <a:pt x="11186" y="97669"/>
                </a:lnTo>
                <a:cubicBezTo>
                  <a:pt x="10491" y="98471"/>
                  <a:pt x="9582" y="99045"/>
                  <a:pt x="8460" y="99393"/>
                </a:cubicBezTo>
                <a:cubicBezTo>
                  <a:pt x="7337" y="99740"/>
                  <a:pt x="5787" y="99914"/>
                  <a:pt x="3809" y="99914"/>
                </a:cubicBezTo>
                <a:cubicBezTo>
                  <a:pt x="2847" y="99914"/>
                  <a:pt x="2072" y="99847"/>
                  <a:pt x="1483" y="99714"/>
                </a:cubicBezTo>
                <a:cubicBezTo>
                  <a:pt x="895" y="99580"/>
                  <a:pt x="494" y="99406"/>
                  <a:pt x="281" y="99192"/>
                </a:cubicBezTo>
                <a:cubicBezTo>
                  <a:pt x="67" y="98979"/>
                  <a:pt x="0" y="98658"/>
                  <a:pt x="80" y="98230"/>
                </a:cubicBezTo>
                <a:cubicBezTo>
                  <a:pt x="160" y="97803"/>
                  <a:pt x="388" y="97295"/>
                  <a:pt x="762" y="96707"/>
                </a:cubicBezTo>
                <a:lnTo>
                  <a:pt x="15837" y="74655"/>
                </a:lnTo>
                <a:lnTo>
                  <a:pt x="17681" y="65193"/>
                </a:lnTo>
                <a:cubicBezTo>
                  <a:pt x="17949" y="63749"/>
                  <a:pt x="18296" y="62600"/>
                  <a:pt x="18724" y="61745"/>
                </a:cubicBezTo>
                <a:cubicBezTo>
                  <a:pt x="19152" y="60889"/>
                  <a:pt x="19700" y="60248"/>
                  <a:pt x="20368" y="59820"/>
                </a:cubicBezTo>
                <a:cubicBezTo>
                  <a:pt x="21036" y="59393"/>
                  <a:pt x="21865" y="59099"/>
                  <a:pt x="22854" y="58938"/>
                </a:cubicBezTo>
                <a:cubicBezTo>
                  <a:pt x="23843" y="58778"/>
                  <a:pt x="25085" y="58698"/>
                  <a:pt x="26582" y="58698"/>
                </a:cubicBezTo>
                <a:cubicBezTo>
                  <a:pt x="27919" y="58698"/>
                  <a:pt x="29028" y="58764"/>
                  <a:pt x="29910" y="58898"/>
                </a:cubicBezTo>
                <a:cubicBezTo>
                  <a:pt x="30792" y="59032"/>
                  <a:pt x="31487" y="59272"/>
                  <a:pt x="31995" y="59620"/>
                </a:cubicBezTo>
                <a:cubicBezTo>
                  <a:pt x="32503" y="59967"/>
                  <a:pt x="32864" y="60395"/>
                  <a:pt x="33078" y="60903"/>
                </a:cubicBezTo>
                <a:cubicBezTo>
                  <a:pt x="33291" y="61411"/>
                  <a:pt x="33398" y="62065"/>
                  <a:pt x="33398" y="62867"/>
                </a:cubicBezTo>
                <a:close/>
                <a:moveTo>
                  <a:pt x="119653" y="1925"/>
                </a:moveTo>
                <a:cubicBezTo>
                  <a:pt x="119653" y="2513"/>
                  <a:pt x="119599" y="3114"/>
                  <a:pt x="119493" y="3729"/>
                </a:cubicBezTo>
                <a:cubicBezTo>
                  <a:pt x="119386" y="4344"/>
                  <a:pt x="119199" y="4918"/>
                  <a:pt x="118931" y="5453"/>
                </a:cubicBezTo>
                <a:cubicBezTo>
                  <a:pt x="117167" y="10318"/>
                  <a:pt x="115243" y="15383"/>
                  <a:pt x="113158" y="20648"/>
                </a:cubicBezTo>
                <a:cubicBezTo>
                  <a:pt x="111073" y="25914"/>
                  <a:pt x="108640" y="31420"/>
                  <a:pt x="105861" y="37167"/>
                </a:cubicBezTo>
                <a:cubicBezTo>
                  <a:pt x="103081" y="42914"/>
                  <a:pt x="99833" y="48915"/>
                  <a:pt x="96118" y="55169"/>
                </a:cubicBezTo>
                <a:cubicBezTo>
                  <a:pt x="92402" y="61424"/>
                  <a:pt x="87979" y="67999"/>
                  <a:pt x="82847" y="74896"/>
                </a:cubicBezTo>
                <a:lnTo>
                  <a:pt x="62078" y="103202"/>
                </a:lnTo>
                <a:cubicBezTo>
                  <a:pt x="61757" y="103630"/>
                  <a:pt x="61356" y="104004"/>
                  <a:pt x="60875" y="104324"/>
                </a:cubicBezTo>
                <a:cubicBezTo>
                  <a:pt x="60394" y="104645"/>
                  <a:pt x="59806" y="104926"/>
                  <a:pt x="59111" y="105166"/>
                </a:cubicBezTo>
                <a:cubicBezTo>
                  <a:pt x="58416" y="105407"/>
                  <a:pt x="57574" y="105581"/>
                  <a:pt x="56585" y="105688"/>
                </a:cubicBezTo>
                <a:cubicBezTo>
                  <a:pt x="55596" y="105795"/>
                  <a:pt x="54433" y="105848"/>
                  <a:pt x="53097" y="105848"/>
                </a:cubicBezTo>
                <a:cubicBezTo>
                  <a:pt x="51654" y="105848"/>
                  <a:pt x="50464" y="105781"/>
                  <a:pt x="49529" y="105648"/>
                </a:cubicBezTo>
                <a:cubicBezTo>
                  <a:pt x="48593" y="105514"/>
                  <a:pt x="47885" y="105287"/>
                  <a:pt x="47404" y="104966"/>
                </a:cubicBezTo>
                <a:cubicBezTo>
                  <a:pt x="46922" y="104645"/>
                  <a:pt x="46709" y="104218"/>
                  <a:pt x="46762" y="103683"/>
                </a:cubicBezTo>
                <a:cubicBezTo>
                  <a:pt x="46816" y="103148"/>
                  <a:pt x="47136" y="102507"/>
                  <a:pt x="47724" y="101758"/>
                </a:cubicBezTo>
                <a:lnTo>
                  <a:pt x="67290" y="76660"/>
                </a:lnTo>
                <a:lnTo>
                  <a:pt x="55342" y="6174"/>
                </a:lnTo>
                <a:cubicBezTo>
                  <a:pt x="55235" y="5533"/>
                  <a:pt x="55155" y="4945"/>
                  <a:pt x="55102" y="4410"/>
                </a:cubicBezTo>
                <a:cubicBezTo>
                  <a:pt x="55048" y="3876"/>
                  <a:pt x="55021" y="3421"/>
                  <a:pt x="55021" y="3047"/>
                </a:cubicBezTo>
                <a:cubicBezTo>
                  <a:pt x="55021" y="2459"/>
                  <a:pt x="55115" y="1965"/>
                  <a:pt x="55302" y="1564"/>
                </a:cubicBezTo>
                <a:cubicBezTo>
                  <a:pt x="55489" y="1163"/>
                  <a:pt x="55850" y="842"/>
                  <a:pt x="56385" y="601"/>
                </a:cubicBezTo>
                <a:cubicBezTo>
                  <a:pt x="56919" y="361"/>
                  <a:pt x="57628" y="200"/>
                  <a:pt x="58510" y="120"/>
                </a:cubicBezTo>
                <a:cubicBezTo>
                  <a:pt x="59392" y="40"/>
                  <a:pt x="60474" y="0"/>
                  <a:pt x="61757" y="0"/>
                </a:cubicBezTo>
                <a:cubicBezTo>
                  <a:pt x="63201" y="0"/>
                  <a:pt x="64337" y="40"/>
                  <a:pt x="65165" y="120"/>
                </a:cubicBezTo>
                <a:cubicBezTo>
                  <a:pt x="65994" y="200"/>
                  <a:pt x="66635" y="334"/>
                  <a:pt x="67090" y="521"/>
                </a:cubicBezTo>
                <a:cubicBezTo>
                  <a:pt x="67544" y="708"/>
                  <a:pt x="67865" y="989"/>
                  <a:pt x="68052" y="1363"/>
                </a:cubicBezTo>
                <a:cubicBezTo>
                  <a:pt x="68239" y="1737"/>
                  <a:pt x="68359" y="2192"/>
                  <a:pt x="68413" y="2726"/>
                </a:cubicBezTo>
                <a:lnTo>
                  <a:pt x="77795" y="61584"/>
                </a:lnTo>
                <a:lnTo>
                  <a:pt x="77955" y="61584"/>
                </a:lnTo>
                <a:cubicBezTo>
                  <a:pt x="81270" y="56933"/>
                  <a:pt x="84263" y="52202"/>
                  <a:pt x="86936" y="47391"/>
                </a:cubicBezTo>
                <a:cubicBezTo>
                  <a:pt x="89609" y="42580"/>
                  <a:pt x="92068" y="37702"/>
                  <a:pt x="94314" y="32757"/>
                </a:cubicBezTo>
                <a:cubicBezTo>
                  <a:pt x="96559" y="27812"/>
                  <a:pt x="98630" y="22813"/>
                  <a:pt x="100528" y="17762"/>
                </a:cubicBezTo>
                <a:cubicBezTo>
                  <a:pt x="102426" y="12710"/>
                  <a:pt x="104203" y="7591"/>
                  <a:pt x="105861" y="2406"/>
                </a:cubicBezTo>
                <a:cubicBezTo>
                  <a:pt x="105967" y="1978"/>
                  <a:pt x="106168" y="1617"/>
                  <a:pt x="106462" y="1323"/>
                </a:cubicBezTo>
                <a:cubicBezTo>
                  <a:pt x="106756" y="1029"/>
                  <a:pt x="107184" y="775"/>
                  <a:pt x="107745" y="561"/>
                </a:cubicBezTo>
                <a:cubicBezTo>
                  <a:pt x="108306" y="347"/>
                  <a:pt x="109068" y="200"/>
                  <a:pt x="110030" y="120"/>
                </a:cubicBezTo>
                <a:cubicBezTo>
                  <a:pt x="110993" y="40"/>
                  <a:pt x="112195" y="0"/>
                  <a:pt x="113639" y="0"/>
                </a:cubicBezTo>
                <a:cubicBezTo>
                  <a:pt x="116044" y="0"/>
                  <a:pt x="117648" y="160"/>
                  <a:pt x="118450" y="481"/>
                </a:cubicBezTo>
                <a:cubicBezTo>
                  <a:pt x="119252" y="802"/>
                  <a:pt x="119653" y="1283"/>
                  <a:pt x="119653" y="1925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,z)">
            <a:extLst xmlns:a="http://schemas.openxmlformats.org/drawingml/2006/main">
              <a:ext uri="{FF2B5EF4-FFF2-40B4-BE49-F238E27FC236}">
                <a16:creationId xmlns:a16="http://schemas.microsoft.com/office/drawing/2014/main" id="{654E3DEE-8447-4491-A2C2-8141C9A9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928" y="2325680"/>
            <a:ext cx="153885" cy="141612"/>
          </a:xfrm>
          <a:custGeom xmlns:a="http://schemas.openxmlformats.org/drawingml/2006/main">
            <a:pathLst>
              <a:path w="153885" h="141612">
                <a:moveTo>
                  <a:pt x="33398" y="100075"/>
                </a:moveTo>
                <a:cubicBezTo>
                  <a:pt x="33398" y="103122"/>
                  <a:pt x="32717" y="106182"/>
                  <a:pt x="31353" y="109256"/>
                </a:cubicBezTo>
                <a:cubicBezTo>
                  <a:pt x="29990" y="112330"/>
                  <a:pt x="28052" y="115364"/>
                  <a:pt x="25540" y="118357"/>
                </a:cubicBezTo>
                <a:lnTo>
                  <a:pt x="11186" y="134876"/>
                </a:lnTo>
                <a:cubicBezTo>
                  <a:pt x="10491" y="135678"/>
                  <a:pt x="9582" y="136253"/>
                  <a:pt x="8460" y="136600"/>
                </a:cubicBezTo>
                <a:cubicBezTo>
                  <a:pt x="7337" y="136948"/>
                  <a:pt x="5787" y="137121"/>
                  <a:pt x="3809" y="137121"/>
                </a:cubicBezTo>
                <a:cubicBezTo>
                  <a:pt x="2847" y="137121"/>
                  <a:pt x="2072" y="137055"/>
                  <a:pt x="1483" y="136921"/>
                </a:cubicBezTo>
                <a:cubicBezTo>
                  <a:pt x="895" y="136787"/>
                  <a:pt x="494" y="136614"/>
                  <a:pt x="281" y="136400"/>
                </a:cubicBezTo>
                <a:cubicBezTo>
                  <a:pt x="67" y="136186"/>
                  <a:pt x="0" y="135865"/>
                  <a:pt x="80" y="135437"/>
                </a:cubicBezTo>
                <a:cubicBezTo>
                  <a:pt x="160" y="135010"/>
                  <a:pt x="388" y="134502"/>
                  <a:pt x="762" y="133914"/>
                </a:cubicBezTo>
                <a:lnTo>
                  <a:pt x="15837" y="111862"/>
                </a:lnTo>
                <a:lnTo>
                  <a:pt x="17681" y="102400"/>
                </a:lnTo>
                <a:cubicBezTo>
                  <a:pt x="17949" y="100957"/>
                  <a:pt x="18296" y="99807"/>
                  <a:pt x="18724" y="98952"/>
                </a:cubicBezTo>
                <a:cubicBezTo>
                  <a:pt x="19152" y="98097"/>
                  <a:pt x="19700" y="97455"/>
                  <a:pt x="20368" y="97027"/>
                </a:cubicBezTo>
                <a:cubicBezTo>
                  <a:pt x="21036" y="96600"/>
                  <a:pt x="21865" y="96306"/>
                  <a:pt x="22854" y="96145"/>
                </a:cubicBezTo>
                <a:cubicBezTo>
                  <a:pt x="23843" y="95985"/>
                  <a:pt x="25085" y="95905"/>
                  <a:pt x="26582" y="95905"/>
                </a:cubicBezTo>
                <a:cubicBezTo>
                  <a:pt x="27919" y="95905"/>
                  <a:pt x="29028" y="95972"/>
                  <a:pt x="29910" y="96105"/>
                </a:cubicBezTo>
                <a:cubicBezTo>
                  <a:pt x="30792" y="96239"/>
                  <a:pt x="31487" y="96479"/>
                  <a:pt x="31995" y="96827"/>
                </a:cubicBezTo>
                <a:cubicBezTo>
                  <a:pt x="32503" y="97174"/>
                  <a:pt x="32864" y="97602"/>
                  <a:pt x="33078" y="98110"/>
                </a:cubicBezTo>
                <a:cubicBezTo>
                  <a:pt x="33291" y="98618"/>
                  <a:pt x="33398" y="99273"/>
                  <a:pt x="33398" y="100075"/>
                </a:cubicBezTo>
                <a:close/>
                <a:moveTo>
                  <a:pt x="108106" y="40254"/>
                </a:moveTo>
                <a:cubicBezTo>
                  <a:pt x="108106" y="40522"/>
                  <a:pt x="108079" y="40909"/>
                  <a:pt x="108026" y="41417"/>
                </a:cubicBezTo>
                <a:cubicBezTo>
                  <a:pt x="107972" y="41925"/>
                  <a:pt x="107892" y="42460"/>
                  <a:pt x="107785" y="43021"/>
                </a:cubicBezTo>
                <a:cubicBezTo>
                  <a:pt x="107678" y="43582"/>
                  <a:pt x="107571" y="44143"/>
                  <a:pt x="107464" y="44705"/>
                </a:cubicBezTo>
                <a:cubicBezTo>
                  <a:pt x="107357" y="45266"/>
                  <a:pt x="107251" y="45734"/>
                  <a:pt x="107144" y="46108"/>
                </a:cubicBezTo>
                <a:cubicBezTo>
                  <a:pt x="106823" y="47284"/>
                  <a:pt x="106328" y="48393"/>
                  <a:pt x="105660" y="49436"/>
                </a:cubicBezTo>
                <a:cubicBezTo>
                  <a:pt x="104992" y="50478"/>
                  <a:pt x="104070" y="51694"/>
                  <a:pt x="102894" y="53084"/>
                </a:cubicBezTo>
                <a:lnTo>
                  <a:pt x="62078" y="102721"/>
                </a:lnTo>
                <a:lnTo>
                  <a:pt x="95196" y="102721"/>
                </a:lnTo>
                <a:cubicBezTo>
                  <a:pt x="95837" y="102721"/>
                  <a:pt x="96318" y="102961"/>
                  <a:pt x="96639" y="103442"/>
                </a:cubicBezTo>
                <a:cubicBezTo>
                  <a:pt x="96960" y="103924"/>
                  <a:pt x="97120" y="104619"/>
                  <a:pt x="97120" y="105527"/>
                </a:cubicBezTo>
                <a:cubicBezTo>
                  <a:pt x="97120" y="105955"/>
                  <a:pt x="97093" y="106463"/>
                  <a:pt x="97040" y="107051"/>
                </a:cubicBezTo>
                <a:cubicBezTo>
                  <a:pt x="96986" y="107639"/>
                  <a:pt x="96880" y="108227"/>
                  <a:pt x="96719" y="108815"/>
                </a:cubicBezTo>
                <a:cubicBezTo>
                  <a:pt x="96559" y="109403"/>
                  <a:pt x="96372" y="110004"/>
                  <a:pt x="96158" y="110619"/>
                </a:cubicBezTo>
                <a:cubicBezTo>
                  <a:pt x="95944" y="111234"/>
                  <a:pt x="95677" y="111782"/>
                  <a:pt x="95356" y="112263"/>
                </a:cubicBezTo>
                <a:cubicBezTo>
                  <a:pt x="95035" y="112744"/>
                  <a:pt x="94688" y="113132"/>
                  <a:pt x="94314" y="113426"/>
                </a:cubicBezTo>
                <a:cubicBezTo>
                  <a:pt x="93939" y="113720"/>
                  <a:pt x="93512" y="113867"/>
                  <a:pt x="93031" y="113867"/>
                </a:cubicBezTo>
                <a:lnTo>
                  <a:pt x="48366" y="113867"/>
                </a:lnTo>
                <a:cubicBezTo>
                  <a:pt x="47350" y="113867"/>
                  <a:pt x="46602" y="113586"/>
                  <a:pt x="46121" y="113025"/>
                </a:cubicBezTo>
                <a:cubicBezTo>
                  <a:pt x="45639" y="112464"/>
                  <a:pt x="45399" y="111702"/>
                  <a:pt x="45399" y="110740"/>
                </a:cubicBezTo>
                <a:cubicBezTo>
                  <a:pt x="45399" y="110365"/>
                  <a:pt x="45452" y="109884"/>
                  <a:pt x="45559" y="109296"/>
                </a:cubicBezTo>
                <a:cubicBezTo>
                  <a:pt x="45666" y="108708"/>
                  <a:pt x="45773" y="108107"/>
                  <a:pt x="45880" y="107492"/>
                </a:cubicBezTo>
                <a:cubicBezTo>
                  <a:pt x="45987" y="106877"/>
                  <a:pt x="46107" y="106302"/>
                  <a:pt x="46241" y="105768"/>
                </a:cubicBezTo>
                <a:cubicBezTo>
                  <a:pt x="46375" y="105233"/>
                  <a:pt x="46495" y="104832"/>
                  <a:pt x="46602" y="104565"/>
                </a:cubicBezTo>
                <a:cubicBezTo>
                  <a:pt x="46709" y="104137"/>
                  <a:pt x="46842" y="103750"/>
                  <a:pt x="47003" y="103402"/>
                </a:cubicBezTo>
                <a:cubicBezTo>
                  <a:pt x="47163" y="103055"/>
                  <a:pt x="47404" y="102654"/>
                  <a:pt x="47724" y="102200"/>
                </a:cubicBezTo>
                <a:cubicBezTo>
                  <a:pt x="48045" y="101745"/>
                  <a:pt x="48446" y="101197"/>
                  <a:pt x="48927" y="100556"/>
                </a:cubicBezTo>
                <a:cubicBezTo>
                  <a:pt x="49408" y="99914"/>
                  <a:pt x="49996" y="99166"/>
                  <a:pt x="50691" y="98310"/>
                </a:cubicBezTo>
                <a:lnTo>
                  <a:pt x="91748" y="48674"/>
                </a:lnTo>
                <a:lnTo>
                  <a:pt x="61597" y="48674"/>
                </a:lnTo>
                <a:cubicBezTo>
                  <a:pt x="60902" y="48674"/>
                  <a:pt x="60381" y="48447"/>
                  <a:pt x="60033" y="47992"/>
                </a:cubicBezTo>
                <a:cubicBezTo>
                  <a:pt x="59686" y="47538"/>
                  <a:pt x="59512" y="46830"/>
                  <a:pt x="59512" y="45868"/>
                </a:cubicBezTo>
                <a:cubicBezTo>
                  <a:pt x="59512" y="45386"/>
                  <a:pt x="59552" y="44852"/>
                  <a:pt x="59632" y="44264"/>
                </a:cubicBezTo>
                <a:cubicBezTo>
                  <a:pt x="59712" y="43676"/>
                  <a:pt x="59819" y="43074"/>
                  <a:pt x="59953" y="42460"/>
                </a:cubicBezTo>
                <a:cubicBezTo>
                  <a:pt x="60087" y="41845"/>
                  <a:pt x="60274" y="41230"/>
                  <a:pt x="60514" y="40615"/>
                </a:cubicBezTo>
                <a:cubicBezTo>
                  <a:pt x="60755" y="40000"/>
                  <a:pt x="61036" y="39466"/>
                  <a:pt x="61356" y="39011"/>
                </a:cubicBezTo>
                <a:cubicBezTo>
                  <a:pt x="61677" y="38557"/>
                  <a:pt x="62038" y="38196"/>
                  <a:pt x="62439" y="37929"/>
                </a:cubicBezTo>
                <a:cubicBezTo>
                  <a:pt x="62840" y="37662"/>
                  <a:pt x="63281" y="37528"/>
                  <a:pt x="63762" y="37528"/>
                </a:cubicBezTo>
                <a:lnTo>
                  <a:pt x="105379" y="37528"/>
                </a:lnTo>
                <a:cubicBezTo>
                  <a:pt x="106395" y="37528"/>
                  <a:pt x="107103" y="37769"/>
                  <a:pt x="107504" y="38250"/>
                </a:cubicBezTo>
                <a:cubicBezTo>
                  <a:pt x="107905" y="38731"/>
                  <a:pt x="108106" y="39399"/>
                  <a:pt x="108106" y="40254"/>
                </a:cubicBezTo>
                <a:close/>
                <a:moveTo>
                  <a:pt x="108579" y="138322"/>
                </a:moveTo>
                <a:cubicBezTo>
                  <a:pt x="114406" y="129544"/>
                  <a:pt x="119351" y="120807"/>
                  <a:pt x="123414" y="112110"/>
                </a:cubicBezTo>
                <a:cubicBezTo>
                  <a:pt x="127477" y="103413"/>
                  <a:pt x="130778" y="94890"/>
                  <a:pt x="133317" y="86540"/>
                </a:cubicBezTo>
                <a:cubicBezTo>
                  <a:pt x="135856" y="78191"/>
                  <a:pt x="137714" y="70136"/>
                  <a:pt x="138890" y="62376"/>
                </a:cubicBezTo>
                <a:cubicBezTo>
                  <a:pt x="140066" y="54616"/>
                  <a:pt x="140654" y="47257"/>
                  <a:pt x="140654" y="40299"/>
                </a:cubicBezTo>
                <a:cubicBezTo>
                  <a:pt x="140654" y="37463"/>
                  <a:pt x="140561" y="34479"/>
                  <a:pt x="140374" y="31348"/>
                </a:cubicBezTo>
                <a:cubicBezTo>
                  <a:pt x="140187" y="28218"/>
                  <a:pt x="139919" y="25060"/>
                  <a:pt x="139572" y="21876"/>
                </a:cubicBezTo>
                <a:cubicBezTo>
                  <a:pt x="139224" y="18692"/>
                  <a:pt x="138770" y="15548"/>
                  <a:pt x="138209" y="12444"/>
                </a:cubicBezTo>
                <a:cubicBezTo>
                  <a:pt x="137647" y="9340"/>
                  <a:pt x="136992" y="6397"/>
                  <a:pt x="136244" y="3613"/>
                </a:cubicBezTo>
                <a:cubicBezTo>
                  <a:pt x="136084" y="3024"/>
                  <a:pt x="136030" y="2502"/>
                  <a:pt x="136084" y="2047"/>
                </a:cubicBezTo>
                <a:cubicBezTo>
                  <a:pt x="136137" y="1593"/>
                  <a:pt x="136338" y="1205"/>
                  <a:pt x="136685" y="885"/>
                </a:cubicBezTo>
                <a:cubicBezTo>
                  <a:pt x="137033" y="562"/>
                  <a:pt x="137607" y="334"/>
                  <a:pt x="138409" y="200"/>
                </a:cubicBezTo>
                <a:cubicBezTo>
                  <a:pt x="139211" y="67"/>
                  <a:pt x="140280" y="0"/>
                  <a:pt x="141617" y="0"/>
                </a:cubicBezTo>
                <a:cubicBezTo>
                  <a:pt x="142579" y="0"/>
                  <a:pt x="143394" y="40"/>
                  <a:pt x="144062" y="120"/>
                </a:cubicBezTo>
                <a:cubicBezTo>
                  <a:pt x="144731" y="200"/>
                  <a:pt x="145292" y="307"/>
                  <a:pt x="145746" y="441"/>
                </a:cubicBezTo>
                <a:cubicBezTo>
                  <a:pt x="146201" y="575"/>
                  <a:pt x="146535" y="749"/>
                  <a:pt x="146749" y="965"/>
                </a:cubicBezTo>
                <a:cubicBezTo>
                  <a:pt x="146962" y="1179"/>
                  <a:pt x="147123" y="1446"/>
                  <a:pt x="147230" y="1767"/>
                </a:cubicBezTo>
                <a:cubicBezTo>
                  <a:pt x="149208" y="7868"/>
                  <a:pt x="150811" y="14384"/>
                  <a:pt x="152041" y="21315"/>
                </a:cubicBezTo>
                <a:cubicBezTo>
                  <a:pt x="153271" y="28245"/>
                  <a:pt x="153885" y="35750"/>
                  <a:pt x="153885" y="43833"/>
                </a:cubicBezTo>
                <a:cubicBezTo>
                  <a:pt x="153885" y="50736"/>
                  <a:pt x="153337" y="57894"/>
                  <a:pt x="152242" y="65308"/>
                </a:cubicBezTo>
                <a:cubicBezTo>
                  <a:pt x="151146" y="72720"/>
                  <a:pt x="149301" y="80413"/>
                  <a:pt x="146709" y="88387"/>
                </a:cubicBezTo>
                <a:cubicBezTo>
                  <a:pt x="144116" y="96361"/>
                  <a:pt x="140721" y="104616"/>
                  <a:pt x="136525" y="113153"/>
                </a:cubicBezTo>
                <a:cubicBezTo>
                  <a:pt x="132328" y="121689"/>
                  <a:pt x="127103" y="130480"/>
                  <a:pt x="120848" y="139524"/>
                </a:cubicBezTo>
                <a:cubicBezTo>
                  <a:pt x="120581" y="139845"/>
                  <a:pt x="120273" y="140139"/>
                  <a:pt x="119926" y="140407"/>
                </a:cubicBezTo>
                <a:cubicBezTo>
                  <a:pt x="119578" y="140676"/>
                  <a:pt x="119124" y="140904"/>
                  <a:pt x="118563" y="141091"/>
                </a:cubicBezTo>
                <a:cubicBezTo>
                  <a:pt x="118001" y="141278"/>
                  <a:pt x="117293" y="141411"/>
                  <a:pt x="116438" y="141492"/>
                </a:cubicBezTo>
                <a:cubicBezTo>
                  <a:pt x="115582" y="141572"/>
                  <a:pt x="114540" y="141612"/>
                  <a:pt x="113310" y="141612"/>
                </a:cubicBezTo>
                <a:cubicBezTo>
                  <a:pt x="112081" y="141612"/>
                  <a:pt x="111092" y="141532"/>
                  <a:pt x="110343" y="141371"/>
                </a:cubicBezTo>
                <a:cubicBezTo>
                  <a:pt x="109595" y="141211"/>
                  <a:pt x="109034" y="140996"/>
                  <a:pt x="108659" y="140727"/>
                </a:cubicBezTo>
                <a:cubicBezTo>
                  <a:pt x="108285" y="140460"/>
                  <a:pt x="108098" y="140126"/>
                  <a:pt x="108098" y="139725"/>
                </a:cubicBezTo>
                <a:cubicBezTo>
                  <a:pt x="108098" y="139324"/>
                  <a:pt x="108258" y="138856"/>
                  <a:pt x="108579" y="138322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correspondsto10tokens.">
            <a:extLst xmlns:a="http://schemas.openxmlformats.org/drawingml/2006/main">
              <a:ext uri="{FF2B5EF4-FFF2-40B4-BE49-F238E27FC236}">
                <a16:creationId xmlns:a16="http://schemas.microsoft.com/office/drawing/2014/main" id="{AB52931A-7150-4B27-B203-90D24E9C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336" y="2327765"/>
            <a:ext cx="1682118" cy="140970"/>
          </a:xfrm>
          <a:custGeom xmlns:a="http://schemas.openxmlformats.org/drawingml/2006/main">
            <a:pathLst>
              <a:path w="1682118" h="140970">
                <a:moveTo>
                  <a:pt x="56933" y="98872"/>
                </a:moveTo>
                <a:cubicBezTo>
                  <a:pt x="56933" y="99781"/>
                  <a:pt x="56907" y="100569"/>
                  <a:pt x="56853" y="101237"/>
                </a:cubicBezTo>
                <a:cubicBezTo>
                  <a:pt x="56800" y="101906"/>
                  <a:pt x="56706" y="102467"/>
                  <a:pt x="56573" y="102921"/>
                </a:cubicBezTo>
                <a:cubicBezTo>
                  <a:pt x="56439" y="103376"/>
                  <a:pt x="56279" y="103777"/>
                  <a:pt x="56091" y="104124"/>
                </a:cubicBezTo>
                <a:cubicBezTo>
                  <a:pt x="55904" y="104472"/>
                  <a:pt x="55477" y="104979"/>
                  <a:pt x="54808" y="105648"/>
                </a:cubicBezTo>
                <a:cubicBezTo>
                  <a:pt x="54140" y="106316"/>
                  <a:pt x="53004" y="107144"/>
                  <a:pt x="51400" y="108133"/>
                </a:cubicBezTo>
                <a:cubicBezTo>
                  <a:pt x="49797" y="109122"/>
                  <a:pt x="47992" y="110004"/>
                  <a:pt x="45988" y="110780"/>
                </a:cubicBezTo>
                <a:cubicBezTo>
                  <a:pt x="43983" y="111555"/>
                  <a:pt x="41805" y="112183"/>
                  <a:pt x="39452" y="112664"/>
                </a:cubicBezTo>
                <a:cubicBezTo>
                  <a:pt x="37100" y="113145"/>
                  <a:pt x="34668" y="113386"/>
                  <a:pt x="32155" y="113386"/>
                </a:cubicBezTo>
                <a:cubicBezTo>
                  <a:pt x="26970" y="113386"/>
                  <a:pt x="22372" y="112529"/>
                  <a:pt x="18363" y="110815"/>
                </a:cubicBezTo>
                <a:cubicBezTo>
                  <a:pt x="14354" y="109101"/>
                  <a:pt x="10999" y="106596"/>
                  <a:pt x="8299" y="103302"/>
                </a:cubicBezTo>
                <a:cubicBezTo>
                  <a:pt x="5600" y="100008"/>
                  <a:pt x="3542" y="95963"/>
                  <a:pt x="2125" y="91169"/>
                </a:cubicBezTo>
                <a:cubicBezTo>
                  <a:pt x="708" y="86374"/>
                  <a:pt x="0" y="80844"/>
                  <a:pt x="0" y="74577"/>
                </a:cubicBezTo>
                <a:cubicBezTo>
                  <a:pt x="0" y="67452"/>
                  <a:pt x="869" y="61332"/>
                  <a:pt x="2606" y="56217"/>
                </a:cubicBezTo>
                <a:cubicBezTo>
                  <a:pt x="4344" y="51101"/>
                  <a:pt x="6722" y="46910"/>
                  <a:pt x="9743" y="43642"/>
                </a:cubicBezTo>
                <a:cubicBezTo>
                  <a:pt x="12763" y="40375"/>
                  <a:pt x="16318" y="37951"/>
                  <a:pt x="20408" y="36370"/>
                </a:cubicBezTo>
                <a:cubicBezTo>
                  <a:pt x="24497" y="34790"/>
                  <a:pt x="28921" y="34000"/>
                  <a:pt x="33679" y="34000"/>
                </a:cubicBezTo>
                <a:cubicBezTo>
                  <a:pt x="35978" y="34000"/>
                  <a:pt x="38210" y="34214"/>
                  <a:pt x="40375" y="34641"/>
                </a:cubicBezTo>
                <a:cubicBezTo>
                  <a:pt x="42540" y="35069"/>
                  <a:pt x="44531" y="35630"/>
                  <a:pt x="46349" y="36325"/>
                </a:cubicBezTo>
                <a:cubicBezTo>
                  <a:pt x="48166" y="37020"/>
                  <a:pt x="49783" y="37822"/>
                  <a:pt x="51200" y="38731"/>
                </a:cubicBezTo>
                <a:cubicBezTo>
                  <a:pt x="52617" y="39640"/>
                  <a:pt x="53646" y="40415"/>
                  <a:pt x="54287" y="41056"/>
                </a:cubicBezTo>
                <a:cubicBezTo>
                  <a:pt x="54929" y="41698"/>
                  <a:pt x="55370" y="42206"/>
                  <a:pt x="55610" y="42580"/>
                </a:cubicBezTo>
                <a:cubicBezTo>
                  <a:pt x="55851" y="42954"/>
                  <a:pt x="56051" y="43395"/>
                  <a:pt x="56212" y="43903"/>
                </a:cubicBezTo>
                <a:cubicBezTo>
                  <a:pt x="56372" y="44411"/>
                  <a:pt x="56479" y="44985"/>
                  <a:pt x="56532" y="45627"/>
                </a:cubicBezTo>
                <a:cubicBezTo>
                  <a:pt x="56586" y="46268"/>
                  <a:pt x="56613" y="47070"/>
                  <a:pt x="56613" y="48033"/>
                </a:cubicBezTo>
                <a:cubicBezTo>
                  <a:pt x="56613" y="50117"/>
                  <a:pt x="56372" y="51574"/>
                  <a:pt x="55891" y="52403"/>
                </a:cubicBezTo>
                <a:cubicBezTo>
                  <a:pt x="55410" y="53231"/>
                  <a:pt x="54822" y="53646"/>
                  <a:pt x="54127" y="53646"/>
                </a:cubicBezTo>
                <a:cubicBezTo>
                  <a:pt x="53325" y="53646"/>
                  <a:pt x="52403" y="53205"/>
                  <a:pt x="51360" y="52323"/>
                </a:cubicBezTo>
                <a:cubicBezTo>
                  <a:pt x="50318" y="51441"/>
                  <a:pt x="48995" y="50465"/>
                  <a:pt x="47391" y="49396"/>
                </a:cubicBezTo>
                <a:cubicBezTo>
                  <a:pt x="45787" y="48327"/>
                  <a:pt x="43849" y="47351"/>
                  <a:pt x="41577" y="46469"/>
                </a:cubicBezTo>
                <a:cubicBezTo>
                  <a:pt x="39305" y="45587"/>
                  <a:pt x="36619" y="45146"/>
                  <a:pt x="33519" y="45146"/>
                </a:cubicBezTo>
                <a:cubicBezTo>
                  <a:pt x="27157" y="45146"/>
                  <a:pt x="22279" y="47599"/>
                  <a:pt x="18884" y="52506"/>
                </a:cubicBezTo>
                <a:cubicBezTo>
                  <a:pt x="15490" y="57410"/>
                  <a:pt x="13792" y="64526"/>
                  <a:pt x="13792" y="73853"/>
                </a:cubicBezTo>
                <a:cubicBezTo>
                  <a:pt x="13792" y="78517"/>
                  <a:pt x="14233" y="82605"/>
                  <a:pt x="15115" y="86117"/>
                </a:cubicBezTo>
                <a:cubicBezTo>
                  <a:pt x="15997" y="89628"/>
                  <a:pt x="17294" y="92564"/>
                  <a:pt x="19005" y="94922"/>
                </a:cubicBezTo>
                <a:cubicBezTo>
                  <a:pt x="20715" y="97281"/>
                  <a:pt x="22813" y="99037"/>
                  <a:pt x="25299" y="100190"/>
                </a:cubicBezTo>
                <a:cubicBezTo>
                  <a:pt x="27785" y="101343"/>
                  <a:pt x="30632" y="101919"/>
                  <a:pt x="33839" y="101919"/>
                </a:cubicBezTo>
                <a:cubicBezTo>
                  <a:pt x="36886" y="101919"/>
                  <a:pt x="39559" y="101438"/>
                  <a:pt x="41858" y="100475"/>
                </a:cubicBezTo>
                <a:cubicBezTo>
                  <a:pt x="44157" y="99513"/>
                  <a:pt x="46148" y="98457"/>
                  <a:pt x="47832" y="97308"/>
                </a:cubicBezTo>
                <a:cubicBezTo>
                  <a:pt x="49516" y="96159"/>
                  <a:pt x="50933" y="95116"/>
                  <a:pt x="52082" y="94181"/>
                </a:cubicBezTo>
                <a:cubicBezTo>
                  <a:pt x="53231" y="93245"/>
                  <a:pt x="54127" y="92777"/>
                  <a:pt x="54768" y="92777"/>
                </a:cubicBezTo>
                <a:cubicBezTo>
                  <a:pt x="55143" y="92777"/>
                  <a:pt x="55463" y="92884"/>
                  <a:pt x="55731" y="93098"/>
                </a:cubicBezTo>
                <a:cubicBezTo>
                  <a:pt x="55998" y="93312"/>
                  <a:pt x="56225" y="93673"/>
                  <a:pt x="56412" y="94181"/>
                </a:cubicBezTo>
                <a:cubicBezTo>
                  <a:pt x="56599" y="94689"/>
                  <a:pt x="56733" y="95330"/>
                  <a:pt x="56813" y="96105"/>
                </a:cubicBezTo>
                <a:cubicBezTo>
                  <a:pt x="56893" y="96880"/>
                  <a:pt x="56933" y="97803"/>
                  <a:pt x="56933" y="98872"/>
                </a:cubicBezTo>
                <a:close/>
                <a:moveTo>
                  <a:pt x="139009" y="72931"/>
                </a:moveTo>
                <a:cubicBezTo>
                  <a:pt x="139009" y="78816"/>
                  <a:pt x="138233" y="84234"/>
                  <a:pt x="136683" y="89184"/>
                </a:cubicBezTo>
                <a:cubicBezTo>
                  <a:pt x="135133" y="94134"/>
                  <a:pt x="132821" y="98402"/>
                  <a:pt x="129747" y="101989"/>
                </a:cubicBezTo>
                <a:cubicBezTo>
                  <a:pt x="126673" y="105574"/>
                  <a:pt x="122824" y="108370"/>
                  <a:pt x="118200" y="110376"/>
                </a:cubicBezTo>
                <a:cubicBezTo>
                  <a:pt x="113576" y="112383"/>
                  <a:pt x="108216" y="113386"/>
                  <a:pt x="102122" y="113386"/>
                </a:cubicBezTo>
                <a:cubicBezTo>
                  <a:pt x="96188" y="113386"/>
                  <a:pt x="91016" y="112503"/>
                  <a:pt x="86606" y="110737"/>
                </a:cubicBezTo>
                <a:cubicBezTo>
                  <a:pt x="82195" y="108971"/>
                  <a:pt x="78520" y="106403"/>
                  <a:pt x="75580" y="103031"/>
                </a:cubicBezTo>
                <a:cubicBezTo>
                  <a:pt x="72640" y="99660"/>
                  <a:pt x="70448" y="95566"/>
                  <a:pt x="69005" y="90750"/>
                </a:cubicBezTo>
                <a:cubicBezTo>
                  <a:pt x="67561" y="85934"/>
                  <a:pt x="66839" y="80475"/>
                  <a:pt x="66839" y="74374"/>
                </a:cubicBezTo>
                <a:cubicBezTo>
                  <a:pt x="66839" y="68489"/>
                  <a:pt x="67601" y="63071"/>
                  <a:pt x="69125" y="58121"/>
                </a:cubicBezTo>
                <a:cubicBezTo>
                  <a:pt x="70648" y="53171"/>
                  <a:pt x="72947" y="48904"/>
                  <a:pt x="76021" y="45319"/>
                </a:cubicBezTo>
                <a:cubicBezTo>
                  <a:pt x="79095" y="41732"/>
                  <a:pt x="82930" y="38949"/>
                  <a:pt x="87528" y="36969"/>
                </a:cubicBezTo>
                <a:cubicBezTo>
                  <a:pt x="92125" y="34990"/>
                  <a:pt x="97498" y="34000"/>
                  <a:pt x="103646" y="34000"/>
                </a:cubicBezTo>
                <a:cubicBezTo>
                  <a:pt x="109580" y="34000"/>
                  <a:pt x="114752" y="34883"/>
                  <a:pt x="119162" y="36648"/>
                </a:cubicBezTo>
                <a:cubicBezTo>
                  <a:pt x="123572" y="38414"/>
                  <a:pt x="127248" y="40983"/>
                  <a:pt x="130188" y="44354"/>
                </a:cubicBezTo>
                <a:cubicBezTo>
                  <a:pt x="133128" y="47725"/>
                  <a:pt x="135333" y="51819"/>
                  <a:pt x="136803" y="56635"/>
                </a:cubicBezTo>
                <a:cubicBezTo>
                  <a:pt x="138274" y="61452"/>
                  <a:pt x="139009" y="66883"/>
                  <a:pt x="139009" y="72931"/>
                </a:cubicBezTo>
                <a:moveTo>
                  <a:pt x="125056" y="73813"/>
                </a:moveTo>
                <a:cubicBezTo>
                  <a:pt x="125056" y="69906"/>
                  <a:pt x="124695" y="66212"/>
                  <a:pt x="123973" y="62732"/>
                </a:cubicBezTo>
                <a:cubicBezTo>
                  <a:pt x="123252" y="59252"/>
                  <a:pt x="122062" y="56201"/>
                  <a:pt x="120405" y="53578"/>
                </a:cubicBezTo>
                <a:cubicBezTo>
                  <a:pt x="118748" y="50955"/>
                  <a:pt x="116502" y="48881"/>
                  <a:pt x="113669" y="47356"/>
                </a:cubicBezTo>
                <a:cubicBezTo>
                  <a:pt x="110836" y="45829"/>
                  <a:pt x="107308" y="45066"/>
                  <a:pt x="103084" y="45066"/>
                </a:cubicBezTo>
                <a:cubicBezTo>
                  <a:pt x="99182" y="45066"/>
                  <a:pt x="95827" y="45761"/>
                  <a:pt x="93021" y="47153"/>
                </a:cubicBezTo>
                <a:cubicBezTo>
                  <a:pt x="90214" y="48545"/>
                  <a:pt x="87902" y="50513"/>
                  <a:pt x="86085" y="53057"/>
                </a:cubicBezTo>
                <a:cubicBezTo>
                  <a:pt x="84267" y="55599"/>
                  <a:pt x="82917" y="58611"/>
                  <a:pt x="82035" y="62091"/>
                </a:cubicBezTo>
                <a:cubicBezTo>
                  <a:pt x="81153" y="65569"/>
                  <a:pt x="80712" y="69369"/>
                  <a:pt x="80712" y="73492"/>
                </a:cubicBezTo>
                <a:cubicBezTo>
                  <a:pt x="80712" y="77453"/>
                  <a:pt x="81073" y="81174"/>
                  <a:pt x="81794" y="84653"/>
                </a:cubicBezTo>
                <a:cubicBezTo>
                  <a:pt x="82516" y="88133"/>
                  <a:pt x="83719" y="91171"/>
                  <a:pt x="85403" y="93767"/>
                </a:cubicBezTo>
                <a:cubicBezTo>
                  <a:pt x="87087" y="96363"/>
                  <a:pt x="89346" y="98425"/>
                  <a:pt x="92179" y="99952"/>
                </a:cubicBezTo>
                <a:cubicBezTo>
                  <a:pt x="95012" y="101477"/>
                  <a:pt x="98540" y="102240"/>
                  <a:pt x="102764" y="102240"/>
                </a:cubicBezTo>
                <a:cubicBezTo>
                  <a:pt x="106613" y="102240"/>
                  <a:pt x="109954" y="101544"/>
                  <a:pt x="112787" y="100152"/>
                </a:cubicBezTo>
                <a:cubicBezTo>
                  <a:pt x="115620" y="98761"/>
                  <a:pt x="117946" y="96807"/>
                  <a:pt x="119763" y="94291"/>
                </a:cubicBezTo>
                <a:cubicBezTo>
                  <a:pt x="121581" y="91773"/>
                  <a:pt x="122918" y="88776"/>
                  <a:pt x="123773" y="85297"/>
                </a:cubicBezTo>
                <a:cubicBezTo>
                  <a:pt x="124628" y="81818"/>
                  <a:pt x="125056" y="77989"/>
                  <a:pt x="125056" y="73813"/>
                </a:cubicBezTo>
                <a:close/>
                <a:moveTo>
                  <a:pt x="199303" y="42339"/>
                </a:moveTo>
                <a:cubicBezTo>
                  <a:pt x="199303" y="43515"/>
                  <a:pt x="199276" y="44504"/>
                  <a:pt x="199223" y="45306"/>
                </a:cubicBezTo>
                <a:cubicBezTo>
                  <a:pt x="199169" y="46108"/>
                  <a:pt x="199062" y="46736"/>
                  <a:pt x="198902" y="47191"/>
                </a:cubicBezTo>
                <a:cubicBezTo>
                  <a:pt x="198742" y="47645"/>
                  <a:pt x="198541" y="47992"/>
                  <a:pt x="198301" y="48233"/>
                </a:cubicBezTo>
                <a:cubicBezTo>
                  <a:pt x="198060" y="48474"/>
                  <a:pt x="197726" y="48594"/>
                  <a:pt x="197298" y="48594"/>
                </a:cubicBezTo>
                <a:cubicBezTo>
                  <a:pt x="196871" y="48594"/>
                  <a:pt x="196349" y="48474"/>
                  <a:pt x="195735" y="48233"/>
                </a:cubicBezTo>
                <a:cubicBezTo>
                  <a:pt x="195120" y="47992"/>
                  <a:pt x="194425" y="47752"/>
                  <a:pt x="193650" y="47511"/>
                </a:cubicBezTo>
                <a:cubicBezTo>
                  <a:pt x="192874" y="47271"/>
                  <a:pt x="192006" y="47044"/>
                  <a:pt x="191044" y="46830"/>
                </a:cubicBezTo>
                <a:cubicBezTo>
                  <a:pt x="190081" y="46616"/>
                  <a:pt x="189039" y="46509"/>
                  <a:pt x="187916" y="46509"/>
                </a:cubicBezTo>
                <a:cubicBezTo>
                  <a:pt x="186580" y="46509"/>
                  <a:pt x="185270" y="46776"/>
                  <a:pt x="183987" y="47311"/>
                </a:cubicBezTo>
                <a:cubicBezTo>
                  <a:pt x="182704" y="47845"/>
                  <a:pt x="181354" y="48728"/>
                  <a:pt x="179937" y="49957"/>
                </a:cubicBezTo>
                <a:cubicBezTo>
                  <a:pt x="178521" y="51187"/>
                  <a:pt x="177037" y="52817"/>
                  <a:pt x="175487" y="54849"/>
                </a:cubicBezTo>
                <a:cubicBezTo>
                  <a:pt x="173937" y="56880"/>
                  <a:pt x="172226" y="59366"/>
                  <a:pt x="170355" y="62306"/>
                </a:cubicBezTo>
                <a:lnTo>
                  <a:pt x="170355" y="109777"/>
                </a:lnTo>
                <a:cubicBezTo>
                  <a:pt x="170355" y="110205"/>
                  <a:pt x="170248" y="110566"/>
                  <a:pt x="170034" y="110860"/>
                </a:cubicBezTo>
                <a:cubicBezTo>
                  <a:pt x="169820" y="111154"/>
                  <a:pt x="169473" y="111408"/>
                  <a:pt x="168992" y="111622"/>
                </a:cubicBezTo>
                <a:cubicBezTo>
                  <a:pt x="168511" y="111835"/>
                  <a:pt x="167842" y="111996"/>
                  <a:pt x="166987" y="112103"/>
                </a:cubicBezTo>
                <a:cubicBezTo>
                  <a:pt x="166132" y="112210"/>
                  <a:pt x="165036" y="112263"/>
                  <a:pt x="163699" y="112263"/>
                </a:cubicBezTo>
                <a:cubicBezTo>
                  <a:pt x="162416" y="112263"/>
                  <a:pt x="161347" y="112210"/>
                  <a:pt x="160492" y="112103"/>
                </a:cubicBezTo>
                <a:cubicBezTo>
                  <a:pt x="159637" y="111996"/>
                  <a:pt x="158955" y="111835"/>
                  <a:pt x="158447" y="111622"/>
                </a:cubicBezTo>
                <a:cubicBezTo>
                  <a:pt x="157939" y="111408"/>
                  <a:pt x="157592" y="111154"/>
                  <a:pt x="157405" y="110860"/>
                </a:cubicBezTo>
                <a:cubicBezTo>
                  <a:pt x="157218" y="110566"/>
                  <a:pt x="157124" y="110205"/>
                  <a:pt x="157124" y="109777"/>
                </a:cubicBezTo>
                <a:lnTo>
                  <a:pt x="157124" y="37608"/>
                </a:lnTo>
                <a:cubicBezTo>
                  <a:pt x="157124" y="37180"/>
                  <a:pt x="157204" y="36820"/>
                  <a:pt x="157365" y="36526"/>
                </a:cubicBezTo>
                <a:cubicBezTo>
                  <a:pt x="157525" y="36232"/>
                  <a:pt x="157846" y="35964"/>
                  <a:pt x="158327" y="35724"/>
                </a:cubicBezTo>
                <a:cubicBezTo>
                  <a:pt x="158808" y="35483"/>
                  <a:pt x="159423" y="35323"/>
                  <a:pt x="160171" y="35243"/>
                </a:cubicBezTo>
                <a:cubicBezTo>
                  <a:pt x="160920" y="35162"/>
                  <a:pt x="161909" y="35122"/>
                  <a:pt x="163138" y="35122"/>
                </a:cubicBezTo>
                <a:cubicBezTo>
                  <a:pt x="164314" y="35122"/>
                  <a:pt x="165290" y="35162"/>
                  <a:pt x="166065" y="35243"/>
                </a:cubicBezTo>
                <a:cubicBezTo>
                  <a:pt x="166840" y="35323"/>
                  <a:pt x="167442" y="35483"/>
                  <a:pt x="167869" y="35724"/>
                </a:cubicBezTo>
                <a:cubicBezTo>
                  <a:pt x="168297" y="35964"/>
                  <a:pt x="168604" y="36232"/>
                  <a:pt x="168791" y="36526"/>
                </a:cubicBezTo>
                <a:cubicBezTo>
                  <a:pt x="168978" y="36820"/>
                  <a:pt x="169072" y="37180"/>
                  <a:pt x="169072" y="37608"/>
                </a:cubicBezTo>
                <a:lnTo>
                  <a:pt x="169072" y="48113"/>
                </a:lnTo>
                <a:cubicBezTo>
                  <a:pt x="171050" y="45226"/>
                  <a:pt x="172908" y="42874"/>
                  <a:pt x="174645" y="41056"/>
                </a:cubicBezTo>
                <a:cubicBezTo>
                  <a:pt x="176382" y="39239"/>
                  <a:pt x="178026" y="37809"/>
                  <a:pt x="179577" y="36766"/>
                </a:cubicBezTo>
                <a:cubicBezTo>
                  <a:pt x="181127" y="35724"/>
                  <a:pt x="182664" y="35002"/>
                  <a:pt x="184187" y="34601"/>
                </a:cubicBezTo>
                <a:cubicBezTo>
                  <a:pt x="185711" y="34200"/>
                  <a:pt x="187248" y="34000"/>
                  <a:pt x="188798" y="34000"/>
                </a:cubicBezTo>
                <a:cubicBezTo>
                  <a:pt x="189493" y="34000"/>
                  <a:pt x="190282" y="34040"/>
                  <a:pt x="191164" y="34120"/>
                </a:cubicBezTo>
                <a:cubicBezTo>
                  <a:pt x="192046" y="34200"/>
                  <a:pt x="192968" y="34347"/>
                  <a:pt x="193930" y="34561"/>
                </a:cubicBezTo>
                <a:cubicBezTo>
                  <a:pt x="194893" y="34775"/>
                  <a:pt x="195761" y="35015"/>
                  <a:pt x="196536" y="35283"/>
                </a:cubicBezTo>
                <a:cubicBezTo>
                  <a:pt x="197312" y="35550"/>
                  <a:pt x="197859" y="35817"/>
                  <a:pt x="198180" y="36085"/>
                </a:cubicBezTo>
                <a:cubicBezTo>
                  <a:pt x="198501" y="36352"/>
                  <a:pt x="198715" y="36606"/>
                  <a:pt x="198822" y="36846"/>
                </a:cubicBezTo>
                <a:cubicBezTo>
                  <a:pt x="198929" y="37087"/>
                  <a:pt x="199022" y="37394"/>
                  <a:pt x="199102" y="37769"/>
                </a:cubicBezTo>
                <a:cubicBezTo>
                  <a:pt x="199183" y="38143"/>
                  <a:pt x="199236" y="38691"/>
                  <a:pt x="199263" y="39412"/>
                </a:cubicBezTo>
                <a:cubicBezTo>
                  <a:pt x="199290" y="40134"/>
                  <a:pt x="199303" y="41110"/>
                  <a:pt x="199303" y="42339"/>
                </a:cubicBezTo>
                <a:close/>
                <a:moveTo>
                  <a:pt x="253990" y="42339"/>
                </a:moveTo>
                <a:cubicBezTo>
                  <a:pt x="253990" y="43515"/>
                  <a:pt x="253963" y="44504"/>
                  <a:pt x="253909" y="45306"/>
                </a:cubicBezTo>
                <a:cubicBezTo>
                  <a:pt x="253856" y="46108"/>
                  <a:pt x="253749" y="46736"/>
                  <a:pt x="253589" y="47191"/>
                </a:cubicBezTo>
                <a:cubicBezTo>
                  <a:pt x="253428" y="47645"/>
                  <a:pt x="253228" y="47992"/>
                  <a:pt x="252987" y="48233"/>
                </a:cubicBezTo>
                <a:cubicBezTo>
                  <a:pt x="252747" y="48474"/>
                  <a:pt x="252413" y="48594"/>
                  <a:pt x="251985" y="48594"/>
                </a:cubicBezTo>
                <a:cubicBezTo>
                  <a:pt x="251557" y="48594"/>
                  <a:pt x="251036" y="48474"/>
                  <a:pt x="250421" y="48233"/>
                </a:cubicBezTo>
                <a:cubicBezTo>
                  <a:pt x="249806" y="47992"/>
                  <a:pt x="249111" y="47752"/>
                  <a:pt x="248336" y="47511"/>
                </a:cubicBezTo>
                <a:cubicBezTo>
                  <a:pt x="247561" y="47271"/>
                  <a:pt x="246692" y="47044"/>
                  <a:pt x="245730" y="46830"/>
                </a:cubicBezTo>
                <a:cubicBezTo>
                  <a:pt x="244768" y="46616"/>
                  <a:pt x="243726" y="46509"/>
                  <a:pt x="242603" y="46509"/>
                </a:cubicBezTo>
                <a:cubicBezTo>
                  <a:pt x="241266" y="46509"/>
                  <a:pt x="239957" y="46776"/>
                  <a:pt x="238674" y="47311"/>
                </a:cubicBezTo>
                <a:cubicBezTo>
                  <a:pt x="237391" y="47845"/>
                  <a:pt x="236041" y="48728"/>
                  <a:pt x="234624" y="49957"/>
                </a:cubicBezTo>
                <a:cubicBezTo>
                  <a:pt x="233208" y="51187"/>
                  <a:pt x="231724" y="52817"/>
                  <a:pt x="230174" y="54849"/>
                </a:cubicBezTo>
                <a:cubicBezTo>
                  <a:pt x="228623" y="56880"/>
                  <a:pt x="226913" y="59366"/>
                  <a:pt x="225042" y="62306"/>
                </a:cubicBezTo>
                <a:lnTo>
                  <a:pt x="225042" y="109777"/>
                </a:lnTo>
                <a:cubicBezTo>
                  <a:pt x="225042" y="110205"/>
                  <a:pt x="224935" y="110566"/>
                  <a:pt x="224721" y="110860"/>
                </a:cubicBezTo>
                <a:cubicBezTo>
                  <a:pt x="224507" y="111154"/>
                  <a:pt x="224160" y="111408"/>
                  <a:pt x="223679" y="111622"/>
                </a:cubicBezTo>
                <a:cubicBezTo>
                  <a:pt x="223197" y="111835"/>
                  <a:pt x="222529" y="111996"/>
                  <a:pt x="221674" y="112103"/>
                </a:cubicBezTo>
                <a:cubicBezTo>
                  <a:pt x="220818" y="112210"/>
                  <a:pt x="219723" y="112263"/>
                  <a:pt x="218386" y="112263"/>
                </a:cubicBezTo>
                <a:cubicBezTo>
                  <a:pt x="217103" y="112263"/>
                  <a:pt x="216034" y="112210"/>
                  <a:pt x="215179" y="112103"/>
                </a:cubicBezTo>
                <a:cubicBezTo>
                  <a:pt x="214323" y="111996"/>
                  <a:pt x="213642" y="111835"/>
                  <a:pt x="213134" y="111622"/>
                </a:cubicBezTo>
                <a:cubicBezTo>
                  <a:pt x="212626" y="111408"/>
                  <a:pt x="212278" y="111154"/>
                  <a:pt x="212091" y="110860"/>
                </a:cubicBezTo>
                <a:cubicBezTo>
                  <a:pt x="211904" y="110566"/>
                  <a:pt x="211811" y="110205"/>
                  <a:pt x="211811" y="109777"/>
                </a:cubicBezTo>
                <a:lnTo>
                  <a:pt x="211811" y="37608"/>
                </a:lnTo>
                <a:cubicBezTo>
                  <a:pt x="211811" y="37180"/>
                  <a:pt x="211891" y="36820"/>
                  <a:pt x="212051" y="36526"/>
                </a:cubicBezTo>
                <a:cubicBezTo>
                  <a:pt x="212212" y="36232"/>
                  <a:pt x="212532" y="35964"/>
                  <a:pt x="213014" y="35724"/>
                </a:cubicBezTo>
                <a:cubicBezTo>
                  <a:pt x="213495" y="35483"/>
                  <a:pt x="214109" y="35323"/>
                  <a:pt x="214858" y="35243"/>
                </a:cubicBezTo>
                <a:cubicBezTo>
                  <a:pt x="215606" y="35162"/>
                  <a:pt x="216595" y="35122"/>
                  <a:pt x="217825" y="35122"/>
                </a:cubicBezTo>
                <a:cubicBezTo>
                  <a:pt x="219001" y="35122"/>
                  <a:pt x="219977" y="35162"/>
                  <a:pt x="220752" y="35243"/>
                </a:cubicBezTo>
                <a:cubicBezTo>
                  <a:pt x="221527" y="35323"/>
                  <a:pt x="222128" y="35483"/>
                  <a:pt x="222556" y="35724"/>
                </a:cubicBezTo>
                <a:cubicBezTo>
                  <a:pt x="222984" y="35964"/>
                  <a:pt x="223291" y="36232"/>
                  <a:pt x="223478" y="36526"/>
                </a:cubicBezTo>
                <a:cubicBezTo>
                  <a:pt x="223665" y="36820"/>
                  <a:pt x="223759" y="37180"/>
                  <a:pt x="223759" y="37608"/>
                </a:cubicBezTo>
                <a:lnTo>
                  <a:pt x="223759" y="48113"/>
                </a:lnTo>
                <a:cubicBezTo>
                  <a:pt x="225737" y="45226"/>
                  <a:pt x="227594" y="42874"/>
                  <a:pt x="229332" y="41056"/>
                </a:cubicBezTo>
                <a:cubicBezTo>
                  <a:pt x="231069" y="39239"/>
                  <a:pt x="232713" y="37809"/>
                  <a:pt x="234263" y="36766"/>
                </a:cubicBezTo>
                <a:cubicBezTo>
                  <a:pt x="235814" y="35724"/>
                  <a:pt x="237351" y="35002"/>
                  <a:pt x="238874" y="34601"/>
                </a:cubicBezTo>
                <a:cubicBezTo>
                  <a:pt x="240398" y="34200"/>
                  <a:pt x="241935" y="34000"/>
                  <a:pt x="243485" y="34000"/>
                </a:cubicBezTo>
                <a:cubicBezTo>
                  <a:pt x="244180" y="34000"/>
                  <a:pt x="244968" y="34040"/>
                  <a:pt x="245850" y="34120"/>
                </a:cubicBezTo>
                <a:cubicBezTo>
                  <a:pt x="246733" y="34200"/>
                  <a:pt x="247655" y="34347"/>
                  <a:pt x="248617" y="34561"/>
                </a:cubicBezTo>
                <a:cubicBezTo>
                  <a:pt x="249579" y="34775"/>
                  <a:pt x="250448" y="35015"/>
                  <a:pt x="251223" y="35283"/>
                </a:cubicBezTo>
                <a:cubicBezTo>
                  <a:pt x="251998" y="35550"/>
                  <a:pt x="252546" y="35817"/>
                  <a:pt x="252867" y="36085"/>
                </a:cubicBezTo>
                <a:cubicBezTo>
                  <a:pt x="253188" y="36352"/>
                  <a:pt x="253402" y="36606"/>
                  <a:pt x="253508" y="36846"/>
                </a:cubicBezTo>
                <a:cubicBezTo>
                  <a:pt x="253615" y="37087"/>
                  <a:pt x="253709" y="37394"/>
                  <a:pt x="253789" y="37769"/>
                </a:cubicBezTo>
                <a:cubicBezTo>
                  <a:pt x="253869" y="38143"/>
                  <a:pt x="253923" y="38691"/>
                  <a:pt x="253949" y="39412"/>
                </a:cubicBezTo>
                <a:cubicBezTo>
                  <a:pt x="253976" y="40134"/>
                  <a:pt x="253990" y="41110"/>
                  <a:pt x="253990" y="42339"/>
                </a:cubicBezTo>
                <a:close/>
                <a:moveTo>
                  <a:pt x="328082" y="70565"/>
                </a:moveTo>
                <a:cubicBezTo>
                  <a:pt x="328082" y="72650"/>
                  <a:pt x="327561" y="74134"/>
                  <a:pt x="326518" y="75016"/>
                </a:cubicBezTo>
                <a:cubicBezTo>
                  <a:pt x="325476" y="75898"/>
                  <a:pt x="324286" y="76339"/>
                  <a:pt x="322950" y="76339"/>
                </a:cubicBezTo>
                <a:lnTo>
                  <a:pt x="275639" y="76339"/>
                </a:lnTo>
                <a:cubicBezTo>
                  <a:pt x="275639" y="80360"/>
                  <a:pt x="276040" y="83979"/>
                  <a:pt x="276842" y="87197"/>
                </a:cubicBezTo>
                <a:cubicBezTo>
                  <a:pt x="277644" y="90414"/>
                  <a:pt x="278980" y="93176"/>
                  <a:pt x="280851" y="95481"/>
                </a:cubicBezTo>
                <a:cubicBezTo>
                  <a:pt x="282722" y="97787"/>
                  <a:pt x="285155" y="99557"/>
                  <a:pt x="288148" y="100791"/>
                </a:cubicBezTo>
                <a:cubicBezTo>
                  <a:pt x="291142" y="102024"/>
                  <a:pt x="294804" y="102641"/>
                  <a:pt x="299134" y="102641"/>
                </a:cubicBezTo>
                <a:cubicBezTo>
                  <a:pt x="302556" y="102641"/>
                  <a:pt x="305603" y="102360"/>
                  <a:pt x="308276" y="101799"/>
                </a:cubicBezTo>
                <a:cubicBezTo>
                  <a:pt x="310949" y="101237"/>
                  <a:pt x="313261" y="100609"/>
                  <a:pt x="315212" y="99914"/>
                </a:cubicBezTo>
                <a:cubicBezTo>
                  <a:pt x="317163" y="99219"/>
                  <a:pt x="318767" y="98591"/>
                  <a:pt x="320023" y="98030"/>
                </a:cubicBezTo>
                <a:cubicBezTo>
                  <a:pt x="321279" y="97468"/>
                  <a:pt x="322228" y="97188"/>
                  <a:pt x="322870" y="97188"/>
                </a:cubicBezTo>
                <a:cubicBezTo>
                  <a:pt x="323244" y="97188"/>
                  <a:pt x="323578" y="97281"/>
                  <a:pt x="323872" y="97468"/>
                </a:cubicBezTo>
                <a:cubicBezTo>
                  <a:pt x="324166" y="97656"/>
                  <a:pt x="324393" y="97936"/>
                  <a:pt x="324554" y="98310"/>
                </a:cubicBezTo>
                <a:cubicBezTo>
                  <a:pt x="324714" y="98685"/>
                  <a:pt x="324834" y="99206"/>
                  <a:pt x="324915" y="99874"/>
                </a:cubicBezTo>
                <a:cubicBezTo>
                  <a:pt x="324995" y="100542"/>
                  <a:pt x="325035" y="101358"/>
                  <a:pt x="325035" y="102320"/>
                </a:cubicBezTo>
                <a:cubicBezTo>
                  <a:pt x="325035" y="103015"/>
                  <a:pt x="325008" y="103616"/>
                  <a:pt x="324955" y="104124"/>
                </a:cubicBezTo>
                <a:cubicBezTo>
                  <a:pt x="324901" y="104632"/>
                  <a:pt x="324834" y="105086"/>
                  <a:pt x="324754" y="105487"/>
                </a:cubicBezTo>
                <a:cubicBezTo>
                  <a:pt x="324674" y="105888"/>
                  <a:pt x="324540" y="106249"/>
                  <a:pt x="324353" y="106570"/>
                </a:cubicBezTo>
                <a:cubicBezTo>
                  <a:pt x="324166" y="106891"/>
                  <a:pt x="323926" y="107198"/>
                  <a:pt x="323632" y="107492"/>
                </a:cubicBezTo>
                <a:cubicBezTo>
                  <a:pt x="323338" y="107786"/>
                  <a:pt x="322469" y="108267"/>
                  <a:pt x="321025" y="108935"/>
                </a:cubicBezTo>
                <a:cubicBezTo>
                  <a:pt x="319582" y="109604"/>
                  <a:pt x="317711" y="110258"/>
                  <a:pt x="315412" y="110900"/>
                </a:cubicBezTo>
                <a:cubicBezTo>
                  <a:pt x="313114" y="111541"/>
                  <a:pt x="310454" y="112116"/>
                  <a:pt x="307434" y="112624"/>
                </a:cubicBezTo>
                <a:cubicBezTo>
                  <a:pt x="304413" y="113132"/>
                  <a:pt x="301192" y="113386"/>
                  <a:pt x="297771" y="113386"/>
                </a:cubicBezTo>
                <a:cubicBezTo>
                  <a:pt x="291837" y="113386"/>
                  <a:pt x="286638" y="112556"/>
                  <a:pt x="282174" y="110897"/>
                </a:cubicBezTo>
                <a:cubicBezTo>
                  <a:pt x="277711" y="109239"/>
                  <a:pt x="273955" y="106777"/>
                  <a:pt x="270908" y="103513"/>
                </a:cubicBezTo>
                <a:cubicBezTo>
                  <a:pt x="267861" y="100248"/>
                  <a:pt x="265562" y="96155"/>
                  <a:pt x="264012" y="91231"/>
                </a:cubicBezTo>
                <a:cubicBezTo>
                  <a:pt x="262462" y="86308"/>
                  <a:pt x="261686" y="80582"/>
                  <a:pt x="261686" y="74054"/>
                </a:cubicBezTo>
                <a:cubicBezTo>
                  <a:pt x="261686" y="67846"/>
                  <a:pt x="262488" y="62267"/>
                  <a:pt x="264092" y="57317"/>
                </a:cubicBezTo>
                <a:cubicBezTo>
                  <a:pt x="265696" y="52367"/>
                  <a:pt x="268008" y="48166"/>
                  <a:pt x="271028" y="44715"/>
                </a:cubicBezTo>
                <a:cubicBezTo>
                  <a:pt x="274049" y="41263"/>
                  <a:pt x="277697" y="38615"/>
                  <a:pt x="281974" y="36769"/>
                </a:cubicBezTo>
                <a:cubicBezTo>
                  <a:pt x="286251" y="34923"/>
                  <a:pt x="291035" y="34000"/>
                  <a:pt x="296328" y="34000"/>
                </a:cubicBezTo>
                <a:cubicBezTo>
                  <a:pt x="301994" y="34000"/>
                  <a:pt x="306819" y="34908"/>
                  <a:pt x="310802" y="36726"/>
                </a:cubicBezTo>
                <a:cubicBezTo>
                  <a:pt x="314784" y="38544"/>
                  <a:pt x="318059" y="40989"/>
                  <a:pt x="320625" y="44063"/>
                </a:cubicBezTo>
                <a:cubicBezTo>
                  <a:pt x="323191" y="47137"/>
                  <a:pt x="325075" y="50746"/>
                  <a:pt x="326278" y="54889"/>
                </a:cubicBezTo>
                <a:cubicBezTo>
                  <a:pt x="327481" y="59032"/>
                  <a:pt x="328082" y="63455"/>
                  <a:pt x="328082" y="68160"/>
                </a:cubicBezTo>
                <a:lnTo>
                  <a:pt x="328082" y="70565"/>
                </a:lnTo>
                <a:moveTo>
                  <a:pt x="314771" y="66636"/>
                </a:moveTo>
                <a:cubicBezTo>
                  <a:pt x="314931" y="59687"/>
                  <a:pt x="313394" y="54234"/>
                  <a:pt x="310160" y="50278"/>
                </a:cubicBezTo>
                <a:cubicBezTo>
                  <a:pt x="306926" y="46322"/>
                  <a:pt x="302128" y="44344"/>
                  <a:pt x="295766" y="44344"/>
                </a:cubicBezTo>
                <a:cubicBezTo>
                  <a:pt x="292505" y="44344"/>
                  <a:pt x="289645" y="44959"/>
                  <a:pt x="287186" y="46188"/>
                </a:cubicBezTo>
                <a:cubicBezTo>
                  <a:pt x="284727" y="47418"/>
                  <a:pt x="282669" y="49048"/>
                  <a:pt x="281012" y="51080"/>
                </a:cubicBezTo>
                <a:cubicBezTo>
                  <a:pt x="279354" y="53111"/>
                  <a:pt x="278071" y="55477"/>
                  <a:pt x="277163" y="58176"/>
                </a:cubicBezTo>
                <a:cubicBezTo>
                  <a:pt x="276254" y="60876"/>
                  <a:pt x="275746" y="63696"/>
                  <a:pt x="275639" y="66636"/>
                </a:cubicBezTo>
                <a:lnTo>
                  <a:pt x="314771" y="66636"/>
                </a:lnTo>
                <a:close/>
                <a:moveTo>
                  <a:pt x="396872" y="90189"/>
                </a:moveTo>
                <a:cubicBezTo>
                  <a:pt x="396872" y="93881"/>
                  <a:pt x="396191" y="97172"/>
                  <a:pt x="394827" y="100062"/>
                </a:cubicBezTo>
                <a:cubicBezTo>
                  <a:pt x="393464" y="102950"/>
                  <a:pt x="391526" y="105385"/>
                  <a:pt x="389014" y="107367"/>
                </a:cubicBezTo>
                <a:cubicBezTo>
                  <a:pt x="386501" y="109346"/>
                  <a:pt x="383508" y="110844"/>
                  <a:pt x="380033" y="111860"/>
                </a:cubicBezTo>
                <a:cubicBezTo>
                  <a:pt x="376558" y="112877"/>
                  <a:pt x="372736" y="113386"/>
                  <a:pt x="368566" y="113386"/>
                </a:cubicBezTo>
                <a:cubicBezTo>
                  <a:pt x="366000" y="113386"/>
                  <a:pt x="363554" y="113185"/>
                  <a:pt x="361229" y="112784"/>
                </a:cubicBezTo>
                <a:cubicBezTo>
                  <a:pt x="358903" y="112383"/>
                  <a:pt x="356818" y="111876"/>
                  <a:pt x="354974" y="111261"/>
                </a:cubicBezTo>
                <a:cubicBezTo>
                  <a:pt x="353130" y="110646"/>
                  <a:pt x="351566" y="110004"/>
                  <a:pt x="350283" y="109336"/>
                </a:cubicBezTo>
                <a:cubicBezTo>
                  <a:pt x="349000" y="108668"/>
                  <a:pt x="348065" y="108067"/>
                  <a:pt x="347477" y="107532"/>
                </a:cubicBezTo>
                <a:cubicBezTo>
                  <a:pt x="346888" y="106997"/>
                  <a:pt x="346461" y="106249"/>
                  <a:pt x="346194" y="105287"/>
                </a:cubicBezTo>
                <a:cubicBezTo>
                  <a:pt x="345926" y="104325"/>
                  <a:pt x="345793" y="103015"/>
                  <a:pt x="345793" y="101358"/>
                </a:cubicBezTo>
                <a:cubicBezTo>
                  <a:pt x="345793" y="100342"/>
                  <a:pt x="345846" y="99486"/>
                  <a:pt x="345953" y="98792"/>
                </a:cubicBezTo>
                <a:cubicBezTo>
                  <a:pt x="346060" y="98097"/>
                  <a:pt x="346194" y="97535"/>
                  <a:pt x="346354" y="97108"/>
                </a:cubicBezTo>
                <a:cubicBezTo>
                  <a:pt x="346514" y="96680"/>
                  <a:pt x="346741" y="96373"/>
                  <a:pt x="347035" y="96185"/>
                </a:cubicBezTo>
                <a:cubicBezTo>
                  <a:pt x="347329" y="95998"/>
                  <a:pt x="347664" y="95905"/>
                  <a:pt x="348038" y="95905"/>
                </a:cubicBezTo>
                <a:cubicBezTo>
                  <a:pt x="348626" y="95905"/>
                  <a:pt x="349495" y="96266"/>
                  <a:pt x="350644" y="96987"/>
                </a:cubicBezTo>
                <a:cubicBezTo>
                  <a:pt x="351793" y="97709"/>
                  <a:pt x="353210" y="98498"/>
                  <a:pt x="354894" y="99353"/>
                </a:cubicBezTo>
                <a:cubicBezTo>
                  <a:pt x="356578" y="100208"/>
                  <a:pt x="358569" y="100997"/>
                  <a:pt x="360868" y="101718"/>
                </a:cubicBezTo>
                <a:cubicBezTo>
                  <a:pt x="363167" y="102440"/>
                  <a:pt x="365813" y="102801"/>
                  <a:pt x="368806" y="102801"/>
                </a:cubicBezTo>
                <a:cubicBezTo>
                  <a:pt x="371052" y="102801"/>
                  <a:pt x="373083" y="102560"/>
                  <a:pt x="374901" y="102079"/>
                </a:cubicBezTo>
                <a:cubicBezTo>
                  <a:pt x="376718" y="101596"/>
                  <a:pt x="378295" y="100886"/>
                  <a:pt x="379632" y="99949"/>
                </a:cubicBezTo>
                <a:cubicBezTo>
                  <a:pt x="380968" y="99012"/>
                  <a:pt x="381997" y="97820"/>
                  <a:pt x="382719" y="96373"/>
                </a:cubicBezTo>
                <a:cubicBezTo>
                  <a:pt x="383441" y="94927"/>
                  <a:pt x="383802" y="93213"/>
                  <a:pt x="383802" y="91231"/>
                </a:cubicBezTo>
                <a:cubicBezTo>
                  <a:pt x="383802" y="89198"/>
                  <a:pt x="383280" y="87486"/>
                  <a:pt x="382238" y="86094"/>
                </a:cubicBezTo>
                <a:cubicBezTo>
                  <a:pt x="381196" y="84703"/>
                  <a:pt x="379819" y="83472"/>
                  <a:pt x="378108" y="82403"/>
                </a:cubicBezTo>
                <a:cubicBezTo>
                  <a:pt x="376398" y="81332"/>
                  <a:pt x="374473" y="80383"/>
                  <a:pt x="372335" y="79554"/>
                </a:cubicBezTo>
                <a:cubicBezTo>
                  <a:pt x="370196" y="78724"/>
                  <a:pt x="367991" y="77854"/>
                  <a:pt x="365719" y="76945"/>
                </a:cubicBezTo>
                <a:cubicBezTo>
                  <a:pt x="363447" y="76035"/>
                  <a:pt x="361229" y="75004"/>
                  <a:pt x="359064" y="73853"/>
                </a:cubicBezTo>
                <a:cubicBezTo>
                  <a:pt x="356899" y="72702"/>
                  <a:pt x="354961" y="71297"/>
                  <a:pt x="353250" y="69638"/>
                </a:cubicBezTo>
                <a:cubicBezTo>
                  <a:pt x="351539" y="67979"/>
                  <a:pt x="350163" y="66000"/>
                  <a:pt x="349120" y="63699"/>
                </a:cubicBezTo>
                <a:cubicBezTo>
                  <a:pt x="348078" y="61399"/>
                  <a:pt x="347557" y="58643"/>
                  <a:pt x="347557" y="55432"/>
                </a:cubicBezTo>
                <a:cubicBezTo>
                  <a:pt x="347557" y="52596"/>
                  <a:pt x="348105" y="49880"/>
                  <a:pt x="349201" y="47286"/>
                </a:cubicBezTo>
                <a:cubicBezTo>
                  <a:pt x="350296" y="44690"/>
                  <a:pt x="351940" y="42415"/>
                  <a:pt x="354132" y="40462"/>
                </a:cubicBezTo>
                <a:cubicBezTo>
                  <a:pt x="356324" y="38508"/>
                  <a:pt x="359064" y="36942"/>
                  <a:pt x="362351" y="35766"/>
                </a:cubicBezTo>
                <a:cubicBezTo>
                  <a:pt x="365639" y="34589"/>
                  <a:pt x="369475" y="34000"/>
                  <a:pt x="373858" y="34000"/>
                </a:cubicBezTo>
                <a:cubicBezTo>
                  <a:pt x="375783" y="34000"/>
                  <a:pt x="377707" y="34163"/>
                  <a:pt x="379632" y="34488"/>
                </a:cubicBezTo>
                <a:cubicBezTo>
                  <a:pt x="381556" y="34814"/>
                  <a:pt x="383294" y="35221"/>
                  <a:pt x="384844" y="35709"/>
                </a:cubicBezTo>
                <a:cubicBezTo>
                  <a:pt x="386394" y="36196"/>
                  <a:pt x="387717" y="36725"/>
                  <a:pt x="388813" y="37295"/>
                </a:cubicBezTo>
                <a:cubicBezTo>
                  <a:pt x="389909" y="37865"/>
                  <a:pt x="390738" y="38367"/>
                  <a:pt x="391299" y="38801"/>
                </a:cubicBezTo>
                <a:cubicBezTo>
                  <a:pt x="391861" y="39235"/>
                  <a:pt x="392235" y="39613"/>
                  <a:pt x="392422" y="39934"/>
                </a:cubicBezTo>
                <a:cubicBezTo>
                  <a:pt x="392609" y="40254"/>
                  <a:pt x="392743" y="40615"/>
                  <a:pt x="392823" y="41016"/>
                </a:cubicBezTo>
                <a:cubicBezTo>
                  <a:pt x="392903" y="41417"/>
                  <a:pt x="392983" y="41912"/>
                  <a:pt x="393063" y="42500"/>
                </a:cubicBezTo>
                <a:cubicBezTo>
                  <a:pt x="393144" y="43088"/>
                  <a:pt x="393184" y="43809"/>
                  <a:pt x="393184" y="44665"/>
                </a:cubicBezTo>
                <a:cubicBezTo>
                  <a:pt x="393184" y="45573"/>
                  <a:pt x="393144" y="46362"/>
                  <a:pt x="393063" y="47030"/>
                </a:cubicBezTo>
                <a:cubicBezTo>
                  <a:pt x="392983" y="47698"/>
                  <a:pt x="392850" y="48246"/>
                  <a:pt x="392662" y="48674"/>
                </a:cubicBezTo>
                <a:cubicBezTo>
                  <a:pt x="392475" y="49102"/>
                  <a:pt x="392248" y="49409"/>
                  <a:pt x="391981" y="49596"/>
                </a:cubicBezTo>
                <a:cubicBezTo>
                  <a:pt x="391714" y="49783"/>
                  <a:pt x="391419" y="49877"/>
                  <a:pt x="391099" y="49877"/>
                </a:cubicBezTo>
                <a:cubicBezTo>
                  <a:pt x="390618" y="49877"/>
                  <a:pt x="389923" y="49579"/>
                  <a:pt x="389014" y="48982"/>
                </a:cubicBezTo>
                <a:cubicBezTo>
                  <a:pt x="388105" y="48386"/>
                  <a:pt x="386929" y="47749"/>
                  <a:pt x="385486" y="47070"/>
                </a:cubicBezTo>
                <a:cubicBezTo>
                  <a:pt x="384042" y="46392"/>
                  <a:pt x="382345" y="45755"/>
                  <a:pt x="380394" y="45158"/>
                </a:cubicBezTo>
                <a:cubicBezTo>
                  <a:pt x="378442" y="44562"/>
                  <a:pt x="376211" y="44264"/>
                  <a:pt x="373698" y="44264"/>
                </a:cubicBezTo>
                <a:cubicBezTo>
                  <a:pt x="371453" y="44264"/>
                  <a:pt x="369475" y="44519"/>
                  <a:pt x="367764" y="45028"/>
                </a:cubicBezTo>
                <a:cubicBezTo>
                  <a:pt x="366053" y="45536"/>
                  <a:pt x="364650" y="46258"/>
                  <a:pt x="363554" y="47196"/>
                </a:cubicBezTo>
                <a:cubicBezTo>
                  <a:pt x="362458" y="48133"/>
                  <a:pt x="361630" y="49245"/>
                  <a:pt x="361068" y="50531"/>
                </a:cubicBezTo>
                <a:cubicBezTo>
                  <a:pt x="360507" y="51816"/>
                  <a:pt x="360226" y="53208"/>
                  <a:pt x="360226" y="54708"/>
                </a:cubicBezTo>
                <a:cubicBezTo>
                  <a:pt x="360226" y="56795"/>
                  <a:pt x="360761" y="58547"/>
                  <a:pt x="361830" y="59966"/>
                </a:cubicBezTo>
                <a:cubicBezTo>
                  <a:pt x="362899" y="61384"/>
                  <a:pt x="364289" y="62628"/>
                  <a:pt x="366000" y="63699"/>
                </a:cubicBezTo>
                <a:cubicBezTo>
                  <a:pt x="367711" y="64768"/>
                  <a:pt x="369662" y="65732"/>
                  <a:pt x="371854" y="66589"/>
                </a:cubicBezTo>
                <a:cubicBezTo>
                  <a:pt x="374045" y="67444"/>
                  <a:pt x="376277" y="68327"/>
                  <a:pt x="378549" y="69237"/>
                </a:cubicBezTo>
                <a:cubicBezTo>
                  <a:pt x="380821" y="70146"/>
                  <a:pt x="383067" y="71163"/>
                  <a:pt x="385285" y="72287"/>
                </a:cubicBezTo>
                <a:cubicBezTo>
                  <a:pt x="387504" y="73411"/>
                  <a:pt x="389468" y="74776"/>
                  <a:pt x="391179" y="76382"/>
                </a:cubicBezTo>
                <a:cubicBezTo>
                  <a:pt x="392890" y="77987"/>
                  <a:pt x="394266" y="79914"/>
                  <a:pt x="395309" y="82163"/>
                </a:cubicBezTo>
                <a:cubicBezTo>
                  <a:pt x="396351" y="84409"/>
                  <a:pt x="396872" y="87085"/>
                  <a:pt x="396872" y="90189"/>
                </a:cubicBezTo>
                <a:close/>
                <a:moveTo>
                  <a:pt x="478725" y="72610"/>
                </a:moveTo>
                <a:cubicBezTo>
                  <a:pt x="478725" y="78923"/>
                  <a:pt x="478043" y="84595"/>
                  <a:pt x="476680" y="89625"/>
                </a:cubicBezTo>
                <a:cubicBezTo>
                  <a:pt x="475317" y="94655"/>
                  <a:pt x="473312" y="98924"/>
                  <a:pt x="470666" y="102430"/>
                </a:cubicBezTo>
                <a:cubicBezTo>
                  <a:pt x="468020" y="105935"/>
                  <a:pt x="464746" y="108637"/>
                  <a:pt x="460843" y="110537"/>
                </a:cubicBezTo>
                <a:cubicBezTo>
                  <a:pt x="456941" y="112436"/>
                  <a:pt x="452477" y="113386"/>
                  <a:pt x="447452" y="113386"/>
                </a:cubicBezTo>
                <a:cubicBezTo>
                  <a:pt x="445313" y="113386"/>
                  <a:pt x="443335" y="113172"/>
                  <a:pt x="441518" y="112744"/>
                </a:cubicBezTo>
                <a:cubicBezTo>
                  <a:pt x="439700" y="112317"/>
                  <a:pt x="437923" y="111648"/>
                  <a:pt x="436185" y="110740"/>
                </a:cubicBezTo>
                <a:cubicBezTo>
                  <a:pt x="434448" y="109829"/>
                  <a:pt x="432724" y="108678"/>
                  <a:pt x="431013" y="107286"/>
                </a:cubicBezTo>
                <a:cubicBezTo>
                  <a:pt x="429302" y="105895"/>
                  <a:pt x="427485" y="104263"/>
                  <a:pt x="425560" y="102390"/>
                </a:cubicBezTo>
                <a:lnTo>
                  <a:pt x="425560" y="138409"/>
                </a:lnTo>
                <a:cubicBezTo>
                  <a:pt x="425560" y="138835"/>
                  <a:pt x="425453" y="139209"/>
                  <a:pt x="425240" y="139530"/>
                </a:cubicBezTo>
                <a:cubicBezTo>
                  <a:pt x="425026" y="139850"/>
                  <a:pt x="424678" y="140117"/>
                  <a:pt x="424197" y="140329"/>
                </a:cubicBezTo>
                <a:cubicBezTo>
                  <a:pt x="423716" y="140543"/>
                  <a:pt x="423048" y="140703"/>
                  <a:pt x="422192" y="140810"/>
                </a:cubicBezTo>
                <a:cubicBezTo>
                  <a:pt x="421337" y="140917"/>
                  <a:pt x="420241" y="140970"/>
                  <a:pt x="418905" y="140970"/>
                </a:cubicBezTo>
                <a:cubicBezTo>
                  <a:pt x="417622" y="140970"/>
                  <a:pt x="416553" y="140917"/>
                  <a:pt x="415697" y="140810"/>
                </a:cubicBezTo>
                <a:cubicBezTo>
                  <a:pt x="414842" y="140703"/>
                  <a:pt x="414160" y="140543"/>
                  <a:pt x="413652" y="140329"/>
                </a:cubicBezTo>
                <a:cubicBezTo>
                  <a:pt x="413145" y="140115"/>
                  <a:pt x="412797" y="139848"/>
                  <a:pt x="412610" y="139527"/>
                </a:cubicBezTo>
                <a:cubicBezTo>
                  <a:pt x="412423" y="139206"/>
                  <a:pt x="412329" y="138832"/>
                  <a:pt x="412329" y="138404"/>
                </a:cubicBezTo>
                <a:lnTo>
                  <a:pt x="412329" y="37608"/>
                </a:lnTo>
                <a:cubicBezTo>
                  <a:pt x="412329" y="37127"/>
                  <a:pt x="412410" y="36739"/>
                  <a:pt x="412570" y="36445"/>
                </a:cubicBezTo>
                <a:cubicBezTo>
                  <a:pt x="412730" y="36151"/>
                  <a:pt x="413051" y="35897"/>
                  <a:pt x="413532" y="35684"/>
                </a:cubicBezTo>
                <a:cubicBezTo>
                  <a:pt x="414013" y="35470"/>
                  <a:pt x="414628" y="35323"/>
                  <a:pt x="415376" y="35243"/>
                </a:cubicBezTo>
                <a:cubicBezTo>
                  <a:pt x="416125" y="35162"/>
                  <a:pt x="417034" y="35122"/>
                  <a:pt x="418103" y="35122"/>
                </a:cubicBezTo>
                <a:cubicBezTo>
                  <a:pt x="419226" y="35122"/>
                  <a:pt x="420148" y="35162"/>
                  <a:pt x="420869" y="35243"/>
                </a:cubicBezTo>
                <a:cubicBezTo>
                  <a:pt x="421591" y="35323"/>
                  <a:pt x="422192" y="35470"/>
                  <a:pt x="422674" y="35684"/>
                </a:cubicBezTo>
                <a:cubicBezTo>
                  <a:pt x="423155" y="35897"/>
                  <a:pt x="423489" y="36152"/>
                  <a:pt x="423676" y="36448"/>
                </a:cubicBezTo>
                <a:cubicBezTo>
                  <a:pt x="423863" y="36742"/>
                  <a:pt x="423957" y="37130"/>
                  <a:pt x="423957" y="37611"/>
                </a:cubicBezTo>
                <a:lnTo>
                  <a:pt x="423957" y="47323"/>
                </a:lnTo>
                <a:cubicBezTo>
                  <a:pt x="426148" y="45076"/>
                  <a:pt x="428260" y="43124"/>
                  <a:pt x="430291" y="41465"/>
                </a:cubicBezTo>
                <a:cubicBezTo>
                  <a:pt x="432323" y="39806"/>
                  <a:pt x="434368" y="38428"/>
                  <a:pt x="436426" y="37332"/>
                </a:cubicBezTo>
                <a:cubicBezTo>
                  <a:pt x="438484" y="36235"/>
                  <a:pt x="440596" y="35405"/>
                  <a:pt x="442761" y="34844"/>
                </a:cubicBezTo>
                <a:cubicBezTo>
                  <a:pt x="444926" y="34281"/>
                  <a:pt x="447211" y="34000"/>
                  <a:pt x="449617" y="34000"/>
                </a:cubicBezTo>
                <a:cubicBezTo>
                  <a:pt x="454856" y="34000"/>
                  <a:pt x="459319" y="35016"/>
                  <a:pt x="463008" y="37049"/>
                </a:cubicBezTo>
                <a:cubicBezTo>
                  <a:pt x="466697" y="39082"/>
                  <a:pt x="469704" y="41866"/>
                  <a:pt x="472029" y="45399"/>
                </a:cubicBezTo>
                <a:cubicBezTo>
                  <a:pt x="474355" y="48931"/>
                  <a:pt x="476052" y="53038"/>
                  <a:pt x="477121" y="57720"/>
                </a:cubicBezTo>
                <a:cubicBezTo>
                  <a:pt x="478190" y="62401"/>
                  <a:pt x="478725" y="67365"/>
                  <a:pt x="478725" y="72610"/>
                </a:cubicBezTo>
                <a:moveTo>
                  <a:pt x="464772" y="74134"/>
                </a:moveTo>
                <a:cubicBezTo>
                  <a:pt x="464772" y="70440"/>
                  <a:pt x="464492" y="66867"/>
                  <a:pt x="463930" y="63414"/>
                </a:cubicBezTo>
                <a:cubicBezTo>
                  <a:pt x="463369" y="59961"/>
                  <a:pt x="462407" y="56896"/>
                  <a:pt x="461044" y="54220"/>
                </a:cubicBezTo>
                <a:cubicBezTo>
                  <a:pt x="459680" y="51543"/>
                  <a:pt x="457849" y="49402"/>
                  <a:pt x="455551" y="47797"/>
                </a:cubicBezTo>
                <a:cubicBezTo>
                  <a:pt x="453252" y="46190"/>
                  <a:pt x="450392" y="45386"/>
                  <a:pt x="446971" y="45386"/>
                </a:cubicBezTo>
                <a:cubicBezTo>
                  <a:pt x="445260" y="45386"/>
                  <a:pt x="443576" y="45641"/>
                  <a:pt x="441919" y="46151"/>
                </a:cubicBezTo>
                <a:cubicBezTo>
                  <a:pt x="440261" y="46659"/>
                  <a:pt x="438578" y="47461"/>
                  <a:pt x="436867" y="48559"/>
                </a:cubicBezTo>
                <a:cubicBezTo>
                  <a:pt x="435156" y="49656"/>
                  <a:pt x="433365" y="51102"/>
                  <a:pt x="431494" y="52896"/>
                </a:cubicBezTo>
                <a:cubicBezTo>
                  <a:pt x="429623" y="54691"/>
                  <a:pt x="427645" y="56900"/>
                  <a:pt x="425560" y="59525"/>
                </a:cubicBezTo>
                <a:lnTo>
                  <a:pt x="425560" y="88262"/>
                </a:lnTo>
                <a:cubicBezTo>
                  <a:pt x="429196" y="92707"/>
                  <a:pt x="432644" y="96109"/>
                  <a:pt x="435905" y="98466"/>
                </a:cubicBezTo>
                <a:cubicBezTo>
                  <a:pt x="439166" y="100821"/>
                  <a:pt x="442587" y="101999"/>
                  <a:pt x="446169" y="101999"/>
                </a:cubicBezTo>
                <a:cubicBezTo>
                  <a:pt x="449483" y="101999"/>
                  <a:pt x="452330" y="101196"/>
                  <a:pt x="454709" y="99591"/>
                </a:cubicBezTo>
                <a:cubicBezTo>
                  <a:pt x="457088" y="97984"/>
                  <a:pt x="459012" y="95842"/>
                  <a:pt x="460482" y="93166"/>
                </a:cubicBezTo>
                <a:cubicBezTo>
                  <a:pt x="461952" y="90490"/>
                  <a:pt x="463035" y="87492"/>
                  <a:pt x="463730" y="84172"/>
                </a:cubicBezTo>
                <a:cubicBezTo>
                  <a:pt x="464425" y="80853"/>
                  <a:pt x="464772" y="77507"/>
                  <a:pt x="464772" y="74134"/>
                </a:cubicBezTo>
                <a:close/>
                <a:moveTo>
                  <a:pt x="564679" y="72931"/>
                </a:moveTo>
                <a:cubicBezTo>
                  <a:pt x="564679" y="78816"/>
                  <a:pt x="563904" y="84234"/>
                  <a:pt x="562354" y="89184"/>
                </a:cubicBezTo>
                <a:cubicBezTo>
                  <a:pt x="560804" y="94134"/>
                  <a:pt x="558492" y="98402"/>
                  <a:pt x="555418" y="101989"/>
                </a:cubicBezTo>
                <a:cubicBezTo>
                  <a:pt x="552344" y="105574"/>
                  <a:pt x="548495" y="108370"/>
                  <a:pt x="543871" y="110376"/>
                </a:cubicBezTo>
                <a:cubicBezTo>
                  <a:pt x="539246" y="112383"/>
                  <a:pt x="533887" y="113386"/>
                  <a:pt x="527793" y="113386"/>
                </a:cubicBezTo>
                <a:cubicBezTo>
                  <a:pt x="521859" y="113386"/>
                  <a:pt x="516687" y="112503"/>
                  <a:pt x="512277" y="110737"/>
                </a:cubicBezTo>
                <a:cubicBezTo>
                  <a:pt x="507866" y="108971"/>
                  <a:pt x="504191" y="106403"/>
                  <a:pt x="501251" y="103031"/>
                </a:cubicBezTo>
                <a:cubicBezTo>
                  <a:pt x="498310" y="99660"/>
                  <a:pt x="496119" y="95566"/>
                  <a:pt x="494675" y="90750"/>
                </a:cubicBezTo>
                <a:cubicBezTo>
                  <a:pt x="493232" y="85934"/>
                  <a:pt x="492510" y="80475"/>
                  <a:pt x="492510" y="74374"/>
                </a:cubicBezTo>
                <a:cubicBezTo>
                  <a:pt x="492510" y="68489"/>
                  <a:pt x="493272" y="63071"/>
                  <a:pt x="494796" y="58121"/>
                </a:cubicBezTo>
                <a:cubicBezTo>
                  <a:pt x="496319" y="53171"/>
                  <a:pt x="498618" y="48904"/>
                  <a:pt x="501692" y="45319"/>
                </a:cubicBezTo>
                <a:cubicBezTo>
                  <a:pt x="504766" y="41732"/>
                  <a:pt x="508601" y="38949"/>
                  <a:pt x="513199" y="36969"/>
                </a:cubicBezTo>
                <a:cubicBezTo>
                  <a:pt x="517796" y="34990"/>
                  <a:pt x="523169" y="34000"/>
                  <a:pt x="529316" y="34000"/>
                </a:cubicBezTo>
                <a:cubicBezTo>
                  <a:pt x="535250" y="34000"/>
                  <a:pt x="540423" y="34883"/>
                  <a:pt x="544833" y="36648"/>
                </a:cubicBezTo>
                <a:cubicBezTo>
                  <a:pt x="549243" y="38414"/>
                  <a:pt x="552918" y="40983"/>
                  <a:pt x="555859" y="44354"/>
                </a:cubicBezTo>
                <a:cubicBezTo>
                  <a:pt x="558799" y="47725"/>
                  <a:pt x="561004" y="51819"/>
                  <a:pt x="562474" y="56635"/>
                </a:cubicBezTo>
                <a:cubicBezTo>
                  <a:pt x="563944" y="61452"/>
                  <a:pt x="564679" y="66883"/>
                  <a:pt x="564679" y="72931"/>
                </a:cubicBezTo>
                <a:moveTo>
                  <a:pt x="550727" y="73813"/>
                </a:moveTo>
                <a:cubicBezTo>
                  <a:pt x="550727" y="69906"/>
                  <a:pt x="550366" y="66212"/>
                  <a:pt x="549644" y="62732"/>
                </a:cubicBezTo>
                <a:cubicBezTo>
                  <a:pt x="548922" y="59252"/>
                  <a:pt x="547733" y="56201"/>
                  <a:pt x="546076" y="53578"/>
                </a:cubicBezTo>
                <a:cubicBezTo>
                  <a:pt x="544419" y="50955"/>
                  <a:pt x="542173" y="48881"/>
                  <a:pt x="539340" y="47356"/>
                </a:cubicBezTo>
                <a:cubicBezTo>
                  <a:pt x="536507" y="45829"/>
                  <a:pt x="532978" y="45066"/>
                  <a:pt x="528755" y="45066"/>
                </a:cubicBezTo>
                <a:cubicBezTo>
                  <a:pt x="524853" y="45066"/>
                  <a:pt x="521498" y="45761"/>
                  <a:pt x="518692" y="47153"/>
                </a:cubicBezTo>
                <a:cubicBezTo>
                  <a:pt x="515885" y="48545"/>
                  <a:pt x="513573" y="50513"/>
                  <a:pt x="511755" y="53057"/>
                </a:cubicBezTo>
                <a:cubicBezTo>
                  <a:pt x="509938" y="55599"/>
                  <a:pt x="508588" y="58611"/>
                  <a:pt x="507706" y="62091"/>
                </a:cubicBezTo>
                <a:cubicBezTo>
                  <a:pt x="506824" y="65569"/>
                  <a:pt x="506383" y="69369"/>
                  <a:pt x="506383" y="73492"/>
                </a:cubicBezTo>
                <a:cubicBezTo>
                  <a:pt x="506383" y="77453"/>
                  <a:pt x="506744" y="81174"/>
                  <a:pt x="507465" y="84653"/>
                </a:cubicBezTo>
                <a:cubicBezTo>
                  <a:pt x="508187" y="88133"/>
                  <a:pt x="509390" y="91171"/>
                  <a:pt x="511074" y="93767"/>
                </a:cubicBezTo>
                <a:cubicBezTo>
                  <a:pt x="512758" y="96363"/>
                  <a:pt x="515016" y="98425"/>
                  <a:pt x="517850" y="99952"/>
                </a:cubicBezTo>
                <a:cubicBezTo>
                  <a:pt x="520683" y="101477"/>
                  <a:pt x="524211" y="102240"/>
                  <a:pt x="528434" y="102240"/>
                </a:cubicBezTo>
                <a:cubicBezTo>
                  <a:pt x="532283" y="102240"/>
                  <a:pt x="535625" y="101544"/>
                  <a:pt x="538458" y="100152"/>
                </a:cubicBezTo>
                <a:cubicBezTo>
                  <a:pt x="541291" y="98761"/>
                  <a:pt x="543617" y="96807"/>
                  <a:pt x="545434" y="94291"/>
                </a:cubicBezTo>
                <a:cubicBezTo>
                  <a:pt x="547252" y="91773"/>
                  <a:pt x="548588" y="88776"/>
                  <a:pt x="549444" y="85297"/>
                </a:cubicBezTo>
                <a:cubicBezTo>
                  <a:pt x="550299" y="81818"/>
                  <a:pt x="550727" y="77989"/>
                  <a:pt x="550727" y="73813"/>
                </a:cubicBezTo>
                <a:close/>
                <a:moveTo>
                  <a:pt x="644941" y="109777"/>
                </a:moveTo>
                <a:cubicBezTo>
                  <a:pt x="644941" y="110205"/>
                  <a:pt x="644834" y="110566"/>
                  <a:pt x="644620" y="110860"/>
                </a:cubicBezTo>
                <a:cubicBezTo>
                  <a:pt x="644406" y="111154"/>
                  <a:pt x="644059" y="111408"/>
                  <a:pt x="643577" y="111622"/>
                </a:cubicBezTo>
                <a:cubicBezTo>
                  <a:pt x="643096" y="111835"/>
                  <a:pt x="642428" y="111996"/>
                  <a:pt x="641573" y="112103"/>
                </a:cubicBezTo>
                <a:cubicBezTo>
                  <a:pt x="640717" y="112210"/>
                  <a:pt x="639648" y="112263"/>
                  <a:pt x="638365" y="112263"/>
                </a:cubicBezTo>
                <a:cubicBezTo>
                  <a:pt x="637029" y="112263"/>
                  <a:pt x="635933" y="112210"/>
                  <a:pt x="635078" y="112103"/>
                </a:cubicBezTo>
                <a:cubicBezTo>
                  <a:pt x="634222" y="111996"/>
                  <a:pt x="633554" y="111835"/>
                  <a:pt x="633073" y="111622"/>
                </a:cubicBezTo>
                <a:cubicBezTo>
                  <a:pt x="632592" y="111408"/>
                  <a:pt x="632244" y="111154"/>
                  <a:pt x="632030" y="110860"/>
                </a:cubicBezTo>
                <a:cubicBezTo>
                  <a:pt x="631817" y="110566"/>
                  <a:pt x="631710" y="110205"/>
                  <a:pt x="631710" y="109777"/>
                </a:cubicBezTo>
                <a:lnTo>
                  <a:pt x="631710" y="67518"/>
                </a:lnTo>
                <a:cubicBezTo>
                  <a:pt x="631710" y="63402"/>
                  <a:pt x="631389" y="60087"/>
                  <a:pt x="630747" y="57575"/>
                </a:cubicBezTo>
                <a:cubicBezTo>
                  <a:pt x="630106" y="55062"/>
                  <a:pt x="629170" y="52897"/>
                  <a:pt x="627941" y="51080"/>
                </a:cubicBezTo>
                <a:cubicBezTo>
                  <a:pt x="626711" y="49262"/>
                  <a:pt x="625121" y="47872"/>
                  <a:pt x="623170" y="46910"/>
                </a:cubicBezTo>
                <a:cubicBezTo>
                  <a:pt x="621218" y="45948"/>
                  <a:pt x="618960" y="45467"/>
                  <a:pt x="616394" y="45467"/>
                </a:cubicBezTo>
                <a:cubicBezTo>
                  <a:pt x="613079" y="45467"/>
                  <a:pt x="609765" y="46643"/>
                  <a:pt x="606450" y="48995"/>
                </a:cubicBezTo>
                <a:cubicBezTo>
                  <a:pt x="603136" y="51347"/>
                  <a:pt x="599661" y="54795"/>
                  <a:pt x="596026" y="59339"/>
                </a:cubicBezTo>
                <a:lnTo>
                  <a:pt x="596026" y="109777"/>
                </a:lnTo>
                <a:cubicBezTo>
                  <a:pt x="596026" y="110205"/>
                  <a:pt x="595919" y="110566"/>
                  <a:pt x="595705" y="110860"/>
                </a:cubicBezTo>
                <a:cubicBezTo>
                  <a:pt x="595491" y="111154"/>
                  <a:pt x="595144" y="111408"/>
                  <a:pt x="594663" y="111622"/>
                </a:cubicBezTo>
                <a:cubicBezTo>
                  <a:pt x="594182" y="111835"/>
                  <a:pt x="593513" y="111996"/>
                  <a:pt x="592658" y="112103"/>
                </a:cubicBezTo>
                <a:cubicBezTo>
                  <a:pt x="591803" y="112210"/>
                  <a:pt x="590707" y="112263"/>
                  <a:pt x="589370" y="112263"/>
                </a:cubicBezTo>
                <a:cubicBezTo>
                  <a:pt x="588087" y="112263"/>
                  <a:pt x="587018" y="112210"/>
                  <a:pt x="586163" y="112103"/>
                </a:cubicBezTo>
                <a:cubicBezTo>
                  <a:pt x="585308" y="111996"/>
                  <a:pt x="584626" y="111835"/>
                  <a:pt x="584118" y="111622"/>
                </a:cubicBezTo>
                <a:cubicBezTo>
                  <a:pt x="583610" y="111408"/>
                  <a:pt x="583263" y="111154"/>
                  <a:pt x="583076" y="110860"/>
                </a:cubicBezTo>
                <a:cubicBezTo>
                  <a:pt x="582889" y="110566"/>
                  <a:pt x="582795" y="110205"/>
                  <a:pt x="582795" y="109777"/>
                </a:cubicBezTo>
                <a:lnTo>
                  <a:pt x="582795" y="37608"/>
                </a:lnTo>
                <a:cubicBezTo>
                  <a:pt x="582795" y="37180"/>
                  <a:pt x="582875" y="36820"/>
                  <a:pt x="583036" y="36526"/>
                </a:cubicBezTo>
                <a:cubicBezTo>
                  <a:pt x="583196" y="36232"/>
                  <a:pt x="583517" y="35964"/>
                  <a:pt x="583998" y="35724"/>
                </a:cubicBezTo>
                <a:cubicBezTo>
                  <a:pt x="584479" y="35483"/>
                  <a:pt x="585094" y="35323"/>
                  <a:pt x="585842" y="35243"/>
                </a:cubicBezTo>
                <a:cubicBezTo>
                  <a:pt x="586591" y="35162"/>
                  <a:pt x="587580" y="35122"/>
                  <a:pt x="588809" y="35122"/>
                </a:cubicBezTo>
                <a:cubicBezTo>
                  <a:pt x="589985" y="35122"/>
                  <a:pt x="590961" y="35162"/>
                  <a:pt x="591736" y="35243"/>
                </a:cubicBezTo>
                <a:cubicBezTo>
                  <a:pt x="592511" y="35323"/>
                  <a:pt x="593113" y="35483"/>
                  <a:pt x="593540" y="35724"/>
                </a:cubicBezTo>
                <a:cubicBezTo>
                  <a:pt x="593968" y="35964"/>
                  <a:pt x="594275" y="36232"/>
                  <a:pt x="594462" y="36526"/>
                </a:cubicBezTo>
                <a:cubicBezTo>
                  <a:pt x="594649" y="36820"/>
                  <a:pt x="594743" y="37180"/>
                  <a:pt x="594743" y="37608"/>
                </a:cubicBezTo>
                <a:lnTo>
                  <a:pt x="594743" y="47151"/>
                </a:lnTo>
                <a:cubicBezTo>
                  <a:pt x="598806" y="42607"/>
                  <a:pt x="602855" y="39279"/>
                  <a:pt x="606891" y="37167"/>
                </a:cubicBezTo>
                <a:cubicBezTo>
                  <a:pt x="610928" y="35055"/>
                  <a:pt x="615004" y="34000"/>
                  <a:pt x="619120" y="34000"/>
                </a:cubicBezTo>
                <a:cubicBezTo>
                  <a:pt x="623931" y="34000"/>
                  <a:pt x="627981" y="34815"/>
                  <a:pt x="631269" y="36445"/>
                </a:cubicBezTo>
                <a:cubicBezTo>
                  <a:pt x="634556" y="38076"/>
                  <a:pt x="637216" y="40254"/>
                  <a:pt x="639247" y="42981"/>
                </a:cubicBezTo>
                <a:cubicBezTo>
                  <a:pt x="641279" y="45707"/>
                  <a:pt x="642735" y="48901"/>
                  <a:pt x="643618" y="52563"/>
                </a:cubicBezTo>
                <a:cubicBezTo>
                  <a:pt x="644500" y="56225"/>
                  <a:pt x="644941" y="60622"/>
                  <a:pt x="644941" y="65754"/>
                </a:cubicBezTo>
                <a:lnTo>
                  <a:pt x="644941" y="109777"/>
                </a:lnTo>
                <a:close/>
                <a:moveTo>
                  <a:pt x="729853" y="109775"/>
                </a:moveTo>
                <a:cubicBezTo>
                  <a:pt x="729853" y="110202"/>
                  <a:pt x="729759" y="110577"/>
                  <a:pt x="729572" y="110900"/>
                </a:cubicBezTo>
                <a:cubicBezTo>
                  <a:pt x="729385" y="111221"/>
                  <a:pt x="729064" y="111475"/>
                  <a:pt x="728610" y="111662"/>
                </a:cubicBezTo>
                <a:cubicBezTo>
                  <a:pt x="728155" y="111849"/>
                  <a:pt x="727554" y="111996"/>
                  <a:pt x="726805" y="112103"/>
                </a:cubicBezTo>
                <a:cubicBezTo>
                  <a:pt x="726057" y="112210"/>
                  <a:pt x="725148" y="112263"/>
                  <a:pt x="724079" y="112263"/>
                </a:cubicBezTo>
                <a:cubicBezTo>
                  <a:pt x="722956" y="112263"/>
                  <a:pt x="722021" y="112210"/>
                  <a:pt x="721272" y="112103"/>
                </a:cubicBezTo>
                <a:cubicBezTo>
                  <a:pt x="720524" y="111997"/>
                  <a:pt x="719909" y="111852"/>
                  <a:pt x="719428" y="111667"/>
                </a:cubicBezTo>
                <a:cubicBezTo>
                  <a:pt x="718947" y="111480"/>
                  <a:pt x="718600" y="111227"/>
                  <a:pt x="718386" y="110907"/>
                </a:cubicBezTo>
                <a:cubicBezTo>
                  <a:pt x="718172" y="110588"/>
                  <a:pt x="718065" y="110217"/>
                  <a:pt x="718065" y="109792"/>
                </a:cubicBezTo>
                <a:lnTo>
                  <a:pt x="718065" y="100303"/>
                </a:lnTo>
                <a:cubicBezTo>
                  <a:pt x="714269" y="104422"/>
                  <a:pt x="710327" y="107633"/>
                  <a:pt x="706237" y="109935"/>
                </a:cubicBezTo>
                <a:cubicBezTo>
                  <a:pt x="702148" y="112236"/>
                  <a:pt x="697670" y="113386"/>
                  <a:pt x="692806" y="113386"/>
                </a:cubicBezTo>
                <a:cubicBezTo>
                  <a:pt x="687513" y="113386"/>
                  <a:pt x="682996" y="112356"/>
                  <a:pt x="679254" y="110296"/>
                </a:cubicBezTo>
                <a:cubicBezTo>
                  <a:pt x="675512" y="108236"/>
                  <a:pt x="672478" y="105454"/>
                  <a:pt x="670153" y="101949"/>
                </a:cubicBezTo>
                <a:cubicBezTo>
                  <a:pt x="667827" y="98442"/>
                  <a:pt x="666130" y="94322"/>
                  <a:pt x="665061" y="89587"/>
                </a:cubicBezTo>
                <a:cubicBezTo>
                  <a:pt x="663992" y="84851"/>
                  <a:pt x="663457" y="79860"/>
                  <a:pt x="663457" y="74615"/>
                </a:cubicBezTo>
                <a:cubicBezTo>
                  <a:pt x="663457" y="68409"/>
                  <a:pt x="664125" y="62804"/>
                  <a:pt x="665462" y="57800"/>
                </a:cubicBezTo>
                <a:cubicBezTo>
                  <a:pt x="666798" y="52797"/>
                  <a:pt x="668776" y="48530"/>
                  <a:pt x="671396" y="44998"/>
                </a:cubicBezTo>
                <a:cubicBezTo>
                  <a:pt x="674015" y="41465"/>
                  <a:pt x="677263" y="38748"/>
                  <a:pt x="681138" y="36849"/>
                </a:cubicBezTo>
                <a:cubicBezTo>
                  <a:pt x="685014" y="34949"/>
                  <a:pt x="689491" y="34000"/>
                  <a:pt x="694570" y="34000"/>
                </a:cubicBezTo>
                <a:cubicBezTo>
                  <a:pt x="698793" y="34000"/>
                  <a:pt x="702655" y="34923"/>
                  <a:pt x="706157" y="36769"/>
                </a:cubicBezTo>
                <a:cubicBezTo>
                  <a:pt x="709659" y="38615"/>
                  <a:pt x="713120" y="41330"/>
                  <a:pt x="716541" y="44915"/>
                </a:cubicBezTo>
                <a:lnTo>
                  <a:pt x="716541" y="2892"/>
                </a:lnTo>
                <a:cubicBezTo>
                  <a:pt x="716541" y="2518"/>
                  <a:pt x="716635" y="2157"/>
                  <a:pt x="716822" y="1809"/>
                </a:cubicBezTo>
                <a:cubicBezTo>
                  <a:pt x="717009" y="1460"/>
                  <a:pt x="717370" y="1192"/>
                  <a:pt x="717905" y="1005"/>
                </a:cubicBezTo>
                <a:cubicBezTo>
                  <a:pt x="718439" y="816"/>
                  <a:pt x="719121" y="655"/>
                  <a:pt x="719949" y="521"/>
                </a:cubicBezTo>
                <a:cubicBezTo>
                  <a:pt x="720778" y="388"/>
                  <a:pt x="721834" y="321"/>
                  <a:pt x="723117" y="321"/>
                </a:cubicBezTo>
                <a:cubicBezTo>
                  <a:pt x="724453" y="321"/>
                  <a:pt x="725549" y="388"/>
                  <a:pt x="726404" y="521"/>
                </a:cubicBezTo>
                <a:cubicBezTo>
                  <a:pt x="727260" y="655"/>
                  <a:pt x="727928" y="815"/>
                  <a:pt x="728409" y="1002"/>
                </a:cubicBezTo>
                <a:cubicBezTo>
                  <a:pt x="728890" y="1189"/>
                  <a:pt x="729251" y="1458"/>
                  <a:pt x="729492" y="1807"/>
                </a:cubicBezTo>
                <a:cubicBezTo>
                  <a:pt x="729732" y="2154"/>
                  <a:pt x="729853" y="2515"/>
                  <a:pt x="729853" y="2889"/>
                </a:cubicBezTo>
                <a:lnTo>
                  <a:pt x="729853" y="109775"/>
                </a:lnTo>
                <a:moveTo>
                  <a:pt x="716541" y="59043"/>
                </a:moveTo>
                <a:cubicBezTo>
                  <a:pt x="712960" y="54598"/>
                  <a:pt x="709498" y="51211"/>
                  <a:pt x="706157" y="48882"/>
                </a:cubicBezTo>
                <a:cubicBezTo>
                  <a:pt x="702816" y="46552"/>
                  <a:pt x="699328" y="45386"/>
                  <a:pt x="695692" y="45386"/>
                </a:cubicBezTo>
                <a:cubicBezTo>
                  <a:pt x="692325" y="45386"/>
                  <a:pt x="689465" y="46190"/>
                  <a:pt x="687112" y="47797"/>
                </a:cubicBezTo>
                <a:cubicBezTo>
                  <a:pt x="684760" y="49402"/>
                  <a:pt x="682849" y="51517"/>
                  <a:pt x="681379" y="54139"/>
                </a:cubicBezTo>
                <a:cubicBezTo>
                  <a:pt x="679909" y="56762"/>
                  <a:pt x="678840" y="59733"/>
                  <a:pt x="678171" y="63053"/>
                </a:cubicBezTo>
                <a:cubicBezTo>
                  <a:pt x="677503" y="66372"/>
                  <a:pt x="677169" y="69745"/>
                  <a:pt x="677169" y="73171"/>
                </a:cubicBezTo>
                <a:cubicBezTo>
                  <a:pt x="677169" y="76812"/>
                  <a:pt x="677450" y="80372"/>
                  <a:pt x="678011" y="83852"/>
                </a:cubicBezTo>
                <a:cubicBezTo>
                  <a:pt x="678572" y="87331"/>
                  <a:pt x="679548" y="90423"/>
                  <a:pt x="680938" y="93126"/>
                </a:cubicBezTo>
                <a:cubicBezTo>
                  <a:pt x="682328" y="95829"/>
                  <a:pt x="684172" y="97997"/>
                  <a:pt x="686471" y="99631"/>
                </a:cubicBezTo>
                <a:cubicBezTo>
                  <a:pt x="688770" y="101263"/>
                  <a:pt x="691656" y="102079"/>
                  <a:pt x="695131" y="102079"/>
                </a:cubicBezTo>
                <a:cubicBezTo>
                  <a:pt x="696895" y="102079"/>
                  <a:pt x="698593" y="101839"/>
                  <a:pt x="700223" y="101358"/>
                </a:cubicBezTo>
                <a:cubicBezTo>
                  <a:pt x="701854" y="100875"/>
                  <a:pt x="703524" y="100071"/>
                  <a:pt x="705235" y="98947"/>
                </a:cubicBezTo>
                <a:cubicBezTo>
                  <a:pt x="706946" y="97823"/>
                  <a:pt x="708736" y="96363"/>
                  <a:pt x="710607" y="94569"/>
                </a:cubicBezTo>
                <a:cubicBezTo>
                  <a:pt x="712478" y="92775"/>
                  <a:pt x="714456" y="90566"/>
                  <a:pt x="716541" y="87941"/>
                </a:cubicBezTo>
                <a:lnTo>
                  <a:pt x="716541" y="59043"/>
                </a:lnTo>
                <a:close/>
                <a:moveTo>
                  <a:pt x="798567" y="90189"/>
                </a:moveTo>
                <a:cubicBezTo>
                  <a:pt x="798567" y="93881"/>
                  <a:pt x="797885" y="97172"/>
                  <a:pt x="796522" y="100062"/>
                </a:cubicBezTo>
                <a:cubicBezTo>
                  <a:pt x="795159" y="102950"/>
                  <a:pt x="793221" y="105385"/>
                  <a:pt x="790708" y="107367"/>
                </a:cubicBezTo>
                <a:cubicBezTo>
                  <a:pt x="788196" y="109346"/>
                  <a:pt x="785202" y="110844"/>
                  <a:pt x="781727" y="111860"/>
                </a:cubicBezTo>
                <a:cubicBezTo>
                  <a:pt x="778252" y="112877"/>
                  <a:pt x="774430" y="113386"/>
                  <a:pt x="770260" y="113386"/>
                </a:cubicBezTo>
                <a:cubicBezTo>
                  <a:pt x="767694" y="113386"/>
                  <a:pt x="765249" y="113185"/>
                  <a:pt x="762923" y="112784"/>
                </a:cubicBezTo>
                <a:cubicBezTo>
                  <a:pt x="760598" y="112383"/>
                  <a:pt x="758513" y="111876"/>
                  <a:pt x="756669" y="111261"/>
                </a:cubicBezTo>
                <a:cubicBezTo>
                  <a:pt x="754824" y="110646"/>
                  <a:pt x="753261" y="110004"/>
                  <a:pt x="751978" y="109336"/>
                </a:cubicBezTo>
                <a:cubicBezTo>
                  <a:pt x="750695" y="108668"/>
                  <a:pt x="749759" y="108067"/>
                  <a:pt x="749171" y="107532"/>
                </a:cubicBezTo>
                <a:cubicBezTo>
                  <a:pt x="748583" y="106997"/>
                  <a:pt x="748155" y="106249"/>
                  <a:pt x="747888" y="105287"/>
                </a:cubicBezTo>
                <a:cubicBezTo>
                  <a:pt x="747621" y="104325"/>
                  <a:pt x="747487" y="103015"/>
                  <a:pt x="747487" y="101358"/>
                </a:cubicBezTo>
                <a:cubicBezTo>
                  <a:pt x="747487" y="100342"/>
                  <a:pt x="747541" y="99486"/>
                  <a:pt x="747647" y="98792"/>
                </a:cubicBezTo>
                <a:cubicBezTo>
                  <a:pt x="747754" y="98097"/>
                  <a:pt x="747888" y="97535"/>
                  <a:pt x="748048" y="97108"/>
                </a:cubicBezTo>
                <a:cubicBezTo>
                  <a:pt x="748209" y="96680"/>
                  <a:pt x="748436" y="96373"/>
                  <a:pt x="748730" y="96185"/>
                </a:cubicBezTo>
                <a:cubicBezTo>
                  <a:pt x="749024" y="95998"/>
                  <a:pt x="749358" y="95905"/>
                  <a:pt x="749732" y="95905"/>
                </a:cubicBezTo>
                <a:cubicBezTo>
                  <a:pt x="750320" y="95905"/>
                  <a:pt x="751189" y="96266"/>
                  <a:pt x="752338" y="96987"/>
                </a:cubicBezTo>
                <a:cubicBezTo>
                  <a:pt x="753488" y="97709"/>
                  <a:pt x="754904" y="98498"/>
                  <a:pt x="756588" y="99353"/>
                </a:cubicBezTo>
                <a:cubicBezTo>
                  <a:pt x="758272" y="100208"/>
                  <a:pt x="760264" y="100997"/>
                  <a:pt x="762562" y="101718"/>
                </a:cubicBezTo>
                <a:cubicBezTo>
                  <a:pt x="764861" y="102440"/>
                  <a:pt x="767507" y="102801"/>
                  <a:pt x="770501" y="102801"/>
                </a:cubicBezTo>
                <a:cubicBezTo>
                  <a:pt x="772746" y="102801"/>
                  <a:pt x="774778" y="102560"/>
                  <a:pt x="776595" y="102079"/>
                </a:cubicBezTo>
                <a:cubicBezTo>
                  <a:pt x="778413" y="101596"/>
                  <a:pt x="779990" y="100886"/>
                  <a:pt x="781326" y="99949"/>
                </a:cubicBezTo>
                <a:cubicBezTo>
                  <a:pt x="782663" y="99012"/>
                  <a:pt x="783692" y="97820"/>
                  <a:pt x="784414" y="96373"/>
                </a:cubicBezTo>
                <a:cubicBezTo>
                  <a:pt x="785135" y="94927"/>
                  <a:pt x="785496" y="93213"/>
                  <a:pt x="785496" y="91231"/>
                </a:cubicBezTo>
                <a:cubicBezTo>
                  <a:pt x="785496" y="89198"/>
                  <a:pt x="784975" y="87486"/>
                  <a:pt x="783932" y="86094"/>
                </a:cubicBezTo>
                <a:cubicBezTo>
                  <a:pt x="782890" y="84703"/>
                  <a:pt x="781513" y="83472"/>
                  <a:pt x="779803" y="82403"/>
                </a:cubicBezTo>
                <a:cubicBezTo>
                  <a:pt x="778092" y="81332"/>
                  <a:pt x="776168" y="80383"/>
                  <a:pt x="774029" y="79554"/>
                </a:cubicBezTo>
                <a:cubicBezTo>
                  <a:pt x="771891" y="78724"/>
                  <a:pt x="769686" y="77854"/>
                  <a:pt x="767414" y="76945"/>
                </a:cubicBezTo>
                <a:cubicBezTo>
                  <a:pt x="765142" y="76035"/>
                  <a:pt x="762923" y="75004"/>
                  <a:pt x="760758" y="73853"/>
                </a:cubicBezTo>
                <a:cubicBezTo>
                  <a:pt x="758593" y="72702"/>
                  <a:pt x="756655" y="71297"/>
                  <a:pt x="754945" y="69638"/>
                </a:cubicBezTo>
                <a:cubicBezTo>
                  <a:pt x="753234" y="67979"/>
                  <a:pt x="751857" y="66000"/>
                  <a:pt x="750815" y="63699"/>
                </a:cubicBezTo>
                <a:cubicBezTo>
                  <a:pt x="749772" y="61399"/>
                  <a:pt x="749251" y="58643"/>
                  <a:pt x="749251" y="55432"/>
                </a:cubicBezTo>
                <a:cubicBezTo>
                  <a:pt x="749251" y="52596"/>
                  <a:pt x="749799" y="49880"/>
                  <a:pt x="750895" y="47286"/>
                </a:cubicBezTo>
                <a:cubicBezTo>
                  <a:pt x="751991" y="44690"/>
                  <a:pt x="753635" y="42415"/>
                  <a:pt x="755827" y="40462"/>
                </a:cubicBezTo>
                <a:cubicBezTo>
                  <a:pt x="758018" y="38508"/>
                  <a:pt x="760758" y="36942"/>
                  <a:pt x="764046" y="35766"/>
                </a:cubicBezTo>
                <a:cubicBezTo>
                  <a:pt x="767334" y="34589"/>
                  <a:pt x="771169" y="34000"/>
                  <a:pt x="775553" y="34000"/>
                </a:cubicBezTo>
                <a:cubicBezTo>
                  <a:pt x="777477" y="34000"/>
                  <a:pt x="779402" y="34163"/>
                  <a:pt x="781326" y="34488"/>
                </a:cubicBezTo>
                <a:cubicBezTo>
                  <a:pt x="783251" y="34814"/>
                  <a:pt x="784988" y="35221"/>
                  <a:pt x="786539" y="35709"/>
                </a:cubicBezTo>
                <a:cubicBezTo>
                  <a:pt x="788089" y="36196"/>
                  <a:pt x="789412" y="36725"/>
                  <a:pt x="790508" y="37295"/>
                </a:cubicBezTo>
                <a:cubicBezTo>
                  <a:pt x="791604" y="37865"/>
                  <a:pt x="792432" y="38367"/>
                  <a:pt x="792994" y="38801"/>
                </a:cubicBezTo>
                <a:cubicBezTo>
                  <a:pt x="793555" y="39235"/>
                  <a:pt x="793929" y="39613"/>
                  <a:pt x="794116" y="39934"/>
                </a:cubicBezTo>
                <a:cubicBezTo>
                  <a:pt x="794303" y="40254"/>
                  <a:pt x="794437" y="40615"/>
                  <a:pt x="794517" y="41016"/>
                </a:cubicBezTo>
                <a:cubicBezTo>
                  <a:pt x="794597" y="41417"/>
                  <a:pt x="794678" y="41912"/>
                  <a:pt x="794758" y="42500"/>
                </a:cubicBezTo>
                <a:cubicBezTo>
                  <a:pt x="794838" y="43088"/>
                  <a:pt x="794878" y="43809"/>
                  <a:pt x="794878" y="44665"/>
                </a:cubicBezTo>
                <a:cubicBezTo>
                  <a:pt x="794878" y="45573"/>
                  <a:pt x="794838" y="46362"/>
                  <a:pt x="794758" y="47030"/>
                </a:cubicBezTo>
                <a:cubicBezTo>
                  <a:pt x="794678" y="47698"/>
                  <a:pt x="794544" y="48246"/>
                  <a:pt x="794357" y="48674"/>
                </a:cubicBezTo>
                <a:cubicBezTo>
                  <a:pt x="794170" y="49102"/>
                  <a:pt x="793943" y="49409"/>
                  <a:pt x="793675" y="49596"/>
                </a:cubicBezTo>
                <a:cubicBezTo>
                  <a:pt x="793408" y="49783"/>
                  <a:pt x="793114" y="49877"/>
                  <a:pt x="792793" y="49877"/>
                </a:cubicBezTo>
                <a:cubicBezTo>
                  <a:pt x="792312" y="49877"/>
                  <a:pt x="791617" y="49579"/>
                  <a:pt x="790708" y="48982"/>
                </a:cubicBezTo>
                <a:cubicBezTo>
                  <a:pt x="789800" y="48386"/>
                  <a:pt x="788623" y="47749"/>
                  <a:pt x="787180" y="47070"/>
                </a:cubicBezTo>
                <a:cubicBezTo>
                  <a:pt x="785737" y="46392"/>
                  <a:pt x="784039" y="45755"/>
                  <a:pt x="782088" y="45158"/>
                </a:cubicBezTo>
                <a:cubicBezTo>
                  <a:pt x="780137" y="44562"/>
                  <a:pt x="777905" y="44264"/>
                  <a:pt x="775392" y="44264"/>
                </a:cubicBezTo>
                <a:cubicBezTo>
                  <a:pt x="773147" y="44264"/>
                  <a:pt x="771169" y="44519"/>
                  <a:pt x="769459" y="45028"/>
                </a:cubicBezTo>
                <a:cubicBezTo>
                  <a:pt x="767748" y="45536"/>
                  <a:pt x="766345" y="46258"/>
                  <a:pt x="765249" y="47196"/>
                </a:cubicBezTo>
                <a:cubicBezTo>
                  <a:pt x="764153" y="48133"/>
                  <a:pt x="763324" y="49245"/>
                  <a:pt x="762763" y="50531"/>
                </a:cubicBezTo>
                <a:cubicBezTo>
                  <a:pt x="762202" y="51816"/>
                  <a:pt x="761921" y="53208"/>
                  <a:pt x="761921" y="54708"/>
                </a:cubicBezTo>
                <a:cubicBezTo>
                  <a:pt x="761921" y="56795"/>
                  <a:pt x="762455" y="58547"/>
                  <a:pt x="763525" y="59966"/>
                </a:cubicBezTo>
                <a:cubicBezTo>
                  <a:pt x="764594" y="61384"/>
                  <a:pt x="765984" y="62628"/>
                  <a:pt x="767694" y="63699"/>
                </a:cubicBezTo>
                <a:cubicBezTo>
                  <a:pt x="769405" y="64768"/>
                  <a:pt x="771356" y="65732"/>
                  <a:pt x="773548" y="66589"/>
                </a:cubicBezTo>
                <a:cubicBezTo>
                  <a:pt x="775740" y="67444"/>
                  <a:pt x="777972" y="68327"/>
                  <a:pt x="780244" y="69237"/>
                </a:cubicBezTo>
                <a:cubicBezTo>
                  <a:pt x="782516" y="70146"/>
                  <a:pt x="784761" y="71163"/>
                  <a:pt x="786980" y="72287"/>
                </a:cubicBezTo>
                <a:cubicBezTo>
                  <a:pt x="789198" y="73411"/>
                  <a:pt x="791163" y="74776"/>
                  <a:pt x="792873" y="76382"/>
                </a:cubicBezTo>
                <a:cubicBezTo>
                  <a:pt x="794584" y="77987"/>
                  <a:pt x="795961" y="79914"/>
                  <a:pt x="797003" y="82163"/>
                </a:cubicBezTo>
                <a:cubicBezTo>
                  <a:pt x="798046" y="84409"/>
                  <a:pt x="798567" y="87085"/>
                  <a:pt x="798567" y="90189"/>
                </a:cubicBezTo>
                <a:close/>
                <a:moveTo>
                  <a:pt x="893922" y="104565"/>
                </a:moveTo>
                <a:cubicBezTo>
                  <a:pt x="893922" y="106115"/>
                  <a:pt x="893815" y="107345"/>
                  <a:pt x="893601" y="108254"/>
                </a:cubicBezTo>
                <a:cubicBezTo>
                  <a:pt x="893387" y="109163"/>
                  <a:pt x="893067" y="109831"/>
                  <a:pt x="892639" y="110258"/>
                </a:cubicBezTo>
                <a:cubicBezTo>
                  <a:pt x="892211" y="110686"/>
                  <a:pt x="891570" y="111087"/>
                  <a:pt x="890714" y="111461"/>
                </a:cubicBezTo>
                <a:cubicBezTo>
                  <a:pt x="889859" y="111835"/>
                  <a:pt x="888884" y="112143"/>
                  <a:pt x="887788" y="112383"/>
                </a:cubicBezTo>
                <a:cubicBezTo>
                  <a:pt x="886692" y="112624"/>
                  <a:pt x="885529" y="112824"/>
                  <a:pt x="884299" y="112985"/>
                </a:cubicBezTo>
                <a:cubicBezTo>
                  <a:pt x="883070" y="113145"/>
                  <a:pt x="881840" y="113225"/>
                  <a:pt x="880611" y="113225"/>
                </a:cubicBezTo>
                <a:cubicBezTo>
                  <a:pt x="876869" y="113225"/>
                  <a:pt x="873661" y="112730"/>
                  <a:pt x="870988" y="111739"/>
                </a:cubicBezTo>
                <a:cubicBezTo>
                  <a:pt x="868315" y="110747"/>
                  <a:pt x="866124" y="109246"/>
                  <a:pt x="864413" y="107236"/>
                </a:cubicBezTo>
                <a:cubicBezTo>
                  <a:pt x="862702" y="105227"/>
                  <a:pt x="861459" y="102681"/>
                  <a:pt x="860684" y="99601"/>
                </a:cubicBezTo>
                <a:cubicBezTo>
                  <a:pt x="859909" y="96520"/>
                  <a:pt x="859521" y="92890"/>
                  <a:pt x="859521" y="88710"/>
                </a:cubicBezTo>
                <a:lnTo>
                  <a:pt x="859521" y="46429"/>
                </a:lnTo>
                <a:lnTo>
                  <a:pt x="849418" y="46429"/>
                </a:lnTo>
                <a:cubicBezTo>
                  <a:pt x="848616" y="46429"/>
                  <a:pt x="847974" y="46001"/>
                  <a:pt x="847493" y="45146"/>
                </a:cubicBezTo>
                <a:cubicBezTo>
                  <a:pt x="847012" y="44290"/>
                  <a:pt x="846771" y="42901"/>
                  <a:pt x="846771" y="40976"/>
                </a:cubicBezTo>
                <a:cubicBezTo>
                  <a:pt x="846771" y="39960"/>
                  <a:pt x="846838" y="39105"/>
                  <a:pt x="846972" y="38410"/>
                </a:cubicBezTo>
                <a:cubicBezTo>
                  <a:pt x="847106" y="37715"/>
                  <a:pt x="847279" y="37140"/>
                  <a:pt x="847493" y="36686"/>
                </a:cubicBezTo>
                <a:cubicBezTo>
                  <a:pt x="847707" y="36232"/>
                  <a:pt x="847988" y="35911"/>
                  <a:pt x="848335" y="35724"/>
                </a:cubicBezTo>
                <a:cubicBezTo>
                  <a:pt x="848683" y="35537"/>
                  <a:pt x="849070" y="35443"/>
                  <a:pt x="849498" y="35443"/>
                </a:cubicBezTo>
                <a:lnTo>
                  <a:pt x="859521" y="35443"/>
                </a:lnTo>
                <a:lnTo>
                  <a:pt x="859521" y="18283"/>
                </a:lnTo>
                <a:cubicBezTo>
                  <a:pt x="859521" y="17909"/>
                  <a:pt x="859615" y="17561"/>
                  <a:pt x="859802" y="17240"/>
                </a:cubicBezTo>
                <a:cubicBezTo>
                  <a:pt x="859989" y="16920"/>
                  <a:pt x="860337" y="16639"/>
                  <a:pt x="860844" y="16398"/>
                </a:cubicBezTo>
                <a:cubicBezTo>
                  <a:pt x="861352" y="16158"/>
                  <a:pt x="862034" y="15984"/>
                  <a:pt x="862889" y="15877"/>
                </a:cubicBezTo>
                <a:cubicBezTo>
                  <a:pt x="863745" y="15770"/>
                  <a:pt x="864814" y="15717"/>
                  <a:pt x="866097" y="15717"/>
                </a:cubicBezTo>
                <a:cubicBezTo>
                  <a:pt x="867433" y="15717"/>
                  <a:pt x="868529" y="15770"/>
                  <a:pt x="869384" y="15877"/>
                </a:cubicBezTo>
                <a:cubicBezTo>
                  <a:pt x="870240" y="15984"/>
                  <a:pt x="870908" y="16158"/>
                  <a:pt x="871389" y="16398"/>
                </a:cubicBezTo>
                <a:cubicBezTo>
                  <a:pt x="871870" y="16639"/>
                  <a:pt x="872218" y="16920"/>
                  <a:pt x="872432" y="17240"/>
                </a:cubicBezTo>
                <a:cubicBezTo>
                  <a:pt x="872645" y="17561"/>
                  <a:pt x="872752" y="17909"/>
                  <a:pt x="872752" y="18283"/>
                </a:cubicBezTo>
                <a:lnTo>
                  <a:pt x="872752" y="35443"/>
                </a:lnTo>
                <a:lnTo>
                  <a:pt x="891276" y="35443"/>
                </a:lnTo>
                <a:cubicBezTo>
                  <a:pt x="891703" y="35443"/>
                  <a:pt x="892078" y="35537"/>
                  <a:pt x="892398" y="35724"/>
                </a:cubicBezTo>
                <a:cubicBezTo>
                  <a:pt x="892719" y="35911"/>
                  <a:pt x="893000" y="36232"/>
                  <a:pt x="893240" y="36686"/>
                </a:cubicBezTo>
                <a:cubicBezTo>
                  <a:pt x="893481" y="37140"/>
                  <a:pt x="893655" y="37715"/>
                  <a:pt x="893762" y="38410"/>
                </a:cubicBezTo>
                <a:cubicBezTo>
                  <a:pt x="893869" y="39105"/>
                  <a:pt x="893922" y="39960"/>
                  <a:pt x="893922" y="40976"/>
                </a:cubicBezTo>
                <a:cubicBezTo>
                  <a:pt x="893922" y="42901"/>
                  <a:pt x="893681" y="44290"/>
                  <a:pt x="893200" y="45146"/>
                </a:cubicBezTo>
                <a:cubicBezTo>
                  <a:pt x="892719" y="46001"/>
                  <a:pt x="892078" y="46429"/>
                  <a:pt x="891276" y="46429"/>
                </a:cubicBezTo>
                <a:lnTo>
                  <a:pt x="872752" y="46429"/>
                </a:lnTo>
                <a:lnTo>
                  <a:pt x="872752" y="86801"/>
                </a:lnTo>
                <a:cubicBezTo>
                  <a:pt x="872752" y="91786"/>
                  <a:pt x="873487" y="95552"/>
                  <a:pt x="874958" y="98100"/>
                </a:cubicBezTo>
                <a:cubicBezTo>
                  <a:pt x="876428" y="100646"/>
                  <a:pt x="879060" y="101919"/>
                  <a:pt x="882856" y="101919"/>
                </a:cubicBezTo>
                <a:cubicBezTo>
                  <a:pt x="884086" y="101919"/>
                  <a:pt x="885182" y="101799"/>
                  <a:pt x="886144" y="101558"/>
                </a:cubicBezTo>
                <a:cubicBezTo>
                  <a:pt x="887106" y="101317"/>
                  <a:pt x="887961" y="101064"/>
                  <a:pt x="888710" y="100796"/>
                </a:cubicBezTo>
                <a:cubicBezTo>
                  <a:pt x="889458" y="100529"/>
                  <a:pt x="890100" y="100275"/>
                  <a:pt x="890634" y="100034"/>
                </a:cubicBezTo>
                <a:cubicBezTo>
                  <a:pt x="891169" y="99794"/>
                  <a:pt x="891650" y="99674"/>
                  <a:pt x="892078" y="99674"/>
                </a:cubicBezTo>
                <a:cubicBezTo>
                  <a:pt x="892345" y="99674"/>
                  <a:pt x="892599" y="99740"/>
                  <a:pt x="892839" y="99874"/>
                </a:cubicBezTo>
                <a:cubicBezTo>
                  <a:pt x="893080" y="100008"/>
                  <a:pt x="893267" y="100262"/>
                  <a:pt x="893401" y="100636"/>
                </a:cubicBezTo>
                <a:cubicBezTo>
                  <a:pt x="893534" y="101010"/>
                  <a:pt x="893655" y="101518"/>
                  <a:pt x="893762" y="102159"/>
                </a:cubicBezTo>
                <a:cubicBezTo>
                  <a:pt x="893869" y="102801"/>
                  <a:pt x="893922" y="103603"/>
                  <a:pt x="893922" y="104565"/>
                </a:cubicBezTo>
                <a:close/>
                <a:moveTo>
                  <a:pt x="978527" y="72931"/>
                </a:moveTo>
                <a:cubicBezTo>
                  <a:pt x="978527" y="78816"/>
                  <a:pt x="977751" y="84234"/>
                  <a:pt x="976201" y="89184"/>
                </a:cubicBezTo>
                <a:cubicBezTo>
                  <a:pt x="974651" y="94134"/>
                  <a:pt x="972339" y="98402"/>
                  <a:pt x="969265" y="101989"/>
                </a:cubicBezTo>
                <a:cubicBezTo>
                  <a:pt x="966191" y="105574"/>
                  <a:pt x="962342" y="108370"/>
                  <a:pt x="957718" y="110376"/>
                </a:cubicBezTo>
                <a:cubicBezTo>
                  <a:pt x="953094" y="112383"/>
                  <a:pt x="947734" y="113386"/>
                  <a:pt x="941640" y="113386"/>
                </a:cubicBezTo>
                <a:cubicBezTo>
                  <a:pt x="935706" y="113386"/>
                  <a:pt x="930534" y="112503"/>
                  <a:pt x="926124" y="110737"/>
                </a:cubicBezTo>
                <a:cubicBezTo>
                  <a:pt x="921713" y="108971"/>
                  <a:pt x="918038" y="106403"/>
                  <a:pt x="915098" y="103031"/>
                </a:cubicBezTo>
                <a:cubicBezTo>
                  <a:pt x="912158" y="99660"/>
                  <a:pt x="909966" y="95566"/>
                  <a:pt x="908522" y="90750"/>
                </a:cubicBezTo>
                <a:cubicBezTo>
                  <a:pt x="907079" y="85934"/>
                  <a:pt x="906357" y="80475"/>
                  <a:pt x="906357" y="74374"/>
                </a:cubicBezTo>
                <a:cubicBezTo>
                  <a:pt x="906357" y="68489"/>
                  <a:pt x="907119" y="63071"/>
                  <a:pt x="908643" y="58121"/>
                </a:cubicBezTo>
                <a:cubicBezTo>
                  <a:pt x="910166" y="53171"/>
                  <a:pt x="912465" y="48904"/>
                  <a:pt x="915539" y="45319"/>
                </a:cubicBezTo>
                <a:cubicBezTo>
                  <a:pt x="918613" y="41732"/>
                  <a:pt x="922448" y="38949"/>
                  <a:pt x="927046" y="36969"/>
                </a:cubicBezTo>
                <a:cubicBezTo>
                  <a:pt x="931643" y="34990"/>
                  <a:pt x="937016" y="34000"/>
                  <a:pt x="943164" y="34000"/>
                </a:cubicBezTo>
                <a:cubicBezTo>
                  <a:pt x="949098" y="34000"/>
                  <a:pt x="954270" y="34883"/>
                  <a:pt x="958680" y="36648"/>
                </a:cubicBezTo>
                <a:cubicBezTo>
                  <a:pt x="963090" y="38414"/>
                  <a:pt x="966766" y="40983"/>
                  <a:pt x="969706" y="44354"/>
                </a:cubicBezTo>
                <a:cubicBezTo>
                  <a:pt x="972646" y="47725"/>
                  <a:pt x="974851" y="51819"/>
                  <a:pt x="976321" y="56635"/>
                </a:cubicBezTo>
                <a:cubicBezTo>
                  <a:pt x="977791" y="61452"/>
                  <a:pt x="978527" y="66883"/>
                  <a:pt x="978527" y="72931"/>
                </a:cubicBezTo>
                <a:moveTo>
                  <a:pt x="964574" y="73813"/>
                </a:moveTo>
                <a:cubicBezTo>
                  <a:pt x="964574" y="69906"/>
                  <a:pt x="964213" y="66212"/>
                  <a:pt x="963491" y="62732"/>
                </a:cubicBezTo>
                <a:cubicBezTo>
                  <a:pt x="962770" y="59252"/>
                  <a:pt x="961580" y="56201"/>
                  <a:pt x="959923" y="53578"/>
                </a:cubicBezTo>
                <a:cubicBezTo>
                  <a:pt x="958266" y="50955"/>
                  <a:pt x="956020" y="48881"/>
                  <a:pt x="953187" y="47356"/>
                </a:cubicBezTo>
                <a:cubicBezTo>
                  <a:pt x="950354" y="45829"/>
                  <a:pt x="946826" y="45066"/>
                  <a:pt x="942602" y="45066"/>
                </a:cubicBezTo>
                <a:cubicBezTo>
                  <a:pt x="938700" y="45066"/>
                  <a:pt x="935345" y="45761"/>
                  <a:pt x="932539" y="47153"/>
                </a:cubicBezTo>
                <a:cubicBezTo>
                  <a:pt x="929732" y="48545"/>
                  <a:pt x="927420" y="50513"/>
                  <a:pt x="925602" y="53057"/>
                </a:cubicBezTo>
                <a:cubicBezTo>
                  <a:pt x="923785" y="55599"/>
                  <a:pt x="922435" y="58611"/>
                  <a:pt x="921553" y="62091"/>
                </a:cubicBezTo>
                <a:cubicBezTo>
                  <a:pt x="920671" y="65569"/>
                  <a:pt x="920230" y="69369"/>
                  <a:pt x="920230" y="73492"/>
                </a:cubicBezTo>
                <a:cubicBezTo>
                  <a:pt x="920230" y="77453"/>
                  <a:pt x="920591" y="81174"/>
                  <a:pt x="921312" y="84653"/>
                </a:cubicBezTo>
                <a:cubicBezTo>
                  <a:pt x="922034" y="88133"/>
                  <a:pt x="923237" y="91171"/>
                  <a:pt x="924921" y="93767"/>
                </a:cubicBezTo>
                <a:cubicBezTo>
                  <a:pt x="926605" y="96363"/>
                  <a:pt x="928863" y="98425"/>
                  <a:pt x="931697" y="99952"/>
                </a:cubicBezTo>
                <a:cubicBezTo>
                  <a:pt x="934530" y="101477"/>
                  <a:pt x="938058" y="102240"/>
                  <a:pt x="942282" y="102240"/>
                </a:cubicBezTo>
                <a:cubicBezTo>
                  <a:pt x="946131" y="102240"/>
                  <a:pt x="949472" y="101544"/>
                  <a:pt x="952305" y="100152"/>
                </a:cubicBezTo>
                <a:cubicBezTo>
                  <a:pt x="955138" y="98761"/>
                  <a:pt x="957464" y="96807"/>
                  <a:pt x="959281" y="94291"/>
                </a:cubicBezTo>
                <a:cubicBezTo>
                  <a:pt x="961099" y="91773"/>
                  <a:pt x="962435" y="88776"/>
                  <a:pt x="963291" y="85297"/>
                </a:cubicBezTo>
                <a:cubicBezTo>
                  <a:pt x="964146" y="81818"/>
                  <a:pt x="964574" y="77989"/>
                  <a:pt x="964574" y="73813"/>
                </a:cubicBezTo>
                <a:close/>
                <a:moveTo>
                  <a:pt x="1094837" y="106329"/>
                </a:moveTo>
                <a:cubicBezTo>
                  <a:pt x="1094837" y="107345"/>
                  <a:pt x="1094757" y="108200"/>
                  <a:pt x="1094596" y="108895"/>
                </a:cubicBezTo>
                <a:cubicBezTo>
                  <a:pt x="1094436" y="109590"/>
                  <a:pt x="1094222" y="110151"/>
                  <a:pt x="1093955" y="110579"/>
                </a:cubicBezTo>
                <a:cubicBezTo>
                  <a:pt x="1093688" y="111007"/>
                  <a:pt x="1093380" y="111314"/>
                  <a:pt x="1093033" y="111501"/>
                </a:cubicBezTo>
                <a:cubicBezTo>
                  <a:pt x="1092685" y="111688"/>
                  <a:pt x="1092324" y="111782"/>
                  <a:pt x="1091950" y="111782"/>
                </a:cubicBezTo>
                <a:lnTo>
                  <a:pt x="1037743" y="111782"/>
                </a:lnTo>
                <a:cubicBezTo>
                  <a:pt x="1037369" y="111782"/>
                  <a:pt x="1037021" y="111688"/>
                  <a:pt x="1036701" y="111501"/>
                </a:cubicBezTo>
                <a:cubicBezTo>
                  <a:pt x="1036380" y="111314"/>
                  <a:pt x="1036073" y="111007"/>
                  <a:pt x="1035779" y="110579"/>
                </a:cubicBezTo>
                <a:cubicBezTo>
                  <a:pt x="1035485" y="110151"/>
                  <a:pt x="1035257" y="109590"/>
                  <a:pt x="1035097" y="108895"/>
                </a:cubicBezTo>
                <a:cubicBezTo>
                  <a:pt x="1034937" y="108200"/>
                  <a:pt x="1034856" y="107345"/>
                  <a:pt x="1034856" y="106329"/>
                </a:cubicBezTo>
                <a:cubicBezTo>
                  <a:pt x="1034856" y="105367"/>
                  <a:pt x="1034937" y="104538"/>
                  <a:pt x="1035097" y="103843"/>
                </a:cubicBezTo>
                <a:cubicBezTo>
                  <a:pt x="1035257" y="103148"/>
                  <a:pt x="1035458" y="102574"/>
                  <a:pt x="1035698" y="102119"/>
                </a:cubicBezTo>
                <a:cubicBezTo>
                  <a:pt x="1035939" y="101665"/>
                  <a:pt x="1036233" y="101317"/>
                  <a:pt x="1036580" y="101077"/>
                </a:cubicBezTo>
                <a:cubicBezTo>
                  <a:pt x="1036928" y="100836"/>
                  <a:pt x="1037315" y="100716"/>
                  <a:pt x="1037743" y="100716"/>
                </a:cubicBezTo>
                <a:lnTo>
                  <a:pt x="1059394" y="100716"/>
                </a:lnTo>
                <a:lnTo>
                  <a:pt x="1059394" y="21731"/>
                </a:lnTo>
                <a:lnTo>
                  <a:pt x="1039347" y="33759"/>
                </a:lnTo>
                <a:cubicBezTo>
                  <a:pt x="1038331" y="34294"/>
                  <a:pt x="1037516" y="34614"/>
                  <a:pt x="1036901" y="34721"/>
                </a:cubicBezTo>
                <a:cubicBezTo>
                  <a:pt x="1036286" y="34828"/>
                  <a:pt x="1035792" y="34708"/>
                  <a:pt x="1035418" y="34361"/>
                </a:cubicBezTo>
                <a:cubicBezTo>
                  <a:pt x="1035043" y="34013"/>
                  <a:pt x="1034790" y="33438"/>
                  <a:pt x="1034656" y="32634"/>
                </a:cubicBezTo>
                <a:cubicBezTo>
                  <a:pt x="1034522" y="31829"/>
                  <a:pt x="1034455" y="30810"/>
                  <a:pt x="1034455" y="29577"/>
                </a:cubicBezTo>
                <a:cubicBezTo>
                  <a:pt x="1034455" y="28665"/>
                  <a:pt x="1034496" y="27887"/>
                  <a:pt x="1034576" y="27244"/>
                </a:cubicBezTo>
                <a:cubicBezTo>
                  <a:pt x="1034656" y="26601"/>
                  <a:pt x="1034776" y="26064"/>
                  <a:pt x="1034937" y="25635"/>
                </a:cubicBezTo>
                <a:cubicBezTo>
                  <a:pt x="1035097" y="25206"/>
                  <a:pt x="1035324" y="24831"/>
                  <a:pt x="1035618" y="24510"/>
                </a:cubicBezTo>
                <a:cubicBezTo>
                  <a:pt x="1035912" y="24188"/>
                  <a:pt x="1036300" y="23866"/>
                  <a:pt x="1036781" y="23545"/>
                </a:cubicBezTo>
                <a:lnTo>
                  <a:pt x="1060677" y="8182"/>
                </a:lnTo>
                <a:cubicBezTo>
                  <a:pt x="1060891" y="8021"/>
                  <a:pt x="1061158" y="7888"/>
                  <a:pt x="1061479" y="7781"/>
                </a:cubicBezTo>
                <a:cubicBezTo>
                  <a:pt x="1061800" y="7672"/>
                  <a:pt x="1062200" y="7564"/>
                  <a:pt x="1062682" y="7457"/>
                </a:cubicBezTo>
                <a:cubicBezTo>
                  <a:pt x="1063163" y="7351"/>
                  <a:pt x="1063724" y="7284"/>
                  <a:pt x="1064366" y="7257"/>
                </a:cubicBezTo>
                <a:cubicBezTo>
                  <a:pt x="1065007" y="7230"/>
                  <a:pt x="1065809" y="7217"/>
                  <a:pt x="1066771" y="7217"/>
                </a:cubicBezTo>
                <a:cubicBezTo>
                  <a:pt x="1068054" y="7217"/>
                  <a:pt x="1069123" y="7270"/>
                  <a:pt x="1069979" y="7377"/>
                </a:cubicBezTo>
                <a:cubicBezTo>
                  <a:pt x="1070834" y="7484"/>
                  <a:pt x="1071502" y="7631"/>
                  <a:pt x="1071983" y="7818"/>
                </a:cubicBezTo>
                <a:cubicBezTo>
                  <a:pt x="1072465" y="8005"/>
                  <a:pt x="1072785" y="8247"/>
                  <a:pt x="1072946" y="8543"/>
                </a:cubicBezTo>
                <a:cubicBezTo>
                  <a:pt x="1073106" y="8837"/>
                  <a:pt x="1073186" y="9144"/>
                  <a:pt x="1073186" y="9465"/>
                </a:cubicBezTo>
                <a:lnTo>
                  <a:pt x="1073186" y="100716"/>
                </a:lnTo>
                <a:lnTo>
                  <a:pt x="1091950" y="100716"/>
                </a:lnTo>
                <a:cubicBezTo>
                  <a:pt x="1092378" y="100716"/>
                  <a:pt x="1092779" y="100836"/>
                  <a:pt x="1093153" y="101077"/>
                </a:cubicBezTo>
                <a:cubicBezTo>
                  <a:pt x="1093527" y="101317"/>
                  <a:pt x="1093835" y="101665"/>
                  <a:pt x="1094075" y="102119"/>
                </a:cubicBezTo>
                <a:cubicBezTo>
                  <a:pt x="1094316" y="102574"/>
                  <a:pt x="1094503" y="103148"/>
                  <a:pt x="1094636" y="103843"/>
                </a:cubicBezTo>
                <a:cubicBezTo>
                  <a:pt x="1094770" y="104538"/>
                  <a:pt x="1094837" y="105367"/>
                  <a:pt x="1094837" y="106329"/>
                </a:cubicBezTo>
                <a:close/>
                <a:moveTo>
                  <a:pt x="1177037" y="59660"/>
                </a:moveTo>
                <a:cubicBezTo>
                  <a:pt x="1177037" y="67637"/>
                  <a:pt x="1176409" y="74918"/>
                  <a:pt x="1175152" y="81504"/>
                </a:cubicBezTo>
                <a:cubicBezTo>
                  <a:pt x="1173896" y="88089"/>
                  <a:pt x="1171811" y="93751"/>
                  <a:pt x="1168898" y="98488"/>
                </a:cubicBezTo>
                <a:cubicBezTo>
                  <a:pt x="1165984" y="103226"/>
                  <a:pt x="1162175" y="106894"/>
                  <a:pt x="1157471" y="109492"/>
                </a:cubicBezTo>
                <a:cubicBezTo>
                  <a:pt x="1152767" y="112088"/>
                  <a:pt x="1146966" y="113386"/>
                  <a:pt x="1140070" y="113386"/>
                </a:cubicBezTo>
                <a:cubicBezTo>
                  <a:pt x="1133548" y="113386"/>
                  <a:pt x="1128055" y="112221"/>
                  <a:pt x="1123592" y="109893"/>
                </a:cubicBezTo>
                <a:cubicBezTo>
                  <a:pt x="1119128" y="107564"/>
                  <a:pt x="1115533" y="104137"/>
                  <a:pt x="1112806" y="99613"/>
                </a:cubicBezTo>
                <a:cubicBezTo>
                  <a:pt x="1110080" y="95090"/>
                  <a:pt x="1108142" y="89521"/>
                  <a:pt x="1106993" y="82909"/>
                </a:cubicBezTo>
                <a:cubicBezTo>
                  <a:pt x="1105843" y="76297"/>
                  <a:pt x="1105269" y="68708"/>
                  <a:pt x="1105269" y="60141"/>
                </a:cubicBezTo>
                <a:cubicBezTo>
                  <a:pt x="1105269" y="52217"/>
                  <a:pt x="1105910" y="44950"/>
                  <a:pt x="1107193" y="38337"/>
                </a:cubicBezTo>
                <a:cubicBezTo>
                  <a:pt x="1108476" y="31725"/>
                  <a:pt x="1110561" y="26050"/>
                  <a:pt x="1113448" y="21312"/>
                </a:cubicBezTo>
                <a:cubicBezTo>
                  <a:pt x="1116335" y="16575"/>
                  <a:pt x="1120130" y="12908"/>
                  <a:pt x="1124835" y="10312"/>
                </a:cubicBezTo>
                <a:cubicBezTo>
                  <a:pt x="1129539" y="7714"/>
                  <a:pt x="1135312" y="6415"/>
                  <a:pt x="1142155" y="6415"/>
                </a:cubicBezTo>
                <a:cubicBezTo>
                  <a:pt x="1148731" y="6415"/>
                  <a:pt x="1154250" y="7579"/>
                  <a:pt x="1158714" y="9908"/>
                </a:cubicBezTo>
                <a:cubicBezTo>
                  <a:pt x="1163178" y="12237"/>
                  <a:pt x="1166773" y="15663"/>
                  <a:pt x="1169499" y="20187"/>
                </a:cubicBezTo>
                <a:cubicBezTo>
                  <a:pt x="1172226" y="24711"/>
                  <a:pt x="1174163" y="30279"/>
                  <a:pt x="1175313" y="36891"/>
                </a:cubicBezTo>
                <a:cubicBezTo>
                  <a:pt x="1176462" y="43504"/>
                  <a:pt x="1177037" y="51093"/>
                  <a:pt x="1177037" y="59660"/>
                </a:cubicBezTo>
                <a:moveTo>
                  <a:pt x="1162924" y="60625"/>
                </a:moveTo>
                <a:cubicBezTo>
                  <a:pt x="1162924" y="55429"/>
                  <a:pt x="1162737" y="50769"/>
                  <a:pt x="1162362" y="46644"/>
                </a:cubicBezTo>
                <a:cubicBezTo>
                  <a:pt x="1161988" y="42520"/>
                  <a:pt x="1161440" y="38878"/>
                  <a:pt x="1160719" y="35719"/>
                </a:cubicBezTo>
                <a:cubicBezTo>
                  <a:pt x="1159997" y="32558"/>
                  <a:pt x="1159061" y="29840"/>
                  <a:pt x="1157912" y="27565"/>
                </a:cubicBezTo>
                <a:cubicBezTo>
                  <a:pt x="1156763" y="25288"/>
                  <a:pt x="1155386" y="23413"/>
                  <a:pt x="1153782" y="21941"/>
                </a:cubicBezTo>
                <a:cubicBezTo>
                  <a:pt x="1152179" y="20468"/>
                  <a:pt x="1150348" y="19396"/>
                  <a:pt x="1148290" y="18726"/>
                </a:cubicBezTo>
                <a:cubicBezTo>
                  <a:pt x="1146231" y="18056"/>
                  <a:pt x="1143919" y="17722"/>
                  <a:pt x="1141353" y="17722"/>
                </a:cubicBezTo>
                <a:cubicBezTo>
                  <a:pt x="1136809" y="17722"/>
                  <a:pt x="1133121" y="18793"/>
                  <a:pt x="1130287" y="20937"/>
                </a:cubicBezTo>
                <a:cubicBezTo>
                  <a:pt x="1127454" y="23078"/>
                  <a:pt x="1125222" y="26023"/>
                  <a:pt x="1123592" y="29772"/>
                </a:cubicBezTo>
                <a:cubicBezTo>
                  <a:pt x="1121961" y="33521"/>
                  <a:pt x="1120852" y="37913"/>
                  <a:pt x="1120264" y="42948"/>
                </a:cubicBezTo>
                <a:cubicBezTo>
                  <a:pt x="1119676" y="47983"/>
                  <a:pt x="1119382" y="53393"/>
                  <a:pt x="1119382" y="59176"/>
                </a:cubicBezTo>
                <a:cubicBezTo>
                  <a:pt x="1119382" y="66943"/>
                  <a:pt x="1119783" y="73545"/>
                  <a:pt x="1120585" y="78983"/>
                </a:cubicBezTo>
                <a:cubicBezTo>
                  <a:pt x="1121386" y="84419"/>
                  <a:pt x="1122656" y="88851"/>
                  <a:pt x="1124394" y="92279"/>
                </a:cubicBezTo>
                <a:cubicBezTo>
                  <a:pt x="1126131" y="95705"/>
                  <a:pt x="1128349" y="98195"/>
                  <a:pt x="1131049" y="99749"/>
                </a:cubicBezTo>
                <a:cubicBezTo>
                  <a:pt x="1133749" y="101302"/>
                  <a:pt x="1137023" y="102079"/>
                  <a:pt x="1140872" y="102079"/>
                </a:cubicBezTo>
                <a:cubicBezTo>
                  <a:pt x="1143866" y="102079"/>
                  <a:pt x="1146499" y="101597"/>
                  <a:pt x="1148771" y="100633"/>
                </a:cubicBezTo>
                <a:cubicBezTo>
                  <a:pt x="1151043" y="99669"/>
                  <a:pt x="1152994" y="98290"/>
                  <a:pt x="1154624" y="96496"/>
                </a:cubicBezTo>
                <a:cubicBezTo>
                  <a:pt x="1156255" y="94702"/>
                  <a:pt x="1157605" y="92546"/>
                  <a:pt x="1158674" y="90028"/>
                </a:cubicBezTo>
                <a:cubicBezTo>
                  <a:pt x="1159743" y="87511"/>
                  <a:pt x="1160598" y="84726"/>
                  <a:pt x="1161240" y="81674"/>
                </a:cubicBezTo>
                <a:cubicBezTo>
                  <a:pt x="1161881" y="78620"/>
                  <a:pt x="1162322" y="75312"/>
                  <a:pt x="1162563" y="71751"/>
                </a:cubicBezTo>
                <a:cubicBezTo>
                  <a:pt x="1162804" y="68189"/>
                  <a:pt x="1162924" y="64480"/>
                  <a:pt x="1162924" y="60625"/>
                </a:cubicBezTo>
                <a:close/>
                <a:moveTo>
                  <a:pt x="1270818" y="104565"/>
                </a:moveTo>
                <a:cubicBezTo>
                  <a:pt x="1270818" y="106115"/>
                  <a:pt x="1270711" y="107345"/>
                  <a:pt x="1270497" y="108254"/>
                </a:cubicBezTo>
                <a:cubicBezTo>
                  <a:pt x="1270284" y="109163"/>
                  <a:pt x="1269963" y="109831"/>
                  <a:pt x="1269535" y="110258"/>
                </a:cubicBezTo>
                <a:cubicBezTo>
                  <a:pt x="1269108" y="110686"/>
                  <a:pt x="1268466" y="111087"/>
                  <a:pt x="1267611" y="111461"/>
                </a:cubicBezTo>
                <a:cubicBezTo>
                  <a:pt x="1266755" y="111835"/>
                  <a:pt x="1265780" y="112143"/>
                  <a:pt x="1264684" y="112383"/>
                </a:cubicBezTo>
                <a:cubicBezTo>
                  <a:pt x="1263588" y="112624"/>
                  <a:pt x="1262425" y="112824"/>
                  <a:pt x="1261196" y="112985"/>
                </a:cubicBezTo>
                <a:cubicBezTo>
                  <a:pt x="1259966" y="113145"/>
                  <a:pt x="1258737" y="113225"/>
                  <a:pt x="1257507" y="113225"/>
                </a:cubicBezTo>
                <a:cubicBezTo>
                  <a:pt x="1253765" y="113225"/>
                  <a:pt x="1250557" y="112730"/>
                  <a:pt x="1247884" y="111739"/>
                </a:cubicBezTo>
                <a:cubicBezTo>
                  <a:pt x="1245212" y="110747"/>
                  <a:pt x="1243020" y="109246"/>
                  <a:pt x="1241309" y="107236"/>
                </a:cubicBezTo>
                <a:cubicBezTo>
                  <a:pt x="1239598" y="105227"/>
                  <a:pt x="1238355" y="102681"/>
                  <a:pt x="1237580" y="99601"/>
                </a:cubicBezTo>
                <a:cubicBezTo>
                  <a:pt x="1236805" y="96520"/>
                  <a:pt x="1236418" y="92890"/>
                  <a:pt x="1236418" y="88710"/>
                </a:cubicBezTo>
                <a:lnTo>
                  <a:pt x="1236418" y="46429"/>
                </a:lnTo>
                <a:lnTo>
                  <a:pt x="1226314" y="46429"/>
                </a:lnTo>
                <a:cubicBezTo>
                  <a:pt x="1225512" y="46429"/>
                  <a:pt x="1224871" y="46001"/>
                  <a:pt x="1224389" y="45146"/>
                </a:cubicBezTo>
                <a:cubicBezTo>
                  <a:pt x="1223908" y="44290"/>
                  <a:pt x="1223668" y="42901"/>
                  <a:pt x="1223668" y="40976"/>
                </a:cubicBezTo>
                <a:cubicBezTo>
                  <a:pt x="1223668" y="39960"/>
                  <a:pt x="1223735" y="39105"/>
                  <a:pt x="1223868" y="38410"/>
                </a:cubicBezTo>
                <a:cubicBezTo>
                  <a:pt x="1224002" y="37715"/>
                  <a:pt x="1224176" y="37140"/>
                  <a:pt x="1224389" y="36686"/>
                </a:cubicBezTo>
                <a:cubicBezTo>
                  <a:pt x="1224603" y="36232"/>
                  <a:pt x="1224884" y="35911"/>
                  <a:pt x="1225231" y="35724"/>
                </a:cubicBezTo>
                <a:cubicBezTo>
                  <a:pt x="1225579" y="35537"/>
                  <a:pt x="1225966" y="35443"/>
                  <a:pt x="1226394" y="35443"/>
                </a:cubicBezTo>
                <a:lnTo>
                  <a:pt x="1236418" y="35443"/>
                </a:lnTo>
                <a:lnTo>
                  <a:pt x="1236418" y="18283"/>
                </a:lnTo>
                <a:cubicBezTo>
                  <a:pt x="1236418" y="17909"/>
                  <a:pt x="1236511" y="17561"/>
                  <a:pt x="1236698" y="17240"/>
                </a:cubicBezTo>
                <a:cubicBezTo>
                  <a:pt x="1236885" y="16920"/>
                  <a:pt x="1237233" y="16639"/>
                  <a:pt x="1237741" y="16398"/>
                </a:cubicBezTo>
                <a:cubicBezTo>
                  <a:pt x="1238249" y="16158"/>
                  <a:pt x="1238930" y="15984"/>
                  <a:pt x="1239786" y="15877"/>
                </a:cubicBezTo>
                <a:cubicBezTo>
                  <a:pt x="1240641" y="15770"/>
                  <a:pt x="1241710" y="15717"/>
                  <a:pt x="1242993" y="15717"/>
                </a:cubicBezTo>
                <a:cubicBezTo>
                  <a:pt x="1244329" y="15717"/>
                  <a:pt x="1245425" y="15770"/>
                  <a:pt x="1246281" y="15877"/>
                </a:cubicBezTo>
                <a:cubicBezTo>
                  <a:pt x="1247136" y="15984"/>
                  <a:pt x="1247804" y="16158"/>
                  <a:pt x="1248285" y="16398"/>
                </a:cubicBezTo>
                <a:cubicBezTo>
                  <a:pt x="1248767" y="16639"/>
                  <a:pt x="1249114" y="16920"/>
                  <a:pt x="1249328" y="17240"/>
                </a:cubicBezTo>
                <a:cubicBezTo>
                  <a:pt x="1249542" y="17561"/>
                  <a:pt x="1249649" y="17909"/>
                  <a:pt x="1249649" y="18283"/>
                </a:cubicBezTo>
                <a:lnTo>
                  <a:pt x="1249649" y="35443"/>
                </a:lnTo>
                <a:lnTo>
                  <a:pt x="1268172" y="35443"/>
                </a:lnTo>
                <a:cubicBezTo>
                  <a:pt x="1268600" y="35443"/>
                  <a:pt x="1268974" y="35537"/>
                  <a:pt x="1269295" y="35724"/>
                </a:cubicBezTo>
                <a:cubicBezTo>
                  <a:pt x="1269615" y="35911"/>
                  <a:pt x="1269896" y="36232"/>
                  <a:pt x="1270137" y="36686"/>
                </a:cubicBezTo>
                <a:cubicBezTo>
                  <a:pt x="1270377" y="37140"/>
                  <a:pt x="1270551" y="37715"/>
                  <a:pt x="1270658" y="38410"/>
                </a:cubicBezTo>
                <a:cubicBezTo>
                  <a:pt x="1270765" y="39105"/>
                  <a:pt x="1270818" y="39960"/>
                  <a:pt x="1270818" y="40976"/>
                </a:cubicBezTo>
                <a:cubicBezTo>
                  <a:pt x="1270818" y="42901"/>
                  <a:pt x="1270578" y="44290"/>
                  <a:pt x="1270097" y="45146"/>
                </a:cubicBezTo>
                <a:cubicBezTo>
                  <a:pt x="1269615" y="46001"/>
                  <a:pt x="1268974" y="46429"/>
                  <a:pt x="1268172" y="46429"/>
                </a:cubicBezTo>
                <a:lnTo>
                  <a:pt x="1249649" y="46429"/>
                </a:lnTo>
                <a:lnTo>
                  <a:pt x="1249649" y="86801"/>
                </a:lnTo>
                <a:cubicBezTo>
                  <a:pt x="1249649" y="91786"/>
                  <a:pt x="1250384" y="95552"/>
                  <a:pt x="1251854" y="98100"/>
                </a:cubicBezTo>
                <a:cubicBezTo>
                  <a:pt x="1253324" y="100646"/>
                  <a:pt x="1255957" y="101919"/>
                  <a:pt x="1259752" y="101919"/>
                </a:cubicBezTo>
                <a:cubicBezTo>
                  <a:pt x="1260982" y="101919"/>
                  <a:pt x="1262078" y="101799"/>
                  <a:pt x="1263040" y="101558"/>
                </a:cubicBezTo>
                <a:cubicBezTo>
                  <a:pt x="1264002" y="101317"/>
                  <a:pt x="1264858" y="101064"/>
                  <a:pt x="1265606" y="100796"/>
                </a:cubicBezTo>
                <a:cubicBezTo>
                  <a:pt x="1266354" y="100529"/>
                  <a:pt x="1266996" y="100275"/>
                  <a:pt x="1267531" y="100034"/>
                </a:cubicBezTo>
                <a:cubicBezTo>
                  <a:pt x="1268065" y="99794"/>
                  <a:pt x="1268546" y="99674"/>
                  <a:pt x="1268974" y="99674"/>
                </a:cubicBezTo>
                <a:cubicBezTo>
                  <a:pt x="1269241" y="99674"/>
                  <a:pt x="1269495" y="99740"/>
                  <a:pt x="1269736" y="99874"/>
                </a:cubicBezTo>
                <a:cubicBezTo>
                  <a:pt x="1269976" y="100008"/>
                  <a:pt x="1270163" y="100262"/>
                  <a:pt x="1270297" y="100636"/>
                </a:cubicBezTo>
                <a:cubicBezTo>
                  <a:pt x="1270431" y="101010"/>
                  <a:pt x="1270551" y="101518"/>
                  <a:pt x="1270658" y="102159"/>
                </a:cubicBezTo>
                <a:cubicBezTo>
                  <a:pt x="1270765" y="102801"/>
                  <a:pt x="1270818" y="103603"/>
                  <a:pt x="1270818" y="104565"/>
                </a:cubicBezTo>
                <a:close/>
                <a:moveTo>
                  <a:pt x="1349018" y="72931"/>
                </a:moveTo>
                <a:cubicBezTo>
                  <a:pt x="1349018" y="78816"/>
                  <a:pt x="1348243" y="84234"/>
                  <a:pt x="1346693" y="89184"/>
                </a:cubicBezTo>
                <a:cubicBezTo>
                  <a:pt x="1345142" y="94134"/>
                  <a:pt x="1342830" y="98402"/>
                  <a:pt x="1339756" y="101989"/>
                </a:cubicBezTo>
                <a:cubicBezTo>
                  <a:pt x="1336682" y="105574"/>
                  <a:pt x="1332833" y="108370"/>
                  <a:pt x="1328209" y="110376"/>
                </a:cubicBezTo>
                <a:cubicBezTo>
                  <a:pt x="1323585" y="112383"/>
                  <a:pt x="1318226" y="113386"/>
                  <a:pt x="1312132" y="113386"/>
                </a:cubicBezTo>
                <a:cubicBezTo>
                  <a:pt x="1306198" y="113386"/>
                  <a:pt x="1301025" y="112503"/>
                  <a:pt x="1296615" y="110737"/>
                </a:cubicBezTo>
                <a:cubicBezTo>
                  <a:pt x="1292205" y="108971"/>
                  <a:pt x="1288530" y="106403"/>
                  <a:pt x="1285589" y="103031"/>
                </a:cubicBezTo>
                <a:cubicBezTo>
                  <a:pt x="1282649" y="99660"/>
                  <a:pt x="1280457" y="95566"/>
                  <a:pt x="1279014" y="90750"/>
                </a:cubicBezTo>
                <a:cubicBezTo>
                  <a:pt x="1277571" y="85934"/>
                  <a:pt x="1276849" y="80475"/>
                  <a:pt x="1276849" y="74374"/>
                </a:cubicBezTo>
                <a:cubicBezTo>
                  <a:pt x="1276849" y="68489"/>
                  <a:pt x="1277611" y="63071"/>
                  <a:pt x="1279134" y="58121"/>
                </a:cubicBezTo>
                <a:cubicBezTo>
                  <a:pt x="1280658" y="53171"/>
                  <a:pt x="1282956" y="48904"/>
                  <a:pt x="1286030" y="45319"/>
                </a:cubicBezTo>
                <a:cubicBezTo>
                  <a:pt x="1289104" y="41732"/>
                  <a:pt x="1292940" y="38949"/>
                  <a:pt x="1297537" y="36969"/>
                </a:cubicBezTo>
                <a:cubicBezTo>
                  <a:pt x="1302135" y="34990"/>
                  <a:pt x="1307507" y="34000"/>
                  <a:pt x="1313655" y="34000"/>
                </a:cubicBezTo>
                <a:cubicBezTo>
                  <a:pt x="1319589" y="34000"/>
                  <a:pt x="1324761" y="34883"/>
                  <a:pt x="1329171" y="36648"/>
                </a:cubicBezTo>
                <a:cubicBezTo>
                  <a:pt x="1333582" y="38414"/>
                  <a:pt x="1337257" y="40983"/>
                  <a:pt x="1340197" y="44354"/>
                </a:cubicBezTo>
                <a:cubicBezTo>
                  <a:pt x="1343138" y="47725"/>
                  <a:pt x="1345343" y="51819"/>
                  <a:pt x="1346813" y="56635"/>
                </a:cubicBezTo>
                <a:cubicBezTo>
                  <a:pt x="1348283" y="61452"/>
                  <a:pt x="1349018" y="66883"/>
                  <a:pt x="1349018" y="72931"/>
                </a:cubicBezTo>
                <a:moveTo>
                  <a:pt x="1335065" y="73813"/>
                </a:moveTo>
                <a:cubicBezTo>
                  <a:pt x="1335065" y="69906"/>
                  <a:pt x="1334704" y="66212"/>
                  <a:pt x="1333983" y="62732"/>
                </a:cubicBezTo>
                <a:cubicBezTo>
                  <a:pt x="1333261" y="59252"/>
                  <a:pt x="1332072" y="56201"/>
                  <a:pt x="1330414" y="53578"/>
                </a:cubicBezTo>
                <a:cubicBezTo>
                  <a:pt x="1328757" y="50955"/>
                  <a:pt x="1326512" y="48881"/>
                  <a:pt x="1323679" y="47356"/>
                </a:cubicBezTo>
                <a:cubicBezTo>
                  <a:pt x="1320845" y="45829"/>
                  <a:pt x="1317317" y="45066"/>
                  <a:pt x="1313094" y="45066"/>
                </a:cubicBezTo>
                <a:cubicBezTo>
                  <a:pt x="1309191" y="45066"/>
                  <a:pt x="1305837" y="45761"/>
                  <a:pt x="1303030" y="47153"/>
                </a:cubicBezTo>
                <a:cubicBezTo>
                  <a:pt x="1300224" y="48545"/>
                  <a:pt x="1297912" y="50513"/>
                  <a:pt x="1296094" y="53057"/>
                </a:cubicBezTo>
                <a:cubicBezTo>
                  <a:pt x="1294276" y="55599"/>
                  <a:pt x="1292926" y="58611"/>
                  <a:pt x="1292044" y="62091"/>
                </a:cubicBezTo>
                <a:cubicBezTo>
                  <a:pt x="1291162" y="65569"/>
                  <a:pt x="1290721" y="69369"/>
                  <a:pt x="1290721" y="73492"/>
                </a:cubicBezTo>
                <a:cubicBezTo>
                  <a:pt x="1290721" y="77453"/>
                  <a:pt x="1291082" y="81174"/>
                  <a:pt x="1291804" y="84653"/>
                </a:cubicBezTo>
                <a:cubicBezTo>
                  <a:pt x="1292526" y="88133"/>
                  <a:pt x="1293728" y="91171"/>
                  <a:pt x="1295412" y="93767"/>
                </a:cubicBezTo>
                <a:cubicBezTo>
                  <a:pt x="1297096" y="96363"/>
                  <a:pt x="1299355" y="98425"/>
                  <a:pt x="1302188" y="99952"/>
                </a:cubicBezTo>
                <a:cubicBezTo>
                  <a:pt x="1305022" y="101477"/>
                  <a:pt x="1308550" y="102240"/>
                  <a:pt x="1312773" y="102240"/>
                </a:cubicBezTo>
                <a:cubicBezTo>
                  <a:pt x="1316622" y="102240"/>
                  <a:pt x="1319963" y="101544"/>
                  <a:pt x="1322797" y="100152"/>
                </a:cubicBezTo>
                <a:cubicBezTo>
                  <a:pt x="1325630" y="98761"/>
                  <a:pt x="1327955" y="96807"/>
                  <a:pt x="1329773" y="94291"/>
                </a:cubicBezTo>
                <a:cubicBezTo>
                  <a:pt x="1331590" y="91773"/>
                  <a:pt x="1332927" y="88776"/>
                  <a:pt x="1333782" y="85297"/>
                </a:cubicBezTo>
                <a:cubicBezTo>
                  <a:pt x="1334638" y="81818"/>
                  <a:pt x="1335065" y="77989"/>
                  <a:pt x="1335065" y="73813"/>
                </a:cubicBezTo>
                <a:close/>
                <a:moveTo>
                  <a:pt x="1426392" y="109697"/>
                </a:moveTo>
                <a:cubicBezTo>
                  <a:pt x="1426392" y="110125"/>
                  <a:pt x="1426286" y="110499"/>
                  <a:pt x="1426072" y="110820"/>
                </a:cubicBezTo>
                <a:cubicBezTo>
                  <a:pt x="1425858" y="111140"/>
                  <a:pt x="1425497" y="111408"/>
                  <a:pt x="1424989" y="111622"/>
                </a:cubicBezTo>
                <a:cubicBezTo>
                  <a:pt x="1424481" y="111835"/>
                  <a:pt x="1423773" y="111996"/>
                  <a:pt x="1422864" y="112103"/>
                </a:cubicBezTo>
                <a:cubicBezTo>
                  <a:pt x="1421955" y="112210"/>
                  <a:pt x="1420806" y="112263"/>
                  <a:pt x="1419416" y="112263"/>
                </a:cubicBezTo>
                <a:cubicBezTo>
                  <a:pt x="1417973" y="112263"/>
                  <a:pt x="1416783" y="112223"/>
                  <a:pt x="1415848" y="112143"/>
                </a:cubicBezTo>
                <a:cubicBezTo>
                  <a:pt x="1414912" y="112063"/>
                  <a:pt x="1414124" y="111929"/>
                  <a:pt x="1413482" y="111742"/>
                </a:cubicBezTo>
                <a:cubicBezTo>
                  <a:pt x="1412841" y="111555"/>
                  <a:pt x="1412319" y="111287"/>
                  <a:pt x="1411919" y="110940"/>
                </a:cubicBezTo>
                <a:cubicBezTo>
                  <a:pt x="1411518" y="110593"/>
                  <a:pt x="1411157" y="110178"/>
                  <a:pt x="1410836" y="109697"/>
                </a:cubicBezTo>
                <a:lnTo>
                  <a:pt x="1380365" y="69764"/>
                </a:lnTo>
                <a:lnTo>
                  <a:pt x="1380365" y="109777"/>
                </a:lnTo>
                <a:cubicBezTo>
                  <a:pt x="1380365" y="110205"/>
                  <a:pt x="1380258" y="110566"/>
                  <a:pt x="1380044" y="110860"/>
                </a:cubicBezTo>
                <a:cubicBezTo>
                  <a:pt x="1379830" y="111154"/>
                  <a:pt x="1379483" y="111408"/>
                  <a:pt x="1379001" y="111622"/>
                </a:cubicBezTo>
                <a:cubicBezTo>
                  <a:pt x="1378520" y="111835"/>
                  <a:pt x="1377852" y="111996"/>
                  <a:pt x="1376997" y="112103"/>
                </a:cubicBezTo>
                <a:cubicBezTo>
                  <a:pt x="1376141" y="112210"/>
                  <a:pt x="1375045" y="112263"/>
                  <a:pt x="1373709" y="112263"/>
                </a:cubicBezTo>
                <a:cubicBezTo>
                  <a:pt x="1372426" y="112263"/>
                  <a:pt x="1371357" y="112210"/>
                  <a:pt x="1370501" y="112103"/>
                </a:cubicBezTo>
                <a:cubicBezTo>
                  <a:pt x="1369646" y="111996"/>
                  <a:pt x="1368965" y="111835"/>
                  <a:pt x="1368457" y="111622"/>
                </a:cubicBezTo>
                <a:cubicBezTo>
                  <a:pt x="1367949" y="111408"/>
                  <a:pt x="1367601" y="111154"/>
                  <a:pt x="1367414" y="110860"/>
                </a:cubicBezTo>
                <a:cubicBezTo>
                  <a:pt x="1367227" y="110564"/>
                  <a:pt x="1367134" y="110202"/>
                  <a:pt x="1367134" y="109775"/>
                </a:cubicBezTo>
                <a:lnTo>
                  <a:pt x="1367134" y="2569"/>
                </a:lnTo>
                <a:cubicBezTo>
                  <a:pt x="1367134" y="2141"/>
                  <a:pt x="1367227" y="1767"/>
                  <a:pt x="1367414" y="1446"/>
                </a:cubicBezTo>
                <a:cubicBezTo>
                  <a:pt x="1367601" y="1123"/>
                  <a:pt x="1367949" y="855"/>
                  <a:pt x="1368457" y="642"/>
                </a:cubicBezTo>
                <a:cubicBezTo>
                  <a:pt x="1368965" y="428"/>
                  <a:pt x="1369646" y="267"/>
                  <a:pt x="1370501" y="160"/>
                </a:cubicBezTo>
                <a:cubicBezTo>
                  <a:pt x="1371357" y="53"/>
                  <a:pt x="1372426" y="0"/>
                  <a:pt x="1373709" y="0"/>
                </a:cubicBezTo>
                <a:cubicBezTo>
                  <a:pt x="1375045" y="0"/>
                  <a:pt x="1376141" y="53"/>
                  <a:pt x="1376997" y="160"/>
                </a:cubicBezTo>
                <a:cubicBezTo>
                  <a:pt x="1377852" y="267"/>
                  <a:pt x="1378520" y="428"/>
                  <a:pt x="1379001" y="642"/>
                </a:cubicBezTo>
                <a:cubicBezTo>
                  <a:pt x="1379483" y="855"/>
                  <a:pt x="1379830" y="1123"/>
                  <a:pt x="1380044" y="1446"/>
                </a:cubicBezTo>
                <a:cubicBezTo>
                  <a:pt x="1380258" y="1767"/>
                  <a:pt x="1380365" y="2141"/>
                  <a:pt x="1380365" y="2569"/>
                </a:cubicBezTo>
                <a:lnTo>
                  <a:pt x="1380365" y="67919"/>
                </a:lnTo>
                <a:lnTo>
                  <a:pt x="1407628" y="37929"/>
                </a:lnTo>
                <a:cubicBezTo>
                  <a:pt x="1408056" y="37394"/>
                  <a:pt x="1408511" y="36953"/>
                  <a:pt x="1408992" y="36606"/>
                </a:cubicBezTo>
                <a:cubicBezTo>
                  <a:pt x="1409473" y="36258"/>
                  <a:pt x="1410047" y="35964"/>
                  <a:pt x="1410716" y="35724"/>
                </a:cubicBezTo>
                <a:cubicBezTo>
                  <a:pt x="1411384" y="35483"/>
                  <a:pt x="1412172" y="35323"/>
                  <a:pt x="1413081" y="35243"/>
                </a:cubicBezTo>
                <a:cubicBezTo>
                  <a:pt x="1413990" y="35162"/>
                  <a:pt x="1415086" y="35122"/>
                  <a:pt x="1416369" y="35122"/>
                </a:cubicBezTo>
                <a:cubicBezTo>
                  <a:pt x="1417705" y="35122"/>
                  <a:pt x="1418828" y="35162"/>
                  <a:pt x="1419737" y="35243"/>
                </a:cubicBezTo>
                <a:cubicBezTo>
                  <a:pt x="1420646" y="35323"/>
                  <a:pt x="1421381" y="35456"/>
                  <a:pt x="1421942" y="35644"/>
                </a:cubicBezTo>
                <a:cubicBezTo>
                  <a:pt x="1422503" y="35831"/>
                  <a:pt x="1422904" y="36071"/>
                  <a:pt x="1423145" y="36365"/>
                </a:cubicBezTo>
                <a:cubicBezTo>
                  <a:pt x="1423385" y="36659"/>
                  <a:pt x="1423506" y="37047"/>
                  <a:pt x="1423506" y="37528"/>
                </a:cubicBezTo>
                <a:cubicBezTo>
                  <a:pt x="1423506" y="38169"/>
                  <a:pt x="1423332" y="38811"/>
                  <a:pt x="1422984" y="39452"/>
                </a:cubicBezTo>
                <a:cubicBezTo>
                  <a:pt x="1422637" y="40094"/>
                  <a:pt x="1422062" y="40842"/>
                  <a:pt x="1421260" y="41698"/>
                </a:cubicBezTo>
                <a:lnTo>
                  <a:pt x="1395119" y="67839"/>
                </a:lnTo>
                <a:lnTo>
                  <a:pt x="1424468" y="105928"/>
                </a:lnTo>
                <a:cubicBezTo>
                  <a:pt x="1425163" y="106837"/>
                  <a:pt x="1425657" y="107572"/>
                  <a:pt x="1425951" y="108133"/>
                </a:cubicBezTo>
                <a:cubicBezTo>
                  <a:pt x="1426245" y="108695"/>
                  <a:pt x="1426392" y="109216"/>
                  <a:pt x="1426392" y="109697"/>
                </a:cubicBezTo>
                <a:close/>
                <a:moveTo>
                  <a:pt x="1501634" y="70565"/>
                </a:moveTo>
                <a:cubicBezTo>
                  <a:pt x="1501634" y="72650"/>
                  <a:pt x="1501112" y="74134"/>
                  <a:pt x="1500070" y="75016"/>
                </a:cubicBezTo>
                <a:cubicBezTo>
                  <a:pt x="1499028" y="75898"/>
                  <a:pt x="1497838" y="76339"/>
                  <a:pt x="1496502" y="76339"/>
                </a:cubicBezTo>
                <a:lnTo>
                  <a:pt x="1449191" y="76339"/>
                </a:lnTo>
                <a:cubicBezTo>
                  <a:pt x="1449191" y="80360"/>
                  <a:pt x="1449592" y="83979"/>
                  <a:pt x="1450394" y="87197"/>
                </a:cubicBezTo>
                <a:cubicBezTo>
                  <a:pt x="1451195" y="90414"/>
                  <a:pt x="1452532" y="93176"/>
                  <a:pt x="1454403" y="95481"/>
                </a:cubicBezTo>
                <a:cubicBezTo>
                  <a:pt x="1456274" y="97787"/>
                  <a:pt x="1458706" y="99557"/>
                  <a:pt x="1461700" y="100791"/>
                </a:cubicBezTo>
                <a:cubicBezTo>
                  <a:pt x="1464694" y="102024"/>
                  <a:pt x="1468356" y="102641"/>
                  <a:pt x="1472686" y="102641"/>
                </a:cubicBezTo>
                <a:cubicBezTo>
                  <a:pt x="1476107" y="102641"/>
                  <a:pt x="1479154" y="102360"/>
                  <a:pt x="1481827" y="101799"/>
                </a:cubicBezTo>
                <a:cubicBezTo>
                  <a:pt x="1484500" y="101237"/>
                  <a:pt x="1486812" y="100609"/>
                  <a:pt x="1488763" y="99914"/>
                </a:cubicBezTo>
                <a:cubicBezTo>
                  <a:pt x="1490715" y="99219"/>
                  <a:pt x="1492318" y="98591"/>
                  <a:pt x="1493575" y="98030"/>
                </a:cubicBezTo>
                <a:cubicBezTo>
                  <a:pt x="1494831" y="97468"/>
                  <a:pt x="1495780" y="97188"/>
                  <a:pt x="1496421" y="97188"/>
                </a:cubicBezTo>
                <a:cubicBezTo>
                  <a:pt x="1496796" y="97188"/>
                  <a:pt x="1497130" y="97281"/>
                  <a:pt x="1497424" y="97468"/>
                </a:cubicBezTo>
                <a:cubicBezTo>
                  <a:pt x="1497718" y="97656"/>
                  <a:pt x="1497945" y="97936"/>
                  <a:pt x="1498105" y="98310"/>
                </a:cubicBezTo>
                <a:cubicBezTo>
                  <a:pt x="1498266" y="98685"/>
                  <a:pt x="1498386" y="99206"/>
                  <a:pt x="1498466" y="99874"/>
                </a:cubicBezTo>
                <a:cubicBezTo>
                  <a:pt x="1498546" y="100542"/>
                  <a:pt x="1498586" y="101358"/>
                  <a:pt x="1498586" y="102320"/>
                </a:cubicBezTo>
                <a:cubicBezTo>
                  <a:pt x="1498586" y="103015"/>
                  <a:pt x="1498560" y="103616"/>
                  <a:pt x="1498506" y="104124"/>
                </a:cubicBezTo>
                <a:cubicBezTo>
                  <a:pt x="1498453" y="104632"/>
                  <a:pt x="1498386" y="105086"/>
                  <a:pt x="1498306" y="105487"/>
                </a:cubicBezTo>
                <a:cubicBezTo>
                  <a:pt x="1498226" y="105888"/>
                  <a:pt x="1498092" y="106249"/>
                  <a:pt x="1497905" y="106570"/>
                </a:cubicBezTo>
                <a:cubicBezTo>
                  <a:pt x="1497718" y="106891"/>
                  <a:pt x="1497477" y="107198"/>
                  <a:pt x="1497183" y="107492"/>
                </a:cubicBezTo>
                <a:cubicBezTo>
                  <a:pt x="1496889" y="107786"/>
                  <a:pt x="1496020" y="108267"/>
                  <a:pt x="1494577" y="108935"/>
                </a:cubicBezTo>
                <a:cubicBezTo>
                  <a:pt x="1493134" y="109604"/>
                  <a:pt x="1491263" y="110258"/>
                  <a:pt x="1488964" y="110900"/>
                </a:cubicBezTo>
                <a:cubicBezTo>
                  <a:pt x="1486665" y="111541"/>
                  <a:pt x="1484006" y="112116"/>
                  <a:pt x="1480985" y="112624"/>
                </a:cubicBezTo>
                <a:cubicBezTo>
                  <a:pt x="1477965" y="113132"/>
                  <a:pt x="1474744" y="113386"/>
                  <a:pt x="1471323" y="113386"/>
                </a:cubicBezTo>
                <a:cubicBezTo>
                  <a:pt x="1465389" y="113386"/>
                  <a:pt x="1460190" y="112556"/>
                  <a:pt x="1455726" y="110897"/>
                </a:cubicBezTo>
                <a:cubicBezTo>
                  <a:pt x="1451262" y="109239"/>
                  <a:pt x="1447507" y="106777"/>
                  <a:pt x="1444460" y="103513"/>
                </a:cubicBezTo>
                <a:cubicBezTo>
                  <a:pt x="1441412" y="100248"/>
                  <a:pt x="1439114" y="96155"/>
                  <a:pt x="1437563" y="91231"/>
                </a:cubicBezTo>
                <a:cubicBezTo>
                  <a:pt x="1436013" y="86308"/>
                  <a:pt x="1435238" y="80582"/>
                  <a:pt x="1435238" y="74054"/>
                </a:cubicBezTo>
                <a:cubicBezTo>
                  <a:pt x="1435238" y="67846"/>
                  <a:pt x="1436040" y="62267"/>
                  <a:pt x="1437644" y="57317"/>
                </a:cubicBezTo>
                <a:cubicBezTo>
                  <a:pt x="1439247" y="52367"/>
                  <a:pt x="1441559" y="48166"/>
                  <a:pt x="1444580" y="44715"/>
                </a:cubicBezTo>
                <a:cubicBezTo>
                  <a:pt x="1447600" y="41263"/>
                  <a:pt x="1451249" y="38615"/>
                  <a:pt x="1455526" y="36769"/>
                </a:cubicBezTo>
                <a:cubicBezTo>
                  <a:pt x="1459802" y="34923"/>
                  <a:pt x="1464587" y="34000"/>
                  <a:pt x="1469879" y="34000"/>
                </a:cubicBezTo>
                <a:cubicBezTo>
                  <a:pt x="1475546" y="34000"/>
                  <a:pt x="1480370" y="34908"/>
                  <a:pt x="1484353" y="36726"/>
                </a:cubicBezTo>
                <a:cubicBezTo>
                  <a:pt x="1488336" y="38544"/>
                  <a:pt x="1491610" y="40989"/>
                  <a:pt x="1494176" y="44063"/>
                </a:cubicBezTo>
                <a:cubicBezTo>
                  <a:pt x="1496742" y="47137"/>
                  <a:pt x="1498627" y="50746"/>
                  <a:pt x="1499829" y="54889"/>
                </a:cubicBezTo>
                <a:cubicBezTo>
                  <a:pt x="1501032" y="59032"/>
                  <a:pt x="1501634" y="63455"/>
                  <a:pt x="1501634" y="68160"/>
                </a:cubicBezTo>
                <a:lnTo>
                  <a:pt x="1501634" y="70565"/>
                </a:lnTo>
                <a:moveTo>
                  <a:pt x="1488322" y="66636"/>
                </a:moveTo>
                <a:cubicBezTo>
                  <a:pt x="1488483" y="59687"/>
                  <a:pt x="1486946" y="54234"/>
                  <a:pt x="1483712" y="50278"/>
                </a:cubicBezTo>
                <a:cubicBezTo>
                  <a:pt x="1480477" y="46322"/>
                  <a:pt x="1475679" y="44344"/>
                  <a:pt x="1469318" y="44344"/>
                </a:cubicBezTo>
                <a:cubicBezTo>
                  <a:pt x="1466057" y="44344"/>
                  <a:pt x="1463197" y="44959"/>
                  <a:pt x="1460738" y="46188"/>
                </a:cubicBezTo>
                <a:cubicBezTo>
                  <a:pt x="1458279" y="47418"/>
                  <a:pt x="1456221" y="49048"/>
                  <a:pt x="1454563" y="51080"/>
                </a:cubicBezTo>
                <a:cubicBezTo>
                  <a:pt x="1452906" y="53111"/>
                  <a:pt x="1451623" y="55477"/>
                  <a:pt x="1450714" y="58176"/>
                </a:cubicBezTo>
                <a:cubicBezTo>
                  <a:pt x="1449805" y="60876"/>
                  <a:pt x="1449298" y="63696"/>
                  <a:pt x="1449191" y="66636"/>
                </a:cubicBezTo>
                <a:lnTo>
                  <a:pt x="1488322" y="66636"/>
                </a:lnTo>
                <a:close/>
                <a:moveTo>
                  <a:pt x="1581187" y="109777"/>
                </a:moveTo>
                <a:cubicBezTo>
                  <a:pt x="1581187" y="110205"/>
                  <a:pt x="1581080" y="110566"/>
                  <a:pt x="1580867" y="110860"/>
                </a:cubicBezTo>
                <a:cubicBezTo>
                  <a:pt x="1580653" y="111154"/>
                  <a:pt x="1580305" y="111408"/>
                  <a:pt x="1579824" y="111622"/>
                </a:cubicBezTo>
                <a:cubicBezTo>
                  <a:pt x="1579343" y="111835"/>
                  <a:pt x="1578675" y="111996"/>
                  <a:pt x="1577819" y="112103"/>
                </a:cubicBezTo>
                <a:cubicBezTo>
                  <a:pt x="1576964" y="112210"/>
                  <a:pt x="1575895" y="112263"/>
                  <a:pt x="1574612" y="112263"/>
                </a:cubicBezTo>
                <a:cubicBezTo>
                  <a:pt x="1573275" y="112263"/>
                  <a:pt x="1572180" y="112210"/>
                  <a:pt x="1571324" y="112103"/>
                </a:cubicBezTo>
                <a:cubicBezTo>
                  <a:pt x="1570469" y="111996"/>
                  <a:pt x="1569801" y="111835"/>
                  <a:pt x="1569320" y="111622"/>
                </a:cubicBezTo>
                <a:cubicBezTo>
                  <a:pt x="1568838" y="111408"/>
                  <a:pt x="1568491" y="111154"/>
                  <a:pt x="1568277" y="110860"/>
                </a:cubicBezTo>
                <a:cubicBezTo>
                  <a:pt x="1568063" y="110566"/>
                  <a:pt x="1567956" y="110205"/>
                  <a:pt x="1567956" y="109777"/>
                </a:cubicBezTo>
                <a:lnTo>
                  <a:pt x="1567956" y="67518"/>
                </a:lnTo>
                <a:cubicBezTo>
                  <a:pt x="1567956" y="63402"/>
                  <a:pt x="1567636" y="60087"/>
                  <a:pt x="1566994" y="57575"/>
                </a:cubicBezTo>
                <a:cubicBezTo>
                  <a:pt x="1566353" y="55062"/>
                  <a:pt x="1565417" y="52897"/>
                  <a:pt x="1564188" y="51080"/>
                </a:cubicBezTo>
                <a:cubicBezTo>
                  <a:pt x="1562958" y="49262"/>
                  <a:pt x="1561368" y="47872"/>
                  <a:pt x="1559416" y="46910"/>
                </a:cubicBezTo>
                <a:cubicBezTo>
                  <a:pt x="1557465" y="45948"/>
                  <a:pt x="1555206" y="45467"/>
                  <a:pt x="1552640" y="45467"/>
                </a:cubicBezTo>
                <a:cubicBezTo>
                  <a:pt x="1549326" y="45467"/>
                  <a:pt x="1546012" y="46643"/>
                  <a:pt x="1542697" y="48995"/>
                </a:cubicBezTo>
                <a:cubicBezTo>
                  <a:pt x="1539383" y="51347"/>
                  <a:pt x="1535908" y="54795"/>
                  <a:pt x="1532273" y="59339"/>
                </a:cubicBezTo>
                <a:lnTo>
                  <a:pt x="1532273" y="109777"/>
                </a:lnTo>
                <a:cubicBezTo>
                  <a:pt x="1532273" y="110205"/>
                  <a:pt x="1532166" y="110566"/>
                  <a:pt x="1531952" y="110860"/>
                </a:cubicBezTo>
                <a:cubicBezTo>
                  <a:pt x="1531738" y="111154"/>
                  <a:pt x="1531391" y="111408"/>
                  <a:pt x="1530910" y="111622"/>
                </a:cubicBezTo>
                <a:cubicBezTo>
                  <a:pt x="1530428" y="111835"/>
                  <a:pt x="1529760" y="111996"/>
                  <a:pt x="1528905" y="112103"/>
                </a:cubicBezTo>
                <a:cubicBezTo>
                  <a:pt x="1528050" y="112210"/>
                  <a:pt x="1526954" y="112263"/>
                  <a:pt x="1525617" y="112263"/>
                </a:cubicBezTo>
                <a:cubicBezTo>
                  <a:pt x="1524334" y="112263"/>
                  <a:pt x="1523265" y="112210"/>
                  <a:pt x="1522410" y="112103"/>
                </a:cubicBezTo>
                <a:cubicBezTo>
                  <a:pt x="1521554" y="111996"/>
                  <a:pt x="1520873" y="111835"/>
                  <a:pt x="1520365" y="111622"/>
                </a:cubicBezTo>
                <a:cubicBezTo>
                  <a:pt x="1519857" y="111408"/>
                  <a:pt x="1519509" y="111154"/>
                  <a:pt x="1519322" y="110860"/>
                </a:cubicBezTo>
                <a:cubicBezTo>
                  <a:pt x="1519135" y="110566"/>
                  <a:pt x="1519042" y="110205"/>
                  <a:pt x="1519042" y="109777"/>
                </a:cubicBezTo>
                <a:lnTo>
                  <a:pt x="1519042" y="37608"/>
                </a:lnTo>
                <a:cubicBezTo>
                  <a:pt x="1519042" y="37180"/>
                  <a:pt x="1519122" y="36820"/>
                  <a:pt x="1519282" y="36526"/>
                </a:cubicBezTo>
                <a:cubicBezTo>
                  <a:pt x="1519443" y="36232"/>
                  <a:pt x="1519763" y="35964"/>
                  <a:pt x="1520245" y="35724"/>
                </a:cubicBezTo>
                <a:cubicBezTo>
                  <a:pt x="1520726" y="35483"/>
                  <a:pt x="1521340" y="35323"/>
                  <a:pt x="1522089" y="35243"/>
                </a:cubicBezTo>
                <a:cubicBezTo>
                  <a:pt x="1522837" y="35162"/>
                  <a:pt x="1523826" y="35122"/>
                  <a:pt x="1525056" y="35122"/>
                </a:cubicBezTo>
                <a:cubicBezTo>
                  <a:pt x="1526232" y="35122"/>
                  <a:pt x="1527208" y="35162"/>
                  <a:pt x="1527983" y="35243"/>
                </a:cubicBezTo>
                <a:cubicBezTo>
                  <a:pt x="1528758" y="35323"/>
                  <a:pt x="1529359" y="35483"/>
                  <a:pt x="1529787" y="35724"/>
                </a:cubicBezTo>
                <a:cubicBezTo>
                  <a:pt x="1530215" y="35964"/>
                  <a:pt x="1530522" y="36232"/>
                  <a:pt x="1530709" y="36526"/>
                </a:cubicBezTo>
                <a:cubicBezTo>
                  <a:pt x="1530896" y="36820"/>
                  <a:pt x="1530990" y="37180"/>
                  <a:pt x="1530990" y="37608"/>
                </a:cubicBezTo>
                <a:lnTo>
                  <a:pt x="1530990" y="47151"/>
                </a:lnTo>
                <a:cubicBezTo>
                  <a:pt x="1535053" y="42607"/>
                  <a:pt x="1539102" y="39279"/>
                  <a:pt x="1543138" y="37167"/>
                </a:cubicBezTo>
                <a:cubicBezTo>
                  <a:pt x="1547174" y="35055"/>
                  <a:pt x="1551251" y="34000"/>
                  <a:pt x="1555367" y="34000"/>
                </a:cubicBezTo>
                <a:cubicBezTo>
                  <a:pt x="1560178" y="34000"/>
                  <a:pt x="1564228" y="34815"/>
                  <a:pt x="1567515" y="36445"/>
                </a:cubicBezTo>
                <a:cubicBezTo>
                  <a:pt x="1570803" y="38076"/>
                  <a:pt x="1573463" y="40254"/>
                  <a:pt x="1575494" y="42981"/>
                </a:cubicBezTo>
                <a:cubicBezTo>
                  <a:pt x="1577525" y="45707"/>
                  <a:pt x="1578982" y="48901"/>
                  <a:pt x="1579864" y="52563"/>
                </a:cubicBezTo>
                <a:cubicBezTo>
                  <a:pt x="1580746" y="56225"/>
                  <a:pt x="1581187" y="60622"/>
                  <a:pt x="1581187" y="65754"/>
                </a:cubicBezTo>
                <a:lnTo>
                  <a:pt x="1581187" y="109777"/>
                </a:lnTo>
                <a:close/>
                <a:moveTo>
                  <a:pt x="1649581" y="90189"/>
                </a:moveTo>
                <a:cubicBezTo>
                  <a:pt x="1649581" y="93881"/>
                  <a:pt x="1648899" y="97172"/>
                  <a:pt x="1647536" y="100062"/>
                </a:cubicBezTo>
                <a:cubicBezTo>
                  <a:pt x="1646173" y="102950"/>
                  <a:pt x="1644235" y="105385"/>
                  <a:pt x="1641722" y="107367"/>
                </a:cubicBezTo>
                <a:cubicBezTo>
                  <a:pt x="1639210" y="109346"/>
                  <a:pt x="1636216" y="110844"/>
                  <a:pt x="1632741" y="111860"/>
                </a:cubicBezTo>
                <a:cubicBezTo>
                  <a:pt x="1629266" y="112877"/>
                  <a:pt x="1625444" y="113386"/>
                  <a:pt x="1621274" y="113386"/>
                </a:cubicBezTo>
                <a:cubicBezTo>
                  <a:pt x="1618708" y="113386"/>
                  <a:pt x="1616262" y="113185"/>
                  <a:pt x="1613937" y="112784"/>
                </a:cubicBezTo>
                <a:cubicBezTo>
                  <a:pt x="1611612" y="112383"/>
                  <a:pt x="1609527" y="111876"/>
                  <a:pt x="1607682" y="111261"/>
                </a:cubicBezTo>
                <a:cubicBezTo>
                  <a:pt x="1605838" y="110646"/>
                  <a:pt x="1604274" y="110004"/>
                  <a:pt x="1602991" y="109336"/>
                </a:cubicBezTo>
                <a:cubicBezTo>
                  <a:pt x="1601708" y="108668"/>
                  <a:pt x="1600773" y="108067"/>
                  <a:pt x="1600185" y="107532"/>
                </a:cubicBezTo>
                <a:cubicBezTo>
                  <a:pt x="1599597" y="106997"/>
                  <a:pt x="1599169" y="106249"/>
                  <a:pt x="1598902" y="105287"/>
                </a:cubicBezTo>
                <a:cubicBezTo>
                  <a:pt x="1598634" y="104325"/>
                  <a:pt x="1598501" y="103015"/>
                  <a:pt x="1598501" y="101358"/>
                </a:cubicBezTo>
                <a:cubicBezTo>
                  <a:pt x="1598501" y="100342"/>
                  <a:pt x="1598554" y="99486"/>
                  <a:pt x="1598661" y="98792"/>
                </a:cubicBezTo>
                <a:cubicBezTo>
                  <a:pt x="1598768" y="98097"/>
                  <a:pt x="1598902" y="97535"/>
                  <a:pt x="1599062" y="97108"/>
                </a:cubicBezTo>
                <a:cubicBezTo>
                  <a:pt x="1599223" y="96680"/>
                  <a:pt x="1599450" y="96373"/>
                  <a:pt x="1599744" y="96185"/>
                </a:cubicBezTo>
                <a:cubicBezTo>
                  <a:pt x="1600038" y="95998"/>
                  <a:pt x="1600372" y="95905"/>
                  <a:pt x="1600746" y="95905"/>
                </a:cubicBezTo>
                <a:cubicBezTo>
                  <a:pt x="1601334" y="95905"/>
                  <a:pt x="1602203" y="96266"/>
                  <a:pt x="1603352" y="96987"/>
                </a:cubicBezTo>
                <a:cubicBezTo>
                  <a:pt x="1604502" y="97709"/>
                  <a:pt x="1605918" y="98498"/>
                  <a:pt x="1607602" y="99353"/>
                </a:cubicBezTo>
                <a:cubicBezTo>
                  <a:pt x="1609286" y="100208"/>
                  <a:pt x="1611277" y="100997"/>
                  <a:pt x="1613576" y="101718"/>
                </a:cubicBezTo>
                <a:cubicBezTo>
                  <a:pt x="1615875" y="102440"/>
                  <a:pt x="1618521" y="102801"/>
                  <a:pt x="1621515" y="102801"/>
                </a:cubicBezTo>
                <a:cubicBezTo>
                  <a:pt x="1623760" y="102801"/>
                  <a:pt x="1625791" y="102560"/>
                  <a:pt x="1627609" y="102079"/>
                </a:cubicBezTo>
                <a:cubicBezTo>
                  <a:pt x="1629427" y="101596"/>
                  <a:pt x="1631004" y="100886"/>
                  <a:pt x="1632340" y="99949"/>
                </a:cubicBezTo>
                <a:cubicBezTo>
                  <a:pt x="1633677" y="99012"/>
                  <a:pt x="1634706" y="97820"/>
                  <a:pt x="1635427" y="96373"/>
                </a:cubicBezTo>
                <a:cubicBezTo>
                  <a:pt x="1636149" y="94927"/>
                  <a:pt x="1636510" y="93213"/>
                  <a:pt x="1636510" y="91231"/>
                </a:cubicBezTo>
                <a:cubicBezTo>
                  <a:pt x="1636510" y="89198"/>
                  <a:pt x="1635989" y="87486"/>
                  <a:pt x="1634946" y="86094"/>
                </a:cubicBezTo>
                <a:cubicBezTo>
                  <a:pt x="1633904" y="84703"/>
                  <a:pt x="1632527" y="83472"/>
                  <a:pt x="1630817" y="82403"/>
                </a:cubicBezTo>
                <a:cubicBezTo>
                  <a:pt x="1629106" y="81332"/>
                  <a:pt x="1627181" y="80383"/>
                  <a:pt x="1625043" y="79554"/>
                </a:cubicBezTo>
                <a:cubicBezTo>
                  <a:pt x="1622905" y="78724"/>
                  <a:pt x="1620700" y="77854"/>
                  <a:pt x="1618428" y="76945"/>
                </a:cubicBezTo>
                <a:cubicBezTo>
                  <a:pt x="1616156" y="76035"/>
                  <a:pt x="1613937" y="75004"/>
                  <a:pt x="1611772" y="73853"/>
                </a:cubicBezTo>
                <a:cubicBezTo>
                  <a:pt x="1609607" y="72702"/>
                  <a:pt x="1607669" y="71297"/>
                  <a:pt x="1605958" y="69638"/>
                </a:cubicBezTo>
                <a:cubicBezTo>
                  <a:pt x="1604248" y="67979"/>
                  <a:pt x="1602871" y="66000"/>
                  <a:pt x="1601829" y="63699"/>
                </a:cubicBezTo>
                <a:cubicBezTo>
                  <a:pt x="1600786" y="61399"/>
                  <a:pt x="1600265" y="58643"/>
                  <a:pt x="1600265" y="55432"/>
                </a:cubicBezTo>
                <a:cubicBezTo>
                  <a:pt x="1600265" y="52596"/>
                  <a:pt x="1600813" y="49880"/>
                  <a:pt x="1601909" y="47286"/>
                </a:cubicBezTo>
                <a:cubicBezTo>
                  <a:pt x="1603005" y="44690"/>
                  <a:pt x="1604649" y="42415"/>
                  <a:pt x="1606840" y="40462"/>
                </a:cubicBezTo>
                <a:cubicBezTo>
                  <a:pt x="1609032" y="38508"/>
                  <a:pt x="1611772" y="36942"/>
                  <a:pt x="1615060" y="35766"/>
                </a:cubicBezTo>
                <a:cubicBezTo>
                  <a:pt x="1618347" y="34589"/>
                  <a:pt x="1622183" y="34000"/>
                  <a:pt x="1626567" y="34000"/>
                </a:cubicBezTo>
                <a:cubicBezTo>
                  <a:pt x="1628491" y="34000"/>
                  <a:pt x="1630416" y="34163"/>
                  <a:pt x="1632340" y="34488"/>
                </a:cubicBezTo>
                <a:cubicBezTo>
                  <a:pt x="1634265" y="34814"/>
                  <a:pt x="1636002" y="35221"/>
                  <a:pt x="1637552" y="35709"/>
                </a:cubicBezTo>
                <a:cubicBezTo>
                  <a:pt x="1639103" y="36196"/>
                  <a:pt x="1640426" y="36725"/>
                  <a:pt x="1641522" y="37295"/>
                </a:cubicBezTo>
                <a:cubicBezTo>
                  <a:pt x="1642618" y="37865"/>
                  <a:pt x="1643446" y="38367"/>
                  <a:pt x="1644007" y="38801"/>
                </a:cubicBezTo>
                <a:cubicBezTo>
                  <a:pt x="1644569" y="39235"/>
                  <a:pt x="1644943" y="39613"/>
                  <a:pt x="1645130" y="39934"/>
                </a:cubicBezTo>
                <a:cubicBezTo>
                  <a:pt x="1645317" y="40254"/>
                  <a:pt x="1645451" y="40615"/>
                  <a:pt x="1645531" y="41016"/>
                </a:cubicBezTo>
                <a:cubicBezTo>
                  <a:pt x="1645611" y="41417"/>
                  <a:pt x="1645691" y="41912"/>
                  <a:pt x="1645772" y="42500"/>
                </a:cubicBezTo>
                <a:cubicBezTo>
                  <a:pt x="1645852" y="43088"/>
                  <a:pt x="1645892" y="43809"/>
                  <a:pt x="1645892" y="44665"/>
                </a:cubicBezTo>
                <a:cubicBezTo>
                  <a:pt x="1645892" y="45573"/>
                  <a:pt x="1645852" y="46362"/>
                  <a:pt x="1645772" y="47030"/>
                </a:cubicBezTo>
                <a:cubicBezTo>
                  <a:pt x="1645691" y="47698"/>
                  <a:pt x="1645558" y="48246"/>
                  <a:pt x="1645371" y="48674"/>
                </a:cubicBezTo>
                <a:cubicBezTo>
                  <a:pt x="1645184" y="49102"/>
                  <a:pt x="1644956" y="49409"/>
                  <a:pt x="1644689" y="49596"/>
                </a:cubicBezTo>
                <a:cubicBezTo>
                  <a:pt x="1644422" y="49783"/>
                  <a:pt x="1644128" y="49877"/>
                  <a:pt x="1643807" y="49877"/>
                </a:cubicBezTo>
                <a:cubicBezTo>
                  <a:pt x="1643326" y="49877"/>
                  <a:pt x="1642631" y="49579"/>
                  <a:pt x="1641722" y="48982"/>
                </a:cubicBezTo>
                <a:cubicBezTo>
                  <a:pt x="1640813" y="48386"/>
                  <a:pt x="1639637" y="47749"/>
                  <a:pt x="1638194" y="47070"/>
                </a:cubicBezTo>
                <a:cubicBezTo>
                  <a:pt x="1636750" y="46392"/>
                  <a:pt x="1635053" y="45755"/>
                  <a:pt x="1633102" y="45158"/>
                </a:cubicBezTo>
                <a:cubicBezTo>
                  <a:pt x="1631151" y="44562"/>
                  <a:pt x="1628919" y="44264"/>
                  <a:pt x="1626406" y="44264"/>
                </a:cubicBezTo>
                <a:cubicBezTo>
                  <a:pt x="1624161" y="44264"/>
                  <a:pt x="1622183" y="44519"/>
                  <a:pt x="1620472" y="45028"/>
                </a:cubicBezTo>
                <a:cubicBezTo>
                  <a:pt x="1618762" y="45536"/>
                  <a:pt x="1617358" y="46258"/>
                  <a:pt x="1616262" y="47196"/>
                </a:cubicBezTo>
                <a:cubicBezTo>
                  <a:pt x="1615167" y="48133"/>
                  <a:pt x="1614338" y="49245"/>
                  <a:pt x="1613777" y="50531"/>
                </a:cubicBezTo>
                <a:cubicBezTo>
                  <a:pt x="1613215" y="51816"/>
                  <a:pt x="1612935" y="53208"/>
                  <a:pt x="1612935" y="54708"/>
                </a:cubicBezTo>
                <a:cubicBezTo>
                  <a:pt x="1612935" y="56795"/>
                  <a:pt x="1613469" y="58547"/>
                  <a:pt x="1614538" y="59966"/>
                </a:cubicBezTo>
                <a:cubicBezTo>
                  <a:pt x="1615608" y="61384"/>
                  <a:pt x="1616998" y="62628"/>
                  <a:pt x="1618708" y="63699"/>
                </a:cubicBezTo>
                <a:cubicBezTo>
                  <a:pt x="1620419" y="64768"/>
                  <a:pt x="1622370" y="65732"/>
                  <a:pt x="1624562" y="66589"/>
                </a:cubicBezTo>
                <a:cubicBezTo>
                  <a:pt x="1626754" y="67444"/>
                  <a:pt x="1628986" y="68327"/>
                  <a:pt x="1631258" y="69237"/>
                </a:cubicBezTo>
                <a:cubicBezTo>
                  <a:pt x="1633530" y="70146"/>
                  <a:pt x="1635775" y="71163"/>
                  <a:pt x="1637993" y="72287"/>
                </a:cubicBezTo>
                <a:cubicBezTo>
                  <a:pt x="1640212" y="73411"/>
                  <a:pt x="1642177" y="74776"/>
                  <a:pt x="1643887" y="76382"/>
                </a:cubicBezTo>
                <a:cubicBezTo>
                  <a:pt x="1645598" y="77987"/>
                  <a:pt x="1646974" y="79914"/>
                  <a:pt x="1648017" y="82163"/>
                </a:cubicBezTo>
                <a:cubicBezTo>
                  <a:pt x="1649059" y="84409"/>
                  <a:pt x="1649581" y="87085"/>
                  <a:pt x="1649581" y="90189"/>
                </a:cubicBezTo>
                <a:close/>
                <a:moveTo>
                  <a:pt x="1682118" y="103082"/>
                </a:moveTo>
                <a:cubicBezTo>
                  <a:pt x="1682118" y="106894"/>
                  <a:pt x="1681490" y="109431"/>
                  <a:pt x="1680233" y="110692"/>
                </a:cubicBezTo>
                <a:cubicBezTo>
                  <a:pt x="1678977" y="111953"/>
                  <a:pt x="1676692" y="112584"/>
                  <a:pt x="1673377" y="112584"/>
                </a:cubicBezTo>
                <a:cubicBezTo>
                  <a:pt x="1670170" y="112584"/>
                  <a:pt x="1667951" y="111967"/>
                  <a:pt x="1666722" y="110732"/>
                </a:cubicBezTo>
                <a:cubicBezTo>
                  <a:pt x="1665492" y="109497"/>
                  <a:pt x="1664877" y="107028"/>
                  <a:pt x="1664877" y="103322"/>
                </a:cubicBezTo>
                <a:cubicBezTo>
                  <a:pt x="1664877" y="99510"/>
                  <a:pt x="1665505" y="96973"/>
                  <a:pt x="1666762" y="95712"/>
                </a:cubicBezTo>
                <a:cubicBezTo>
                  <a:pt x="1668018" y="94451"/>
                  <a:pt x="1670303" y="93820"/>
                  <a:pt x="1673618" y="93820"/>
                </a:cubicBezTo>
                <a:cubicBezTo>
                  <a:pt x="1676825" y="93820"/>
                  <a:pt x="1679044" y="94437"/>
                  <a:pt x="1680273" y="95672"/>
                </a:cubicBezTo>
                <a:cubicBezTo>
                  <a:pt x="1681503" y="96906"/>
                  <a:pt x="1682118" y="99376"/>
                  <a:pt x="1682118" y="1030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1">
            <a:extLst xmlns:a="http://schemas.openxmlformats.org/drawingml/2006/main">
              <a:ext uri="{FF2B5EF4-FFF2-40B4-BE49-F238E27FC236}">
                <a16:creationId xmlns:a16="http://schemas.microsoft.com/office/drawing/2014/main" id="{A948F5C8-8E10-4370-A610-84E923A1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737" y="924757"/>
            <a:ext cx="60622" cy="104565"/>
          </a:xfrm>
          <a:custGeom xmlns:a="http://schemas.openxmlformats.org/drawingml/2006/main">
            <a:pathLst>
              <a:path w="60622" h="104565">
                <a:moveTo>
                  <a:pt x="60622" y="96386"/>
                </a:moveTo>
                <a:cubicBezTo>
                  <a:pt x="60622" y="96707"/>
                  <a:pt x="60582" y="97148"/>
                  <a:pt x="60502" y="97709"/>
                </a:cubicBezTo>
                <a:cubicBezTo>
                  <a:pt x="60422" y="98270"/>
                  <a:pt x="60315" y="98858"/>
                  <a:pt x="60181" y="99473"/>
                </a:cubicBezTo>
                <a:cubicBezTo>
                  <a:pt x="60047" y="100088"/>
                  <a:pt x="59874" y="100689"/>
                  <a:pt x="59660" y="101277"/>
                </a:cubicBezTo>
                <a:cubicBezTo>
                  <a:pt x="59446" y="101865"/>
                  <a:pt x="59179" y="102413"/>
                  <a:pt x="58858" y="102921"/>
                </a:cubicBezTo>
                <a:cubicBezTo>
                  <a:pt x="58537" y="103429"/>
                  <a:pt x="58176" y="103830"/>
                  <a:pt x="57775" y="104124"/>
                </a:cubicBezTo>
                <a:cubicBezTo>
                  <a:pt x="57374" y="104418"/>
                  <a:pt x="56933" y="104565"/>
                  <a:pt x="56452" y="104565"/>
                </a:cubicBezTo>
                <a:lnTo>
                  <a:pt x="2165" y="104565"/>
                </a:lnTo>
                <a:cubicBezTo>
                  <a:pt x="1524" y="104565"/>
                  <a:pt x="1002" y="104298"/>
                  <a:pt x="601" y="103763"/>
                </a:cubicBezTo>
                <a:cubicBezTo>
                  <a:pt x="200" y="103229"/>
                  <a:pt x="0" y="102507"/>
                  <a:pt x="0" y="101598"/>
                </a:cubicBezTo>
                <a:cubicBezTo>
                  <a:pt x="0" y="101331"/>
                  <a:pt x="40" y="100943"/>
                  <a:pt x="120" y="100435"/>
                </a:cubicBezTo>
                <a:cubicBezTo>
                  <a:pt x="200" y="99928"/>
                  <a:pt x="307" y="99380"/>
                  <a:pt x="441" y="98792"/>
                </a:cubicBezTo>
                <a:cubicBezTo>
                  <a:pt x="575" y="98203"/>
                  <a:pt x="762" y="97589"/>
                  <a:pt x="1002" y="96947"/>
                </a:cubicBezTo>
                <a:cubicBezTo>
                  <a:pt x="1243" y="96306"/>
                  <a:pt x="1524" y="95744"/>
                  <a:pt x="1844" y="95263"/>
                </a:cubicBezTo>
                <a:cubicBezTo>
                  <a:pt x="2165" y="94782"/>
                  <a:pt x="2539" y="94368"/>
                  <a:pt x="2967" y="94020"/>
                </a:cubicBezTo>
                <a:cubicBezTo>
                  <a:pt x="3395" y="93673"/>
                  <a:pt x="3876" y="93499"/>
                  <a:pt x="4410" y="93499"/>
                </a:cubicBezTo>
                <a:lnTo>
                  <a:pt x="26061" y="93499"/>
                </a:lnTo>
                <a:lnTo>
                  <a:pt x="41698" y="15316"/>
                </a:lnTo>
                <a:lnTo>
                  <a:pt x="19165" y="27184"/>
                </a:lnTo>
                <a:cubicBezTo>
                  <a:pt x="18310" y="27611"/>
                  <a:pt x="17615" y="27892"/>
                  <a:pt x="17080" y="28026"/>
                </a:cubicBezTo>
                <a:cubicBezTo>
                  <a:pt x="16545" y="28159"/>
                  <a:pt x="16104" y="28146"/>
                  <a:pt x="15757" y="27986"/>
                </a:cubicBezTo>
                <a:cubicBezTo>
                  <a:pt x="15409" y="27825"/>
                  <a:pt x="15169" y="27531"/>
                  <a:pt x="15035" y="27104"/>
                </a:cubicBezTo>
                <a:cubicBezTo>
                  <a:pt x="14902" y="26676"/>
                  <a:pt x="14835" y="26141"/>
                  <a:pt x="14835" y="25500"/>
                </a:cubicBezTo>
                <a:cubicBezTo>
                  <a:pt x="14835" y="24912"/>
                  <a:pt x="14902" y="24177"/>
                  <a:pt x="15035" y="23295"/>
                </a:cubicBezTo>
                <a:cubicBezTo>
                  <a:pt x="15169" y="22413"/>
                  <a:pt x="15383" y="21530"/>
                  <a:pt x="15677" y="20648"/>
                </a:cubicBezTo>
                <a:cubicBezTo>
                  <a:pt x="15971" y="19766"/>
                  <a:pt x="16358" y="18924"/>
                  <a:pt x="16839" y="18122"/>
                </a:cubicBezTo>
                <a:cubicBezTo>
                  <a:pt x="17321" y="17321"/>
                  <a:pt x="17935" y="16706"/>
                  <a:pt x="18684" y="16278"/>
                </a:cubicBezTo>
                <a:lnTo>
                  <a:pt x="45707" y="962"/>
                </a:lnTo>
                <a:cubicBezTo>
                  <a:pt x="45974" y="802"/>
                  <a:pt x="46282" y="668"/>
                  <a:pt x="46629" y="561"/>
                </a:cubicBezTo>
                <a:cubicBezTo>
                  <a:pt x="46977" y="454"/>
                  <a:pt x="47391" y="347"/>
                  <a:pt x="47872" y="241"/>
                </a:cubicBezTo>
                <a:cubicBezTo>
                  <a:pt x="48353" y="134"/>
                  <a:pt x="48928" y="67"/>
                  <a:pt x="49596" y="40"/>
                </a:cubicBezTo>
                <a:cubicBezTo>
                  <a:pt x="50264" y="13"/>
                  <a:pt x="51053" y="0"/>
                  <a:pt x="51962" y="0"/>
                </a:cubicBezTo>
                <a:cubicBezTo>
                  <a:pt x="53298" y="0"/>
                  <a:pt x="54381" y="53"/>
                  <a:pt x="55209" y="160"/>
                </a:cubicBezTo>
                <a:cubicBezTo>
                  <a:pt x="56038" y="267"/>
                  <a:pt x="56680" y="414"/>
                  <a:pt x="57134" y="601"/>
                </a:cubicBezTo>
                <a:cubicBezTo>
                  <a:pt x="57588" y="789"/>
                  <a:pt x="57856" y="1030"/>
                  <a:pt x="57936" y="1326"/>
                </a:cubicBezTo>
                <a:cubicBezTo>
                  <a:pt x="58016" y="1620"/>
                  <a:pt x="58029" y="1927"/>
                  <a:pt x="57976" y="2248"/>
                </a:cubicBezTo>
                <a:lnTo>
                  <a:pt x="39853" y="93499"/>
                </a:lnTo>
                <a:lnTo>
                  <a:pt x="58617" y="93499"/>
                </a:lnTo>
                <a:cubicBezTo>
                  <a:pt x="59366" y="93499"/>
                  <a:pt x="59887" y="93753"/>
                  <a:pt x="60181" y="94261"/>
                </a:cubicBezTo>
                <a:cubicBezTo>
                  <a:pt x="60475" y="94769"/>
                  <a:pt x="60622" y="95477"/>
                  <a:pt x="60622" y="96386"/>
                </a:cubicBez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2">
            <a:extLst xmlns:a="http://schemas.openxmlformats.org/drawingml/2006/main">
              <a:ext uri="{FF2B5EF4-FFF2-40B4-BE49-F238E27FC236}">
                <a16:creationId xmlns:a16="http://schemas.microsoft.com/office/drawing/2014/main" id="{4D0387B9-F109-4019-900D-E876659F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688" y="1118462"/>
            <a:ext cx="75309" cy="105497"/>
          </a:xfrm>
          <a:custGeom xmlns:a="http://schemas.openxmlformats.org/drawingml/2006/main">
            <a:pathLst>
              <a:path w="75309" h="105497">
                <a:moveTo>
                  <a:pt x="65675" y="97067"/>
                </a:moveTo>
                <a:cubicBezTo>
                  <a:pt x="65675" y="97388"/>
                  <a:pt x="65635" y="97843"/>
                  <a:pt x="65554" y="98432"/>
                </a:cubicBezTo>
                <a:cubicBezTo>
                  <a:pt x="65474" y="99021"/>
                  <a:pt x="65354" y="99623"/>
                  <a:pt x="65193" y="100238"/>
                </a:cubicBezTo>
                <a:cubicBezTo>
                  <a:pt x="65032" y="100854"/>
                  <a:pt x="64832" y="101483"/>
                  <a:pt x="64591" y="102125"/>
                </a:cubicBezTo>
                <a:cubicBezTo>
                  <a:pt x="64350" y="102767"/>
                  <a:pt x="64056" y="103329"/>
                  <a:pt x="63708" y="103811"/>
                </a:cubicBezTo>
                <a:cubicBezTo>
                  <a:pt x="63360" y="104293"/>
                  <a:pt x="62972" y="104694"/>
                  <a:pt x="62544" y="105015"/>
                </a:cubicBezTo>
                <a:cubicBezTo>
                  <a:pt x="62115" y="105336"/>
                  <a:pt x="61634" y="105497"/>
                  <a:pt x="61098" y="105497"/>
                </a:cubicBezTo>
                <a:lnTo>
                  <a:pt x="3693" y="105497"/>
                </a:lnTo>
                <a:cubicBezTo>
                  <a:pt x="2997" y="105497"/>
                  <a:pt x="2409" y="105417"/>
                  <a:pt x="1927" y="105256"/>
                </a:cubicBezTo>
                <a:cubicBezTo>
                  <a:pt x="1445" y="105096"/>
                  <a:pt x="1070" y="104868"/>
                  <a:pt x="803" y="104574"/>
                </a:cubicBezTo>
                <a:cubicBezTo>
                  <a:pt x="535" y="104279"/>
                  <a:pt x="335" y="103931"/>
                  <a:pt x="201" y="103530"/>
                </a:cubicBezTo>
                <a:cubicBezTo>
                  <a:pt x="67" y="103129"/>
                  <a:pt x="0" y="102660"/>
                  <a:pt x="0" y="102125"/>
                </a:cubicBezTo>
                <a:cubicBezTo>
                  <a:pt x="0" y="101590"/>
                  <a:pt x="40" y="100894"/>
                  <a:pt x="120" y="100038"/>
                </a:cubicBezTo>
                <a:cubicBezTo>
                  <a:pt x="201" y="99181"/>
                  <a:pt x="401" y="98244"/>
                  <a:pt x="723" y="97227"/>
                </a:cubicBezTo>
                <a:cubicBezTo>
                  <a:pt x="1044" y="96211"/>
                  <a:pt x="1525" y="95180"/>
                  <a:pt x="2168" y="94136"/>
                </a:cubicBezTo>
                <a:cubicBezTo>
                  <a:pt x="2810" y="93093"/>
                  <a:pt x="3693" y="92089"/>
                  <a:pt x="4817" y="91126"/>
                </a:cubicBezTo>
                <a:lnTo>
                  <a:pt x="31553" y="67654"/>
                </a:lnTo>
                <a:cubicBezTo>
                  <a:pt x="35728" y="64011"/>
                  <a:pt x="39327" y="60597"/>
                  <a:pt x="42351" y="57410"/>
                </a:cubicBezTo>
                <a:cubicBezTo>
                  <a:pt x="45375" y="54222"/>
                  <a:pt x="47918" y="51249"/>
                  <a:pt x="49979" y="48491"/>
                </a:cubicBezTo>
                <a:cubicBezTo>
                  <a:pt x="52039" y="45733"/>
                  <a:pt x="53685" y="43189"/>
                  <a:pt x="54916" y="40859"/>
                </a:cubicBezTo>
                <a:cubicBezTo>
                  <a:pt x="56147" y="38529"/>
                  <a:pt x="57111" y="36399"/>
                  <a:pt x="57807" y="34471"/>
                </a:cubicBezTo>
                <a:cubicBezTo>
                  <a:pt x="58502" y="32542"/>
                  <a:pt x="58957" y="30788"/>
                  <a:pt x="59171" y="29209"/>
                </a:cubicBezTo>
                <a:cubicBezTo>
                  <a:pt x="59386" y="27629"/>
                  <a:pt x="59493" y="26222"/>
                  <a:pt x="59493" y="24989"/>
                </a:cubicBezTo>
                <a:cubicBezTo>
                  <a:pt x="59493" y="23703"/>
                  <a:pt x="59292" y="22323"/>
                  <a:pt x="58890" y="20850"/>
                </a:cubicBezTo>
                <a:cubicBezTo>
                  <a:pt x="58489" y="19374"/>
                  <a:pt x="57793" y="17993"/>
                  <a:pt x="56803" y="16707"/>
                </a:cubicBezTo>
                <a:cubicBezTo>
                  <a:pt x="55813" y="15421"/>
                  <a:pt x="54408" y="14349"/>
                  <a:pt x="52588" y="13491"/>
                </a:cubicBezTo>
                <a:cubicBezTo>
                  <a:pt x="50768" y="12633"/>
                  <a:pt x="48467" y="12204"/>
                  <a:pt x="45683" y="12204"/>
                </a:cubicBezTo>
                <a:cubicBezTo>
                  <a:pt x="42632" y="12204"/>
                  <a:pt x="39715" y="12659"/>
                  <a:pt x="36932" y="13568"/>
                </a:cubicBezTo>
                <a:cubicBezTo>
                  <a:pt x="34149" y="14478"/>
                  <a:pt x="31633" y="15482"/>
                  <a:pt x="29385" y="16579"/>
                </a:cubicBezTo>
                <a:cubicBezTo>
                  <a:pt x="27137" y="17677"/>
                  <a:pt x="25250" y="18693"/>
                  <a:pt x="23725" y="19630"/>
                </a:cubicBezTo>
                <a:cubicBezTo>
                  <a:pt x="22199" y="20567"/>
                  <a:pt x="21142" y="21035"/>
                  <a:pt x="20553" y="21035"/>
                </a:cubicBezTo>
                <a:cubicBezTo>
                  <a:pt x="20018" y="21035"/>
                  <a:pt x="19590" y="20768"/>
                  <a:pt x="19269" y="20232"/>
                </a:cubicBezTo>
                <a:cubicBezTo>
                  <a:pt x="18948" y="19697"/>
                  <a:pt x="18787" y="18921"/>
                  <a:pt x="18787" y="17904"/>
                </a:cubicBezTo>
                <a:cubicBezTo>
                  <a:pt x="18787" y="17476"/>
                  <a:pt x="18827" y="17007"/>
                  <a:pt x="18908" y="16499"/>
                </a:cubicBezTo>
                <a:cubicBezTo>
                  <a:pt x="18988" y="15990"/>
                  <a:pt x="19068" y="15442"/>
                  <a:pt x="19148" y="14853"/>
                </a:cubicBezTo>
                <a:cubicBezTo>
                  <a:pt x="19229" y="14264"/>
                  <a:pt x="19363" y="13676"/>
                  <a:pt x="19550" y="13087"/>
                </a:cubicBezTo>
                <a:cubicBezTo>
                  <a:pt x="19737" y="12498"/>
                  <a:pt x="19951" y="11936"/>
                  <a:pt x="20192" y="11401"/>
                </a:cubicBezTo>
                <a:cubicBezTo>
                  <a:pt x="20433" y="10866"/>
                  <a:pt x="20701" y="10344"/>
                  <a:pt x="20995" y="9835"/>
                </a:cubicBezTo>
                <a:cubicBezTo>
                  <a:pt x="21289" y="9327"/>
                  <a:pt x="21624" y="8885"/>
                  <a:pt x="21999" y="8510"/>
                </a:cubicBezTo>
                <a:cubicBezTo>
                  <a:pt x="22587" y="7922"/>
                  <a:pt x="23752" y="7146"/>
                  <a:pt x="25491" y="6182"/>
                </a:cubicBezTo>
                <a:cubicBezTo>
                  <a:pt x="27231" y="5219"/>
                  <a:pt x="29331" y="4282"/>
                  <a:pt x="31794" y="3372"/>
                </a:cubicBezTo>
                <a:cubicBezTo>
                  <a:pt x="34256" y="2462"/>
                  <a:pt x="36986" y="1673"/>
                  <a:pt x="39983" y="1004"/>
                </a:cubicBezTo>
                <a:cubicBezTo>
                  <a:pt x="42980" y="335"/>
                  <a:pt x="46085" y="0"/>
                  <a:pt x="49296" y="0"/>
                </a:cubicBezTo>
                <a:cubicBezTo>
                  <a:pt x="54435" y="0"/>
                  <a:pt x="58690" y="723"/>
                  <a:pt x="62062" y="2170"/>
                </a:cubicBezTo>
                <a:cubicBezTo>
                  <a:pt x="65434" y="3615"/>
                  <a:pt x="68097" y="5436"/>
                  <a:pt x="70050" y="7632"/>
                </a:cubicBezTo>
                <a:cubicBezTo>
                  <a:pt x="72004" y="9828"/>
                  <a:pt x="73369" y="12213"/>
                  <a:pt x="74145" y="14785"/>
                </a:cubicBezTo>
                <a:cubicBezTo>
                  <a:pt x="74921" y="17356"/>
                  <a:pt x="75309" y="19793"/>
                  <a:pt x="75309" y="22096"/>
                </a:cubicBezTo>
                <a:cubicBezTo>
                  <a:pt x="75309" y="24293"/>
                  <a:pt x="75149" y="26542"/>
                  <a:pt x="74827" y="28846"/>
                </a:cubicBezTo>
                <a:cubicBezTo>
                  <a:pt x="74506" y="31149"/>
                  <a:pt x="73877" y="33572"/>
                  <a:pt x="72941" y="36117"/>
                </a:cubicBezTo>
                <a:cubicBezTo>
                  <a:pt x="72004" y="38661"/>
                  <a:pt x="70693" y="41353"/>
                  <a:pt x="69007" y="44193"/>
                </a:cubicBezTo>
                <a:cubicBezTo>
                  <a:pt x="67321" y="47031"/>
                  <a:pt x="65126" y="50098"/>
                  <a:pt x="62423" y="53393"/>
                </a:cubicBezTo>
                <a:cubicBezTo>
                  <a:pt x="59720" y="56687"/>
                  <a:pt x="56455" y="60249"/>
                  <a:pt x="52628" y="64079"/>
                </a:cubicBezTo>
                <a:cubicBezTo>
                  <a:pt x="48801" y="67908"/>
                  <a:pt x="44238" y="72072"/>
                  <a:pt x="38939" y="76571"/>
                </a:cubicBezTo>
                <a:lnTo>
                  <a:pt x="18867" y="93775"/>
                </a:lnTo>
                <a:lnTo>
                  <a:pt x="63186" y="93775"/>
                </a:lnTo>
                <a:cubicBezTo>
                  <a:pt x="64096" y="93775"/>
                  <a:pt x="64738" y="94110"/>
                  <a:pt x="65113" y="94779"/>
                </a:cubicBezTo>
                <a:cubicBezTo>
                  <a:pt x="65487" y="95448"/>
                  <a:pt x="65675" y="96211"/>
                  <a:pt x="65675" y="97067"/>
                </a:cubicBez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3">
            <a:extLst xmlns:a="http://schemas.openxmlformats.org/drawingml/2006/main">
              <a:ext uri="{FF2B5EF4-FFF2-40B4-BE49-F238E27FC236}">
                <a16:creationId xmlns:a16="http://schemas.microsoft.com/office/drawing/2014/main" id="{1B98D9E5-543F-4A69-9FA5-30FAEFA8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25" y="1313390"/>
            <a:ext cx="74414" cy="106971"/>
          </a:xfrm>
          <a:custGeom xmlns:a="http://schemas.openxmlformats.org/drawingml/2006/main">
            <a:pathLst>
              <a:path w="74414" h="106971">
                <a:moveTo>
                  <a:pt x="69042" y="72330"/>
                </a:moveTo>
                <a:cubicBezTo>
                  <a:pt x="69042" y="74949"/>
                  <a:pt x="68708" y="77622"/>
                  <a:pt x="68039" y="80348"/>
                </a:cubicBezTo>
                <a:cubicBezTo>
                  <a:pt x="67371" y="83075"/>
                  <a:pt x="66315" y="85721"/>
                  <a:pt x="64872" y="88287"/>
                </a:cubicBezTo>
                <a:cubicBezTo>
                  <a:pt x="63429" y="90853"/>
                  <a:pt x="61598" y="93272"/>
                  <a:pt x="59379" y="95544"/>
                </a:cubicBezTo>
                <a:cubicBezTo>
                  <a:pt x="57161" y="97816"/>
                  <a:pt x="54488" y="99794"/>
                  <a:pt x="51360" y="101478"/>
                </a:cubicBezTo>
                <a:cubicBezTo>
                  <a:pt x="48233" y="103162"/>
                  <a:pt x="44665" y="104498"/>
                  <a:pt x="40655" y="105487"/>
                </a:cubicBezTo>
                <a:cubicBezTo>
                  <a:pt x="36646" y="106476"/>
                  <a:pt x="32102" y="106971"/>
                  <a:pt x="27023" y="106971"/>
                </a:cubicBezTo>
                <a:cubicBezTo>
                  <a:pt x="24350" y="106971"/>
                  <a:pt x="21824" y="106808"/>
                  <a:pt x="19446" y="106482"/>
                </a:cubicBezTo>
                <a:cubicBezTo>
                  <a:pt x="17067" y="106158"/>
                  <a:pt x="14821" y="105712"/>
                  <a:pt x="12710" y="105144"/>
                </a:cubicBezTo>
                <a:cubicBezTo>
                  <a:pt x="10598" y="104576"/>
                  <a:pt x="8674" y="103899"/>
                  <a:pt x="6936" y="103114"/>
                </a:cubicBezTo>
                <a:cubicBezTo>
                  <a:pt x="5199" y="102329"/>
                  <a:pt x="3635" y="101476"/>
                  <a:pt x="2245" y="100556"/>
                </a:cubicBezTo>
                <a:cubicBezTo>
                  <a:pt x="1443" y="100075"/>
                  <a:pt x="869" y="99500"/>
                  <a:pt x="521" y="98832"/>
                </a:cubicBezTo>
                <a:cubicBezTo>
                  <a:pt x="174" y="98163"/>
                  <a:pt x="0" y="97402"/>
                  <a:pt x="0" y="96546"/>
                </a:cubicBezTo>
                <a:cubicBezTo>
                  <a:pt x="0" y="96226"/>
                  <a:pt x="27" y="95784"/>
                  <a:pt x="80" y="95223"/>
                </a:cubicBezTo>
                <a:cubicBezTo>
                  <a:pt x="134" y="94662"/>
                  <a:pt x="214" y="94060"/>
                  <a:pt x="321" y="93419"/>
                </a:cubicBezTo>
                <a:cubicBezTo>
                  <a:pt x="428" y="92777"/>
                  <a:pt x="561" y="92096"/>
                  <a:pt x="722" y="91374"/>
                </a:cubicBezTo>
                <a:cubicBezTo>
                  <a:pt x="882" y="90652"/>
                  <a:pt x="1083" y="90011"/>
                  <a:pt x="1323" y="89450"/>
                </a:cubicBezTo>
                <a:cubicBezTo>
                  <a:pt x="1564" y="88888"/>
                  <a:pt x="1858" y="88434"/>
                  <a:pt x="2205" y="88086"/>
                </a:cubicBezTo>
                <a:cubicBezTo>
                  <a:pt x="2553" y="87739"/>
                  <a:pt x="2940" y="87565"/>
                  <a:pt x="3368" y="87565"/>
                </a:cubicBezTo>
                <a:cubicBezTo>
                  <a:pt x="3849" y="87565"/>
                  <a:pt x="4718" y="87984"/>
                  <a:pt x="5974" y="88821"/>
                </a:cubicBezTo>
                <a:cubicBezTo>
                  <a:pt x="7230" y="89658"/>
                  <a:pt x="8874" y="90576"/>
                  <a:pt x="10906" y="91575"/>
                </a:cubicBezTo>
                <a:cubicBezTo>
                  <a:pt x="12937" y="92574"/>
                  <a:pt x="15329" y="93492"/>
                  <a:pt x="18082" y="94329"/>
                </a:cubicBezTo>
                <a:cubicBezTo>
                  <a:pt x="20835" y="95166"/>
                  <a:pt x="24003" y="95584"/>
                  <a:pt x="27585" y="95584"/>
                </a:cubicBezTo>
                <a:cubicBezTo>
                  <a:pt x="32075" y="95584"/>
                  <a:pt x="35964" y="94889"/>
                  <a:pt x="39252" y="93499"/>
                </a:cubicBezTo>
                <a:cubicBezTo>
                  <a:pt x="42540" y="92109"/>
                  <a:pt x="45253" y="90332"/>
                  <a:pt x="47391" y="88167"/>
                </a:cubicBezTo>
                <a:cubicBezTo>
                  <a:pt x="49529" y="86002"/>
                  <a:pt x="51120" y="83596"/>
                  <a:pt x="52162" y="80950"/>
                </a:cubicBezTo>
                <a:cubicBezTo>
                  <a:pt x="53205" y="78304"/>
                  <a:pt x="53726" y="75671"/>
                  <a:pt x="53726" y="73051"/>
                </a:cubicBezTo>
                <a:cubicBezTo>
                  <a:pt x="53726" y="70913"/>
                  <a:pt x="53338" y="68908"/>
                  <a:pt x="52563" y="67037"/>
                </a:cubicBezTo>
                <a:cubicBezTo>
                  <a:pt x="51788" y="65166"/>
                  <a:pt x="50558" y="63549"/>
                  <a:pt x="48875" y="62186"/>
                </a:cubicBezTo>
                <a:cubicBezTo>
                  <a:pt x="47191" y="60823"/>
                  <a:pt x="44999" y="59740"/>
                  <a:pt x="42299" y="58938"/>
                </a:cubicBezTo>
                <a:cubicBezTo>
                  <a:pt x="39599" y="58136"/>
                  <a:pt x="36352" y="57735"/>
                  <a:pt x="32556" y="57735"/>
                </a:cubicBezTo>
                <a:lnTo>
                  <a:pt x="21410" y="57735"/>
                </a:lnTo>
                <a:cubicBezTo>
                  <a:pt x="20555" y="57735"/>
                  <a:pt x="19900" y="57508"/>
                  <a:pt x="19446" y="57054"/>
                </a:cubicBezTo>
                <a:cubicBezTo>
                  <a:pt x="18991" y="56599"/>
                  <a:pt x="18764" y="55864"/>
                  <a:pt x="18764" y="54849"/>
                </a:cubicBezTo>
                <a:cubicBezTo>
                  <a:pt x="18764" y="54474"/>
                  <a:pt x="18804" y="53993"/>
                  <a:pt x="18884" y="53405"/>
                </a:cubicBezTo>
                <a:cubicBezTo>
                  <a:pt x="18964" y="52817"/>
                  <a:pt x="19085" y="52242"/>
                  <a:pt x="19245" y="51681"/>
                </a:cubicBezTo>
                <a:cubicBezTo>
                  <a:pt x="19405" y="51120"/>
                  <a:pt x="19606" y="50545"/>
                  <a:pt x="19847" y="49957"/>
                </a:cubicBezTo>
                <a:cubicBezTo>
                  <a:pt x="20087" y="49369"/>
                  <a:pt x="20381" y="48834"/>
                  <a:pt x="20729" y="48353"/>
                </a:cubicBezTo>
                <a:cubicBezTo>
                  <a:pt x="21076" y="47872"/>
                  <a:pt x="21464" y="47498"/>
                  <a:pt x="21891" y="47231"/>
                </a:cubicBezTo>
                <a:cubicBezTo>
                  <a:pt x="22319" y="46963"/>
                  <a:pt x="22827" y="46830"/>
                  <a:pt x="23415" y="46830"/>
                </a:cubicBezTo>
                <a:lnTo>
                  <a:pt x="32476" y="46830"/>
                </a:lnTo>
                <a:cubicBezTo>
                  <a:pt x="36432" y="46830"/>
                  <a:pt x="40067" y="46226"/>
                  <a:pt x="43382" y="45018"/>
                </a:cubicBezTo>
                <a:cubicBezTo>
                  <a:pt x="46696" y="43809"/>
                  <a:pt x="49543" y="42144"/>
                  <a:pt x="51922" y="40024"/>
                </a:cubicBezTo>
                <a:cubicBezTo>
                  <a:pt x="54301" y="37902"/>
                  <a:pt x="56158" y="35446"/>
                  <a:pt x="57495" y="32654"/>
                </a:cubicBezTo>
                <a:cubicBezTo>
                  <a:pt x="58831" y="29861"/>
                  <a:pt x="59499" y="26880"/>
                  <a:pt x="59499" y="23711"/>
                </a:cubicBezTo>
                <a:cubicBezTo>
                  <a:pt x="59499" y="19898"/>
                  <a:pt x="58417" y="16891"/>
                  <a:pt x="56252" y="14689"/>
                </a:cubicBezTo>
                <a:cubicBezTo>
                  <a:pt x="54087" y="12488"/>
                  <a:pt x="50492" y="11387"/>
                  <a:pt x="45467" y="11387"/>
                </a:cubicBezTo>
                <a:cubicBezTo>
                  <a:pt x="42419" y="11387"/>
                  <a:pt x="39506" y="11854"/>
                  <a:pt x="36726" y="12790"/>
                </a:cubicBezTo>
                <a:cubicBezTo>
                  <a:pt x="33946" y="13726"/>
                  <a:pt x="31434" y="14741"/>
                  <a:pt x="29188" y="15837"/>
                </a:cubicBezTo>
                <a:cubicBezTo>
                  <a:pt x="26943" y="16933"/>
                  <a:pt x="25032" y="17962"/>
                  <a:pt x="23455" y="18924"/>
                </a:cubicBezTo>
                <a:cubicBezTo>
                  <a:pt x="21878" y="19887"/>
                  <a:pt x="20769" y="20368"/>
                  <a:pt x="20127" y="20368"/>
                </a:cubicBezTo>
                <a:cubicBezTo>
                  <a:pt x="19646" y="20368"/>
                  <a:pt x="19272" y="20141"/>
                  <a:pt x="19005" y="19686"/>
                </a:cubicBezTo>
                <a:cubicBezTo>
                  <a:pt x="18737" y="19232"/>
                  <a:pt x="18604" y="18604"/>
                  <a:pt x="18604" y="17802"/>
                </a:cubicBezTo>
                <a:cubicBezTo>
                  <a:pt x="18604" y="17374"/>
                  <a:pt x="18657" y="16759"/>
                  <a:pt x="18764" y="15957"/>
                </a:cubicBezTo>
                <a:cubicBezTo>
                  <a:pt x="18871" y="15156"/>
                  <a:pt x="19045" y="14300"/>
                  <a:pt x="19285" y="13391"/>
                </a:cubicBezTo>
                <a:cubicBezTo>
                  <a:pt x="19526" y="12483"/>
                  <a:pt x="19847" y="11601"/>
                  <a:pt x="20247" y="10745"/>
                </a:cubicBezTo>
                <a:cubicBezTo>
                  <a:pt x="20648" y="9890"/>
                  <a:pt x="21116" y="9195"/>
                  <a:pt x="21651" y="8660"/>
                </a:cubicBezTo>
                <a:cubicBezTo>
                  <a:pt x="22239" y="8072"/>
                  <a:pt x="23388" y="7284"/>
                  <a:pt x="25099" y="6295"/>
                </a:cubicBezTo>
                <a:cubicBezTo>
                  <a:pt x="26809" y="5306"/>
                  <a:pt x="28894" y="4344"/>
                  <a:pt x="31353" y="3408"/>
                </a:cubicBezTo>
                <a:cubicBezTo>
                  <a:pt x="33813" y="2472"/>
                  <a:pt x="36579" y="1671"/>
                  <a:pt x="39653" y="1002"/>
                </a:cubicBezTo>
                <a:cubicBezTo>
                  <a:pt x="42727" y="334"/>
                  <a:pt x="45894" y="0"/>
                  <a:pt x="49155" y="0"/>
                </a:cubicBezTo>
                <a:cubicBezTo>
                  <a:pt x="53378" y="0"/>
                  <a:pt x="57080" y="496"/>
                  <a:pt x="60261" y="1488"/>
                </a:cubicBezTo>
                <a:cubicBezTo>
                  <a:pt x="63442" y="2481"/>
                  <a:pt x="66075" y="3902"/>
                  <a:pt x="68160" y="5753"/>
                </a:cubicBezTo>
                <a:cubicBezTo>
                  <a:pt x="70245" y="7603"/>
                  <a:pt x="71808" y="9855"/>
                  <a:pt x="72851" y="12509"/>
                </a:cubicBezTo>
                <a:cubicBezTo>
                  <a:pt x="73893" y="15164"/>
                  <a:pt x="74414" y="18127"/>
                  <a:pt x="74414" y="21398"/>
                </a:cubicBezTo>
                <a:cubicBezTo>
                  <a:pt x="74414" y="25151"/>
                  <a:pt x="73813" y="28677"/>
                  <a:pt x="72610" y="31975"/>
                </a:cubicBezTo>
                <a:cubicBezTo>
                  <a:pt x="71407" y="35273"/>
                  <a:pt x="69697" y="38209"/>
                  <a:pt x="67478" y="40783"/>
                </a:cubicBezTo>
                <a:cubicBezTo>
                  <a:pt x="65260" y="43357"/>
                  <a:pt x="62627" y="45569"/>
                  <a:pt x="59580" y="47419"/>
                </a:cubicBezTo>
                <a:cubicBezTo>
                  <a:pt x="56532" y="49268"/>
                  <a:pt x="53191" y="50595"/>
                  <a:pt x="49556" y="51400"/>
                </a:cubicBezTo>
                <a:lnTo>
                  <a:pt x="49556" y="51561"/>
                </a:lnTo>
                <a:cubicBezTo>
                  <a:pt x="53084" y="51935"/>
                  <a:pt x="56091" y="52777"/>
                  <a:pt x="58577" y="54087"/>
                </a:cubicBezTo>
                <a:cubicBezTo>
                  <a:pt x="61063" y="55397"/>
                  <a:pt x="63081" y="57000"/>
                  <a:pt x="64631" y="58898"/>
                </a:cubicBezTo>
                <a:cubicBezTo>
                  <a:pt x="66182" y="60796"/>
                  <a:pt x="67304" y="62907"/>
                  <a:pt x="67999" y="65233"/>
                </a:cubicBezTo>
                <a:cubicBezTo>
                  <a:pt x="68694" y="67558"/>
                  <a:pt x="69042" y="69924"/>
                  <a:pt x="69042" y="72330"/>
                </a:cubicBez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…">
            <a:extLst xmlns:a="http://schemas.openxmlformats.org/drawingml/2006/main">
              <a:ext uri="{FF2B5EF4-FFF2-40B4-BE49-F238E27FC236}">
                <a16:creationId xmlns:a16="http://schemas.microsoft.com/office/drawing/2014/main" id="{3A5FEF83-3FC3-4AEA-B011-F8D68EBB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82" y="1595651"/>
            <a:ext cx="90162" cy="18546"/>
          </a:xfrm>
          <a:custGeom xmlns:a="http://schemas.openxmlformats.org/drawingml/2006/main">
            <a:pathLst>
              <a:path w="90162" h="18546">
                <a:moveTo>
                  <a:pt x="17663" y="5700"/>
                </a:moveTo>
                <a:cubicBezTo>
                  <a:pt x="17663" y="6396"/>
                  <a:pt x="17596" y="7253"/>
                  <a:pt x="17462" y="8270"/>
                </a:cubicBezTo>
                <a:cubicBezTo>
                  <a:pt x="17329" y="9287"/>
                  <a:pt x="17128" y="10317"/>
                  <a:pt x="16860" y="11361"/>
                </a:cubicBezTo>
                <a:cubicBezTo>
                  <a:pt x="16593" y="12404"/>
                  <a:pt x="16258" y="13381"/>
                  <a:pt x="15857" y="14291"/>
                </a:cubicBezTo>
                <a:cubicBezTo>
                  <a:pt x="15455" y="15201"/>
                  <a:pt x="14947" y="15964"/>
                  <a:pt x="14331" y="16579"/>
                </a:cubicBezTo>
                <a:cubicBezTo>
                  <a:pt x="13716" y="17195"/>
                  <a:pt x="12833" y="17677"/>
                  <a:pt x="11682" y="18024"/>
                </a:cubicBezTo>
                <a:cubicBezTo>
                  <a:pt x="10531" y="18372"/>
                  <a:pt x="9046" y="18546"/>
                  <a:pt x="7226" y="18546"/>
                </a:cubicBezTo>
                <a:cubicBezTo>
                  <a:pt x="5781" y="18546"/>
                  <a:pt x="4590" y="18426"/>
                  <a:pt x="3653" y="18185"/>
                </a:cubicBezTo>
                <a:cubicBezTo>
                  <a:pt x="2716" y="17944"/>
                  <a:pt x="1980" y="17583"/>
                  <a:pt x="1445" y="17101"/>
                </a:cubicBezTo>
                <a:cubicBezTo>
                  <a:pt x="910" y="16619"/>
                  <a:pt x="535" y="16031"/>
                  <a:pt x="321" y="15335"/>
                </a:cubicBezTo>
                <a:cubicBezTo>
                  <a:pt x="107" y="14639"/>
                  <a:pt x="0" y="13809"/>
                  <a:pt x="0" y="12846"/>
                </a:cubicBezTo>
                <a:cubicBezTo>
                  <a:pt x="0" y="12043"/>
                  <a:pt x="80" y="11120"/>
                  <a:pt x="241" y="10076"/>
                </a:cubicBezTo>
                <a:cubicBezTo>
                  <a:pt x="401" y="9032"/>
                  <a:pt x="616" y="8002"/>
                  <a:pt x="883" y="6985"/>
                </a:cubicBezTo>
                <a:cubicBezTo>
                  <a:pt x="1151" y="5968"/>
                  <a:pt x="1485" y="5031"/>
                  <a:pt x="1887" y="4175"/>
                </a:cubicBezTo>
                <a:cubicBezTo>
                  <a:pt x="2288" y="3319"/>
                  <a:pt x="2783" y="2583"/>
                  <a:pt x="3372" y="1967"/>
                </a:cubicBezTo>
                <a:cubicBezTo>
                  <a:pt x="3961" y="1351"/>
                  <a:pt x="4790" y="870"/>
                  <a:pt x="5861" y="522"/>
                </a:cubicBezTo>
                <a:cubicBezTo>
                  <a:pt x="6931" y="174"/>
                  <a:pt x="8457" y="0"/>
                  <a:pt x="10437" y="0"/>
                </a:cubicBezTo>
                <a:cubicBezTo>
                  <a:pt x="11990" y="0"/>
                  <a:pt x="13221" y="134"/>
                  <a:pt x="14130" y="401"/>
                </a:cubicBezTo>
                <a:cubicBezTo>
                  <a:pt x="15040" y="669"/>
                  <a:pt x="15763" y="1057"/>
                  <a:pt x="16298" y="1566"/>
                </a:cubicBezTo>
                <a:cubicBezTo>
                  <a:pt x="16833" y="2074"/>
                  <a:pt x="17195" y="2676"/>
                  <a:pt x="17382" y="3372"/>
                </a:cubicBezTo>
                <a:cubicBezTo>
                  <a:pt x="17569" y="4068"/>
                  <a:pt x="17663" y="4844"/>
                  <a:pt x="17663" y="5700"/>
                </a:cubicBezTo>
                <a:moveTo>
                  <a:pt x="53873" y="5700"/>
                </a:moveTo>
                <a:cubicBezTo>
                  <a:pt x="53873" y="6396"/>
                  <a:pt x="53806" y="7253"/>
                  <a:pt x="53672" y="8270"/>
                </a:cubicBezTo>
                <a:cubicBezTo>
                  <a:pt x="53538" y="9287"/>
                  <a:pt x="53351" y="10317"/>
                  <a:pt x="53110" y="11361"/>
                </a:cubicBezTo>
                <a:cubicBezTo>
                  <a:pt x="52869" y="12404"/>
                  <a:pt x="52534" y="13381"/>
                  <a:pt x="52106" y="14291"/>
                </a:cubicBezTo>
                <a:cubicBezTo>
                  <a:pt x="51678" y="15201"/>
                  <a:pt x="51170" y="15964"/>
                  <a:pt x="50581" y="16579"/>
                </a:cubicBezTo>
                <a:cubicBezTo>
                  <a:pt x="49992" y="17195"/>
                  <a:pt x="49109" y="17677"/>
                  <a:pt x="47931" y="18024"/>
                </a:cubicBezTo>
                <a:cubicBezTo>
                  <a:pt x="46754" y="18372"/>
                  <a:pt x="45282" y="18546"/>
                  <a:pt x="43516" y="18546"/>
                </a:cubicBezTo>
                <a:cubicBezTo>
                  <a:pt x="42017" y="18546"/>
                  <a:pt x="40813" y="18426"/>
                  <a:pt x="39903" y="18185"/>
                </a:cubicBezTo>
                <a:cubicBezTo>
                  <a:pt x="38993" y="17944"/>
                  <a:pt x="38257" y="17583"/>
                  <a:pt x="37695" y="17101"/>
                </a:cubicBezTo>
                <a:cubicBezTo>
                  <a:pt x="37133" y="16619"/>
                  <a:pt x="36758" y="16031"/>
                  <a:pt x="36571" y="15335"/>
                </a:cubicBezTo>
                <a:cubicBezTo>
                  <a:pt x="36383" y="14639"/>
                  <a:pt x="36290" y="13809"/>
                  <a:pt x="36290" y="12846"/>
                </a:cubicBezTo>
                <a:cubicBezTo>
                  <a:pt x="36290" y="12043"/>
                  <a:pt x="36357" y="11120"/>
                  <a:pt x="36490" y="10076"/>
                </a:cubicBezTo>
                <a:cubicBezTo>
                  <a:pt x="36624" y="9032"/>
                  <a:pt x="36838" y="8002"/>
                  <a:pt x="37133" y="6985"/>
                </a:cubicBezTo>
                <a:cubicBezTo>
                  <a:pt x="37427" y="5968"/>
                  <a:pt x="37762" y="5031"/>
                  <a:pt x="38136" y="4175"/>
                </a:cubicBezTo>
                <a:cubicBezTo>
                  <a:pt x="38511" y="3319"/>
                  <a:pt x="38993" y="2583"/>
                  <a:pt x="39581" y="1967"/>
                </a:cubicBezTo>
                <a:cubicBezTo>
                  <a:pt x="40170" y="1351"/>
                  <a:pt x="41013" y="870"/>
                  <a:pt x="42110" y="522"/>
                </a:cubicBezTo>
                <a:cubicBezTo>
                  <a:pt x="43208" y="174"/>
                  <a:pt x="44747" y="0"/>
                  <a:pt x="46727" y="0"/>
                </a:cubicBezTo>
                <a:cubicBezTo>
                  <a:pt x="48226" y="0"/>
                  <a:pt x="49443" y="134"/>
                  <a:pt x="50380" y="401"/>
                </a:cubicBezTo>
                <a:cubicBezTo>
                  <a:pt x="51317" y="669"/>
                  <a:pt x="52053" y="1057"/>
                  <a:pt x="52588" y="1566"/>
                </a:cubicBezTo>
                <a:cubicBezTo>
                  <a:pt x="53123" y="2074"/>
                  <a:pt x="53471" y="2676"/>
                  <a:pt x="53632" y="3372"/>
                </a:cubicBezTo>
                <a:cubicBezTo>
                  <a:pt x="53792" y="4068"/>
                  <a:pt x="53873" y="4844"/>
                  <a:pt x="53873" y="5700"/>
                </a:cubicBezTo>
                <a:moveTo>
                  <a:pt x="90162" y="5700"/>
                </a:moveTo>
                <a:cubicBezTo>
                  <a:pt x="90162" y="6396"/>
                  <a:pt x="90095" y="7253"/>
                  <a:pt x="89962" y="8270"/>
                </a:cubicBezTo>
                <a:cubicBezTo>
                  <a:pt x="89828" y="9287"/>
                  <a:pt x="89627" y="10317"/>
                  <a:pt x="89359" y="11361"/>
                </a:cubicBezTo>
                <a:cubicBezTo>
                  <a:pt x="89092" y="12404"/>
                  <a:pt x="88757" y="13381"/>
                  <a:pt x="88356" y="14291"/>
                </a:cubicBezTo>
                <a:cubicBezTo>
                  <a:pt x="87954" y="15201"/>
                  <a:pt x="87446" y="15964"/>
                  <a:pt x="86830" y="16579"/>
                </a:cubicBezTo>
                <a:cubicBezTo>
                  <a:pt x="86215" y="17195"/>
                  <a:pt x="85332" y="17677"/>
                  <a:pt x="84181" y="18024"/>
                </a:cubicBezTo>
                <a:cubicBezTo>
                  <a:pt x="83030" y="18372"/>
                  <a:pt x="81545" y="18546"/>
                  <a:pt x="79725" y="18546"/>
                </a:cubicBezTo>
                <a:cubicBezTo>
                  <a:pt x="78280" y="18546"/>
                  <a:pt x="77089" y="18426"/>
                  <a:pt x="76152" y="18185"/>
                </a:cubicBezTo>
                <a:cubicBezTo>
                  <a:pt x="75215" y="17944"/>
                  <a:pt x="74480" y="17583"/>
                  <a:pt x="73944" y="17101"/>
                </a:cubicBezTo>
                <a:cubicBezTo>
                  <a:pt x="73409" y="16619"/>
                  <a:pt x="73034" y="16031"/>
                  <a:pt x="72820" y="15335"/>
                </a:cubicBezTo>
                <a:cubicBezTo>
                  <a:pt x="72606" y="14639"/>
                  <a:pt x="72499" y="13809"/>
                  <a:pt x="72499" y="12846"/>
                </a:cubicBezTo>
                <a:cubicBezTo>
                  <a:pt x="72499" y="12043"/>
                  <a:pt x="72579" y="11120"/>
                  <a:pt x="72740" y="10076"/>
                </a:cubicBezTo>
                <a:cubicBezTo>
                  <a:pt x="72901" y="9032"/>
                  <a:pt x="73115" y="8002"/>
                  <a:pt x="73382" y="6985"/>
                </a:cubicBezTo>
                <a:cubicBezTo>
                  <a:pt x="73650" y="5968"/>
                  <a:pt x="73984" y="5031"/>
                  <a:pt x="74386" y="4175"/>
                </a:cubicBezTo>
                <a:cubicBezTo>
                  <a:pt x="74787" y="3319"/>
                  <a:pt x="75282" y="2583"/>
                  <a:pt x="75871" y="1967"/>
                </a:cubicBezTo>
                <a:cubicBezTo>
                  <a:pt x="76460" y="1351"/>
                  <a:pt x="77290" y="870"/>
                  <a:pt x="78360" y="522"/>
                </a:cubicBezTo>
                <a:cubicBezTo>
                  <a:pt x="79431" y="174"/>
                  <a:pt x="80956" y="0"/>
                  <a:pt x="82936" y="0"/>
                </a:cubicBezTo>
                <a:cubicBezTo>
                  <a:pt x="84489" y="0"/>
                  <a:pt x="85720" y="134"/>
                  <a:pt x="86630" y="401"/>
                </a:cubicBezTo>
                <a:cubicBezTo>
                  <a:pt x="87540" y="669"/>
                  <a:pt x="88262" y="1057"/>
                  <a:pt x="88797" y="1566"/>
                </a:cubicBezTo>
                <a:cubicBezTo>
                  <a:pt x="89333" y="2074"/>
                  <a:pt x="89694" y="2676"/>
                  <a:pt x="89881" y="3372"/>
                </a:cubicBezTo>
                <a:cubicBezTo>
                  <a:pt x="90069" y="4068"/>
                  <a:pt x="90162" y="4844"/>
                  <a:pt x="90162" y="5700"/>
                </a:cubicBez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125">
            <a:extLst xmlns:a="http://schemas.openxmlformats.org/drawingml/2006/main">
              <a:ext uri="{FF2B5EF4-FFF2-40B4-BE49-F238E27FC236}">
                <a16:creationId xmlns:a16="http://schemas.microsoft.com/office/drawing/2014/main" id="{036E7A8F-6BF6-4FFD-AFDB-BD4CC20C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21" y="1702778"/>
            <a:ext cx="236196" cy="107103"/>
          </a:xfrm>
          <a:custGeom xmlns:a="http://schemas.openxmlformats.org/drawingml/2006/main">
            <a:pathLst>
              <a:path w="236196" h="107103">
                <a:moveTo>
                  <a:pt x="60697" y="97308"/>
                </a:moveTo>
                <a:cubicBezTo>
                  <a:pt x="60697" y="97629"/>
                  <a:pt x="60657" y="98070"/>
                  <a:pt x="60576" y="98632"/>
                </a:cubicBezTo>
                <a:cubicBezTo>
                  <a:pt x="60496" y="99195"/>
                  <a:pt x="60389" y="99783"/>
                  <a:pt x="60255" y="100399"/>
                </a:cubicBezTo>
                <a:cubicBezTo>
                  <a:pt x="60122" y="101014"/>
                  <a:pt x="59948" y="101616"/>
                  <a:pt x="59733" y="102205"/>
                </a:cubicBezTo>
                <a:cubicBezTo>
                  <a:pt x="59519" y="102794"/>
                  <a:pt x="59252" y="103343"/>
                  <a:pt x="58931" y="103851"/>
                </a:cubicBezTo>
                <a:cubicBezTo>
                  <a:pt x="58609" y="104360"/>
                  <a:pt x="58248" y="104761"/>
                  <a:pt x="57847" y="105055"/>
                </a:cubicBezTo>
                <a:cubicBezTo>
                  <a:pt x="57445" y="105350"/>
                  <a:pt x="57004" y="105497"/>
                  <a:pt x="56522" y="105497"/>
                </a:cubicBezTo>
                <a:lnTo>
                  <a:pt x="2168" y="105497"/>
                </a:lnTo>
                <a:cubicBezTo>
                  <a:pt x="1525" y="105497"/>
                  <a:pt x="1004" y="105229"/>
                  <a:pt x="602" y="104694"/>
                </a:cubicBezTo>
                <a:cubicBezTo>
                  <a:pt x="201" y="104159"/>
                  <a:pt x="0" y="103436"/>
                  <a:pt x="0" y="102526"/>
                </a:cubicBezTo>
                <a:cubicBezTo>
                  <a:pt x="0" y="102259"/>
                  <a:pt x="40" y="101871"/>
                  <a:pt x="120" y="101362"/>
                </a:cubicBezTo>
                <a:cubicBezTo>
                  <a:pt x="201" y="100854"/>
                  <a:pt x="308" y="100305"/>
                  <a:pt x="442" y="99716"/>
                </a:cubicBezTo>
                <a:cubicBezTo>
                  <a:pt x="575" y="99128"/>
                  <a:pt x="763" y="98512"/>
                  <a:pt x="1004" y="97870"/>
                </a:cubicBezTo>
                <a:cubicBezTo>
                  <a:pt x="1244" y="97227"/>
                  <a:pt x="1525" y="96665"/>
                  <a:pt x="1847" y="96184"/>
                </a:cubicBezTo>
                <a:cubicBezTo>
                  <a:pt x="2168" y="95702"/>
                  <a:pt x="2542" y="95287"/>
                  <a:pt x="2971" y="94939"/>
                </a:cubicBezTo>
                <a:cubicBezTo>
                  <a:pt x="3399" y="94591"/>
                  <a:pt x="3881" y="94417"/>
                  <a:pt x="4416" y="94417"/>
                </a:cubicBezTo>
                <a:lnTo>
                  <a:pt x="26093" y="94417"/>
                </a:lnTo>
                <a:lnTo>
                  <a:pt x="41749" y="16138"/>
                </a:lnTo>
                <a:lnTo>
                  <a:pt x="19189" y="28020"/>
                </a:lnTo>
                <a:cubicBezTo>
                  <a:pt x="18332" y="28448"/>
                  <a:pt x="17636" y="28729"/>
                  <a:pt x="17101" y="28863"/>
                </a:cubicBezTo>
                <a:cubicBezTo>
                  <a:pt x="16566" y="28997"/>
                  <a:pt x="16124" y="28984"/>
                  <a:pt x="15776" y="28823"/>
                </a:cubicBezTo>
                <a:cubicBezTo>
                  <a:pt x="15428" y="28662"/>
                  <a:pt x="15188" y="28368"/>
                  <a:pt x="15054" y="27940"/>
                </a:cubicBezTo>
                <a:cubicBezTo>
                  <a:pt x="14920" y="27512"/>
                  <a:pt x="14853" y="26976"/>
                  <a:pt x="14853" y="26334"/>
                </a:cubicBezTo>
                <a:cubicBezTo>
                  <a:pt x="14853" y="25745"/>
                  <a:pt x="14920" y="25009"/>
                  <a:pt x="15054" y="24126"/>
                </a:cubicBezTo>
                <a:cubicBezTo>
                  <a:pt x="15188" y="23243"/>
                  <a:pt x="15402" y="22360"/>
                  <a:pt x="15696" y="21477"/>
                </a:cubicBezTo>
                <a:cubicBezTo>
                  <a:pt x="15990" y="20594"/>
                  <a:pt x="16379" y="19751"/>
                  <a:pt x="16860" y="18948"/>
                </a:cubicBezTo>
                <a:cubicBezTo>
                  <a:pt x="17342" y="18145"/>
                  <a:pt x="17958" y="17529"/>
                  <a:pt x="18707" y="17101"/>
                </a:cubicBezTo>
                <a:lnTo>
                  <a:pt x="45764" y="1766"/>
                </a:lnTo>
                <a:cubicBezTo>
                  <a:pt x="46031" y="1606"/>
                  <a:pt x="46339" y="1472"/>
                  <a:pt x="46687" y="1365"/>
                </a:cubicBezTo>
                <a:cubicBezTo>
                  <a:pt x="47035" y="1258"/>
                  <a:pt x="47450" y="1151"/>
                  <a:pt x="47931" y="1044"/>
                </a:cubicBezTo>
                <a:cubicBezTo>
                  <a:pt x="48413" y="937"/>
                  <a:pt x="48988" y="870"/>
                  <a:pt x="49657" y="843"/>
                </a:cubicBezTo>
                <a:cubicBezTo>
                  <a:pt x="50327" y="816"/>
                  <a:pt x="51116" y="803"/>
                  <a:pt x="52026" y="803"/>
                </a:cubicBezTo>
                <a:cubicBezTo>
                  <a:pt x="53364" y="803"/>
                  <a:pt x="54448" y="856"/>
                  <a:pt x="55278" y="963"/>
                </a:cubicBezTo>
                <a:cubicBezTo>
                  <a:pt x="56107" y="1071"/>
                  <a:pt x="56749" y="1218"/>
                  <a:pt x="57204" y="1405"/>
                </a:cubicBezTo>
                <a:cubicBezTo>
                  <a:pt x="57659" y="1592"/>
                  <a:pt x="57927" y="1834"/>
                  <a:pt x="58007" y="2130"/>
                </a:cubicBezTo>
                <a:cubicBezTo>
                  <a:pt x="58088" y="2425"/>
                  <a:pt x="58101" y="2732"/>
                  <a:pt x="58047" y="3053"/>
                </a:cubicBezTo>
                <a:lnTo>
                  <a:pt x="39903" y="94417"/>
                </a:lnTo>
                <a:lnTo>
                  <a:pt x="58690" y="94417"/>
                </a:lnTo>
                <a:cubicBezTo>
                  <a:pt x="59439" y="94417"/>
                  <a:pt x="59961" y="94672"/>
                  <a:pt x="60255" y="95180"/>
                </a:cubicBezTo>
                <a:cubicBezTo>
                  <a:pt x="60550" y="95689"/>
                  <a:pt x="60697" y="96398"/>
                  <a:pt x="60697" y="97308"/>
                </a:cubicBezTo>
                <a:close/>
                <a:moveTo>
                  <a:pt x="145626" y="97067"/>
                </a:moveTo>
                <a:cubicBezTo>
                  <a:pt x="145626" y="97388"/>
                  <a:pt x="145586" y="97843"/>
                  <a:pt x="145505" y="98432"/>
                </a:cubicBezTo>
                <a:cubicBezTo>
                  <a:pt x="145425" y="99021"/>
                  <a:pt x="145305" y="99623"/>
                  <a:pt x="145144" y="100238"/>
                </a:cubicBezTo>
                <a:cubicBezTo>
                  <a:pt x="144983" y="100854"/>
                  <a:pt x="144783" y="101483"/>
                  <a:pt x="144542" y="102125"/>
                </a:cubicBezTo>
                <a:cubicBezTo>
                  <a:pt x="144301" y="102767"/>
                  <a:pt x="144007" y="103329"/>
                  <a:pt x="143659" y="103811"/>
                </a:cubicBezTo>
                <a:cubicBezTo>
                  <a:pt x="143311" y="104293"/>
                  <a:pt x="142923" y="104694"/>
                  <a:pt x="142495" y="105015"/>
                </a:cubicBezTo>
                <a:cubicBezTo>
                  <a:pt x="142066" y="105336"/>
                  <a:pt x="141585" y="105497"/>
                  <a:pt x="141049" y="105497"/>
                </a:cubicBezTo>
                <a:lnTo>
                  <a:pt x="83644" y="105497"/>
                </a:lnTo>
                <a:cubicBezTo>
                  <a:pt x="82948" y="105497"/>
                  <a:pt x="82360" y="105417"/>
                  <a:pt x="81878" y="105256"/>
                </a:cubicBezTo>
                <a:cubicBezTo>
                  <a:pt x="81396" y="105096"/>
                  <a:pt x="81021" y="104868"/>
                  <a:pt x="80754" y="104574"/>
                </a:cubicBezTo>
                <a:cubicBezTo>
                  <a:pt x="80486" y="104279"/>
                  <a:pt x="80286" y="103931"/>
                  <a:pt x="80152" y="103530"/>
                </a:cubicBezTo>
                <a:cubicBezTo>
                  <a:pt x="80018" y="103129"/>
                  <a:pt x="79951" y="102660"/>
                  <a:pt x="79951" y="102125"/>
                </a:cubicBezTo>
                <a:cubicBezTo>
                  <a:pt x="79951" y="101590"/>
                  <a:pt x="79991" y="100894"/>
                  <a:pt x="80071" y="100038"/>
                </a:cubicBezTo>
                <a:cubicBezTo>
                  <a:pt x="80152" y="99181"/>
                  <a:pt x="80352" y="98244"/>
                  <a:pt x="80674" y="97227"/>
                </a:cubicBezTo>
                <a:cubicBezTo>
                  <a:pt x="80995" y="96211"/>
                  <a:pt x="81476" y="95180"/>
                  <a:pt x="82119" y="94136"/>
                </a:cubicBezTo>
                <a:cubicBezTo>
                  <a:pt x="82761" y="93093"/>
                  <a:pt x="83644" y="92089"/>
                  <a:pt x="84768" y="91126"/>
                </a:cubicBezTo>
                <a:lnTo>
                  <a:pt x="111504" y="67654"/>
                </a:lnTo>
                <a:cubicBezTo>
                  <a:pt x="115679" y="64011"/>
                  <a:pt x="119278" y="60597"/>
                  <a:pt x="122302" y="57410"/>
                </a:cubicBezTo>
                <a:cubicBezTo>
                  <a:pt x="125327" y="54222"/>
                  <a:pt x="127869" y="51249"/>
                  <a:pt x="129930" y="48491"/>
                </a:cubicBezTo>
                <a:cubicBezTo>
                  <a:pt x="131990" y="45733"/>
                  <a:pt x="133636" y="43189"/>
                  <a:pt x="134867" y="40859"/>
                </a:cubicBezTo>
                <a:cubicBezTo>
                  <a:pt x="136098" y="38529"/>
                  <a:pt x="137062" y="36399"/>
                  <a:pt x="137758" y="34471"/>
                </a:cubicBezTo>
                <a:cubicBezTo>
                  <a:pt x="138453" y="32542"/>
                  <a:pt x="138908" y="30788"/>
                  <a:pt x="139122" y="29209"/>
                </a:cubicBezTo>
                <a:cubicBezTo>
                  <a:pt x="139337" y="27629"/>
                  <a:pt x="139444" y="26222"/>
                  <a:pt x="139444" y="24989"/>
                </a:cubicBezTo>
                <a:cubicBezTo>
                  <a:pt x="139444" y="23703"/>
                  <a:pt x="139243" y="22323"/>
                  <a:pt x="138841" y="20850"/>
                </a:cubicBezTo>
                <a:cubicBezTo>
                  <a:pt x="138440" y="19374"/>
                  <a:pt x="137744" y="17993"/>
                  <a:pt x="136754" y="16707"/>
                </a:cubicBezTo>
                <a:cubicBezTo>
                  <a:pt x="135764" y="15421"/>
                  <a:pt x="134359" y="14349"/>
                  <a:pt x="132539" y="13491"/>
                </a:cubicBezTo>
                <a:cubicBezTo>
                  <a:pt x="130719" y="12633"/>
                  <a:pt x="128418" y="12204"/>
                  <a:pt x="125634" y="12204"/>
                </a:cubicBezTo>
                <a:cubicBezTo>
                  <a:pt x="122583" y="12204"/>
                  <a:pt x="119666" y="12659"/>
                  <a:pt x="116883" y="13568"/>
                </a:cubicBezTo>
                <a:cubicBezTo>
                  <a:pt x="114100" y="14478"/>
                  <a:pt x="111584" y="15482"/>
                  <a:pt x="109336" y="16579"/>
                </a:cubicBezTo>
                <a:cubicBezTo>
                  <a:pt x="107088" y="17677"/>
                  <a:pt x="105201" y="18693"/>
                  <a:pt x="103676" y="19630"/>
                </a:cubicBezTo>
                <a:cubicBezTo>
                  <a:pt x="102150" y="20567"/>
                  <a:pt x="101093" y="21035"/>
                  <a:pt x="100504" y="21035"/>
                </a:cubicBezTo>
                <a:cubicBezTo>
                  <a:pt x="99969" y="21035"/>
                  <a:pt x="99541" y="20768"/>
                  <a:pt x="99220" y="20232"/>
                </a:cubicBezTo>
                <a:cubicBezTo>
                  <a:pt x="98899" y="19697"/>
                  <a:pt x="98738" y="18921"/>
                  <a:pt x="98738" y="17904"/>
                </a:cubicBezTo>
                <a:cubicBezTo>
                  <a:pt x="98738" y="17476"/>
                  <a:pt x="98778" y="17007"/>
                  <a:pt x="98859" y="16499"/>
                </a:cubicBezTo>
                <a:cubicBezTo>
                  <a:pt x="98939" y="15990"/>
                  <a:pt x="99019" y="15442"/>
                  <a:pt x="99099" y="14853"/>
                </a:cubicBezTo>
                <a:cubicBezTo>
                  <a:pt x="99180" y="14264"/>
                  <a:pt x="99314" y="13676"/>
                  <a:pt x="99501" y="13087"/>
                </a:cubicBezTo>
                <a:cubicBezTo>
                  <a:pt x="99688" y="12498"/>
                  <a:pt x="99902" y="11936"/>
                  <a:pt x="100143" y="11401"/>
                </a:cubicBezTo>
                <a:cubicBezTo>
                  <a:pt x="100384" y="10866"/>
                  <a:pt x="100652" y="10344"/>
                  <a:pt x="100946" y="9835"/>
                </a:cubicBezTo>
                <a:cubicBezTo>
                  <a:pt x="101240" y="9327"/>
                  <a:pt x="101575" y="8885"/>
                  <a:pt x="101950" y="8510"/>
                </a:cubicBezTo>
                <a:cubicBezTo>
                  <a:pt x="102538" y="7922"/>
                  <a:pt x="103703" y="7146"/>
                  <a:pt x="105442" y="6182"/>
                </a:cubicBezTo>
                <a:cubicBezTo>
                  <a:pt x="107182" y="5219"/>
                  <a:pt x="109282" y="4282"/>
                  <a:pt x="111745" y="3372"/>
                </a:cubicBezTo>
                <a:cubicBezTo>
                  <a:pt x="114207" y="2462"/>
                  <a:pt x="116937" y="1673"/>
                  <a:pt x="119934" y="1004"/>
                </a:cubicBezTo>
                <a:cubicBezTo>
                  <a:pt x="122931" y="335"/>
                  <a:pt x="126036" y="0"/>
                  <a:pt x="129247" y="0"/>
                </a:cubicBezTo>
                <a:cubicBezTo>
                  <a:pt x="134386" y="0"/>
                  <a:pt x="138641" y="723"/>
                  <a:pt x="142013" y="2170"/>
                </a:cubicBezTo>
                <a:cubicBezTo>
                  <a:pt x="145385" y="3615"/>
                  <a:pt x="148048" y="5436"/>
                  <a:pt x="150001" y="7632"/>
                </a:cubicBezTo>
                <a:cubicBezTo>
                  <a:pt x="151955" y="9828"/>
                  <a:pt x="153320" y="12213"/>
                  <a:pt x="154096" y="14785"/>
                </a:cubicBezTo>
                <a:cubicBezTo>
                  <a:pt x="154872" y="17356"/>
                  <a:pt x="155260" y="19793"/>
                  <a:pt x="155260" y="22096"/>
                </a:cubicBezTo>
                <a:cubicBezTo>
                  <a:pt x="155260" y="24293"/>
                  <a:pt x="155100" y="26542"/>
                  <a:pt x="154778" y="28846"/>
                </a:cubicBezTo>
                <a:cubicBezTo>
                  <a:pt x="154457" y="31149"/>
                  <a:pt x="153828" y="33572"/>
                  <a:pt x="152892" y="36117"/>
                </a:cubicBezTo>
                <a:cubicBezTo>
                  <a:pt x="151955" y="38661"/>
                  <a:pt x="150644" y="41353"/>
                  <a:pt x="148958" y="44193"/>
                </a:cubicBezTo>
                <a:cubicBezTo>
                  <a:pt x="147272" y="47031"/>
                  <a:pt x="145077" y="50098"/>
                  <a:pt x="142374" y="53393"/>
                </a:cubicBezTo>
                <a:cubicBezTo>
                  <a:pt x="139671" y="56687"/>
                  <a:pt x="136406" y="60249"/>
                  <a:pt x="132579" y="64079"/>
                </a:cubicBezTo>
                <a:cubicBezTo>
                  <a:pt x="128752" y="67908"/>
                  <a:pt x="124189" y="72072"/>
                  <a:pt x="118890" y="76571"/>
                </a:cubicBezTo>
                <a:lnTo>
                  <a:pt x="98818" y="93775"/>
                </a:lnTo>
                <a:lnTo>
                  <a:pt x="143137" y="93775"/>
                </a:lnTo>
                <a:cubicBezTo>
                  <a:pt x="144047" y="93775"/>
                  <a:pt x="144689" y="94110"/>
                  <a:pt x="145064" y="94779"/>
                </a:cubicBezTo>
                <a:cubicBezTo>
                  <a:pt x="145438" y="95448"/>
                  <a:pt x="145626" y="96211"/>
                  <a:pt x="145626" y="97067"/>
                </a:cubicBezTo>
                <a:close/>
                <a:moveTo>
                  <a:pt x="229774" y="65996"/>
                </a:moveTo>
                <a:cubicBezTo>
                  <a:pt x="229774" y="69421"/>
                  <a:pt x="229359" y="72820"/>
                  <a:pt x="228529" y="76192"/>
                </a:cubicBezTo>
                <a:cubicBezTo>
                  <a:pt x="227699" y="79564"/>
                  <a:pt x="226468" y="82776"/>
                  <a:pt x="224836" y="85827"/>
                </a:cubicBezTo>
                <a:cubicBezTo>
                  <a:pt x="223203" y="88878"/>
                  <a:pt x="221129" y="91701"/>
                  <a:pt x="218614" y="94297"/>
                </a:cubicBezTo>
                <a:cubicBezTo>
                  <a:pt x="216098" y="96893"/>
                  <a:pt x="213154" y="99141"/>
                  <a:pt x="209782" y="101041"/>
                </a:cubicBezTo>
                <a:cubicBezTo>
                  <a:pt x="206410" y="102941"/>
                  <a:pt x="202596" y="104427"/>
                  <a:pt x="198341" y="105497"/>
                </a:cubicBezTo>
                <a:cubicBezTo>
                  <a:pt x="194086" y="106568"/>
                  <a:pt x="189362" y="107103"/>
                  <a:pt x="184171" y="107103"/>
                </a:cubicBezTo>
                <a:cubicBezTo>
                  <a:pt x="181815" y="107103"/>
                  <a:pt x="179514" y="106956"/>
                  <a:pt x="177266" y="106661"/>
                </a:cubicBezTo>
                <a:cubicBezTo>
                  <a:pt x="175018" y="106367"/>
                  <a:pt x="172904" y="105979"/>
                  <a:pt x="170923" y="105497"/>
                </a:cubicBezTo>
                <a:cubicBezTo>
                  <a:pt x="168943" y="105015"/>
                  <a:pt x="167110" y="104453"/>
                  <a:pt x="165424" y="103811"/>
                </a:cubicBezTo>
                <a:cubicBezTo>
                  <a:pt x="163738" y="103169"/>
                  <a:pt x="162252" y="102526"/>
                  <a:pt x="160968" y="101884"/>
                </a:cubicBezTo>
                <a:cubicBezTo>
                  <a:pt x="160218" y="101509"/>
                  <a:pt x="159670" y="101041"/>
                  <a:pt x="159322" y="100479"/>
                </a:cubicBezTo>
                <a:cubicBezTo>
                  <a:pt x="158974" y="99917"/>
                  <a:pt x="158800" y="99208"/>
                  <a:pt x="158800" y="98351"/>
                </a:cubicBezTo>
                <a:cubicBezTo>
                  <a:pt x="158800" y="98030"/>
                  <a:pt x="158827" y="97589"/>
                  <a:pt x="158880" y="97027"/>
                </a:cubicBezTo>
                <a:cubicBezTo>
                  <a:pt x="158934" y="96465"/>
                  <a:pt x="159027" y="95849"/>
                  <a:pt x="159161" y="95180"/>
                </a:cubicBezTo>
                <a:cubicBezTo>
                  <a:pt x="159295" y="94511"/>
                  <a:pt x="159456" y="93842"/>
                  <a:pt x="159643" y="93173"/>
                </a:cubicBezTo>
                <a:cubicBezTo>
                  <a:pt x="159830" y="92504"/>
                  <a:pt x="160058" y="91875"/>
                  <a:pt x="160325" y="91286"/>
                </a:cubicBezTo>
                <a:cubicBezTo>
                  <a:pt x="160593" y="90697"/>
                  <a:pt x="160901" y="90216"/>
                  <a:pt x="161249" y="89841"/>
                </a:cubicBezTo>
                <a:cubicBezTo>
                  <a:pt x="161597" y="89466"/>
                  <a:pt x="162011" y="89279"/>
                  <a:pt x="162493" y="89279"/>
                </a:cubicBezTo>
                <a:cubicBezTo>
                  <a:pt x="163028" y="89279"/>
                  <a:pt x="163831" y="89614"/>
                  <a:pt x="164902" y="90283"/>
                </a:cubicBezTo>
                <a:cubicBezTo>
                  <a:pt x="165972" y="90952"/>
                  <a:pt x="167404" y="91674"/>
                  <a:pt x="169197" y="92450"/>
                </a:cubicBezTo>
                <a:cubicBezTo>
                  <a:pt x="170990" y="93227"/>
                  <a:pt x="173185" y="93962"/>
                  <a:pt x="175781" y="94658"/>
                </a:cubicBezTo>
                <a:cubicBezTo>
                  <a:pt x="178376" y="95354"/>
                  <a:pt x="181468" y="95702"/>
                  <a:pt x="185054" y="95702"/>
                </a:cubicBezTo>
                <a:cubicBezTo>
                  <a:pt x="190031" y="95702"/>
                  <a:pt x="194407" y="94913"/>
                  <a:pt x="198181" y="93334"/>
                </a:cubicBezTo>
                <a:cubicBezTo>
                  <a:pt x="201954" y="91755"/>
                  <a:pt x="205085" y="89667"/>
                  <a:pt x="207574" y="87071"/>
                </a:cubicBezTo>
                <a:cubicBezTo>
                  <a:pt x="210063" y="84475"/>
                  <a:pt x="211923" y="81478"/>
                  <a:pt x="213154" y="78079"/>
                </a:cubicBezTo>
                <a:cubicBezTo>
                  <a:pt x="214385" y="74680"/>
                  <a:pt x="215001" y="71081"/>
                  <a:pt x="215001" y="67280"/>
                </a:cubicBezTo>
                <a:cubicBezTo>
                  <a:pt x="215001" y="65407"/>
                  <a:pt x="214666" y="63614"/>
                  <a:pt x="213997" y="61901"/>
                </a:cubicBezTo>
                <a:cubicBezTo>
                  <a:pt x="213328" y="60188"/>
                  <a:pt x="212151" y="58690"/>
                  <a:pt x="210464" y="57405"/>
                </a:cubicBezTo>
                <a:cubicBezTo>
                  <a:pt x="208778" y="56121"/>
                  <a:pt x="206571" y="55117"/>
                  <a:pt x="203841" y="54394"/>
                </a:cubicBezTo>
                <a:cubicBezTo>
                  <a:pt x="201111" y="53672"/>
                  <a:pt x="197685" y="53311"/>
                  <a:pt x="193564" y="53311"/>
                </a:cubicBezTo>
                <a:cubicBezTo>
                  <a:pt x="189710" y="53311"/>
                  <a:pt x="186459" y="53471"/>
                  <a:pt x="183809" y="53792"/>
                </a:cubicBezTo>
                <a:cubicBezTo>
                  <a:pt x="181160" y="54113"/>
                  <a:pt x="178791" y="54274"/>
                  <a:pt x="176704" y="54274"/>
                </a:cubicBezTo>
                <a:cubicBezTo>
                  <a:pt x="175259" y="54274"/>
                  <a:pt x="174295" y="53926"/>
                  <a:pt x="173814" y="53230"/>
                </a:cubicBezTo>
                <a:cubicBezTo>
                  <a:pt x="173332" y="52533"/>
                  <a:pt x="173278" y="51192"/>
                  <a:pt x="173653" y="49208"/>
                </a:cubicBezTo>
                <a:lnTo>
                  <a:pt x="182163" y="6832"/>
                </a:lnTo>
                <a:cubicBezTo>
                  <a:pt x="182485" y="5062"/>
                  <a:pt x="183140" y="3749"/>
                  <a:pt x="184130" y="2893"/>
                </a:cubicBezTo>
                <a:cubicBezTo>
                  <a:pt x="185121" y="2035"/>
                  <a:pt x="186392" y="1606"/>
                  <a:pt x="187944" y="1606"/>
                </a:cubicBezTo>
                <a:lnTo>
                  <a:pt x="233948" y="1606"/>
                </a:lnTo>
                <a:cubicBezTo>
                  <a:pt x="234698" y="1606"/>
                  <a:pt x="235260" y="1847"/>
                  <a:pt x="235634" y="2328"/>
                </a:cubicBezTo>
                <a:cubicBezTo>
                  <a:pt x="236009" y="2810"/>
                  <a:pt x="236196" y="3559"/>
                  <a:pt x="236196" y="4576"/>
                </a:cubicBezTo>
                <a:cubicBezTo>
                  <a:pt x="236196" y="4951"/>
                  <a:pt x="236156" y="5433"/>
                  <a:pt x="236076" y="6022"/>
                </a:cubicBezTo>
                <a:cubicBezTo>
                  <a:pt x="235996" y="6610"/>
                  <a:pt x="235875" y="7253"/>
                  <a:pt x="235715" y="7948"/>
                </a:cubicBezTo>
                <a:cubicBezTo>
                  <a:pt x="235554" y="8644"/>
                  <a:pt x="235353" y="9327"/>
                  <a:pt x="235113" y="9996"/>
                </a:cubicBezTo>
                <a:cubicBezTo>
                  <a:pt x="234872" y="10665"/>
                  <a:pt x="234591" y="11267"/>
                  <a:pt x="234270" y="11802"/>
                </a:cubicBezTo>
                <a:cubicBezTo>
                  <a:pt x="233948" y="12337"/>
                  <a:pt x="233560" y="12779"/>
                  <a:pt x="233105" y="13127"/>
                </a:cubicBezTo>
                <a:cubicBezTo>
                  <a:pt x="232650" y="13475"/>
                  <a:pt x="232129" y="13649"/>
                  <a:pt x="231540" y="13649"/>
                </a:cubicBezTo>
                <a:lnTo>
                  <a:pt x="192761" y="13649"/>
                </a:lnTo>
                <a:lnTo>
                  <a:pt x="186981" y="42873"/>
                </a:lnTo>
                <a:cubicBezTo>
                  <a:pt x="188854" y="42659"/>
                  <a:pt x="190580" y="42499"/>
                  <a:pt x="192159" y="42392"/>
                </a:cubicBezTo>
                <a:cubicBezTo>
                  <a:pt x="193738" y="42284"/>
                  <a:pt x="195518" y="42231"/>
                  <a:pt x="197498" y="42231"/>
                </a:cubicBezTo>
                <a:cubicBezTo>
                  <a:pt x="203386" y="42231"/>
                  <a:pt x="208377" y="42860"/>
                  <a:pt x="212472" y="44118"/>
                </a:cubicBezTo>
                <a:cubicBezTo>
                  <a:pt x="216566" y="45376"/>
                  <a:pt x="219898" y="47075"/>
                  <a:pt x="222467" y="49216"/>
                </a:cubicBezTo>
                <a:cubicBezTo>
                  <a:pt x="225037" y="51357"/>
                  <a:pt x="226897" y="53886"/>
                  <a:pt x="228047" y="56803"/>
                </a:cubicBezTo>
                <a:cubicBezTo>
                  <a:pt x="229198" y="59720"/>
                  <a:pt x="229774" y="62784"/>
                  <a:pt x="229774" y="65996"/>
                </a:cubicBez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126">
            <a:extLst xmlns:a="http://schemas.openxmlformats.org/drawingml/2006/main">
              <a:ext uri="{FF2B5EF4-FFF2-40B4-BE49-F238E27FC236}">
                <a16:creationId xmlns:a16="http://schemas.microsoft.com/office/drawing/2014/main" id="{6EBC57A6-4C2B-4C82-91F0-AA54CFB0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12" y="1897707"/>
            <a:ext cx="240079" cy="106971"/>
          </a:xfrm>
          <a:custGeom xmlns:a="http://schemas.openxmlformats.org/drawingml/2006/main">
            <a:pathLst>
              <a:path w="240079" h="106971">
                <a:moveTo>
                  <a:pt x="60622" y="97188"/>
                </a:moveTo>
                <a:cubicBezTo>
                  <a:pt x="60622" y="97509"/>
                  <a:pt x="60582" y="97950"/>
                  <a:pt x="60502" y="98511"/>
                </a:cubicBezTo>
                <a:cubicBezTo>
                  <a:pt x="60422" y="99072"/>
                  <a:pt x="60315" y="99660"/>
                  <a:pt x="60181" y="100275"/>
                </a:cubicBezTo>
                <a:cubicBezTo>
                  <a:pt x="60047" y="100890"/>
                  <a:pt x="59874" y="101491"/>
                  <a:pt x="59660" y="102079"/>
                </a:cubicBezTo>
                <a:cubicBezTo>
                  <a:pt x="59446" y="102667"/>
                  <a:pt x="59179" y="103215"/>
                  <a:pt x="58858" y="103723"/>
                </a:cubicBezTo>
                <a:cubicBezTo>
                  <a:pt x="58537" y="104231"/>
                  <a:pt x="58176" y="104632"/>
                  <a:pt x="57775" y="104926"/>
                </a:cubicBezTo>
                <a:cubicBezTo>
                  <a:pt x="57374" y="105220"/>
                  <a:pt x="56933" y="105367"/>
                  <a:pt x="56452" y="105367"/>
                </a:cubicBezTo>
                <a:lnTo>
                  <a:pt x="2165" y="105367"/>
                </a:lnTo>
                <a:cubicBezTo>
                  <a:pt x="1524" y="105367"/>
                  <a:pt x="1002" y="105100"/>
                  <a:pt x="601" y="104565"/>
                </a:cubicBezTo>
                <a:cubicBezTo>
                  <a:pt x="200" y="104030"/>
                  <a:pt x="0" y="103309"/>
                  <a:pt x="0" y="102400"/>
                </a:cubicBezTo>
                <a:cubicBezTo>
                  <a:pt x="0" y="102133"/>
                  <a:pt x="40" y="101745"/>
                  <a:pt x="120" y="101237"/>
                </a:cubicBezTo>
                <a:cubicBezTo>
                  <a:pt x="200" y="100729"/>
                  <a:pt x="307" y="100181"/>
                  <a:pt x="441" y="99593"/>
                </a:cubicBezTo>
                <a:cubicBezTo>
                  <a:pt x="575" y="99005"/>
                  <a:pt x="762" y="98391"/>
                  <a:pt x="1002" y="97749"/>
                </a:cubicBezTo>
                <a:cubicBezTo>
                  <a:pt x="1243" y="97108"/>
                  <a:pt x="1524" y="96546"/>
                  <a:pt x="1844" y="96065"/>
                </a:cubicBezTo>
                <a:cubicBezTo>
                  <a:pt x="2165" y="95584"/>
                  <a:pt x="2539" y="95170"/>
                  <a:pt x="2967" y="94822"/>
                </a:cubicBezTo>
                <a:cubicBezTo>
                  <a:pt x="3395" y="94475"/>
                  <a:pt x="3876" y="94301"/>
                  <a:pt x="4410" y="94301"/>
                </a:cubicBezTo>
                <a:lnTo>
                  <a:pt x="26061" y="94301"/>
                </a:lnTo>
                <a:lnTo>
                  <a:pt x="41698" y="16118"/>
                </a:lnTo>
                <a:lnTo>
                  <a:pt x="19165" y="27986"/>
                </a:lnTo>
                <a:cubicBezTo>
                  <a:pt x="18310" y="28413"/>
                  <a:pt x="17615" y="28694"/>
                  <a:pt x="17080" y="28828"/>
                </a:cubicBezTo>
                <a:cubicBezTo>
                  <a:pt x="16545" y="28961"/>
                  <a:pt x="16104" y="28948"/>
                  <a:pt x="15757" y="28787"/>
                </a:cubicBezTo>
                <a:cubicBezTo>
                  <a:pt x="15409" y="28627"/>
                  <a:pt x="15169" y="28333"/>
                  <a:pt x="15035" y="27905"/>
                </a:cubicBezTo>
                <a:cubicBezTo>
                  <a:pt x="14902" y="27478"/>
                  <a:pt x="14835" y="26943"/>
                  <a:pt x="14835" y="26302"/>
                </a:cubicBezTo>
                <a:cubicBezTo>
                  <a:pt x="14835" y="25714"/>
                  <a:pt x="14902" y="24979"/>
                  <a:pt x="15035" y="24096"/>
                </a:cubicBezTo>
                <a:cubicBezTo>
                  <a:pt x="15169" y="23214"/>
                  <a:pt x="15383" y="22332"/>
                  <a:pt x="15677" y="21450"/>
                </a:cubicBezTo>
                <a:cubicBezTo>
                  <a:pt x="15971" y="20568"/>
                  <a:pt x="16358" y="19726"/>
                  <a:pt x="16839" y="18924"/>
                </a:cubicBezTo>
                <a:cubicBezTo>
                  <a:pt x="17321" y="18122"/>
                  <a:pt x="17935" y="17508"/>
                  <a:pt x="18684" y="17080"/>
                </a:cubicBezTo>
                <a:lnTo>
                  <a:pt x="45707" y="1764"/>
                </a:lnTo>
                <a:cubicBezTo>
                  <a:pt x="45974" y="1604"/>
                  <a:pt x="46282" y="1470"/>
                  <a:pt x="46629" y="1363"/>
                </a:cubicBezTo>
                <a:cubicBezTo>
                  <a:pt x="46977" y="1256"/>
                  <a:pt x="47391" y="1149"/>
                  <a:pt x="47872" y="1042"/>
                </a:cubicBezTo>
                <a:cubicBezTo>
                  <a:pt x="48353" y="936"/>
                  <a:pt x="48928" y="869"/>
                  <a:pt x="49596" y="842"/>
                </a:cubicBezTo>
                <a:cubicBezTo>
                  <a:pt x="50264" y="815"/>
                  <a:pt x="51053" y="802"/>
                  <a:pt x="51962" y="802"/>
                </a:cubicBezTo>
                <a:cubicBezTo>
                  <a:pt x="53298" y="802"/>
                  <a:pt x="54381" y="855"/>
                  <a:pt x="55209" y="962"/>
                </a:cubicBezTo>
                <a:cubicBezTo>
                  <a:pt x="56038" y="1069"/>
                  <a:pt x="56680" y="1216"/>
                  <a:pt x="57134" y="1403"/>
                </a:cubicBezTo>
                <a:cubicBezTo>
                  <a:pt x="57588" y="1590"/>
                  <a:pt x="57856" y="1832"/>
                  <a:pt x="57936" y="2127"/>
                </a:cubicBezTo>
                <a:cubicBezTo>
                  <a:pt x="58016" y="2422"/>
                  <a:pt x="58029" y="2729"/>
                  <a:pt x="57976" y="3050"/>
                </a:cubicBezTo>
                <a:lnTo>
                  <a:pt x="39853" y="94301"/>
                </a:lnTo>
                <a:lnTo>
                  <a:pt x="58617" y="94301"/>
                </a:lnTo>
                <a:cubicBezTo>
                  <a:pt x="59366" y="94301"/>
                  <a:pt x="59887" y="94555"/>
                  <a:pt x="60181" y="95063"/>
                </a:cubicBezTo>
                <a:cubicBezTo>
                  <a:pt x="60475" y="95571"/>
                  <a:pt x="60622" y="96279"/>
                  <a:pt x="60622" y="97188"/>
                </a:cubicBezTo>
                <a:close/>
                <a:moveTo>
                  <a:pt x="145610" y="96947"/>
                </a:moveTo>
                <a:cubicBezTo>
                  <a:pt x="145610" y="97268"/>
                  <a:pt x="145570" y="97722"/>
                  <a:pt x="145490" y="98310"/>
                </a:cubicBezTo>
                <a:cubicBezTo>
                  <a:pt x="145410" y="98898"/>
                  <a:pt x="145290" y="99500"/>
                  <a:pt x="145129" y="100115"/>
                </a:cubicBezTo>
                <a:cubicBezTo>
                  <a:pt x="144969" y="100729"/>
                  <a:pt x="144768" y="101358"/>
                  <a:pt x="144528" y="101999"/>
                </a:cubicBezTo>
                <a:cubicBezTo>
                  <a:pt x="144287" y="102641"/>
                  <a:pt x="143993" y="103202"/>
                  <a:pt x="143646" y="103683"/>
                </a:cubicBezTo>
                <a:cubicBezTo>
                  <a:pt x="143298" y="104164"/>
                  <a:pt x="142911" y="104565"/>
                  <a:pt x="142483" y="104886"/>
                </a:cubicBezTo>
                <a:cubicBezTo>
                  <a:pt x="142055" y="105207"/>
                  <a:pt x="141574" y="105367"/>
                  <a:pt x="141040" y="105367"/>
                </a:cubicBezTo>
                <a:lnTo>
                  <a:pt x="83705" y="105367"/>
                </a:lnTo>
                <a:cubicBezTo>
                  <a:pt x="83010" y="105367"/>
                  <a:pt x="82422" y="105287"/>
                  <a:pt x="81941" y="105126"/>
                </a:cubicBezTo>
                <a:cubicBezTo>
                  <a:pt x="81460" y="104966"/>
                  <a:pt x="81086" y="104739"/>
                  <a:pt x="80819" y="104445"/>
                </a:cubicBezTo>
                <a:cubicBezTo>
                  <a:pt x="80551" y="104151"/>
                  <a:pt x="80351" y="103803"/>
                  <a:pt x="80217" y="103402"/>
                </a:cubicBezTo>
                <a:cubicBezTo>
                  <a:pt x="80083" y="103001"/>
                  <a:pt x="80017" y="102534"/>
                  <a:pt x="80017" y="101999"/>
                </a:cubicBezTo>
                <a:cubicBezTo>
                  <a:pt x="80017" y="101464"/>
                  <a:pt x="80057" y="100770"/>
                  <a:pt x="80137" y="99914"/>
                </a:cubicBezTo>
                <a:cubicBezTo>
                  <a:pt x="80217" y="99059"/>
                  <a:pt x="80418" y="98123"/>
                  <a:pt x="80738" y="97108"/>
                </a:cubicBezTo>
                <a:cubicBezTo>
                  <a:pt x="81059" y="96092"/>
                  <a:pt x="81540" y="95063"/>
                  <a:pt x="82182" y="94020"/>
                </a:cubicBezTo>
                <a:cubicBezTo>
                  <a:pt x="82823" y="92978"/>
                  <a:pt x="83705" y="91976"/>
                  <a:pt x="84828" y="91013"/>
                </a:cubicBezTo>
                <a:lnTo>
                  <a:pt x="111531" y="67571"/>
                </a:lnTo>
                <a:cubicBezTo>
                  <a:pt x="115700" y="63932"/>
                  <a:pt x="119295" y="60522"/>
                  <a:pt x="122316" y="57339"/>
                </a:cubicBezTo>
                <a:cubicBezTo>
                  <a:pt x="125336" y="54155"/>
                  <a:pt x="127875" y="51186"/>
                  <a:pt x="129934" y="48431"/>
                </a:cubicBezTo>
                <a:cubicBezTo>
                  <a:pt x="131992" y="45676"/>
                  <a:pt x="133636" y="43135"/>
                  <a:pt x="134865" y="40808"/>
                </a:cubicBezTo>
                <a:cubicBezTo>
                  <a:pt x="136095" y="38481"/>
                  <a:pt x="137057" y="36354"/>
                  <a:pt x="137752" y="34428"/>
                </a:cubicBezTo>
                <a:cubicBezTo>
                  <a:pt x="138447" y="32502"/>
                  <a:pt x="138901" y="30750"/>
                  <a:pt x="139115" y="29173"/>
                </a:cubicBezTo>
                <a:cubicBezTo>
                  <a:pt x="139329" y="27595"/>
                  <a:pt x="139436" y="26190"/>
                  <a:pt x="139436" y="24958"/>
                </a:cubicBezTo>
                <a:cubicBezTo>
                  <a:pt x="139436" y="23674"/>
                  <a:pt x="139235" y="22296"/>
                  <a:pt x="138834" y="20824"/>
                </a:cubicBezTo>
                <a:cubicBezTo>
                  <a:pt x="138434" y="19350"/>
                  <a:pt x="137739" y="17971"/>
                  <a:pt x="136750" y="16687"/>
                </a:cubicBezTo>
                <a:cubicBezTo>
                  <a:pt x="135761" y="15402"/>
                  <a:pt x="134357" y="14331"/>
                  <a:pt x="132540" y="13474"/>
                </a:cubicBezTo>
                <a:cubicBezTo>
                  <a:pt x="130722" y="12617"/>
                  <a:pt x="128423" y="12189"/>
                  <a:pt x="125644" y="12189"/>
                </a:cubicBezTo>
                <a:cubicBezTo>
                  <a:pt x="122596" y="12189"/>
                  <a:pt x="119683" y="12643"/>
                  <a:pt x="116903" y="13552"/>
                </a:cubicBezTo>
                <a:cubicBezTo>
                  <a:pt x="114123" y="14461"/>
                  <a:pt x="111611" y="15463"/>
                  <a:pt x="109365" y="16559"/>
                </a:cubicBezTo>
                <a:cubicBezTo>
                  <a:pt x="107120" y="17655"/>
                  <a:pt x="105236" y="18670"/>
                  <a:pt x="103712" y="19606"/>
                </a:cubicBezTo>
                <a:cubicBezTo>
                  <a:pt x="102189" y="20541"/>
                  <a:pt x="101133" y="21009"/>
                  <a:pt x="100545" y="21009"/>
                </a:cubicBezTo>
                <a:cubicBezTo>
                  <a:pt x="100010" y="21009"/>
                  <a:pt x="99583" y="20742"/>
                  <a:pt x="99262" y="20207"/>
                </a:cubicBezTo>
                <a:cubicBezTo>
                  <a:pt x="98941" y="19673"/>
                  <a:pt x="98781" y="18898"/>
                  <a:pt x="98781" y="17882"/>
                </a:cubicBezTo>
                <a:cubicBezTo>
                  <a:pt x="98781" y="17454"/>
                  <a:pt x="98821" y="16986"/>
                  <a:pt x="98901" y="16479"/>
                </a:cubicBezTo>
                <a:cubicBezTo>
                  <a:pt x="98981" y="15971"/>
                  <a:pt x="99061" y="15423"/>
                  <a:pt x="99141" y="14835"/>
                </a:cubicBezTo>
                <a:cubicBezTo>
                  <a:pt x="99222" y="14247"/>
                  <a:pt x="99355" y="13659"/>
                  <a:pt x="99542" y="13071"/>
                </a:cubicBezTo>
                <a:cubicBezTo>
                  <a:pt x="99730" y="12483"/>
                  <a:pt x="99943" y="11921"/>
                  <a:pt x="100184" y="11387"/>
                </a:cubicBezTo>
                <a:cubicBezTo>
                  <a:pt x="100424" y="10852"/>
                  <a:pt x="100692" y="10331"/>
                  <a:pt x="100986" y="9823"/>
                </a:cubicBezTo>
                <a:cubicBezTo>
                  <a:pt x="101280" y="9315"/>
                  <a:pt x="101614" y="8874"/>
                  <a:pt x="101988" y="8500"/>
                </a:cubicBezTo>
                <a:cubicBezTo>
                  <a:pt x="102576" y="7912"/>
                  <a:pt x="103739" y="7137"/>
                  <a:pt x="105476" y="6174"/>
                </a:cubicBezTo>
                <a:cubicBezTo>
                  <a:pt x="107214" y="5212"/>
                  <a:pt x="109312" y="4277"/>
                  <a:pt x="111771" y="3368"/>
                </a:cubicBezTo>
                <a:cubicBezTo>
                  <a:pt x="114230" y="2459"/>
                  <a:pt x="116957" y="1671"/>
                  <a:pt x="119950" y="1002"/>
                </a:cubicBezTo>
                <a:cubicBezTo>
                  <a:pt x="122944" y="334"/>
                  <a:pt x="126045" y="0"/>
                  <a:pt x="129252" y="0"/>
                </a:cubicBezTo>
                <a:cubicBezTo>
                  <a:pt x="134384" y="0"/>
                  <a:pt x="138634" y="723"/>
                  <a:pt x="142002" y="2168"/>
                </a:cubicBezTo>
                <a:cubicBezTo>
                  <a:pt x="145370" y="3611"/>
                  <a:pt x="148029" y="5429"/>
                  <a:pt x="149981" y="7623"/>
                </a:cubicBezTo>
                <a:cubicBezTo>
                  <a:pt x="151932" y="9816"/>
                  <a:pt x="153295" y="12198"/>
                  <a:pt x="154070" y="14767"/>
                </a:cubicBezTo>
                <a:cubicBezTo>
                  <a:pt x="154845" y="17335"/>
                  <a:pt x="155233" y="19769"/>
                  <a:pt x="155233" y="22069"/>
                </a:cubicBezTo>
                <a:cubicBezTo>
                  <a:pt x="155233" y="24263"/>
                  <a:pt x="155073" y="26510"/>
                  <a:pt x="154752" y="28810"/>
                </a:cubicBezTo>
                <a:cubicBezTo>
                  <a:pt x="154431" y="31110"/>
                  <a:pt x="153803" y="33531"/>
                  <a:pt x="152867" y="36072"/>
                </a:cubicBezTo>
                <a:cubicBezTo>
                  <a:pt x="151932" y="38613"/>
                  <a:pt x="150622" y="41302"/>
                  <a:pt x="148938" y="44138"/>
                </a:cubicBezTo>
                <a:cubicBezTo>
                  <a:pt x="147254" y="46973"/>
                  <a:pt x="145062" y="50036"/>
                  <a:pt x="142363" y="53327"/>
                </a:cubicBezTo>
                <a:cubicBezTo>
                  <a:pt x="139663" y="56617"/>
                  <a:pt x="136402" y="60174"/>
                  <a:pt x="132580" y="64000"/>
                </a:cubicBezTo>
                <a:cubicBezTo>
                  <a:pt x="128758" y="67824"/>
                  <a:pt x="124200" y="71983"/>
                  <a:pt x="118908" y="76477"/>
                </a:cubicBezTo>
                <a:lnTo>
                  <a:pt x="98861" y="93660"/>
                </a:lnTo>
                <a:lnTo>
                  <a:pt x="143125" y="93660"/>
                </a:lnTo>
                <a:cubicBezTo>
                  <a:pt x="144033" y="93660"/>
                  <a:pt x="144675" y="93994"/>
                  <a:pt x="145049" y="94662"/>
                </a:cubicBezTo>
                <a:cubicBezTo>
                  <a:pt x="145423" y="95330"/>
                  <a:pt x="145610" y="96092"/>
                  <a:pt x="145610" y="96947"/>
                </a:cubicBezTo>
                <a:close/>
                <a:moveTo>
                  <a:pt x="233102" y="64178"/>
                </a:moveTo>
                <a:cubicBezTo>
                  <a:pt x="233102" y="67121"/>
                  <a:pt x="232768" y="70240"/>
                  <a:pt x="232100" y="73532"/>
                </a:cubicBezTo>
                <a:cubicBezTo>
                  <a:pt x="231432" y="76823"/>
                  <a:pt x="230416" y="80048"/>
                  <a:pt x="229053" y="83208"/>
                </a:cubicBezTo>
                <a:cubicBezTo>
                  <a:pt x="227690" y="86365"/>
                  <a:pt x="225939" y="89375"/>
                  <a:pt x="223801" y="92239"/>
                </a:cubicBezTo>
                <a:cubicBezTo>
                  <a:pt x="221662" y="95102"/>
                  <a:pt x="219043" y="97631"/>
                  <a:pt x="215942" y="99826"/>
                </a:cubicBezTo>
                <a:cubicBezTo>
                  <a:pt x="212842" y="102020"/>
                  <a:pt x="209273" y="103759"/>
                  <a:pt x="205237" y="105044"/>
                </a:cubicBezTo>
                <a:cubicBezTo>
                  <a:pt x="201201" y="106328"/>
                  <a:pt x="196617" y="106971"/>
                  <a:pt x="191485" y="106971"/>
                </a:cubicBezTo>
                <a:cubicBezTo>
                  <a:pt x="186620" y="106971"/>
                  <a:pt x="182517" y="106262"/>
                  <a:pt x="179176" y="104846"/>
                </a:cubicBezTo>
                <a:cubicBezTo>
                  <a:pt x="175835" y="103427"/>
                  <a:pt x="173095" y="101461"/>
                  <a:pt x="170957" y="98947"/>
                </a:cubicBezTo>
                <a:cubicBezTo>
                  <a:pt x="168818" y="96431"/>
                  <a:pt x="167282" y="93421"/>
                  <a:pt x="166346" y="89918"/>
                </a:cubicBezTo>
                <a:cubicBezTo>
                  <a:pt x="165410" y="86413"/>
                  <a:pt x="164943" y="82574"/>
                  <a:pt x="164943" y="78401"/>
                </a:cubicBezTo>
                <a:cubicBezTo>
                  <a:pt x="164943" y="76316"/>
                  <a:pt x="165076" y="73616"/>
                  <a:pt x="165344" y="70300"/>
                </a:cubicBezTo>
                <a:cubicBezTo>
                  <a:pt x="165611" y="66982"/>
                  <a:pt x="166079" y="63277"/>
                  <a:pt x="166747" y="59184"/>
                </a:cubicBezTo>
                <a:cubicBezTo>
                  <a:pt x="167415" y="55091"/>
                  <a:pt x="168351" y="50811"/>
                  <a:pt x="169554" y="46344"/>
                </a:cubicBezTo>
                <a:cubicBezTo>
                  <a:pt x="170756" y="41876"/>
                  <a:pt x="172333" y="37463"/>
                  <a:pt x="174285" y="33103"/>
                </a:cubicBezTo>
                <a:cubicBezTo>
                  <a:pt x="176236" y="28742"/>
                  <a:pt x="178575" y="24569"/>
                  <a:pt x="181301" y="20583"/>
                </a:cubicBezTo>
                <a:cubicBezTo>
                  <a:pt x="184027" y="16597"/>
                  <a:pt x="187248" y="13093"/>
                  <a:pt x="190964" y="10071"/>
                </a:cubicBezTo>
                <a:cubicBezTo>
                  <a:pt x="194679" y="7049"/>
                  <a:pt x="198956" y="4642"/>
                  <a:pt x="203794" y="2849"/>
                </a:cubicBezTo>
                <a:cubicBezTo>
                  <a:pt x="208632" y="1057"/>
                  <a:pt x="214071" y="160"/>
                  <a:pt x="220112" y="160"/>
                </a:cubicBezTo>
                <a:cubicBezTo>
                  <a:pt x="223587" y="160"/>
                  <a:pt x="226728" y="428"/>
                  <a:pt x="229534" y="962"/>
                </a:cubicBezTo>
                <a:cubicBezTo>
                  <a:pt x="232341" y="1497"/>
                  <a:pt x="234760" y="2138"/>
                  <a:pt x="236791" y="2887"/>
                </a:cubicBezTo>
                <a:cubicBezTo>
                  <a:pt x="238074" y="3421"/>
                  <a:pt x="238943" y="3969"/>
                  <a:pt x="239397" y="4531"/>
                </a:cubicBezTo>
                <a:cubicBezTo>
                  <a:pt x="239852" y="5092"/>
                  <a:pt x="240079" y="5854"/>
                  <a:pt x="240079" y="6816"/>
                </a:cubicBezTo>
                <a:cubicBezTo>
                  <a:pt x="240079" y="7190"/>
                  <a:pt x="240052" y="7631"/>
                  <a:pt x="239999" y="8139"/>
                </a:cubicBezTo>
                <a:cubicBezTo>
                  <a:pt x="239945" y="8647"/>
                  <a:pt x="239865" y="9195"/>
                  <a:pt x="239758" y="9783"/>
                </a:cubicBezTo>
                <a:cubicBezTo>
                  <a:pt x="239651" y="10371"/>
                  <a:pt x="239504" y="10959"/>
                  <a:pt x="239317" y="11547"/>
                </a:cubicBezTo>
                <a:cubicBezTo>
                  <a:pt x="239130" y="12135"/>
                  <a:pt x="238916" y="12670"/>
                  <a:pt x="238676" y="13151"/>
                </a:cubicBezTo>
                <a:cubicBezTo>
                  <a:pt x="238435" y="13632"/>
                  <a:pt x="238141" y="14020"/>
                  <a:pt x="237793" y="14314"/>
                </a:cubicBezTo>
                <a:cubicBezTo>
                  <a:pt x="237446" y="14608"/>
                  <a:pt x="237032" y="14755"/>
                  <a:pt x="236551" y="14755"/>
                </a:cubicBezTo>
                <a:cubicBezTo>
                  <a:pt x="235962" y="14755"/>
                  <a:pt x="235227" y="14567"/>
                  <a:pt x="234345" y="14193"/>
                </a:cubicBezTo>
                <a:cubicBezTo>
                  <a:pt x="233463" y="13819"/>
                  <a:pt x="232327" y="13405"/>
                  <a:pt x="230937" y="12950"/>
                </a:cubicBezTo>
                <a:cubicBezTo>
                  <a:pt x="229547" y="12496"/>
                  <a:pt x="227877" y="12082"/>
                  <a:pt x="225926" y="11707"/>
                </a:cubicBezTo>
                <a:cubicBezTo>
                  <a:pt x="223974" y="11333"/>
                  <a:pt x="221689" y="11146"/>
                  <a:pt x="219070" y="11146"/>
                </a:cubicBezTo>
                <a:cubicBezTo>
                  <a:pt x="214044" y="11146"/>
                  <a:pt x="209554" y="12162"/>
                  <a:pt x="205598" y="14193"/>
                </a:cubicBezTo>
                <a:cubicBezTo>
                  <a:pt x="201642" y="16225"/>
                  <a:pt x="198181" y="18925"/>
                  <a:pt x="195214" y="22295"/>
                </a:cubicBezTo>
                <a:cubicBezTo>
                  <a:pt x="192247" y="25663"/>
                  <a:pt x="189734" y="29553"/>
                  <a:pt x="187676" y="33965"/>
                </a:cubicBezTo>
                <a:cubicBezTo>
                  <a:pt x="185618" y="38375"/>
                  <a:pt x="184027" y="43013"/>
                  <a:pt x="182905" y="47880"/>
                </a:cubicBezTo>
                <a:cubicBezTo>
                  <a:pt x="186005" y="46221"/>
                  <a:pt x="189574" y="44776"/>
                  <a:pt x="193610" y="43545"/>
                </a:cubicBezTo>
                <a:cubicBezTo>
                  <a:pt x="197646" y="42313"/>
                  <a:pt x="202203" y="41698"/>
                  <a:pt x="207282" y="41698"/>
                </a:cubicBezTo>
                <a:cubicBezTo>
                  <a:pt x="211933" y="41698"/>
                  <a:pt x="215875" y="42287"/>
                  <a:pt x="219110" y="43464"/>
                </a:cubicBezTo>
                <a:cubicBezTo>
                  <a:pt x="222344" y="44642"/>
                  <a:pt x="225003" y="46235"/>
                  <a:pt x="227088" y="48243"/>
                </a:cubicBezTo>
                <a:cubicBezTo>
                  <a:pt x="229173" y="50249"/>
                  <a:pt x="230697" y="52617"/>
                  <a:pt x="231659" y="55347"/>
                </a:cubicBezTo>
                <a:cubicBezTo>
                  <a:pt x="232621" y="58077"/>
                  <a:pt x="233102" y="61021"/>
                  <a:pt x="233102" y="64178"/>
                </a:cubicBezTo>
                <a:moveTo>
                  <a:pt x="218989" y="65940"/>
                </a:moveTo>
                <a:cubicBezTo>
                  <a:pt x="218989" y="63958"/>
                  <a:pt x="218709" y="62137"/>
                  <a:pt x="218147" y="60477"/>
                </a:cubicBezTo>
                <a:cubicBezTo>
                  <a:pt x="217586" y="58816"/>
                  <a:pt x="216704" y="57397"/>
                  <a:pt x="215501" y="56219"/>
                </a:cubicBezTo>
                <a:cubicBezTo>
                  <a:pt x="214298" y="55040"/>
                  <a:pt x="212708" y="54143"/>
                  <a:pt x="210730" y="53528"/>
                </a:cubicBezTo>
                <a:cubicBezTo>
                  <a:pt x="208752" y="52912"/>
                  <a:pt x="206400" y="52603"/>
                  <a:pt x="203673" y="52603"/>
                </a:cubicBezTo>
                <a:cubicBezTo>
                  <a:pt x="201696" y="52603"/>
                  <a:pt x="199677" y="52765"/>
                  <a:pt x="197619" y="53087"/>
                </a:cubicBezTo>
                <a:cubicBezTo>
                  <a:pt x="195561" y="53408"/>
                  <a:pt x="193543" y="53877"/>
                  <a:pt x="191565" y="54495"/>
                </a:cubicBezTo>
                <a:cubicBezTo>
                  <a:pt x="189587" y="55112"/>
                  <a:pt x="187689" y="55836"/>
                  <a:pt x="185872" y="56668"/>
                </a:cubicBezTo>
                <a:cubicBezTo>
                  <a:pt x="184054" y="57498"/>
                  <a:pt x="182343" y="58396"/>
                  <a:pt x="180740" y="59362"/>
                </a:cubicBezTo>
                <a:cubicBezTo>
                  <a:pt x="179991" y="63055"/>
                  <a:pt x="179470" y="66401"/>
                  <a:pt x="179176" y="69398"/>
                </a:cubicBezTo>
                <a:cubicBezTo>
                  <a:pt x="178882" y="72395"/>
                  <a:pt x="178735" y="75098"/>
                  <a:pt x="178735" y="77507"/>
                </a:cubicBezTo>
                <a:cubicBezTo>
                  <a:pt x="178735" y="84095"/>
                  <a:pt x="180031" y="88796"/>
                  <a:pt x="182624" y="91607"/>
                </a:cubicBezTo>
                <a:cubicBezTo>
                  <a:pt x="185217" y="94419"/>
                  <a:pt x="188972" y="95825"/>
                  <a:pt x="193891" y="95825"/>
                </a:cubicBezTo>
                <a:cubicBezTo>
                  <a:pt x="196724" y="95825"/>
                  <a:pt x="199317" y="95383"/>
                  <a:pt x="201669" y="94499"/>
                </a:cubicBezTo>
                <a:cubicBezTo>
                  <a:pt x="204021" y="93615"/>
                  <a:pt x="206133" y="92411"/>
                  <a:pt x="208004" y="90886"/>
                </a:cubicBezTo>
                <a:cubicBezTo>
                  <a:pt x="209875" y="89359"/>
                  <a:pt x="211492" y="87591"/>
                  <a:pt x="212855" y="85583"/>
                </a:cubicBezTo>
                <a:cubicBezTo>
                  <a:pt x="214218" y="83573"/>
                  <a:pt x="215354" y="81458"/>
                  <a:pt x="216263" y="79236"/>
                </a:cubicBezTo>
                <a:cubicBezTo>
                  <a:pt x="217172" y="77012"/>
                  <a:pt x="217853" y="74763"/>
                  <a:pt x="218308" y="72487"/>
                </a:cubicBezTo>
                <a:cubicBezTo>
                  <a:pt x="218762" y="70210"/>
                  <a:pt x="218989" y="68028"/>
                  <a:pt x="218989" y="65940"/>
                </a:cubicBezTo>
                <a:close/>
              </a:path>
            </a:pathLst>
          </a:custGeom>
          <a:solidFill xmlns:a="http://schemas.openxmlformats.org/drawingml/2006/main">
            <a:srgbClr val="7474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Caption:">
            <a:extLst xmlns:a="http://schemas.openxmlformats.org/drawingml/2006/main">
              <a:ext uri="{FF2B5EF4-FFF2-40B4-BE49-F238E27FC236}">
                <a16:creationId xmlns:a16="http://schemas.microsoft.com/office/drawing/2014/main" id="{4EB7899A-3B04-49BC-B43A-9DEAE78C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16" y="2592600"/>
            <a:ext cx="552000" cy="138084"/>
          </a:xfrm>
          <a:custGeom xmlns:a="http://schemas.openxmlformats.org/drawingml/2006/main">
            <a:pathLst>
              <a:path w="552000" h="138084">
                <a:moveTo>
                  <a:pt x="76740" y="93098"/>
                </a:moveTo>
                <a:cubicBezTo>
                  <a:pt x="76740" y="94435"/>
                  <a:pt x="76700" y="95571"/>
                  <a:pt x="76620" y="96506"/>
                </a:cubicBezTo>
                <a:cubicBezTo>
                  <a:pt x="76539" y="97442"/>
                  <a:pt x="76419" y="98244"/>
                  <a:pt x="76259" y="98912"/>
                </a:cubicBezTo>
                <a:cubicBezTo>
                  <a:pt x="76098" y="99580"/>
                  <a:pt x="75885" y="100155"/>
                  <a:pt x="75617" y="100636"/>
                </a:cubicBezTo>
                <a:cubicBezTo>
                  <a:pt x="75350" y="101117"/>
                  <a:pt x="74922" y="101671"/>
                  <a:pt x="74334" y="102297"/>
                </a:cubicBezTo>
                <a:cubicBezTo>
                  <a:pt x="73746" y="102922"/>
                  <a:pt x="72610" y="103724"/>
                  <a:pt x="70926" y="104703"/>
                </a:cubicBezTo>
                <a:cubicBezTo>
                  <a:pt x="69242" y="105682"/>
                  <a:pt x="67184" y="106621"/>
                  <a:pt x="64752" y="107519"/>
                </a:cubicBezTo>
                <a:cubicBezTo>
                  <a:pt x="62319" y="108417"/>
                  <a:pt x="59540" y="109164"/>
                  <a:pt x="56412" y="109762"/>
                </a:cubicBezTo>
                <a:cubicBezTo>
                  <a:pt x="53285" y="110360"/>
                  <a:pt x="49904" y="110659"/>
                  <a:pt x="46268" y="110659"/>
                </a:cubicBezTo>
                <a:cubicBezTo>
                  <a:pt x="39158" y="110659"/>
                  <a:pt x="32743" y="109562"/>
                  <a:pt x="27023" y="107367"/>
                </a:cubicBezTo>
                <a:cubicBezTo>
                  <a:pt x="21303" y="105171"/>
                  <a:pt x="16439" y="101892"/>
                  <a:pt x="12429" y="97529"/>
                </a:cubicBezTo>
                <a:cubicBezTo>
                  <a:pt x="8420" y="93165"/>
                  <a:pt x="5346" y="87718"/>
                  <a:pt x="3208" y="81188"/>
                </a:cubicBezTo>
                <a:cubicBezTo>
                  <a:pt x="1069" y="74656"/>
                  <a:pt x="0" y="67053"/>
                  <a:pt x="0" y="58379"/>
                </a:cubicBezTo>
                <a:cubicBezTo>
                  <a:pt x="0" y="49545"/>
                  <a:pt x="1176" y="41702"/>
                  <a:pt x="3528" y="34849"/>
                </a:cubicBezTo>
                <a:cubicBezTo>
                  <a:pt x="5880" y="27996"/>
                  <a:pt x="9168" y="22241"/>
                  <a:pt x="13391" y="17584"/>
                </a:cubicBezTo>
                <a:cubicBezTo>
                  <a:pt x="17615" y="12924"/>
                  <a:pt x="22680" y="9390"/>
                  <a:pt x="28587" y="6981"/>
                </a:cubicBezTo>
                <a:cubicBezTo>
                  <a:pt x="34494" y="4572"/>
                  <a:pt x="41003" y="3368"/>
                  <a:pt x="48113" y="3368"/>
                </a:cubicBezTo>
                <a:cubicBezTo>
                  <a:pt x="51000" y="3368"/>
                  <a:pt x="53779" y="3613"/>
                  <a:pt x="56452" y="4102"/>
                </a:cubicBezTo>
                <a:cubicBezTo>
                  <a:pt x="59125" y="4592"/>
                  <a:pt x="61598" y="5231"/>
                  <a:pt x="63870" y="6022"/>
                </a:cubicBezTo>
                <a:cubicBezTo>
                  <a:pt x="66142" y="6810"/>
                  <a:pt x="68186" y="7721"/>
                  <a:pt x="70004" y="8756"/>
                </a:cubicBezTo>
                <a:cubicBezTo>
                  <a:pt x="71822" y="9790"/>
                  <a:pt x="73091" y="10674"/>
                  <a:pt x="73813" y="11409"/>
                </a:cubicBezTo>
                <a:cubicBezTo>
                  <a:pt x="74535" y="12143"/>
                  <a:pt x="75029" y="12750"/>
                  <a:pt x="75296" y="13231"/>
                </a:cubicBezTo>
                <a:cubicBezTo>
                  <a:pt x="75564" y="13712"/>
                  <a:pt x="75778" y="14327"/>
                  <a:pt x="75938" y="15075"/>
                </a:cubicBezTo>
                <a:cubicBezTo>
                  <a:pt x="76098" y="15824"/>
                  <a:pt x="76219" y="16706"/>
                  <a:pt x="76299" y="17722"/>
                </a:cubicBezTo>
                <a:cubicBezTo>
                  <a:pt x="76379" y="18737"/>
                  <a:pt x="76419" y="19994"/>
                  <a:pt x="76419" y="21490"/>
                </a:cubicBezTo>
                <a:cubicBezTo>
                  <a:pt x="76419" y="23094"/>
                  <a:pt x="76366" y="24457"/>
                  <a:pt x="76259" y="25580"/>
                </a:cubicBezTo>
                <a:cubicBezTo>
                  <a:pt x="76152" y="26703"/>
                  <a:pt x="75965" y="27611"/>
                  <a:pt x="75697" y="28306"/>
                </a:cubicBezTo>
                <a:cubicBezTo>
                  <a:pt x="75430" y="29001"/>
                  <a:pt x="75109" y="29509"/>
                  <a:pt x="74735" y="29830"/>
                </a:cubicBezTo>
                <a:cubicBezTo>
                  <a:pt x="74361" y="30151"/>
                  <a:pt x="73933" y="30311"/>
                  <a:pt x="73452" y="30311"/>
                </a:cubicBezTo>
                <a:cubicBezTo>
                  <a:pt x="72650" y="30311"/>
                  <a:pt x="71635" y="29839"/>
                  <a:pt x="70405" y="28895"/>
                </a:cubicBezTo>
                <a:cubicBezTo>
                  <a:pt x="69175" y="27951"/>
                  <a:pt x="67585" y="26900"/>
                  <a:pt x="65634" y="25740"/>
                </a:cubicBezTo>
                <a:cubicBezTo>
                  <a:pt x="63683" y="24581"/>
                  <a:pt x="61357" y="23529"/>
                  <a:pt x="58657" y="22585"/>
                </a:cubicBezTo>
                <a:cubicBezTo>
                  <a:pt x="55958" y="21642"/>
                  <a:pt x="52737" y="21170"/>
                  <a:pt x="48995" y="21170"/>
                </a:cubicBezTo>
                <a:cubicBezTo>
                  <a:pt x="44879" y="21170"/>
                  <a:pt x="41203" y="22012"/>
                  <a:pt x="37969" y="23696"/>
                </a:cubicBezTo>
                <a:cubicBezTo>
                  <a:pt x="34735" y="25379"/>
                  <a:pt x="31982" y="27785"/>
                  <a:pt x="29710" y="30912"/>
                </a:cubicBezTo>
                <a:cubicBezTo>
                  <a:pt x="27438" y="34040"/>
                  <a:pt x="25714" y="37822"/>
                  <a:pt x="24538" y="42259"/>
                </a:cubicBezTo>
                <a:cubicBezTo>
                  <a:pt x="23361" y="46696"/>
                  <a:pt x="22773" y="51694"/>
                  <a:pt x="22773" y="57254"/>
                </a:cubicBezTo>
                <a:cubicBezTo>
                  <a:pt x="22773" y="63348"/>
                  <a:pt x="23402" y="68628"/>
                  <a:pt x="24658" y="73091"/>
                </a:cubicBezTo>
                <a:cubicBezTo>
                  <a:pt x="25914" y="77555"/>
                  <a:pt x="27705" y="81230"/>
                  <a:pt x="30030" y="84117"/>
                </a:cubicBezTo>
                <a:cubicBezTo>
                  <a:pt x="32356" y="87004"/>
                  <a:pt x="35162" y="89156"/>
                  <a:pt x="38450" y="90572"/>
                </a:cubicBezTo>
                <a:cubicBezTo>
                  <a:pt x="41738" y="91989"/>
                  <a:pt x="45440" y="92697"/>
                  <a:pt x="49556" y="92697"/>
                </a:cubicBezTo>
                <a:cubicBezTo>
                  <a:pt x="53298" y="92697"/>
                  <a:pt x="56532" y="92252"/>
                  <a:pt x="59259" y="91362"/>
                </a:cubicBezTo>
                <a:cubicBezTo>
                  <a:pt x="61985" y="90471"/>
                  <a:pt x="64324" y="89486"/>
                  <a:pt x="66275" y="88407"/>
                </a:cubicBezTo>
                <a:cubicBezTo>
                  <a:pt x="68227" y="87328"/>
                  <a:pt x="69830" y="86357"/>
                  <a:pt x="71087" y="85493"/>
                </a:cubicBezTo>
                <a:cubicBezTo>
                  <a:pt x="72343" y="84629"/>
                  <a:pt x="73318" y="84197"/>
                  <a:pt x="74013" y="84197"/>
                </a:cubicBezTo>
                <a:cubicBezTo>
                  <a:pt x="74548" y="84197"/>
                  <a:pt x="74976" y="84304"/>
                  <a:pt x="75296" y="84518"/>
                </a:cubicBezTo>
                <a:cubicBezTo>
                  <a:pt x="75617" y="84732"/>
                  <a:pt x="75885" y="85160"/>
                  <a:pt x="76098" y="85801"/>
                </a:cubicBezTo>
                <a:cubicBezTo>
                  <a:pt x="76312" y="86443"/>
                  <a:pt x="76473" y="87338"/>
                  <a:pt x="76579" y="88487"/>
                </a:cubicBezTo>
                <a:cubicBezTo>
                  <a:pt x="76686" y="89637"/>
                  <a:pt x="76740" y="91174"/>
                  <a:pt x="76740" y="93098"/>
                </a:cubicBezTo>
                <a:close/>
                <a:moveTo>
                  <a:pt x="149944" y="106407"/>
                </a:moveTo>
                <a:cubicBezTo>
                  <a:pt x="149944" y="107155"/>
                  <a:pt x="149677" y="107744"/>
                  <a:pt x="149142" y="108174"/>
                </a:cubicBezTo>
                <a:cubicBezTo>
                  <a:pt x="148608" y="108601"/>
                  <a:pt x="147766" y="108909"/>
                  <a:pt x="146617" y="109096"/>
                </a:cubicBezTo>
                <a:cubicBezTo>
                  <a:pt x="145467" y="109283"/>
                  <a:pt x="143770" y="109376"/>
                  <a:pt x="141525" y="109376"/>
                </a:cubicBezTo>
                <a:cubicBezTo>
                  <a:pt x="139119" y="109376"/>
                  <a:pt x="137368" y="109283"/>
                  <a:pt x="136272" y="109096"/>
                </a:cubicBezTo>
                <a:cubicBezTo>
                  <a:pt x="135176" y="108909"/>
                  <a:pt x="134401" y="108601"/>
                  <a:pt x="133947" y="108174"/>
                </a:cubicBezTo>
                <a:cubicBezTo>
                  <a:pt x="133492" y="107746"/>
                  <a:pt x="133265" y="107158"/>
                  <a:pt x="133265" y="106409"/>
                </a:cubicBezTo>
                <a:lnTo>
                  <a:pt x="133265" y="100716"/>
                </a:lnTo>
                <a:cubicBezTo>
                  <a:pt x="130325" y="103870"/>
                  <a:pt x="126971" y="106343"/>
                  <a:pt x="123202" y="108133"/>
                </a:cubicBezTo>
                <a:cubicBezTo>
                  <a:pt x="119433" y="109924"/>
                  <a:pt x="115250" y="110820"/>
                  <a:pt x="110652" y="110820"/>
                </a:cubicBezTo>
                <a:cubicBezTo>
                  <a:pt x="106857" y="110820"/>
                  <a:pt x="103369" y="110324"/>
                  <a:pt x="100188" y="109331"/>
                </a:cubicBezTo>
                <a:cubicBezTo>
                  <a:pt x="97007" y="108339"/>
                  <a:pt x="94254" y="106864"/>
                  <a:pt x="91928" y="104906"/>
                </a:cubicBezTo>
                <a:cubicBezTo>
                  <a:pt x="89603" y="102948"/>
                  <a:pt x="87799" y="100521"/>
                  <a:pt x="86516" y="97626"/>
                </a:cubicBezTo>
                <a:cubicBezTo>
                  <a:pt x="85233" y="94730"/>
                  <a:pt x="84591" y="91350"/>
                  <a:pt x="84591" y="87488"/>
                </a:cubicBezTo>
                <a:cubicBezTo>
                  <a:pt x="84591" y="83303"/>
                  <a:pt x="85406" y="79668"/>
                  <a:pt x="87037" y="76584"/>
                </a:cubicBezTo>
                <a:cubicBezTo>
                  <a:pt x="88667" y="73501"/>
                  <a:pt x="91100" y="70953"/>
                  <a:pt x="94334" y="68942"/>
                </a:cubicBezTo>
                <a:cubicBezTo>
                  <a:pt x="97568" y="66930"/>
                  <a:pt x="101591" y="65442"/>
                  <a:pt x="106402" y="64476"/>
                </a:cubicBezTo>
                <a:cubicBezTo>
                  <a:pt x="111214" y="63511"/>
                  <a:pt x="116800" y="63028"/>
                  <a:pt x="123162" y="63028"/>
                </a:cubicBezTo>
                <a:lnTo>
                  <a:pt x="130138" y="63028"/>
                </a:lnTo>
                <a:lnTo>
                  <a:pt x="130138" y="58718"/>
                </a:lnTo>
                <a:cubicBezTo>
                  <a:pt x="130138" y="56482"/>
                  <a:pt x="129911" y="54527"/>
                  <a:pt x="129456" y="52851"/>
                </a:cubicBezTo>
                <a:cubicBezTo>
                  <a:pt x="129002" y="51174"/>
                  <a:pt x="128254" y="49777"/>
                  <a:pt x="127211" y="48659"/>
                </a:cubicBezTo>
                <a:cubicBezTo>
                  <a:pt x="126169" y="47541"/>
                  <a:pt x="124779" y="46717"/>
                  <a:pt x="123041" y="46186"/>
                </a:cubicBezTo>
                <a:cubicBezTo>
                  <a:pt x="121304" y="45653"/>
                  <a:pt x="119152" y="45386"/>
                  <a:pt x="116586" y="45386"/>
                </a:cubicBezTo>
                <a:cubicBezTo>
                  <a:pt x="113218" y="45386"/>
                  <a:pt x="110211" y="45761"/>
                  <a:pt x="107565" y="46509"/>
                </a:cubicBezTo>
                <a:cubicBezTo>
                  <a:pt x="104919" y="47257"/>
                  <a:pt x="102580" y="48086"/>
                  <a:pt x="100549" y="48995"/>
                </a:cubicBezTo>
                <a:cubicBezTo>
                  <a:pt x="98517" y="49904"/>
                  <a:pt x="96820" y="50732"/>
                  <a:pt x="95457" y="51481"/>
                </a:cubicBezTo>
                <a:cubicBezTo>
                  <a:pt x="94093" y="52229"/>
                  <a:pt x="92984" y="52603"/>
                  <a:pt x="92129" y="52603"/>
                </a:cubicBezTo>
                <a:cubicBezTo>
                  <a:pt x="91541" y="52603"/>
                  <a:pt x="91020" y="52415"/>
                  <a:pt x="90565" y="52039"/>
                </a:cubicBezTo>
                <a:cubicBezTo>
                  <a:pt x="90111" y="51664"/>
                  <a:pt x="89737" y="51126"/>
                  <a:pt x="89443" y="50428"/>
                </a:cubicBezTo>
                <a:cubicBezTo>
                  <a:pt x="89149" y="49730"/>
                  <a:pt x="88921" y="48870"/>
                  <a:pt x="88761" y="47850"/>
                </a:cubicBezTo>
                <a:cubicBezTo>
                  <a:pt x="88601" y="46827"/>
                  <a:pt x="88520" y="45699"/>
                  <a:pt x="88520" y="44464"/>
                </a:cubicBezTo>
                <a:cubicBezTo>
                  <a:pt x="88520" y="42799"/>
                  <a:pt x="88654" y="41482"/>
                  <a:pt x="88921" y="40515"/>
                </a:cubicBezTo>
                <a:cubicBezTo>
                  <a:pt x="89189" y="39548"/>
                  <a:pt x="89697" y="38675"/>
                  <a:pt x="90445" y="37896"/>
                </a:cubicBezTo>
                <a:cubicBezTo>
                  <a:pt x="91193" y="37116"/>
                  <a:pt x="92503" y="36258"/>
                  <a:pt x="94374" y="35323"/>
                </a:cubicBezTo>
                <a:cubicBezTo>
                  <a:pt x="96245" y="34387"/>
                  <a:pt x="98437" y="33519"/>
                  <a:pt x="100950" y="32717"/>
                </a:cubicBezTo>
                <a:cubicBezTo>
                  <a:pt x="103462" y="31915"/>
                  <a:pt x="106202" y="31260"/>
                  <a:pt x="109169" y="30752"/>
                </a:cubicBezTo>
                <a:cubicBezTo>
                  <a:pt x="112136" y="30244"/>
                  <a:pt x="115196" y="29990"/>
                  <a:pt x="118350" y="29990"/>
                </a:cubicBezTo>
                <a:cubicBezTo>
                  <a:pt x="123963" y="29990"/>
                  <a:pt x="128761" y="30539"/>
                  <a:pt x="132744" y="31637"/>
                </a:cubicBezTo>
                <a:cubicBezTo>
                  <a:pt x="136727" y="32733"/>
                  <a:pt x="140001" y="34418"/>
                  <a:pt x="142567" y="36693"/>
                </a:cubicBezTo>
                <a:cubicBezTo>
                  <a:pt x="145133" y="38967"/>
                  <a:pt x="147004" y="41897"/>
                  <a:pt x="148180" y="45482"/>
                </a:cubicBezTo>
                <a:cubicBezTo>
                  <a:pt x="149356" y="49067"/>
                  <a:pt x="149944" y="53321"/>
                  <a:pt x="149944" y="58244"/>
                </a:cubicBezTo>
                <a:lnTo>
                  <a:pt x="149944" y="106407"/>
                </a:lnTo>
                <a:moveTo>
                  <a:pt x="130138" y="75697"/>
                </a:moveTo>
                <a:lnTo>
                  <a:pt x="122440" y="75697"/>
                </a:lnTo>
                <a:cubicBezTo>
                  <a:pt x="119179" y="75697"/>
                  <a:pt x="116399" y="75940"/>
                  <a:pt x="114100" y="76424"/>
                </a:cubicBezTo>
                <a:cubicBezTo>
                  <a:pt x="111802" y="76909"/>
                  <a:pt x="109931" y="77636"/>
                  <a:pt x="108487" y="78607"/>
                </a:cubicBezTo>
                <a:cubicBezTo>
                  <a:pt x="107044" y="79576"/>
                  <a:pt x="105988" y="80748"/>
                  <a:pt x="105320" y="82122"/>
                </a:cubicBezTo>
                <a:cubicBezTo>
                  <a:pt x="104652" y="83496"/>
                  <a:pt x="104317" y="85071"/>
                  <a:pt x="104317" y="86849"/>
                </a:cubicBezTo>
                <a:cubicBezTo>
                  <a:pt x="104317" y="89866"/>
                  <a:pt x="105266" y="92236"/>
                  <a:pt x="107164" y="93960"/>
                </a:cubicBezTo>
                <a:cubicBezTo>
                  <a:pt x="109062" y="95684"/>
                  <a:pt x="111695" y="96546"/>
                  <a:pt x="115063" y="96546"/>
                </a:cubicBezTo>
                <a:cubicBezTo>
                  <a:pt x="117896" y="96546"/>
                  <a:pt x="120502" y="95820"/>
                  <a:pt x="122881" y="94366"/>
                </a:cubicBezTo>
                <a:cubicBezTo>
                  <a:pt x="125260" y="92911"/>
                  <a:pt x="127679" y="90783"/>
                  <a:pt x="130138" y="87981"/>
                </a:cubicBezTo>
                <a:lnTo>
                  <a:pt x="130138" y="75697"/>
                </a:lnTo>
                <a:close/>
                <a:moveTo>
                  <a:pt x="240002" y="69360"/>
                </a:moveTo>
                <a:cubicBezTo>
                  <a:pt x="240002" y="75735"/>
                  <a:pt x="239321" y="81480"/>
                  <a:pt x="237958" y="86595"/>
                </a:cubicBezTo>
                <a:cubicBezTo>
                  <a:pt x="236595" y="91711"/>
                  <a:pt x="234603" y="96063"/>
                  <a:pt x="231984" y="99651"/>
                </a:cubicBezTo>
                <a:cubicBezTo>
                  <a:pt x="229364" y="103239"/>
                  <a:pt x="226103" y="105998"/>
                  <a:pt x="222201" y="107928"/>
                </a:cubicBezTo>
                <a:cubicBezTo>
                  <a:pt x="218298" y="109856"/>
                  <a:pt x="213835" y="110820"/>
                  <a:pt x="208809" y="110820"/>
                </a:cubicBezTo>
                <a:cubicBezTo>
                  <a:pt x="206725" y="110820"/>
                  <a:pt x="204813" y="110618"/>
                  <a:pt x="203076" y="110216"/>
                </a:cubicBezTo>
                <a:cubicBezTo>
                  <a:pt x="201339" y="109815"/>
                  <a:pt x="199655" y="109199"/>
                  <a:pt x="198024" y="108369"/>
                </a:cubicBezTo>
                <a:cubicBezTo>
                  <a:pt x="196394" y="107539"/>
                  <a:pt x="194777" y="106508"/>
                  <a:pt x="193173" y="105277"/>
                </a:cubicBezTo>
                <a:cubicBezTo>
                  <a:pt x="191569" y="104044"/>
                  <a:pt x="189912" y="102597"/>
                  <a:pt x="188201" y="100937"/>
                </a:cubicBezTo>
                <a:lnTo>
                  <a:pt x="188201" y="134633"/>
                </a:lnTo>
                <a:cubicBezTo>
                  <a:pt x="188201" y="135168"/>
                  <a:pt x="188041" y="135649"/>
                  <a:pt x="187720" y="136076"/>
                </a:cubicBezTo>
                <a:cubicBezTo>
                  <a:pt x="187399" y="136506"/>
                  <a:pt x="186851" y="136867"/>
                  <a:pt x="186076" y="137161"/>
                </a:cubicBezTo>
                <a:cubicBezTo>
                  <a:pt x="185301" y="137455"/>
                  <a:pt x="184272" y="137683"/>
                  <a:pt x="182989" y="137843"/>
                </a:cubicBezTo>
                <a:cubicBezTo>
                  <a:pt x="181706" y="138003"/>
                  <a:pt x="180075" y="138084"/>
                  <a:pt x="178097" y="138084"/>
                </a:cubicBezTo>
                <a:cubicBezTo>
                  <a:pt x="176119" y="138084"/>
                  <a:pt x="174489" y="138003"/>
                  <a:pt x="173206" y="137843"/>
                </a:cubicBezTo>
                <a:cubicBezTo>
                  <a:pt x="171923" y="137683"/>
                  <a:pt x="170894" y="137455"/>
                  <a:pt x="170119" y="137161"/>
                </a:cubicBezTo>
                <a:cubicBezTo>
                  <a:pt x="169344" y="136867"/>
                  <a:pt x="168796" y="136506"/>
                  <a:pt x="168475" y="136076"/>
                </a:cubicBezTo>
                <a:cubicBezTo>
                  <a:pt x="168154" y="135649"/>
                  <a:pt x="167994" y="135168"/>
                  <a:pt x="167994" y="134633"/>
                </a:cubicBezTo>
                <a:lnTo>
                  <a:pt x="167994" y="34644"/>
                </a:lnTo>
                <a:cubicBezTo>
                  <a:pt x="167994" y="34109"/>
                  <a:pt x="168127" y="33641"/>
                  <a:pt x="168395" y="33240"/>
                </a:cubicBezTo>
                <a:cubicBezTo>
                  <a:pt x="168662" y="32838"/>
                  <a:pt x="169130" y="32503"/>
                  <a:pt x="169798" y="32236"/>
                </a:cubicBezTo>
                <a:cubicBezTo>
                  <a:pt x="170466" y="31968"/>
                  <a:pt x="171348" y="31768"/>
                  <a:pt x="172444" y="31634"/>
                </a:cubicBezTo>
                <a:cubicBezTo>
                  <a:pt x="173540" y="31500"/>
                  <a:pt x="174917" y="31434"/>
                  <a:pt x="176574" y="31434"/>
                </a:cubicBezTo>
                <a:cubicBezTo>
                  <a:pt x="178178" y="31434"/>
                  <a:pt x="179527" y="31500"/>
                  <a:pt x="180623" y="31634"/>
                </a:cubicBezTo>
                <a:cubicBezTo>
                  <a:pt x="181719" y="31766"/>
                  <a:pt x="182601" y="31966"/>
                  <a:pt x="183270" y="32233"/>
                </a:cubicBezTo>
                <a:cubicBezTo>
                  <a:pt x="183938" y="32499"/>
                  <a:pt x="184406" y="32831"/>
                  <a:pt x="184673" y="33230"/>
                </a:cubicBezTo>
                <a:cubicBezTo>
                  <a:pt x="184940" y="33628"/>
                  <a:pt x="185074" y="34093"/>
                  <a:pt x="185074" y="34626"/>
                </a:cubicBezTo>
                <a:lnTo>
                  <a:pt x="185074" y="43006"/>
                </a:lnTo>
                <a:cubicBezTo>
                  <a:pt x="187159" y="40864"/>
                  <a:pt x="189203" y="38976"/>
                  <a:pt x="191208" y="37343"/>
                </a:cubicBezTo>
                <a:cubicBezTo>
                  <a:pt x="193213" y="35709"/>
                  <a:pt x="195258" y="34343"/>
                  <a:pt x="197343" y="33245"/>
                </a:cubicBezTo>
                <a:cubicBezTo>
                  <a:pt x="199427" y="32146"/>
                  <a:pt x="201579" y="31329"/>
                  <a:pt x="203798" y="30795"/>
                </a:cubicBezTo>
                <a:cubicBezTo>
                  <a:pt x="206016" y="30258"/>
                  <a:pt x="208382" y="29990"/>
                  <a:pt x="210894" y="29990"/>
                </a:cubicBezTo>
                <a:cubicBezTo>
                  <a:pt x="216133" y="29990"/>
                  <a:pt x="220597" y="31022"/>
                  <a:pt x="224286" y="33085"/>
                </a:cubicBezTo>
                <a:cubicBezTo>
                  <a:pt x="227974" y="35147"/>
                  <a:pt x="230981" y="37971"/>
                  <a:pt x="233307" y="41560"/>
                </a:cubicBezTo>
                <a:cubicBezTo>
                  <a:pt x="235632" y="45148"/>
                  <a:pt x="237330" y="49326"/>
                  <a:pt x="238399" y="54094"/>
                </a:cubicBezTo>
                <a:cubicBezTo>
                  <a:pt x="239468" y="58862"/>
                  <a:pt x="240002" y="63951"/>
                  <a:pt x="240002" y="69360"/>
                </a:cubicBezTo>
                <a:moveTo>
                  <a:pt x="218993" y="70846"/>
                </a:moveTo>
                <a:cubicBezTo>
                  <a:pt x="218993" y="67794"/>
                  <a:pt x="218766" y="64862"/>
                  <a:pt x="218312" y="62050"/>
                </a:cubicBezTo>
                <a:cubicBezTo>
                  <a:pt x="217857" y="59239"/>
                  <a:pt x="217082" y="56735"/>
                  <a:pt x="215986" y="54540"/>
                </a:cubicBezTo>
                <a:cubicBezTo>
                  <a:pt x="214890" y="52345"/>
                  <a:pt x="213447" y="50592"/>
                  <a:pt x="211656" y="49280"/>
                </a:cubicBezTo>
                <a:cubicBezTo>
                  <a:pt x="209865" y="47967"/>
                  <a:pt x="207633" y="47311"/>
                  <a:pt x="204960" y="47311"/>
                </a:cubicBezTo>
                <a:cubicBezTo>
                  <a:pt x="203624" y="47311"/>
                  <a:pt x="202301" y="47511"/>
                  <a:pt x="200991" y="47912"/>
                </a:cubicBezTo>
                <a:cubicBezTo>
                  <a:pt x="199681" y="48312"/>
                  <a:pt x="198345" y="48965"/>
                  <a:pt x="196982" y="49872"/>
                </a:cubicBezTo>
                <a:cubicBezTo>
                  <a:pt x="195618" y="50779"/>
                  <a:pt x="194215" y="51953"/>
                  <a:pt x="192772" y="53395"/>
                </a:cubicBezTo>
                <a:cubicBezTo>
                  <a:pt x="191328" y="54835"/>
                  <a:pt x="189805" y="56622"/>
                  <a:pt x="188201" y="58755"/>
                </a:cubicBezTo>
                <a:lnTo>
                  <a:pt x="188201" y="82376"/>
                </a:lnTo>
                <a:cubicBezTo>
                  <a:pt x="191034" y="85976"/>
                  <a:pt x="193734" y="88756"/>
                  <a:pt x="196300" y="90718"/>
                </a:cubicBezTo>
                <a:cubicBezTo>
                  <a:pt x="198866" y="92679"/>
                  <a:pt x="201539" y="93660"/>
                  <a:pt x="204319" y="93660"/>
                </a:cubicBezTo>
                <a:cubicBezTo>
                  <a:pt x="206938" y="93660"/>
                  <a:pt x="209170" y="92990"/>
                  <a:pt x="211015" y="91652"/>
                </a:cubicBezTo>
                <a:cubicBezTo>
                  <a:pt x="212859" y="90312"/>
                  <a:pt x="214369" y="88558"/>
                  <a:pt x="215545" y="86390"/>
                </a:cubicBezTo>
                <a:cubicBezTo>
                  <a:pt x="216721" y="84222"/>
                  <a:pt x="217590" y="81772"/>
                  <a:pt x="218151" y="79040"/>
                </a:cubicBezTo>
                <a:cubicBezTo>
                  <a:pt x="218713" y="76309"/>
                  <a:pt x="218993" y="73577"/>
                  <a:pt x="218993" y="70846"/>
                </a:cubicBezTo>
                <a:close/>
                <a:moveTo>
                  <a:pt x="301478" y="99057"/>
                </a:moveTo>
                <a:cubicBezTo>
                  <a:pt x="301478" y="101421"/>
                  <a:pt x="301331" y="103234"/>
                  <a:pt x="301037" y="104497"/>
                </a:cubicBezTo>
                <a:cubicBezTo>
                  <a:pt x="300743" y="105759"/>
                  <a:pt x="300355" y="106645"/>
                  <a:pt x="299874" y="107156"/>
                </a:cubicBezTo>
                <a:cubicBezTo>
                  <a:pt x="299393" y="107666"/>
                  <a:pt x="298685" y="108122"/>
                  <a:pt x="297749" y="108524"/>
                </a:cubicBezTo>
                <a:cubicBezTo>
                  <a:pt x="296813" y="108927"/>
                  <a:pt x="295718" y="109276"/>
                  <a:pt x="294461" y="109572"/>
                </a:cubicBezTo>
                <a:cubicBezTo>
                  <a:pt x="293205" y="109867"/>
                  <a:pt x="291842" y="110096"/>
                  <a:pt x="290372" y="110256"/>
                </a:cubicBezTo>
                <a:cubicBezTo>
                  <a:pt x="288902" y="110418"/>
                  <a:pt x="287418" y="110499"/>
                  <a:pt x="285921" y="110499"/>
                </a:cubicBezTo>
                <a:cubicBezTo>
                  <a:pt x="281912" y="110499"/>
                  <a:pt x="278437" y="109991"/>
                  <a:pt x="275497" y="108975"/>
                </a:cubicBezTo>
                <a:cubicBezTo>
                  <a:pt x="272557" y="107960"/>
                  <a:pt x="270124" y="106396"/>
                  <a:pt x="268200" y="104284"/>
                </a:cubicBezTo>
                <a:cubicBezTo>
                  <a:pt x="266275" y="102173"/>
                  <a:pt x="264859" y="99513"/>
                  <a:pt x="263950" y="96306"/>
                </a:cubicBezTo>
                <a:cubicBezTo>
                  <a:pt x="263041" y="93098"/>
                  <a:pt x="262587" y="89303"/>
                  <a:pt x="262587" y="84919"/>
                </a:cubicBezTo>
                <a:lnTo>
                  <a:pt x="262587" y="48273"/>
                </a:lnTo>
                <a:lnTo>
                  <a:pt x="254006" y="48273"/>
                </a:lnTo>
                <a:cubicBezTo>
                  <a:pt x="252991" y="48273"/>
                  <a:pt x="252216" y="47645"/>
                  <a:pt x="251681" y="46389"/>
                </a:cubicBezTo>
                <a:cubicBezTo>
                  <a:pt x="251146" y="45132"/>
                  <a:pt x="250879" y="43034"/>
                  <a:pt x="250879" y="40094"/>
                </a:cubicBezTo>
                <a:cubicBezTo>
                  <a:pt x="250879" y="38544"/>
                  <a:pt x="250946" y="37234"/>
                  <a:pt x="251080" y="36165"/>
                </a:cubicBezTo>
                <a:cubicBezTo>
                  <a:pt x="251213" y="35096"/>
                  <a:pt x="251414" y="34254"/>
                  <a:pt x="251681" y="33639"/>
                </a:cubicBezTo>
                <a:cubicBezTo>
                  <a:pt x="251948" y="33024"/>
                  <a:pt x="252282" y="32583"/>
                  <a:pt x="252683" y="32316"/>
                </a:cubicBezTo>
                <a:cubicBezTo>
                  <a:pt x="253084" y="32048"/>
                  <a:pt x="253552" y="31915"/>
                  <a:pt x="254087" y="31915"/>
                </a:cubicBezTo>
                <a:lnTo>
                  <a:pt x="262587" y="31915"/>
                </a:lnTo>
                <a:lnTo>
                  <a:pt x="262587" y="15892"/>
                </a:lnTo>
                <a:cubicBezTo>
                  <a:pt x="262587" y="15354"/>
                  <a:pt x="262734" y="14871"/>
                  <a:pt x="263028" y="14441"/>
                </a:cubicBezTo>
                <a:cubicBezTo>
                  <a:pt x="263322" y="14012"/>
                  <a:pt x="263856" y="13650"/>
                  <a:pt x="264631" y="13356"/>
                </a:cubicBezTo>
                <a:cubicBezTo>
                  <a:pt x="265407" y="13061"/>
                  <a:pt x="266449" y="12846"/>
                  <a:pt x="267759" y="12712"/>
                </a:cubicBezTo>
                <a:cubicBezTo>
                  <a:pt x="269068" y="12577"/>
                  <a:pt x="270686" y="12509"/>
                  <a:pt x="272610" y="12509"/>
                </a:cubicBezTo>
                <a:cubicBezTo>
                  <a:pt x="274588" y="12509"/>
                  <a:pt x="276232" y="12577"/>
                  <a:pt x="277542" y="12712"/>
                </a:cubicBezTo>
                <a:cubicBezTo>
                  <a:pt x="278851" y="12846"/>
                  <a:pt x="279880" y="13061"/>
                  <a:pt x="280629" y="13356"/>
                </a:cubicBezTo>
                <a:cubicBezTo>
                  <a:pt x="281377" y="13650"/>
                  <a:pt x="281912" y="14012"/>
                  <a:pt x="282233" y="14441"/>
                </a:cubicBezTo>
                <a:cubicBezTo>
                  <a:pt x="282553" y="14871"/>
                  <a:pt x="282714" y="15354"/>
                  <a:pt x="282714" y="15892"/>
                </a:cubicBezTo>
                <a:lnTo>
                  <a:pt x="282714" y="31915"/>
                </a:lnTo>
                <a:lnTo>
                  <a:pt x="298270" y="31915"/>
                </a:lnTo>
                <a:cubicBezTo>
                  <a:pt x="298805" y="31915"/>
                  <a:pt x="299273" y="32048"/>
                  <a:pt x="299674" y="32316"/>
                </a:cubicBezTo>
                <a:cubicBezTo>
                  <a:pt x="300074" y="32583"/>
                  <a:pt x="300409" y="33024"/>
                  <a:pt x="300676" y="33639"/>
                </a:cubicBezTo>
                <a:cubicBezTo>
                  <a:pt x="300943" y="34254"/>
                  <a:pt x="301144" y="35096"/>
                  <a:pt x="301277" y="36165"/>
                </a:cubicBezTo>
                <a:cubicBezTo>
                  <a:pt x="301411" y="37234"/>
                  <a:pt x="301478" y="38544"/>
                  <a:pt x="301478" y="40094"/>
                </a:cubicBezTo>
                <a:cubicBezTo>
                  <a:pt x="301478" y="43034"/>
                  <a:pt x="301210" y="45132"/>
                  <a:pt x="300676" y="46389"/>
                </a:cubicBezTo>
                <a:cubicBezTo>
                  <a:pt x="300141" y="47645"/>
                  <a:pt x="299366" y="48273"/>
                  <a:pt x="298350" y="48273"/>
                </a:cubicBezTo>
                <a:lnTo>
                  <a:pt x="282714" y="48273"/>
                </a:lnTo>
                <a:lnTo>
                  <a:pt x="282714" y="81812"/>
                </a:lnTo>
                <a:cubicBezTo>
                  <a:pt x="282714" y="85708"/>
                  <a:pt x="283329" y="88629"/>
                  <a:pt x="284558" y="90577"/>
                </a:cubicBezTo>
                <a:cubicBezTo>
                  <a:pt x="285788" y="92525"/>
                  <a:pt x="287979" y="93499"/>
                  <a:pt x="291134" y="93499"/>
                </a:cubicBezTo>
                <a:cubicBezTo>
                  <a:pt x="292203" y="93499"/>
                  <a:pt x="293165" y="93406"/>
                  <a:pt x="294020" y="93218"/>
                </a:cubicBezTo>
                <a:cubicBezTo>
                  <a:pt x="294876" y="93031"/>
                  <a:pt x="295637" y="92818"/>
                  <a:pt x="296306" y="92577"/>
                </a:cubicBezTo>
                <a:cubicBezTo>
                  <a:pt x="296974" y="92336"/>
                  <a:pt x="297535" y="92123"/>
                  <a:pt x="297990" y="91935"/>
                </a:cubicBezTo>
                <a:cubicBezTo>
                  <a:pt x="298444" y="91748"/>
                  <a:pt x="298858" y="91655"/>
                  <a:pt x="299232" y="91655"/>
                </a:cubicBezTo>
                <a:cubicBezTo>
                  <a:pt x="299553" y="91655"/>
                  <a:pt x="299861" y="91748"/>
                  <a:pt x="300155" y="91935"/>
                </a:cubicBezTo>
                <a:cubicBezTo>
                  <a:pt x="300449" y="92123"/>
                  <a:pt x="300676" y="92498"/>
                  <a:pt x="300836" y="93061"/>
                </a:cubicBezTo>
                <a:cubicBezTo>
                  <a:pt x="300997" y="93622"/>
                  <a:pt x="301144" y="94386"/>
                  <a:pt x="301277" y="95353"/>
                </a:cubicBezTo>
                <a:cubicBezTo>
                  <a:pt x="301411" y="96319"/>
                  <a:pt x="301478" y="97554"/>
                  <a:pt x="301478" y="99057"/>
                </a:cubicBezTo>
                <a:close/>
                <a:moveTo>
                  <a:pt x="334033" y="106169"/>
                </a:moveTo>
                <a:cubicBezTo>
                  <a:pt x="334033" y="106703"/>
                  <a:pt x="333872" y="107171"/>
                  <a:pt x="333552" y="107572"/>
                </a:cubicBezTo>
                <a:cubicBezTo>
                  <a:pt x="333231" y="107973"/>
                  <a:pt x="332683" y="108307"/>
                  <a:pt x="331908" y="108574"/>
                </a:cubicBezTo>
                <a:cubicBezTo>
                  <a:pt x="331133" y="108842"/>
                  <a:pt x="330104" y="109042"/>
                  <a:pt x="328821" y="109176"/>
                </a:cubicBezTo>
                <a:cubicBezTo>
                  <a:pt x="327538" y="109310"/>
                  <a:pt x="325907" y="109376"/>
                  <a:pt x="323929" y="109376"/>
                </a:cubicBezTo>
                <a:cubicBezTo>
                  <a:pt x="321951" y="109376"/>
                  <a:pt x="320321" y="109310"/>
                  <a:pt x="319038" y="109176"/>
                </a:cubicBezTo>
                <a:cubicBezTo>
                  <a:pt x="317755" y="109042"/>
                  <a:pt x="316726" y="108842"/>
                  <a:pt x="315950" y="108574"/>
                </a:cubicBezTo>
                <a:cubicBezTo>
                  <a:pt x="315175" y="108307"/>
                  <a:pt x="314627" y="107973"/>
                  <a:pt x="314307" y="107572"/>
                </a:cubicBezTo>
                <a:cubicBezTo>
                  <a:pt x="313986" y="107171"/>
                  <a:pt x="313825" y="106703"/>
                  <a:pt x="313825" y="106169"/>
                </a:cubicBezTo>
                <a:lnTo>
                  <a:pt x="313825" y="34802"/>
                </a:lnTo>
                <a:cubicBezTo>
                  <a:pt x="313825" y="34267"/>
                  <a:pt x="313986" y="33799"/>
                  <a:pt x="314307" y="33398"/>
                </a:cubicBezTo>
                <a:cubicBezTo>
                  <a:pt x="314627" y="32997"/>
                  <a:pt x="315175" y="32650"/>
                  <a:pt x="315950" y="32356"/>
                </a:cubicBezTo>
                <a:cubicBezTo>
                  <a:pt x="316726" y="32062"/>
                  <a:pt x="317755" y="31835"/>
                  <a:pt x="319038" y="31674"/>
                </a:cubicBezTo>
                <a:cubicBezTo>
                  <a:pt x="320321" y="31514"/>
                  <a:pt x="321951" y="31434"/>
                  <a:pt x="323929" y="31434"/>
                </a:cubicBezTo>
                <a:cubicBezTo>
                  <a:pt x="325907" y="31434"/>
                  <a:pt x="327538" y="31514"/>
                  <a:pt x="328821" y="31674"/>
                </a:cubicBezTo>
                <a:cubicBezTo>
                  <a:pt x="330104" y="31835"/>
                  <a:pt x="331133" y="32062"/>
                  <a:pt x="331908" y="32356"/>
                </a:cubicBezTo>
                <a:cubicBezTo>
                  <a:pt x="332683" y="32650"/>
                  <a:pt x="333231" y="32997"/>
                  <a:pt x="333552" y="33398"/>
                </a:cubicBezTo>
                <a:cubicBezTo>
                  <a:pt x="333872" y="33799"/>
                  <a:pt x="334033" y="34267"/>
                  <a:pt x="334033" y="34802"/>
                </a:cubicBezTo>
                <a:lnTo>
                  <a:pt x="334033" y="106169"/>
                </a:lnTo>
                <a:moveTo>
                  <a:pt x="335556" y="10424"/>
                </a:moveTo>
                <a:cubicBezTo>
                  <a:pt x="335556" y="14487"/>
                  <a:pt x="334728" y="17294"/>
                  <a:pt x="333070" y="18844"/>
                </a:cubicBezTo>
                <a:cubicBezTo>
                  <a:pt x="331413" y="20394"/>
                  <a:pt x="328339" y="21170"/>
                  <a:pt x="323849" y="21170"/>
                </a:cubicBezTo>
                <a:cubicBezTo>
                  <a:pt x="319305" y="21170"/>
                  <a:pt x="316244" y="20421"/>
                  <a:pt x="314667" y="18924"/>
                </a:cubicBezTo>
                <a:cubicBezTo>
                  <a:pt x="313090" y="17428"/>
                  <a:pt x="312302" y="14728"/>
                  <a:pt x="312302" y="10825"/>
                </a:cubicBezTo>
                <a:cubicBezTo>
                  <a:pt x="312302" y="6763"/>
                  <a:pt x="313117" y="3943"/>
                  <a:pt x="314748" y="2366"/>
                </a:cubicBezTo>
                <a:cubicBezTo>
                  <a:pt x="316378" y="789"/>
                  <a:pt x="319465" y="0"/>
                  <a:pt x="324009" y="0"/>
                </a:cubicBezTo>
                <a:cubicBezTo>
                  <a:pt x="328500" y="0"/>
                  <a:pt x="331547" y="762"/>
                  <a:pt x="333151" y="2285"/>
                </a:cubicBezTo>
                <a:cubicBezTo>
                  <a:pt x="334754" y="3809"/>
                  <a:pt x="335556" y="6522"/>
                  <a:pt x="335556" y="10424"/>
                </a:cubicBezTo>
                <a:close/>
                <a:moveTo>
                  <a:pt x="422613" y="69681"/>
                </a:moveTo>
                <a:cubicBezTo>
                  <a:pt x="422613" y="75788"/>
                  <a:pt x="421811" y="81360"/>
                  <a:pt x="420207" y="86395"/>
                </a:cubicBezTo>
                <a:cubicBezTo>
                  <a:pt x="418603" y="91430"/>
                  <a:pt x="416171" y="95769"/>
                  <a:pt x="412910" y="99410"/>
                </a:cubicBezTo>
                <a:cubicBezTo>
                  <a:pt x="409649" y="103052"/>
                  <a:pt x="405560" y="105865"/>
                  <a:pt x="400641" y="107848"/>
                </a:cubicBezTo>
                <a:cubicBezTo>
                  <a:pt x="395723" y="109829"/>
                  <a:pt x="389976" y="110820"/>
                  <a:pt x="383401" y="110820"/>
                </a:cubicBezTo>
                <a:cubicBezTo>
                  <a:pt x="377039" y="110820"/>
                  <a:pt x="371506" y="109936"/>
                  <a:pt x="366802" y="108169"/>
                </a:cubicBezTo>
                <a:cubicBezTo>
                  <a:pt x="362098" y="106401"/>
                  <a:pt x="358195" y="103830"/>
                  <a:pt x="355095" y="100455"/>
                </a:cubicBezTo>
                <a:cubicBezTo>
                  <a:pt x="351994" y="97081"/>
                  <a:pt x="349695" y="92929"/>
                  <a:pt x="348198" y="88001"/>
                </a:cubicBezTo>
                <a:cubicBezTo>
                  <a:pt x="346702" y="83073"/>
                  <a:pt x="345953" y="77449"/>
                  <a:pt x="345953" y="71129"/>
                </a:cubicBezTo>
                <a:cubicBezTo>
                  <a:pt x="345953" y="65022"/>
                  <a:pt x="346768" y="59437"/>
                  <a:pt x="348399" y="54375"/>
                </a:cubicBezTo>
                <a:cubicBezTo>
                  <a:pt x="350029" y="49313"/>
                  <a:pt x="352475" y="44975"/>
                  <a:pt x="355736" y="41359"/>
                </a:cubicBezTo>
                <a:cubicBezTo>
                  <a:pt x="358997" y="37744"/>
                  <a:pt x="363073" y="34946"/>
                  <a:pt x="367965" y="32965"/>
                </a:cubicBezTo>
                <a:cubicBezTo>
                  <a:pt x="372856" y="30982"/>
                  <a:pt x="378590" y="29990"/>
                  <a:pt x="385165" y="29990"/>
                </a:cubicBezTo>
                <a:cubicBezTo>
                  <a:pt x="391580" y="29990"/>
                  <a:pt x="397140" y="30861"/>
                  <a:pt x="401844" y="32601"/>
                </a:cubicBezTo>
                <a:cubicBezTo>
                  <a:pt x="406549" y="34342"/>
                  <a:pt x="410438" y="36900"/>
                  <a:pt x="413512" y="40274"/>
                </a:cubicBezTo>
                <a:cubicBezTo>
                  <a:pt x="416585" y="43649"/>
                  <a:pt x="418871" y="47800"/>
                  <a:pt x="420368" y="52729"/>
                </a:cubicBezTo>
                <a:cubicBezTo>
                  <a:pt x="421864" y="57657"/>
                  <a:pt x="422613" y="63308"/>
                  <a:pt x="422613" y="69681"/>
                </a:cubicBezTo>
                <a:moveTo>
                  <a:pt x="401844" y="70485"/>
                </a:moveTo>
                <a:cubicBezTo>
                  <a:pt x="401844" y="66957"/>
                  <a:pt x="401564" y="63709"/>
                  <a:pt x="401002" y="60742"/>
                </a:cubicBezTo>
                <a:cubicBezTo>
                  <a:pt x="400441" y="57775"/>
                  <a:pt x="399492" y="55196"/>
                  <a:pt x="398156" y="53004"/>
                </a:cubicBezTo>
                <a:cubicBezTo>
                  <a:pt x="396819" y="50812"/>
                  <a:pt x="395042" y="49102"/>
                  <a:pt x="392823" y="47872"/>
                </a:cubicBezTo>
                <a:cubicBezTo>
                  <a:pt x="390604" y="46643"/>
                  <a:pt x="387811" y="46028"/>
                  <a:pt x="384443" y="46028"/>
                </a:cubicBezTo>
                <a:cubicBezTo>
                  <a:pt x="381450" y="46028"/>
                  <a:pt x="378830" y="46576"/>
                  <a:pt x="376585" y="47672"/>
                </a:cubicBezTo>
                <a:cubicBezTo>
                  <a:pt x="374340" y="48768"/>
                  <a:pt x="372495" y="50371"/>
                  <a:pt x="371052" y="52483"/>
                </a:cubicBezTo>
                <a:cubicBezTo>
                  <a:pt x="369609" y="54595"/>
                  <a:pt x="368526" y="57134"/>
                  <a:pt x="367804" y="60101"/>
                </a:cubicBezTo>
                <a:cubicBezTo>
                  <a:pt x="367083" y="63068"/>
                  <a:pt x="366722" y="66449"/>
                  <a:pt x="366722" y="70245"/>
                </a:cubicBezTo>
                <a:cubicBezTo>
                  <a:pt x="366722" y="73773"/>
                  <a:pt x="367016" y="77021"/>
                  <a:pt x="367604" y="79987"/>
                </a:cubicBezTo>
                <a:cubicBezTo>
                  <a:pt x="368192" y="82954"/>
                  <a:pt x="369141" y="85534"/>
                  <a:pt x="370451" y="87726"/>
                </a:cubicBezTo>
                <a:cubicBezTo>
                  <a:pt x="371760" y="89917"/>
                  <a:pt x="373538" y="91615"/>
                  <a:pt x="375783" y="92818"/>
                </a:cubicBezTo>
                <a:cubicBezTo>
                  <a:pt x="378028" y="94020"/>
                  <a:pt x="380808" y="94622"/>
                  <a:pt x="384123" y="94622"/>
                </a:cubicBezTo>
                <a:cubicBezTo>
                  <a:pt x="387170" y="94622"/>
                  <a:pt x="389816" y="94074"/>
                  <a:pt x="392061" y="92978"/>
                </a:cubicBezTo>
                <a:cubicBezTo>
                  <a:pt x="394306" y="91882"/>
                  <a:pt x="396151" y="90292"/>
                  <a:pt x="397594" y="88207"/>
                </a:cubicBezTo>
                <a:cubicBezTo>
                  <a:pt x="399038" y="86122"/>
                  <a:pt x="400107" y="83596"/>
                  <a:pt x="400802" y="80629"/>
                </a:cubicBezTo>
                <a:cubicBezTo>
                  <a:pt x="401497" y="77662"/>
                  <a:pt x="401844" y="74281"/>
                  <a:pt x="401844" y="70485"/>
                </a:cubicBezTo>
                <a:close/>
                <a:moveTo>
                  <a:pt x="509748" y="106166"/>
                </a:moveTo>
                <a:cubicBezTo>
                  <a:pt x="509748" y="106701"/>
                  <a:pt x="509588" y="107170"/>
                  <a:pt x="509267" y="107572"/>
                </a:cubicBezTo>
                <a:cubicBezTo>
                  <a:pt x="508946" y="107973"/>
                  <a:pt x="508412" y="108307"/>
                  <a:pt x="507663" y="108574"/>
                </a:cubicBezTo>
                <a:cubicBezTo>
                  <a:pt x="506915" y="108842"/>
                  <a:pt x="505886" y="109042"/>
                  <a:pt x="504576" y="109176"/>
                </a:cubicBezTo>
                <a:cubicBezTo>
                  <a:pt x="503266" y="109310"/>
                  <a:pt x="501649" y="109376"/>
                  <a:pt x="499725" y="109376"/>
                </a:cubicBezTo>
                <a:cubicBezTo>
                  <a:pt x="497747" y="109376"/>
                  <a:pt x="496103" y="109310"/>
                  <a:pt x="494793" y="109176"/>
                </a:cubicBezTo>
                <a:cubicBezTo>
                  <a:pt x="493484" y="109042"/>
                  <a:pt x="492454" y="108842"/>
                  <a:pt x="491706" y="108574"/>
                </a:cubicBezTo>
                <a:cubicBezTo>
                  <a:pt x="490958" y="108307"/>
                  <a:pt x="490423" y="107973"/>
                  <a:pt x="490102" y="107572"/>
                </a:cubicBezTo>
                <a:cubicBezTo>
                  <a:pt x="489782" y="107171"/>
                  <a:pt x="489621" y="106703"/>
                  <a:pt x="489621" y="106169"/>
                </a:cubicBezTo>
                <a:lnTo>
                  <a:pt x="489621" y="65353"/>
                </a:lnTo>
                <a:cubicBezTo>
                  <a:pt x="489621" y="61878"/>
                  <a:pt x="489367" y="59152"/>
                  <a:pt x="488859" y="57174"/>
                </a:cubicBezTo>
                <a:cubicBezTo>
                  <a:pt x="488352" y="55196"/>
                  <a:pt x="487616" y="53499"/>
                  <a:pt x="486654" y="52082"/>
                </a:cubicBezTo>
                <a:cubicBezTo>
                  <a:pt x="485692" y="50665"/>
                  <a:pt x="484449" y="49570"/>
                  <a:pt x="482925" y="48794"/>
                </a:cubicBezTo>
                <a:cubicBezTo>
                  <a:pt x="481402" y="48019"/>
                  <a:pt x="479624" y="47632"/>
                  <a:pt x="477593" y="47632"/>
                </a:cubicBezTo>
                <a:cubicBezTo>
                  <a:pt x="475027" y="47632"/>
                  <a:pt x="472434" y="48567"/>
                  <a:pt x="469815" y="50438"/>
                </a:cubicBezTo>
                <a:cubicBezTo>
                  <a:pt x="467195" y="52309"/>
                  <a:pt x="464469" y="55036"/>
                  <a:pt x="461636" y="58617"/>
                </a:cubicBezTo>
                <a:lnTo>
                  <a:pt x="461636" y="106169"/>
                </a:lnTo>
                <a:cubicBezTo>
                  <a:pt x="461636" y="106703"/>
                  <a:pt x="461475" y="107171"/>
                  <a:pt x="461154" y="107572"/>
                </a:cubicBezTo>
                <a:cubicBezTo>
                  <a:pt x="460834" y="107973"/>
                  <a:pt x="460286" y="108307"/>
                  <a:pt x="459511" y="108574"/>
                </a:cubicBezTo>
                <a:cubicBezTo>
                  <a:pt x="458735" y="108842"/>
                  <a:pt x="457706" y="109042"/>
                  <a:pt x="456423" y="109176"/>
                </a:cubicBezTo>
                <a:cubicBezTo>
                  <a:pt x="455140" y="109310"/>
                  <a:pt x="453510" y="109376"/>
                  <a:pt x="451532" y="109376"/>
                </a:cubicBezTo>
                <a:cubicBezTo>
                  <a:pt x="449554" y="109376"/>
                  <a:pt x="447923" y="109310"/>
                  <a:pt x="446640" y="109176"/>
                </a:cubicBezTo>
                <a:cubicBezTo>
                  <a:pt x="445357" y="109042"/>
                  <a:pt x="444328" y="108842"/>
                  <a:pt x="443553" y="108574"/>
                </a:cubicBezTo>
                <a:cubicBezTo>
                  <a:pt x="442778" y="108307"/>
                  <a:pt x="442230" y="107973"/>
                  <a:pt x="441909" y="107572"/>
                </a:cubicBezTo>
                <a:cubicBezTo>
                  <a:pt x="441589" y="107171"/>
                  <a:pt x="441428" y="106703"/>
                  <a:pt x="441428" y="106169"/>
                </a:cubicBezTo>
                <a:lnTo>
                  <a:pt x="441428" y="34641"/>
                </a:lnTo>
                <a:cubicBezTo>
                  <a:pt x="441428" y="34107"/>
                  <a:pt x="441562" y="33639"/>
                  <a:pt x="441829" y="33238"/>
                </a:cubicBezTo>
                <a:cubicBezTo>
                  <a:pt x="442096" y="32837"/>
                  <a:pt x="442578" y="32503"/>
                  <a:pt x="443273" y="32236"/>
                </a:cubicBezTo>
                <a:cubicBezTo>
                  <a:pt x="443967" y="31968"/>
                  <a:pt x="444863" y="31768"/>
                  <a:pt x="445959" y="31634"/>
                </a:cubicBezTo>
                <a:cubicBezTo>
                  <a:pt x="447055" y="31500"/>
                  <a:pt x="448431" y="31434"/>
                  <a:pt x="450088" y="31434"/>
                </a:cubicBezTo>
                <a:cubicBezTo>
                  <a:pt x="451799" y="31434"/>
                  <a:pt x="453216" y="31500"/>
                  <a:pt x="454338" y="31634"/>
                </a:cubicBezTo>
                <a:cubicBezTo>
                  <a:pt x="455461" y="31768"/>
                  <a:pt x="456330" y="31968"/>
                  <a:pt x="456945" y="32236"/>
                </a:cubicBezTo>
                <a:cubicBezTo>
                  <a:pt x="457559" y="32503"/>
                  <a:pt x="458000" y="32837"/>
                  <a:pt x="458268" y="33238"/>
                </a:cubicBezTo>
                <a:cubicBezTo>
                  <a:pt x="458535" y="33639"/>
                  <a:pt x="458669" y="34107"/>
                  <a:pt x="458669" y="34641"/>
                </a:cubicBezTo>
                <a:lnTo>
                  <a:pt x="458669" y="42901"/>
                </a:lnTo>
                <a:cubicBezTo>
                  <a:pt x="462625" y="38597"/>
                  <a:pt x="466647" y="35370"/>
                  <a:pt x="470737" y="33218"/>
                </a:cubicBezTo>
                <a:cubicBezTo>
                  <a:pt x="474826" y="31066"/>
                  <a:pt x="479090" y="29990"/>
                  <a:pt x="483527" y="29990"/>
                </a:cubicBezTo>
                <a:cubicBezTo>
                  <a:pt x="488392" y="29990"/>
                  <a:pt x="492495" y="30793"/>
                  <a:pt x="495836" y="32398"/>
                </a:cubicBezTo>
                <a:cubicBezTo>
                  <a:pt x="499177" y="34004"/>
                  <a:pt x="501877" y="36185"/>
                  <a:pt x="503935" y="38941"/>
                </a:cubicBezTo>
                <a:cubicBezTo>
                  <a:pt x="505993" y="41696"/>
                  <a:pt x="507476" y="44920"/>
                  <a:pt x="508385" y="48614"/>
                </a:cubicBezTo>
                <a:cubicBezTo>
                  <a:pt x="509294" y="52306"/>
                  <a:pt x="509748" y="56747"/>
                  <a:pt x="509748" y="61938"/>
                </a:cubicBezTo>
                <a:lnTo>
                  <a:pt x="509748" y="106166"/>
                </a:lnTo>
                <a:close/>
                <a:moveTo>
                  <a:pt x="552000" y="45467"/>
                </a:moveTo>
                <a:cubicBezTo>
                  <a:pt x="552000" y="47712"/>
                  <a:pt x="551813" y="49583"/>
                  <a:pt x="551439" y="51080"/>
                </a:cubicBezTo>
                <a:cubicBezTo>
                  <a:pt x="551065" y="52577"/>
                  <a:pt x="550437" y="53806"/>
                  <a:pt x="549555" y="54768"/>
                </a:cubicBezTo>
                <a:cubicBezTo>
                  <a:pt x="548672" y="55731"/>
                  <a:pt x="547510" y="56412"/>
                  <a:pt x="546066" y="56813"/>
                </a:cubicBezTo>
                <a:cubicBezTo>
                  <a:pt x="544623" y="57214"/>
                  <a:pt x="542805" y="57415"/>
                  <a:pt x="540614" y="57415"/>
                </a:cubicBezTo>
                <a:cubicBezTo>
                  <a:pt x="538422" y="57415"/>
                  <a:pt x="536604" y="57214"/>
                  <a:pt x="535161" y="56813"/>
                </a:cubicBezTo>
                <a:cubicBezTo>
                  <a:pt x="533717" y="56412"/>
                  <a:pt x="532555" y="55731"/>
                  <a:pt x="531673" y="54768"/>
                </a:cubicBezTo>
                <a:cubicBezTo>
                  <a:pt x="530791" y="53806"/>
                  <a:pt x="530189" y="52577"/>
                  <a:pt x="529868" y="51080"/>
                </a:cubicBezTo>
                <a:cubicBezTo>
                  <a:pt x="529548" y="49583"/>
                  <a:pt x="529387" y="47712"/>
                  <a:pt x="529387" y="45467"/>
                </a:cubicBezTo>
                <a:cubicBezTo>
                  <a:pt x="529387" y="43168"/>
                  <a:pt x="529548" y="41243"/>
                  <a:pt x="529868" y="39693"/>
                </a:cubicBezTo>
                <a:cubicBezTo>
                  <a:pt x="530189" y="38143"/>
                  <a:pt x="530791" y="36886"/>
                  <a:pt x="531673" y="35924"/>
                </a:cubicBezTo>
                <a:cubicBezTo>
                  <a:pt x="532555" y="34962"/>
                  <a:pt x="533717" y="34267"/>
                  <a:pt x="535161" y="33839"/>
                </a:cubicBezTo>
                <a:cubicBezTo>
                  <a:pt x="536604" y="33412"/>
                  <a:pt x="538422" y="33198"/>
                  <a:pt x="540614" y="33198"/>
                </a:cubicBezTo>
                <a:cubicBezTo>
                  <a:pt x="542805" y="33198"/>
                  <a:pt x="544623" y="33412"/>
                  <a:pt x="546066" y="33839"/>
                </a:cubicBezTo>
                <a:cubicBezTo>
                  <a:pt x="547510" y="34267"/>
                  <a:pt x="548672" y="34962"/>
                  <a:pt x="549555" y="35924"/>
                </a:cubicBezTo>
                <a:cubicBezTo>
                  <a:pt x="550437" y="36886"/>
                  <a:pt x="551065" y="38143"/>
                  <a:pt x="551439" y="39693"/>
                </a:cubicBezTo>
                <a:cubicBezTo>
                  <a:pt x="551813" y="41243"/>
                  <a:pt x="552000" y="43168"/>
                  <a:pt x="552000" y="45467"/>
                </a:cubicBezTo>
                <a:moveTo>
                  <a:pt x="552000" y="97990"/>
                </a:moveTo>
                <a:cubicBezTo>
                  <a:pt x="552000" y="100235"/>
                  <a:pt x="551813" y="102119"/>
                  <a:pt x="551439" y="103643"/>
                </a:cubicBezTo>
                <a:cubicBezTo>
                  <a:pt x="551065" y="105166"/>
                  <a:pt x="550437" y="106409"/>
                  <a:pt x="549555" y="107372"/>
                </a:cubicBezTo>
                <a:cubicBezTo>
                  <a:pt x="548672" y="108334"/>
                  <a:pt x="547510" y="109015"/>
                  <a:pt x="546066" y="109416"/>
                </a:cubicBezTo>
                <a:cubicBezTo>
                  <a:pt x="544623" y="109817"/>
                  <a:pt x="542805" y="110018"/>
                  <a:pt x="540614" y="110018"/>
                </a:cubicBezTo>
                <a:cubicBezTo>
                  <a:pt x="538422" y="110018"/>
                  <a:pt x="536604" y="109817"/>
                  <a:pt x="535161" y="109416"/>
                </a:cubicBezTo>
                <a:cubicBezTo>
                  <a:pt x="533717" y="109015"/>
                  <a:pt x="532555" y="108334"/>
                  <a:pt x="531673" y="107372"/>
                </a:cubicBezTo>
                <a:cubicBezTo>
                  <a:pt x="530791" y="106409"/>
                  <a:pt x="530189" y="105166"/>
                  <a:pt x="529868" y="103643"/>
                </a:cubicBezTo>
                <a:cubicBezTo>
                  <a:pt x="529548" y="102119"/>
                  <a:pt x="529387" y="100235"/>
                  <a:pt x="529387" y="97990"/>
                </a:cubicBezTo>
                <a:cubicBezTo>
                  <a:pt x="529387" y="95744"/>
                  <a:pt x="529548" y="93833"/>
                  <a:pt x="529868" y="92256"/>
                </a:cubicBezTo>
                <a:cubicBezTo>
                  <a:pt x="530189" y="90679"/>
                  <a:pt x="530791" y="89410"/>
                  <a:pt x="531673" y="88447"/>
                </a:cubicBezTo>
                <a:cubicBezTo>
                  <a:pt x="532555" y="87485"/>
                  <a:pt x="533717" y="86803"/>
                  <a:pt x="535161" y="86402"/>
                </a:cubicBezTo>
                <a:cubicBezTo>
                  <a:pt x="536604" y="86002"/>
                  <a:pt x="538422" y="85801"/>
                  <a:pt x="540614" y="85801"/>
                </a:cubicBezTo>
                <a:cubicBezTo>
                  <a:pt x="542805" y="85801"/>
                  <a:pt x="544623" y="86002"/>
                  <a:pt x="546066" y="86402"/>
                </a:cubicBezTo>
                <a:cubicBezTo>
                  <a:pt x="547510" y="86803"/>
                  <a:pt x="548672" y="87485"/>
                  <a:pt x="549555" y="88447"/>
                </a:cubicBezTo>
                <a:cubicBezTo>
                  <a:pt x="550437" y="89410"/>
                  <a:pt x="551065" y="90679"/>
                  <a:pt x="551439" y="92256"/>
                </a:cubicBezTo>
                <a:cubicBezTo>
                  <a:pt x="551813" y="93833"/>
                  <a:pt x="552000" y="95744"/>
                  <a:pt x="552000" y="979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“">
            <a:extLst xmlns:a="http://schemas.openxmlformats.org/drawingml/2006/main">
              <a:ext uri="{FF2B5EF4-FFF2-40B4-BE49-F238E27FC236}">
                <a16:creationId xmlns:a16="http://schemas.microsoft.com/office/drawing/2014/main" id="{A1647DB0-E1C9-4821-996C-C5D84C8F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87" y="2784113"/>
            <a:ext cx="54354" cy="41217"/>
          </a:xfrm>
          <a:custGeom xmlns:a="http://schemas.openxmlformats.org/drawingml/2006/main">
            <a:pathLst>
              <a:path w="54354" h="41217">
                <a:moveTo>
                  <a:pt x="43462" y="24505"/>
                </a:moveTo>
                <a:lnTo>
                  <a:pt x="43462" y="34629"/>
                </a:lnTo>
                <a:cubicBezTo>
                  <a:pt x="43462" y="36022"/>
                  <a:pt x="43315" y="37147"/>
                  <a:pt x="43021" y="38004"/>
                </a:cubicBezTo>
                <a:cubicBezTo>
                  <a:pt x="42727" y="38861"/>
                  <a:pt x="42272" y="39531"/>
                  <a:pt x="41658" y="40014"/>
                </a:cubicBezTo>
                <a:cubicBezTo>
                  <a:pt x="41043" y="40495"/>
                  <a:pt x="40268" y="40816"/>
                  <a:pt x="39332" y="40976"/>
                </a:cubicBezTo>
                <a:cubicBezTo>
                  <a:pt x="38397" y="41136"/>
                  <a:pt x="37287" y="41217"/>
                  <a:pt x="36004" y="41217"/>
                </a:cubicBezTo>
                <a:cubicBezTo>
                  <a:pt x="34721" y="41217"/>
                  <a:pt x="33625" y="41136"/>
                  <a:pt x="32717" y="40976"/>
                </a:cubicBezTo>
                <a:cubicBezTo>
                  <a:pt x="31808" y="40816"/>
                  <a:pt x="31059" y="40495"/>
                  <a:pt x="30471" y="40014"/>
                </a:cubicBezTo>
                <a:cubicBezTo>
                  <a:pt x="29883" y="39531"/>
                  <a:pt x="29442" y="38861"/>
                  <a:pt x="29148" y="38004"/>
                </a:cubicBezTo>
                <a:cubicBezTo>
                  <a:pt x="28854" y="37147"/>
                  <a:pt x="28707" y="36022"/>
                  <a:pt x="28707" y="34629"/>
                </a:cubicBezTo>
                <a:cubicBezTo>
                  <a:pt x="28707" y="33022"/>
                  <a:pt x="28787" y="31536"/>
                  <a:pt x="28948" y="30171"/>
                </a:cubicBezTo>
                <a:cubicBezTo>
                  <a:pt x="29108" y="28804"/>
                  <a:pt x="29362" y="27505"/>
                  <a:pt x="29710" y="26274"/>
                </a:cubicBezTo>
                <a:cubicBezTo>
                  <a:pt x="30057" y="25041"/>
                  <a:pt x="30538" y="23823"/>
                  <a:pt x="31153" y="22618"/>
                </a:cubicBezTo>
                <a:cubicBezTo>
                  <a:pt x="31768" y="21412"/>
                  <a:pt x="32503" y="20140"/>
                  <a:pt x="33358" y="18802"/>
                </a:cubicBezTo>
                <a:lnTo>
                  <a:pt x="44184" y="2330"/>
                </a:lnTo>
                <a:cubicBezTo>
                  <a:pt x="44451" y="1901"/>
                  <a:pt x="44745" y="1553"/>
                  <a:pt x="45066" y="1286"/>
                </a:cubicBezTo>
                <a:cubicBezTo>
                  <a:pt x="45386" y="1018"/>
                  <a:pt x="45787" y="791"/>
                  <a:pt x="46268" y="604"/>
                </a:cubicBezTo>
                <a:cubicBezTo>
                  <a:pt x="46750" y="415"/>
                  <a:pt x="47324" y="267"/>
                  <a:pt x="47992" y="160"/>
                </a:cubicBezTo>
                <a:cubicBezTo>
                  <a:pt x="48661" y="53"/>
                  <a:pt x="49476" y="0"/>
                  <a:pt x="50438" y="0"/>
                </a:cubicBezTo>
                <a:cubicBezTo>
                  <a:pt x="51294" y="0"/>
                  <a:pt x="52015" y="40"/>
                  <a:pt x="52603" y="120"/>
                </a:cubicBezTo>
                <a:cubicBezTo>
                  <a:pt x="53191" y="200"/>
                  <a:pt x="53619" y="335"/>
                  <a:pt x="53886" y="524"/>
                </a:cubicBezTo>
                <a:cubicBezTo>
                  <a:pt x="54154" y="711"/>
                  <a:pt x="54301" y="965"/>
                  <a:pt x="54327" y="1286"/>
                </a:cubicBezTo>
                <a:cubicBezTo>
                  <a:pt x="54354" y="1606"/>
                  <a:pt x="54234" y="1981"/>
                  <a:pt x="53966" y="2411"/>
                </a:cubicBezTo>
                <a:lnTo>
                  <a:pt x="43462" y="24505"/>
                </a:lnTo>
                <a:moveTo>
                  <a:pt x="14755" y="24505"/>
                </a:moveTo>
                <a:lnTo>
                  <a:pt x="14755" y="34629"/>
                </a:lnTo>
                <a:cubicBezTo>
                  <a:pt x="14755" y="36022"/>
                  <a:pt x="14608" y="37147"/>
                  <a:pt x="14314" y="38004"/>
                </a:cubicBezTo>
                <a:cubicBezTo>
                  <a:pt x="14020" y="38861"/>
                  <a:pt x="13565" y="39531"/>
                  <a:pt x="12950" y="40014"/>
                </a:cubicBezTo>
                <a:cubicBezTo>
                  <a:pt x="12336" y="40495"/>
                  <a:pt x="11560" y="40816"/>
                  <a:pt x="10625" y="40976"/>
                </a:cubicBezTo>
                <a:cubicBezTo>
                  <a:pt x="9689" y="41136"/>
                  <a:pt x="8580" y="41217"/>
                  <a:pt x="7297" y="41217"/>
                </a:cubicBezTo>
                <a:cubicBezTo>
                  <a:pt x="6014" y="41217"/>
                  <a:pt x="4918" y="41136"/>
                  <a:pt x="4009" y="40976"/>
                </a:cubicBezTo>
                <a:cubicBezTo>
                  <a:pt x="3101" y="40816"/>
                  <a:pt x="2352" y="40495"/>
                  <a:pt x="1764" y="40014"/>
                </a:cubicBezTo>
                <a:cubicBezTo>
                  <a:pt x="1176" y="39531"/>
                  <a:pt x="735" y="38861"/>
                  <a:pt x="441" y="38004"/>
                </a:cubicBezTo>
                <a:cubicBezTo>
                  <a:pt x="147" y="37147"/>
                  <a:pt x="0" y="36022"/>
                  <a:pt x="0" y="34629"/>
                </a:cubicBezTo>
                <a:cubicBezTo>
                  <a:pt x="0" y="33022"/>
                  <a:pt x="80" y="31536"/>
                  <a:pt x="241" y="30171"/>
                </a:cubicBezTo>
                <a:cubicBezTo>
                  <a:pt x="401" y="28804"/>
                  <a:pt x="655" y="27505"/>
                  <a:pt x="1002" y="26274"/>
                </a:cubicBezTo>
                <a:cubicBezTo>
                  <a:pt x="1350" y="25041"/>
                  <a:pt x="1831" y="23823"/>
                  <a:pt x="2446" y="22618"/>
                </a:cubicBezTo>
                <a:cubicBezTo>
                  <a:pt x="3061" y="21412"/>
                  <a:pt x="3796" y="20140"/>
                  <a:pt x="4651" y="18802"/>
                </a:cubicBezTo>
                <a:lnTo>
                  <a:pt x="15476" y="2330"/>
                </a:lnTo>
                <a:cubicBezTo>
                  <a:pt x="15744" y="1901"/>
                  <a:pt x="16038" y="1553"/>
                  <a:pt x="16358" y="1286"/>
                </a:cubicBezTo>
                <a:cubicBezTo>
                  <a:pt x="16679" y="1018"/>
                  <a:pt x="17080" y="791"/>
                  <a:pt x="17561" y="604"/>
                </a:cubicBezTo>
                <a:cubicBezTo>
                  <a:pt x="18042" y="415"/>
                  <a:pt x="18617" y="267"/>
                  <a:pt x="19285" y="160"/>
                </a:cubicBezTo>
                <a:cubicBezTo>
                  <a:pt x="19953" y="53"/>
                  <a:pt x="20769" y="0"/>
                  <a:pt x="21731" y="0"/>
                </a:cubicBezTo>
                <a:cubicBezTo>
                  <a:pt x="22586" y="0"/>
                  <a:pt x="23295" y="40"/>
                  <a:pt x="23856" y="120"/>
                </a:cubicBezTo>
                <a:cubicBezTo>
                  <a:pt x="24417" y="200"/>
                  <a:pt x="24845" y="335"/>
                  <a:pt x="25139" y="524"/>
                </a:cubicBezTo>
                <a:cubicBezTo>
                  <a:pt x="25433" y="711"/>
                  <a:pt x="25580" y="965"/>
                  <a:pt x="25580" y="1286"/>
                </a:cubicBezTo>
                <a:cubicBezTo>
                  <a:pt x="25580" y="1606"/>
                  <a:pt x="25473" y="1981"/>
                  <a:pt x="25259" y="2411"/>
                </a:cubicBezTo>
                <a:lnTo>
                  <a:pt x="14755" y="245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Achairwithahigh,roundedbackrestandaflat,">
            <a:extLst xmlns:a="http://schemas.openxmlformats.org/drawingml/2006/main">
              <a:ext uri="{FF2B5EF4-FFF2-40B4-BE49-F238E27FC236}">
                <a16:creationId xmlns:a16="http://schemas.microsoft.com/office/drawing/2014/main" id="{64357146-9CD9-4BB1-AD0D-55A3E9FD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88" y="2784113"/>
            <a:ext cx="3134558" cy="141612"/>
          </a:xfrm>
          <a:custGeom xmlns:a="http://schemas.openxmlformats.org/drawingml/2006/main">
            <a:pathLst>
              <a:path w="3134558" h="141612">
                <a:moveTo>
                  <a:pt x="88674" y="107372"/>
                </a:moveTo>
                <a:cubicBezTo>
                  <a:pt x="89102" y="108548"/>
                  <a:pt x="89329" y="109497"/>
                  <a:pt x="89356" y="110218"/>
                </a:cubicBezTo>
                <a:cubicBezTo>
                  <a:pt x="89383" y="110940"/>
                  <a:pt x="89182" y="111488"/>
                  <a:pt x="88755" y="111862"/>
                </a:cubicBezTo>
                <a:cubicBezTo>
                  <a:pt x="88327" y="112236"/>
                  <a:pt x="87619" y="112477"/>
                  <a:pt x="86630" y="112584"/>
                </a:cubicBezTo>
                <a:cubicBezTo>
                  <a:pt x="85641" y="112691"/>
                  <a:pt x="84318" y="112744"/>
                  <a:pt x="82660" y="112744"/>
                </a:cubicBezTo>
                <a:cubicBezTo>
                  <a:pt x="81003" y="112744"/>
                  <a:pt x="79680" y="112704"/>
                  <a:pt x="78691" y="112624"/>
                </a:cubicBezTo>
                <a:cubicBezTo>
                  <a:pt x="77702" y="112544"/>
                  <a:pt x="76954" y="112410"/>
                  <a:pt x="76446" y="112223"/>
                </a:cubicBezTo>
                <a:cubicBezTo>
                  <a:pt x="75938" y="112036"/>
                  <a:pt x="75564" y="111782"/>
                  <a:pt x="75323" y="111461"/>
                </a:cubicBezTo>
                <a:cubicBezTo>
                  <a:pt x="75083" y="111140"/>
                  <a:pt x="74855" y="110740"/>
                  <a:pt x="74642" y="110258"/>
                </a:cubicBezTo>
                <a:lnTo>
                  <a:pt x="65741" y="84999"/>
                </a:lnTo>
                <a:lnTo>
                  <a:pt x="22600" y="84999"/>
                </a:lnTo>
                <a:lnTo>
                  <a:pt x="14100" y="109938"/>
                </a:lnTo>
                <a:cubicBezTo>
                  <a:pt x="13939" y="110419"/>
                  <a:pt x="13726" y="110833"/>
                  <a:pt x="13458" y="111181"/>
                </a:cubicBezTo>
                <a:cubicBezTo>
                  <a:pt x="13191" y="111528"/>
                  <a:pt x="12803" y="111822"/>
                  <a:pt x="12295" y="112063"/>
                </a:cubicBezTo>
                <a:cubicBezTo>
                  <a:pt x="11788" y="112303"/>
                  <a:pt x="11066" y="112477"/>
                  <a:pt x="10130" y="112584"/>
                </a:cubicBezTo>
                <a:cubicBezTo>
                  <a:pt x="9195" y="112691"/>
                  <a:pt x="7979" y="112744"/>
                  <a:pt x="6482" y="112744"/>
                </a:cubicBezTo>
                <a:cubicBezTo>
                  <a:pt x="4932" y="112744"/>
                  <a:pt x="3662" y="112677"/>
                  <a:pt x="2673" y="112544"/>
                </a:cubicBezTo>
                <a:cubicBezTo>
                  <a:pt x="1684" y="112410"/>
                  <a:pt x="989" y="112156"/>
                  <a:pt x="588" y="111782"/>
                </a:cubicBezTo>
                <a:cubicBezTo>
                  <a:pt x="187" y="111408"/>
                  <a:pt x="0" y="110860"/>
                  <a:pt x="27" y="110138"/>
                </a:cubicBezTo>
                <a:cubicBezTo>
                  <a:pt x="53" y="109416"/>
                  <a:pt x="281" y="108468"/>
                  <a:pt x="708" y="107291"/>
                </a:cubicBezTo>
                <a:lnTo>
                  <a:pt x="35510" y="10906"/>
                </a:lnTo>
                <a:cubicBezTo>
                  <a:pt x="35724" y="10318"/>
                  <a:pt x="36004" y="9836"/>
                  <a:pt x="36352" y="9462"/>
                </a:cubicBezTo>
                <a:cubicBezTo>
                  <a:pt x="36699" y="9088"/>
                  <a:pt x="37207" y="8794"/>
                  <a:pt x="37875" y="8580"/>
                </a:cubicBezTo>
                <a:cubicBezTo>
                  <a:pt x="38544" y="8366"/>
                  <a:pt x="39399" y="8219"/>
                  <a:pt x="40441" y="8139"/>
                </a:cubicBezTo>
                <a:cubicBezTo>
                  <a:pt x="41484" y="8059"/>
                  <a:pt x="42807" y="8019"/>
                  <a:pt x="44411" y="8019"/>
                </a:cubicBezTo>
                <a:cubicBezTo>
                  <a:pt x="46121" y="8019"/>
                  <a:pt x="47538" y="8059"/>
                  <a:pt x="48661" y="8139"/>
                </a:cubicBezTo>
                <a:cubicBezTo>
                  <a:pt x="49783" y="8219"/>
                  <a:pt x="50692" y="8366"/>
                  <a:pt x="51387" y="8580"/>
                </a:cubicBezTo>
                <a:cubicBezTo>
                  <a:pt x="52082" y="8794"/>
                  <a:pt x="52617" y="9101"/>
                  <a:pt x="52991" y="9502"/>
                </a:cubicBezTo>
                <a:cubicBezTo>
                  <a:pt x="53365" y="9903"/>
                  <a:pt x="53659" y="10398"/>
                  <a:pt x="53873" y="10986"/>
                </a:cubicBezTo>
                <a:lnTo>
                  <a:pt x="88674" y="107372"/>
                </a:lnTo>
                <a:moveTo>
                  <a:pt x="44010" y="22292"/>
                </a:moveTo>
                <a:lnTo>
                  <a:pt x="43930" y="22292"/>
                </a:lnTo>
                <a:lnTo>
                  <a:pt x="26048" y="74013"/>
                </a:lnTo>
                <a:lnTo>
                  <a:pt x="62132" y="74013"/>
                </a:lnTo>
                <a:lnTo>
                  <a:pt x="44010" y="22292"/>
                </a:lnTo>
                <a:close/>
                <a:moveTo>
                  <a:pt x="189097" y="99353"/>
                </a:moveTo>
                <a:cubicBezTo>
                  <a:pt x="189097" y="100262"/>
                  <a:pt x="189071" y="101050"/>
                  <a:pt x="189017" y="101718"/>
                </a:cubicBezTo>
                <a:cubicBezTo>
                  <a:pt x="188964" y="102387"/>
                  <a:pt x="188870" y="102948"/>
                  <a:pt x="188736" y="103402"/>
                </a:cubicBezTo>
                <a:cubicBezTo>
                  <a:pt x="188603" y="103857"/>
                  <a:pt x="188442" y="104258"/>
                  <a:pt x="188255" y="104605"/>
                </a:cubicBezTo>
                <a:cubicBezTo>
                  <a:pt x="188068" y="104953"/>
                  <a:pt x="187641" y="105460"/>
                  <a:pt x="186972" y="106129"/>
                </a:cubicBezTo>
                <a:cubicBezTo>
                  <a:pt x="186304" y="106797"/>
                  <a:pt x="185168" y="107626"/>
                  <a:pt x="183564" y="108615"/>
                </a:cubicBezTo>
                <a:cubicBezTo>
                  <a:pt x="181961" y="109604"/>
                  <a:pt x="180156" y="110486"/>
                  <a:pt x="178152" y="111261"/>
                </a:cubicBezTo>
                <a:cubicBezTo>
                  <a:pt x="176147" y="112036"/>
                  <a:pt x="173969" y="112664"/>
                  <a:pt x="171616" y="113145"/>
                </a:cubicBezTo>
                <a:cubicBezTo>
                  <a:pt x="169264" y="113626"/>
                  <a:pt x="166832" y="113867"/>
                  <a:pt x="164319" y="113867"/>
                </a:cubicBezTo>
                <a:cubicBezTo>
                  <a:pt x="159134" y="113867"/>
                  <a:pt x="154536" y="113010"/>
                  <a:pt x="150527" y="111296"/>
                </a:cubicBezTo>
                <a:cubicBezTo>
                  <a:pt x="146518" y="109582"/>
                  <a:pt x="143163" y="107078"/>
                  <a:pt x="140463" y="103783"/>
                </a:cubicBezTo>
                <a:cubicBezTo>
                  <a:pt x="137764" y="100489"/>
                  <a:pt x="135706" y="96444"/>
                  <a:pt x="134289" y="91650"/>
                </a:cubicBezTo>
                <a:cubicBezTo>
                  <a:pt x="132872" y="86855"/>
                  <a:pt x="132164" y="81325"/>
                  <a:pt x="132164" y="75058"/>
                </a:cubicBezTo>
                <a:cubicBezTo>
                  <a:pt x="132164" y="67933"/>
                  <a:pt x="133033" y="61813"/>
                  <a:pt x="134770" y="56698"/>
                </a:cubicBezTo>
                <a:cubicBezTo>
                  <a:pt x="136507" y="51583"/>
                  <a:pt x="138886" y="47391"/>
                  <a:pt x="141907" y="44123"/>
                </a:cubicBezTo>
                <a:cubicBezTo>
                  <a:pt x="144927" y="40856"/>
                  <a:pt x="148482" y="38432"/>
                  <a:pt x="152572" y="36851"/>
                </a:cubicBezTo>
                <a:cubicBezTo>
                  <a:pt x="156661" y="35271"/>
                  <a:pt x="161085" y="34481"/>
                  <a:pt x="165843" y="34481"/>
                </a:cubicBezTo>
                <a:cubicBezTo>
                  <a:pt x="168142" y="34481"/>
                  <a:pt x="170373" y="34695"/>
                  <a:pt x="172539" y="35122"/>
                </a:cubicBezTo>
                <a:cubicBezTo>
                  <a:pt x="174704" y="35550"/>
                  <a:pt x="176695" y="36111"/>
                  <a:pt x="178513" y="36806"/>
                </a:cubicBezTo>
                <a:cubicBezTo>
                  <a:pt x="180330" y="37501"/>
                  <a:pt x="181947" y="38303"/>
                  <a:pt x="183364" y="39212"/>
                </a:cubicBezTo>
                <a:cubicBezTo>
                  <a:pt x="184781" y="40121"/>
                  <a:pt x="185810" y="40896"/>
                  <a:pt x="186451" y="41537"/>
                </a:cubicBezTo>
                <a:cubicBezTo>
                  <a:pt x="187093" y="42179"/>
                  <a:pt x="187534" y="42687"/>
                  <a:pt x="187774" y="43061"/>
                </a:cubicBezTo>
                <a:cubicBezTo>
                  <a:pt x="188015" y="43435"/>
                  <a:pt x="188215" y="43876"/>
                  <a:pt x="188376" y="44384"/>
                </a:cubicBezTo>
                <a:cubicBezTo>
                  <a:pt x="188536" y="44892"/>
                  <a:pt x="188643" y="45467"/>
                  <a:pt x="188696" y="46108"/>
                </a:cubicBezTo>
                <a:cubicBezTo>
                  <a:pt x="188750" y="46750"/>
                  <a:pt x="188777" y="47551"/>
                  <a:pt x="188777" y="48514"/>
                </a:cubicBezTo>
                <a:cubicBezTo>
                  <a:pt x="188777" y="50599"/>
                  <a:pt x="188536" y="52055"/>
                  <a:pt x="188055" y="52884"/>
                </a:cubicBezTo>
                <a:cubicBezTo>
                  <a:pt x="187574" y="53713"/>
                  <a:pt x="186986" y="54127"/>
                  <a:pt x="186291" y="54127"/>
                </a:cubicBezTo>
                <a:cubicBezTo>
                  <a:pt x="185489" y="54127"/>
                  <a:pt x="184567" y="53686"/>
                  <a:pt x="183524" y="52804"/>
                </a:cubicBezTo>
                <a:cubicBezTo>
                  <a:pt x="182482" y="51922"/>
                  <a:pt x="181159" y="50946"/>
                  <a:pt x="179555" y="49877"/>
                </a:cubicBezTo>
                <a:cubicBezTo>
                  <a:pt x="177951" y="48808"/>
                  <a:pt x="176013" y="47832"/>
                  <a:pt x="173741" y="46950"/>
                </a:cubicBezTo>
                <a:cubicBezTo>
                  <a:pt x="171469" y="46068"/>
                  <a:pt x="168783" y="45627"/>
                  <a:pt x="165682" y="45627"/>
                </a:cubicBezTo>
                <a:cubicBezTo>
                  <a:pt x="159321" y="45627"/>
                  <a:pt x="154443" y="48080"/>
                  <a:pt x="151048" y="52987"/>
                </a:cubicBezTo>
                <a:cubicBezTo>
                  <a:pt x="147654" y="57892"/>
                  <a:pt x="145956" y="65007"/>
                  <a:pt x="145956" y="74334"/>
                </a:cubicBezTo>
                <a:cubicBezTo>
                  <a:pt x="145956" y="78998"/>
                  <a:pt x="146397" y="83086"/>
                  <a:pt x="147279" y="86598"/>
                </a:cubicBezTo>
                <a:cubicBezTo>
                  <a:pt x="148161" y="90110"/>
                  <a:pt x="149458" y="93045"/>
                  <a:pt x="151168" y="95404"/>
                </a:cubicBezTo>
                <a:cubicBezTo>
                  <a:pt x="152879" y="97762"/>
                  <a:pt x="154977" y="99518"/>
                  <a:pt x="157463" y="100671"/>
                </a:cubicBezTo>
                <a:cubicBezTo>
                  <a:pt x="159949" y="101824"/>
                  <a:pt x="162796" y="102400"/>
                  <a:pt x="166003" y="102400"/>
                </a:cubicBezTo>
                <a:cubicBezTo>
                  <a:pt x="169050" y="102400"/>
                  <a:pt x="171723" y="101919"/>
                  <a:pt x="174022" y="100957"/>
                </a:cubicBezTo>
                <a:cubicBezTo>
                  <a:pt x="176321" y="99994"/>
                  <a:pt x="178312" y="98939"/>
                  <a:pt x="179996" y="97789"/>
                </a:cubicBezTo>
                <a:cubicBezTo>
                  <a:pt x="181680" y="96640"/>
                  <a:pt x="183097" y="95597"/>
                  <a:pt x="184246" y="94662"/>
                </a:cubicBezTo>
                <a:cubicBezTo>
                  <a:pt x="185395" y="93726"/>
                  <a:pt x="186291" y="93259"/>
                  <a:pt x="186932" y="93259"/>
                </a:cubicBezTo>
                <a:cubicBezTo>
                  <a:pt x="187306" y="93259"/>
                  <a:pt x="187627" y="93365"/>
                  <a:pt x="187894" y="93579"/>
                </a:cubicBezTo>
                <a:cubicBezTo>
                  <a:pt x="188162" y="93793"/>
                  <a:pt x="188389" y="94154"/>
                  <a:pt x="188576" y="94662"/>
                </a:cubicBezTo>
                <a:cubicBezTo>
                  <a:pt x="188763" y="95170"/>
                  <a:pt x="188897" y="95811"/>
                  <a:pt x="188977" y="96586"/>
                </a:cubicBezTo>
                <a:cubicBezTo>
                  <a:pt x="189057" y="97362"/>
                  <a:pt x="189097" y="98284"/>
                  <a:pt x="189097" y="99353"/>
                </a:cubicBezTo>
                <a:close/>
                <a:moveTo>
                  <a:pt x="272113" y="110258"/>
                </a:moveTo>
                <a:cubicBezTo>
                  <a:pt x="272113" y="110686"/>
                  <a:pt x="272006" y="111047"/>
                  <a:pt x="271792" y="111341"/>
                </a:cubicBezTo>
                <a:cubicBezTo>
                  <a:pt x="271578" y="111635"/>
                  <a:pt x="271231" y="111889"/>
                  <a:pt x="270750" y="112103"/>
                </a:cubicBezTo>
                <a:cubicBezTo>
                  <a:pt x="270269" y="112317"/>
                  <a:pt x="269600" y="112477"/>
                  <a:pt x="268745" y="112584"/>
                </a:cubicBezTo>
                <a:cubicBezTo>
                  <a:pt x="267890" y="112691"/>
                  <a:pt x="266821" y="112744"/>
                  <a:pt x="265538" y="112744"/>
                </a:cubicBezTo>
                <a:cubicBezTo>
                  <a:pt x="264201" y="112744"/>
                  <a:pt x="263105" y="112691"/>
                  <a:pt x="262250" y="112584"/>
                </a:cubicBezTo>
                <a:cubicBezTo>
                  <a:pt x="261395" y="112477"/>
                  <a:pt x="260726" y="112317"/>
                  <a:pt x="260245" y="112103"/>
                </a:cubicBezTo>
                <a:cubicBezTo>
                  <a:pt x="259764" y="111889"/>
                  <a:pt x="259417" y="111635"/>
                  <a:pt x="259203" y="111341"/>
                </a:cubicBezTo>
                <a:cubicBezTo>
                  <a:pt x="258989" y="111047"/>
                  <a:pt x="258882" y="110686"/>
                  <a:pt x="258882" y="110258"/>
                </a:cubicBezTo>
                <a:lnTo>
                  <a:pt x="258882" y="67999"/>
                </a:lnTo>
                <a:cubicBezTo>
                  <a:pt x="258882" y="63883"/>
                  <a:pt x="258561" y="60569"/>
                  <a:pt x="257920" y="58056"/>
                </a:cubicBezTo>
                <a:cubicBezTo>
                  <a:pt x="257278" y="55544"/>
                  <a:pt x="256343" y="53378"/>
                  <a:pt x="255113" y="51561"/>
                </a:cubicBezTo>
                <a:cubicBezTo>
                  <a:pt x="253884" y="49743"/>
                  <a:pt x="252293" y="48353"/>
                  <a:pt x="250342" y="47391"/>
                </a:cubicBezTo>
                <a:cubicBezTo>
                  <a:pt x="248391" y="46429"/>
                  <a:pt x="246132" y="45948"/>
                  <a:pt x="243566" y="45948"/>
                </a:cubicBezTo>
                <a:cubicBezTo>
                  <a:pt x="240252" y="45948"/>
                  <a:pt x="236937" y="47124"/>
                  <a:pt x="233623" y="49476"/>
                </a:cubicBezTo>
                <a:cubicBezTo>
                  <a:pt x="230308" y="51828"/>
                  <a:pt x="226834" y="55276"/>
                  <a:pt x="223198" y="59820"/>
                </a:cubicBezTo>
                <a:lnTo>
                  <a:pt x="223198" y="110258"/>
                </a:lnTo>
                <a:cubicBezTo>
                  <a:pt x="223198" y="110686"/>
                  <a:pt x="223091" y="111047"/>
                  <a:pt x="222878" y="111341"/>
                </a:cubicBezTo>
                <a:cubicBezTo>
                  <a:pt x="222664" y="111635"/>
                  <a:pt x="222316" y="111889"/>
                  <a:pt x="221835" y="112103"/>
                </a:cubicBezTo>
                <a:cubicBezTo>
                  <a:pt x="221354" y="112317"/>
                  <a:pt x="220686" y="112477"/>
                  <a:pt x="219830" y="112584"/>
                </a:cubicBezTo>
                <a:cubicBezTo>
                  <a:pt x="218975" y="112691"/>
                  <a:pt x="217879" y="112744"/>
                  <a:pt x="216543" y="112744"/>
                </a:cubicBezTo>
                <a:cubicBezTo>
                  <a:pt x="215260" y="112744"/>
                  <a:pt x="214191" y="112691"/>
                  <a:pt x="213335" y="112584"/>
                </a:cubicBezTo>
                <a:cubicBezTo>
                  <a:pt x="212480" y="112477"/>
                  <a:pt x="211798" y="112317"/>
                  <a:pt x="211290" y="112103"/>
                </a:cubicBezTo>
                <a:cubicBezTo>
                  <a:pt x="210783" y="111889"/>
                  <a:pt x="210435" y="111635"/>
                  <a:pt x="210248" y="111341"/>
                </a:cubicBezTo>
                <a:cubicBezTo>
                  <a:pt x="210061" y="111045"/>
                  <a:pt x="209967" y="110684"/>
                  <a:pt x="209967" y="110256"/>
                </a:cubicBezTo>
                <a:lnTo>
                  <a:pt x="209967" y="3050"/>
                </a:lnTo>
                <a:cubicBezTo>
                  <a:pt x="209967" y="2622"/>
                  <a:pt x="210061" y="2248"/>
                  <a:pt x="210248" y="1927"/>
                </a:cubicBezTo>
                <a:cubicBezTo>
                  <a:pt x="210435" y="1605"/>
                  <a:pt x="210783" y="1336"/>
                  <a:pt x="211290" y="1123"/>
                </a:cubicBezTo>
                <a:cubicBezTo>
                  <a:pt x="211798" y="909"/>
                  <a:pt x="212480" y="748"/>
                  <a:pt x="213335" y="642"/>
                </a:cubicBezTo>
                <a:cubicBezTo>
                  <a:pt x="214191" y="535"/>
                  <a:pt x="215260" y="481"/>
                  <a:pt x="216543" y="481"/>
                </a:cubicBezTo>
                <a:cubicBezTo>
                  <a:pt x="217879" y="481"/>
                  <a:pt x="218975" y="535"/>
                  <a:pt x="219830" y="642"/>
                </a:cubicBezTo>
                <a:cubicBezTo>
                  <a:pt x="220686" y="748"/>
                  <a:pt x="221354" y="910"/>
                  <a:pt x="221835" y="1125"/>
                </a:cubicBezTo>
                <a:cubicBezTo>
                  <a:pt x="222316" y="1339"/>
                  <a:pt x="222664" y="1606"/>
                  <a:pt x="222878" y="1927"/>
                </a:cubicBezTo>
                <a:cubicBezTo>
                  <a:pt x="223091" y="2248"/>
                  <a:pt x="223198" y="2623"/>
                  <a:pt x="223198" y="3052"/>
                </a:cubicBezTo>
                <a:lnTo>
                  <a:pt x="223198" y="46349"/>
                </a:lnTo>
                <a:cubicBezTo>
                  <a:pt x="226994" y="42339"/>
                  <a:pt x="230816" y="39359"/>
                  <a:pt x="234665" y="37408"/>
                </a:cubicBezTo>
                <a:cubicBezTo>
                  <a:pt x="238514" y="35456"/>
                  <a:pt x="242390" y="34481"/>
                  <a:pt x="246292" y="34481"/>
                </a:cubicBezTo>
                <a:cubicBezTo>
                  <a:pt x="251104" y="34481"/>
                  <a:pt x="255153" y="35296"/>
                  <a:pt x="258441" y="36927"/>
                </a:cubicBezTo>
                <a:cubicBezTo>
                  <a:pt x="261729" y="38557"/>
                  <a:pt x="264388" y="40735"/>
                  <a:pt x="266420" y="43462"/>
                </a:cubicBezTo>
                <a:cubicBezTo>
                  <a:pt x="268451" y="46188"/>
                  <a:pt x="269908" y="49382"/>
                  <a:pt x="270790" y="53044"/>
                </a:cubicBezTo>
                <a:cubicBezTo>
                  <a:pt x="271672" y="56706"/>
                  <a:pt x="272113" y="61130"/>
                  <a:pt x="272113" y="66315"/>
                </a:cubicBezTo>
                <a:lnTo>
                  <a:pt x="272113" y="110258"/>
                </a:lnTo>
                <a:close/>
                <a:moveTo>
                  <a:pt x="349567" y="110339"/>
                </a:moveTo>
                <a:cubicBezTo>
                  <a:pt x="349567" y="110980"/>
                  <a:pt x="349354" y="111461"/>
                  <a:pt x="348926" y="111782"/>
                </a:cubicBezTo>
                <a:cubicBezTo>
                  <a:pt x="348498" y="112103"/>
                  <a:pt x="347910" y="112343"/>
                  <a:pt x="347162" y="112504"/>
                </a:cubicBezTo>
                <a:cubicBezTo>
                  <a:pt x="346413" y="112664"/>
                  <a:pt x="345318" y="112744"/>
                  <a:pt x="343874" y="112744"/>
                </a:cubicBezTo>
                <a:cubicBezTo>
                  <a:pt x="342484" y="112744"/>
                  <a:pt x="341375" y="112664"/>
                  <a:pt x="340546" y="112504"/>
                </a:cubicBezTo>
                <a:cubicBezTo>
                  <a:pt x="339718" y="112343"/>
                  <a:pt x="339116" y="112103"/>
                  <a:pt x="338742" y="111782"/>
                </a:cubicBezTo>
                <a:cubicBezTo>
                  <a:pt x="338368" y="111461"/>
                  <a:pt x="338181" y="110980"/>
                  <a:pt x="338181" y="110339"/>
                </a:cubicBezTo>
                <a:lnTo>
                  <a:pt x="338181" y="103122"/>
                </a:lnTo>
                <a:cubicBezTo>
                  <a:pt x="335027" y="106490"/>
                  <a:pt x="331512" y="109122"/>
                  <a:pt x="327636" y="111020"/>
                </a:cubicBezTo>
                <a:cubicBezTo>
                  <a:pt x="323760" y="112918"/>
                  <a:pt x="319657" y="113867"/>
                  <a:pt x="315327" y="113867"/>
                </a:cubicBezTo>
                <a:cubicBezTo>
                  <a:pt x="311532" y="113867"/>
                  <a:pt x="308097" y="113371"/>
                  <a:pt x="305023" y="112378"/>
                </a:cubicBezTo>
                <a:cubicBezTo>
                  <a:pt x="301949" y="111386"/>
                  <a:pt x="299330" y="109951"/>
                  <a:pt x="297165" y="108073"/>
                </a:cubicBezTo>
                <a:cubicBezTo>
                  <a:pt x="295000" y="106196"/>
                  <a:pt x="293316" y="103889"/>
                  <a:pt x="292113" y="101155"/>
                </a:cubicBezTo>
                <a:cubicBezTo>
                  <a:pt x="290910" y="98418"/>
                  <a:pt x="290309" y="95306"/>
                  <a:pt x="290309" y="91818"/>
                </a:cubicBezTo>
                <a:cubicBezTo>
                  <a:pt x="290309" y="87741"/>
                  <a:pt x="291137" y="84202"/>
                  <a:pt x="292794" y="81198"/>
                </a:cubicBezTo>
                <a:cubicBezTo>
                  <a:pt x="294452" y="78192"/>
                  <a:pt x="296831" y="75697"/>
                  <a:pt x="299931" y="73713"/>
                </a:cubicBezTo>
                <a:cubicBezTo>
                  <a:pt x="303032" y="71728"/>
                  <a:pt x="306827" y="70240"/>
                  <a:pt x="311318" y="69247"/>
                </a:cubicBezTo>
                <a:cubicBezTo>
                  <a:pt x="315808" y="68255"/>
                  <a:pt x="320860" y="67759"/>
                  <a:pt x="326473" y="67759"/>
                </a:cubicBezTo>
                <a:lnTo>
                  <a:pt x="336417" y="67759"/>
                </a:lnTo>
                <a:lnTo>
                  <a:pt x="336417" y="62166"/>
                </a:lnTo>
                <a:cubicBezTo>
                  <a:pt x="336417" y="59396"/>
                  <a:pt x="336123" y="56946"/>
                  <a:pt x="335535" y="54816"/>
                </a:cubicBezTo>
                <a:cubicBezTo>
                  <a:pt x="334947" y="52684"/>
                  <a:pt x="333998" y="50913"/>
                  <a:pt x="332688" y="49501"/>
                </a:cubicBezTo>
                <a:cubicBezTo>
                  <a:pt x="331378" y="48089"/>
                  <a:pt x="329681" y="47024"/>
                  <a:pt x="327596" y="46306"/>
                </a:cubicBezTo>
                <a:cubicBezTo>
                  <a:pt x="325511" y="45586"/>
                  <a:pt x="322945" y="45226"/>
                  <a:pt x="319898" y="45226"/>
                </a:cubicBezTo>
                <a:cubicBezTo>
                  <a:pt x="316637" y="45226"/>
                  <a:pt x="313710" y="45609"/>
                  <a:pt x="311117" y="46376"/>
                </a:cubicBezTo>
                <a:cubicBezTo>
                  <a:pt x="308525" y="47143"/>
                  <a:pt x="306253" y="47989"/>
                  <a:pt x="304301" y="48915"/>
                </a:cubicBezTo>
                <a:cubicBezTo>
                  <a:pt x="302350" y="49840"/>
                  <a:pt x="300720" y="50686"/>
                  <a:pt x="299410" y="51453"/>
                </a:cubicBezTo>
                <a:cubicBezTo>
                  <a:pt x="298100" y="52220"/>
                  <a:pt x="297125" y="52603"/>
                  <a:pt x="296483" y="52603"/>
                </a:cubicBezTo>
                <a:cubicBezTo>
                  <a:pt x="296055" y="52603"/>
                  <a:pt x="295681" y="52496"/>
                  <a:pt x="295360" y="52283"/>
                </a:cubicBezTo>
                <a:cubicBezTo>
                  <a:pt x="295040" y="52069"/>
                  <a:pt x="294759" y="51748"/>
                  <a:pt x="294518" y="51320"/>
                </a:cubicBezTo>
                <a:cubicBezTo>
                  <a:pt x="294278" y="50893"/>
                  <a:pt x="294104" y="50345"/>
                  <a:pt x="293997" y="49676"/>
                </a:cubicBezTo>
                <a:cubicBezTo>
                  <a:pt x="293890" y="49008"/>
                  <a:pt x="293837" y="48273"/>
                  <a:pt x="293837" y="47471"/>
                </a:cubicBezTo>
                <a:cubicBezTo>
                  <a:pt x="293837" y="46135"/>
                  <a:pt x="293930" y="45079"/>
                  <a:pt x="294118" y="44304"/>
                </a:cubicBezTo>
                <a:cubicBezTo>
                  <a:pt x="294305" y="43529"/>
                  <a:pt x="294759" y="42794"/>
                  <a:pt x="295481" y="42099"/>
                </a:cubicBezTo>
                <a:cubicBezTo>
                  <a:pt x="296202" y="41404"/>
                  <a:pt x="297445" y="40594"/>
                  <a:pt x="299209" y="39670"/>
                </a:cubicBezTo>
                <a:cubicBezTo>
                  <a:pt x="300974" y="38745"/>
                  <a:pt x="303005" y="37900"/>
                  <a:pt x="305304" y="37135"/>
                </a:cubicBezTo>
                <a:cubicBezTo>
                  <a:pt x="307602" y="36369"/>
                  <a:pt x="310115" y="35736"/>
                  <a:pt x="312841" y="35235"/>
                </a:cubicBezTo>
                <a:cubicBezTo>
                  <a:pt x="315568" y="34732"/>
                  <a:pt x="318321" y="34481"/>
                  <a:pt x="321101" y="34481"/>
                </a:cubicBezTo>
                <a:cubicBezTo>
                  <a:pt x="326286" y="34481"/>
                  <a:pt x="330697" y="35069"/>
                  <a:pt x="334332" y="36245"/>
                </a:cubicBezTo>
                <a:cubicBezTo>
                  <a:pt x="337967" y="37421"/>
                  <a:pt x="340907" y="39145"/>
                  <a:pt x="343152" y="41417"/>
                </a:cubicBezTo>
                <a:cubicBezTo>
                  <a:pt x="345398" y="43689"/>
                  <a:pt x="347028" y="46509"/>
                  <a:pt x="348044" y="49877"/>
                </a:cubicBezTo>
                <a:cubicBezTo>
                  <a:pt x="349060" y="53245"/>
                  <a:pt x="349567" y="57174"/>
                  <a:pt x="349567" y="61665"/>
                </a:cubicBezTo>
                <a:lnTo>
                  <a:pt x="349567" y="110339"/>
                </a:lnTo>
                <a:moveTo>
                  <a:pt x="336417" y="77301"/>
                </a:moveTo>
                <a:lnTo>
                  <a:pt x="325110" y="77301"/>
                </a:lnTo>
                <a:cubicBezTo>
                  <a:pt x="321475" y="77301"/>
                  <a:pt x="318321" y="77611"/>
                  <a:pt x="315648" y="78231"/>
                </a:cubicBezTo>
                <a:cubicBezTo>
                  <a:pt x="312975" y="78849"/>
                  <a:pt x="310757" y="79763"/>
                  <a:pt x="308992" y="80972"/>
                </a:cubicBezTo>
                <a:cubicBezTo>
                  <a:pt x="307228" y="82182"/>
                  <a:pt x="305932" y="83634"/>
                  <a:pt x="305103" y="85330"/>
                </a:cubicBezTo>
                <a:cubicBezTo>
                  <a:pt x="304275" y="87024"/>
                  <a:pt x="303860" y="88974"/>
                  <a:pt x="303860" y="91179"/>
                </a:cubicBezTo>
                <a:cubicBezTo>
                  <a:pt x="303860" y="94944"/>
                  <a:pt x="305050" y="97943"/>
                  <a:pt x="307429" y="100175"/>
                </a:cubicBezTo>
                <a:cubicBezTo>
                  <a:pt x="309808" y="102407"/>
                  <a:pt x="313135" y="103523"/>
                  <a:pt x="317412" y="103523"/>
                </a:cubicBezTo>
                <a:cubicBezTo>
                  <a:pt x="320887" y="103523"/>
                  <a:pt x="324108" y="102636"/>
                  <a:pt x="327075" y="100861"/>
                </a:cubicBezTo>
                <a:cubicBezTo>
                  <a:pt x="330042" y="99086"/>
                  <a:pt x="333156" y="96369"/>
                  <a:pt x="336417" y="92712"/>
                </a:cubicBezTo>
                <a:lnTo>
                  <a:pt x="336417" y="77301"/>
                </a:lnTo>
                <a:close/>
                <a:moveTo>
                  <a:pt x="387095" y="110258"/>
                </a:moveTo>
                <a:cubicBezTo>
                  <a:pt x="387095" y="110686"/>
                  <a:pt x="386988" y="111047"/>
                  <a:pt x="386774" y="111341"/>
                </a:cubicBezTo>
                <a:cubicBezTo>
                  <a:pt x="386560" y="111635"/>
                  <a:pt x="386213" y="111889"/>
                  <a:pt x="385732" y="112103"/>
                </a:cubicBezTo>
                <a:cubicBezTo>
                  <a:pt x="385251" y="112317"/>
                  <a:pt x="384582" y="112477"/>
                  <a:pt x="383727" y="112584"/>
                </a:cubicBezTo>
                <a:cubicBezTo>
                  <a:pt x="382872" y="112691"/>
                  <a:pt x="381776" y="112744"/>
                  <a:pt x="380439" y="112744"/>
                </a:cubicBezTo>
                <a:cubicBezTo>
                  <a:pt x="379156" y="112744"/>
                  <a:pt x="378087" y="112691"/>
                  <a:pt x="377232" y="112584"/>
                </a:cubicBezTo>
                <a:cubicBezTo>
                  <a:pt x="376376" y="112477"/>
                  <a:pt x="375695" y="112317"/>
                  <a:pt x="375187" y="112103"/>
                </a:cubicBezTo>
                <a:cubicBezTo>
                  <a:pt x="374679" y="111889"/>
                  <a:pt x="374332" y="111635"/>
                  <a:pt x="374145" y="111341"/>
                </a:cubicBezTo>
                <a:cubicBezTo>
                  <a:pt x="373957" y="111047"/>
                  <a:pt x="373864" y="110686"/>
                  <a:pt x="373864" y="110258"/>
                </a:cubicBezTo>
                <a:lnTo>
                  <a:pt x="373864" y="38089"/>
                </a:lnTo>
                <a:cubicBezTo>
                  <a:pt x="373864" y="37715"/>
                  <a:pt x="373957" y="37368"/>
                  <a:pt x="374145" y="37047"/>
                </a:cubicBezTo>
                <a:cubicBezTo>
                  <a:pt x="374332" y="36726"/>
                  <a:pt x="374679" y="36459"/>
                  <a:pt x="375187" y="36245"/>
                </a:cubicBezTo>
                <a:cubicBezTo>
                  <a:pt x="375695" y="36031"/>
                  <a:pt x="376376" y="35871"/>
                  <a:pt x="377232" y="35764"/>
                </a:cubicBezTo>
                <a:cubicBezTo>
                  <a:pt x="378087" y="35657"/>
                  <a:pt x="379156" y="35603"/>
                  <a:pt x="380439" y="35603"/>
                </a:cubicBezTo>
                <a:cubicBezTo>
                  <a:pt x="381776" y="35603"/>
                  <a:pt x="382872" y="35657"/>
                  <a:pt x="383727" y="35764"/>
                </a:cubicBezTo>
                <a:cubicBezTo>
                  <a:pt x="384582" y="35871"/>
                  <a:pt x="385251" y="36031"/>
                  <a:pt x="385732" y="36245"/>
                </a:cubicBezTo>
                <a:cubicBezTo>
                  <a:pt x="386213" y="36459"/>
                  <a:pt x="386560" y="36726"/>
                  <a:pt x="386774" y="37047"/>
                </a:cubicBezTo>
                <a:cubicBezTo>
                  <a:pt x="386988" y="37368"/>
                  <a:pt x="387095" y="37715"/>
                  <a:pt x="387095" y="38089"/>
                </a:cubicBezTo>
                <a:lnTo>
                  <a:pt x="387095" y="110258"/>
                </a:lnTo>
                <a:moveTo>
                  <a:pt x="388618" y="13632"/>
                </a:moveTo>
                <a:cubicBezTo>
                  <a:pt x="388618" y="16733"/>
                  <a:pt x="388030" y="18844"/>
                  <a:pt x="386854" y="19967"/>
                </a:cubicBezTo>
                <a:cubicBezTo>
                  <a:pt x="385678" y="21089"/>
                  <a:pt x="383513" y="21651"/>
                  <a:pt x="380359" y="21651"/>
                </a:cubicBezTo>
                <a:cubicBezTo>
                  <a:pt x="377258" y="21651"/>
                  <a:pt x="375133" y="21103"/>
                  <a:pt x="373984" y="20007"/>
                </a:cubicBezTo>
                <a:cubicBezTo>
                  <a:pt x="372835" y="18911"/>
                  <a:pt x="372260" y="16839"/>
                  <a:pt x="372260" y="13792"/>
                </a:cubicBezTo>
                <a:cubicBezTo>
                  <a:pt x="372260" y="10692"/>
                  <a:pt x="372848" y="8580"/>
                  <a:pt x="374024" y="7457"/>
                </a:cubicBezTo>
                <a:cubicBezTo>
                  <a:pt x="375200" y="6335"/>
                  <a:pt x="377365" y="5774"/>
                  <a:pt x="380519" y="5774"/>
                </a:cubicBezTo>
                <a:cubicBezTo>
                  <a:pt x="383620" y="5774"/>
                  <a:pt x="385745" y="6321"/>
                  <a:pt x="386894" y="7417"/>
                </a:cubicBezTo>
                <a:cubicBezTo>
                  <a:pt x="388044" y="8513"/>
                  <a:pt x="388618" y="10585"/>
                  <a:pt x="388618" y="13632"/>
                </a:cubicBezTo>
                <a:close/>
                <a:moveTo>
                  <a:pt x="452993" y="42820"/>
                </a:moveTo>
                <a:cubicBezTo>
                  <a:pt x="452993" y="43996"/>
                  <a:pt x="452967" y="44985"/>
                  <a:pt x="452913" y="45787"/>
                </a:cubicBezTo>
                <a:cubicBezTo>
                  <a:pt x="452860" y="46589"/>
                  <a:pt x="452753" y="47217"/>
                  <a:pt x="452592" y="47672"/>
                </a:cubicBezTo>
                <a:cubicBezTo>
                  <a:pt x="452432" y="48126"/>
                  <a:pt x="452231" y="48474"/>
                  <a:pt x="451991" y="48714"/>
                </a:cubicBezTo>
                <a:cubicBezTo>
                  <a:pt x="451750" y="48955"/>
                  <a:pt x="451416" y="49075"/>
                  <a:pt x="450989" y="49075"/>
                </a:cubicBezTo>
                <a:cubicBezTo>
                  <a:pt x="450561" y="49075"/>
                  <a:pt x="450040" y="48955"/>
                  <a:pt x="449425" y="48714"/>
                </a:cubicBezTo>
                <a:cubicBezTo>
                  <a:pt x="448810" y="48474"/>
                  <a:pt x="448115" y="48233"/>
                  <a:pt x="447340" y="47992"/>
                </a:cubicBezTo>
                <a:cubicBezTo>
                  <a:pt x="446565" y="47752"/>
                  <a:pt x="445696" y="47525"/>
                  <a:pt x="444734" y="47311"/>
                </a:cubicBezTo>
                <a:cubicBezTo>
                  <a:pt x="443772" y="47097"/>
                  <a:pt x="442729" y="46990"/>
                  <a:pt x="441607" y="46990"/>
                </a:cubicBezTo>
                <a:cubicBezTo>
                  <a:pt x="440270" y="46990"/>
                  <a:pt x="438960" y="47257"/>
                  <a:pt x="437677" y="47792"/>
                </a:cubicBezTo>
                <a:cubicBezTo>
                  <a:pt x="436394" y="48327"/>
                  <a:pt x="435045" y="49209"/>
                  <a:pt x="433628" y="50438"/>
                </a:cubicBezTo>
                <a:cubicBezTo>
                  <a:pt x="432211" y="51668"/>
                  <a:pt x="430728" y="53298"/>
                  <a:pt x="429177" y="55330"/>
                </a:cubicBezTo>
                <a:cubicBezTo>
                  <a:pt x="427627" y="57361"/>
                  <a:pt x="425916" y="59847"/>
                  <a:pt x="424045" y="62787"/>
                </a:cubicBezTo>
                <a:lnTo>
                  <a:pt x="424045" y="110258"/>
                </a:lnTo>
                <a:cubicBezTo>
                  <a:pt x="424045" y="110686"/>
                  <a:pt x="423938" y="111047"/>
                  <a:pt x="423725" y="111341"/>
                </a:cubicBezTo>
                <a:cubicBezTo>
                  <a:pt x="423511" y="111635"/>
                  <a:pt x="423163" y="111889"/>
                  <a:pt x="422682" y="112103"/>
                </a:cubicBezTo>
                <a:cubicBezTo>
                  <a:pt x="422201" y="112317"/>
                  <a:pt x="421533" y="112477"/>
                  <a:pt x="420678" y="112584"/>
                </a:cubicBezTo>
                <a:cubicBezTo>
                  <a:pt x="419822" y="112691"/>
                  <a:pt x="418726" y="112744"/>
                  <a:pt x="417390" y="112744"/>
                </a:cubicBezTo>
                <a:cubicBezTo>
                  <a:pt x="416107" y="112744"/>
                  <a:pt x="415038" y="112691"/>
                  <a:pt x="414182" y="112584"/>
                </a:cubicBezTo>
                <a:cubicBezTo>
                  <a:pt x="413327" y="112477"/>
                  <a:pt x="412645" y="112317"/>
                  <a:pt x="412138" y="112103"/>
                </a:cubicBezTo>
                <a:cubicBezTo>
                  <a:pt x="411630" y="111889"/>
                  <a:pt x="411282" y="111635"/>
                  <a:pt x="411095" y="111341"/>
                </a:cubicBezTo>
                <a:cubicBezTo>
                  <a:pt x="410908" y="111047"/>
                  <a:pt x="410814" y="110686"/>
                  <a:pt x="410814" y="110258"/>
                </a:cubicBezTo>
                <a:lnTo>
                  <a:pt x="410814" y="38089"/>
                </a:lnTo>
                <a:cubicBezTo>
                  <a:pt x="410814" y="37662"/>
                  <a:pt x="410895" y="37301"/>
                  <a:pt x="411055" y="37007"/>
                </a:cubicBezTo>
                <a:cubicBezTo>
                  <a:pt x="411215" y="36713"/>
                  <a:pt x="411536" y="36445"/>
                  <a:pt x="412017" y="36205"/>
                </a:cubicBezTo>
                <a:cubicBezTo>
                  <a:pt x="412498" y="35964"/>
                  <a:pt x="413113" y="35804"/>
                  <a:pt x="413862" y="35724"/>
                </a:cubicBezTo>
                <a:cubicBezTo>
                  <a:pt x="414610" y="35644"/>
                  <a:pt x="415599" y="35603"/>
                  <a:pt x="416828" y="35603"/>
                </a:cubicBezTo>
                <a:cubicBezTo>
                  <a:pt x="418005" y="35603"/>
                  <a:pt x="418980" y="35644"/>
                  <a:pt x="419755" y="35724"/>
                </a:cubicBezTo>
                <a:cubicBezTo>
                  <a:pt x="420531" y="35804"/>
                  <a:pt x="421132" y="35964"/>
                  <a:pt x="421560" y="36205"/>
                </a:cubicBezTo>
                <a:cubicBezTo>
                  <a:pt x="421987" y="36445"/>
                  <a:pt x="422295" y="36713"/>
                  <a:pt x="422482" y="37007"/>
                </a:cubicBezTo>
                <a:cubicBezTo>
                  <a:pt x="422669" y="37301"/>
                  <a:pt x="422762" y="37662"/>
                  <a:pt x="422762" y="38089"/>
                </a:cubicBezTo>
                <a:lnTo>
                  <a:pt x="422762" y="48594"/>
                </a:lnTo>
                <a:cubicBezTo>
                  <a:pt x="424740" y="45707"/>
                  <a:pt x="426598" y="43355"/>
                  <a:pt x="428335" y="41537"/>
                </a:cubicBezTo>
                <a:cubicBezTo>
                  <a:pt x="430073" y="39720"/>
                  <a:pt x="431717" y="38290"/>
                  <a:pt x="433267" y="37247"/>
                </a:cubicBezTo>
                <a:cubicBezTo>
                  <a:pt x="434817" y="36205"/>
                  <a:pt x="436354" y="35483"/>
                  <a:pt x="437878" y="35082"/>
                </a:cubicBezTo>
                <a:cubicBezTo>
                  <a:pt x="439401" y="34681"/>
                  <a:pt x="440938" y="34481"/>
                  <a:pt x="442489" y="34481"/>
                </a:cubicBezTo>
                <a:cubicBezTo>
                  <a:pt x="443184" y="34481"/>
                  <a:pt x="443972" y="34521"/>
                  <a:pt x="444854" y="34601"/>
                </a:cubicBezTo>
                <a:cubicBezTo>
                  <a:pt x="445736" y="34681"/>
                  <a:pt x="446658" y="34828"/>
                  <a:pt x="447621" y="35042"/>
                </a:cubicBezTo>
                <a:cubicBezTo>
                  <a:pt x="448583" y="35256"/>
                  <a:pt x="449452" y="35497"/>
                  <a:pt x="450227" y="35764"/>
                </a:cubicBezTo>
                <a:cubicBezTo>
                  <a:pt x="451002" y="36031"/>
                  <a:pt x="451550" y="36298"/>
                  <a:pt x="451871" y="36566"/>
                </a:cubicBezTo>
                <a:cubicBezTo>
                  <a:pt x="452191" y="36833"/>
                  <a:pt x="452405" y="37087"/>
                  <a:pt x="452512" y="37327"/>
                </a:cubicBezTo>
                <a:cubicBezTo>
                  <a:pt x="452619" y="37568"/>
                  <a:pt x="452713" y="37875"/>
                  <a:pt x="452793" y="38250"/>
                </a:cubicBezTo>
                <a:cubicBezTo>
                  <a:pt x="452873" y="38624"/>
                  <a:pt x="452926" y="39172"/>
                  <a:pt x="452953" y="39893"/>
                </a:cubicBezTo>
                <a:cubicBezTo>
                  <a:pt x="452980" y="40615"/>
                  <a:pt x="452993" y="41591"/>
                  <a:pt x="452993" y="42820"/>
                </a:cubicBezTo>
                <a:close/>
                <a:moveTo>
                  <a:pt x="602916" y="37929"/>
                </a:moveTo>
                <a:cubicBezTo>
                  <a:pt x="602916" y="38303"/>
                  <a:pt x="602862" y="38757"/>
                  <a:pt x="602756" y="39292"/>
                </a:cubicBezTo>
                <a:cubicBezTo>
                  <a:pt x="602649" y="39827"/>
                  <a:pt x="602461" y="40495"/>
                  <a:pt x="602194" y="41297"/>
                </a:cubicBezTo>
                <a:lnTo>
                  <a:pt x="580944" y="109857"/>
                </a:lnTo>
                <a:cubicBezTo>
                  <a:pt x="580784" y="110446"/>
                  <a:pt x="580530" y="110927"/>
                  <a:pt x="580183" y="111301"/>
                </a:cubicBezTo>
                <a:cubicBezTo>
                  <a:pt x="579835" y="111675"/>
                  <a:pt x="579354" y="111969"/>
                  <a:pt x="578739" y="112183"/>
                </a:cubicBezTo>
                <a:cubicBezTo>
                  <a:pt x="578124" y="112397"/>
                  <a:pt x="577282" y="112544"/>
                  <a:pt x="576213" y="112624"/>
                </a:cubicBezTo>
                <a:cubicBezTo>
                  <a:pt x="575144" y="112704"/>
                  <a:pt x="573808" y="112744"/>
                  <a:pt x="572204" y="112744"/>
                </a:cubicBezTo>
                <a:cubicBezTo>
                  <a:pt x="570547" y="112744"/>
                  <a:pt x="569157" y="112691"/>
                  <a:pt x="568034" y="112584"/>
                </a:cubicBezTo>
                <a:cubicBezTo>
                  <a:pt x="566912" y="112477"/>
                  <a:pt x="566016" y="112317"/>
                  <a:pt x="565348" y="112103"/>
                </a:cubicBezTo>
                <a:cubicBezTo>
                  <a:pt x="564680" y="111889"/>
                  <a:pt x="564185" y="111595"/>
                  <a:pt x="563864" y="111221"/>
                </a:cubicBezTo>
                <a:cubicBezTo>
                  <a:pt x="563544" y="110846"/>
                  <a:pt x="563303" y="110392"/>
                  <a:pt x="563143" y="109857"/>
                </a:cubicBezTo>
                <a:lnTo>
                  <a:pt x="547987" y="57495"/>
                </a:lnTo>
                <a:lnTo>
                  <a:pt x="547827" y="56773"/>
                </a:lnTo>
                <a:lnTo>
                  <a:pt x="547666" y="57495"/>
                </a:lnTo>
                <a:lnTo>
                  <a:pt x="533634" y="109857"/>
                </a:lnTo>
                <a:cubicBezTo>
                  <a:pt x="533473" y="110446"/>
                  <a:pt x="533219" y="110927"/>
                  <a:pt x="532872" y="111301"/>
                </a:cubicBezTo>
                <a:cubicBezTo>
                  <a:pt x="532524" y="111675"/>
                  <a:pt x="532003" y="111969"/>
                  <a:pt x="531308" y="112183"/>
                </a:cubicBezTo>
                <a:cubicBezTo>
                  <a:pt x="530613" y="112397"/>
                  <a:pt x="529718" y="112544"/>
                  <a:pt x="528622" y="112624"/>
                </a:cubicBezTo>
                <a:cubicBezTo>
                  <a:pt x="527526" y="112704"/>
                  <a:pt x="526176" y="112744"/>
                  <a:pt x="524572" y="112744"/>
                </a:cubicBezTo>
                <a:cubicBezTo>
                  <a:pt x="522915" y="112744"/>
                  <a:pt x="521565" y="112691"/>
                  <a:pt x="520523" y="112584"/>
                </a:cubicBezTo>
                <a:cubicBezTo>
                  <a:pt x="519480" y="112477"/>
                  <a:pt x="518625" y="112317"/>
                  <a:pt x="517957" y="112103"/>
                </a:cubicBezTo>
                <a:cubicBezTo>
                  <a:pt x="517289" y="111889"/>
                  <a:pt x="516794" y="111595"/>
                  <a:pt x="516473" y="111221"/>
                </a:cubicBezTo>
                <a:cubicBezTo>
                  <a:pt x="516153" y="110846"/>
                  <a:pt x="515912" y="110392"/>
                  <a:pt x="515752" y="109857"/>
                </a:cubicBezTo>
                <a:lnTo>
                  <a:pt x="494662" y="41297"/>
                </a:lnTo>
                <a:cubicBezTo>
                  <a:pt x="494395" y="40495"/>
                  <a:pt x="494208" y="39827"/>
                  <a:pt x="494101" y="39292"/>
                </a:cubicBezTo>
                <a:cubicBezTo>
                  <a:pt x="493994" y="38757"/>
                  <a:pt x="493940" y="38303"/>
                  <a:pt x="493940" y="37929"/>
                </a:cubicBezTo>
                <a:cubicBezTo>
                  <a:pt x="493940" y="37448"/>
                  <a:pt x="494047" y="37060"/>
                  <a:pt x="494261" y="36766"/>
                </a:cubicBezTo>
                <a:cubicBezTo>
                  <a:pt x="494475" y="36472"/>
                  <a:pt x="494836" y="36232"/>
                  <a:pt x="495344" y="36044"/>
                </a:cubicBezTo>
                <a:cubicBezTo>
                  <a:pt x="495852" y="35857"/>
                  <a:pt x="496533" y="35737"/>
                  <a:pt x="497389" y="35684"/>
                </a:cubicBezTo>
                <a:cubicBezTo>
                  <a:pt x="498244" y="35630"/>
                  <a:pt x="499286" y="35603"/>
                  <a:pt x="500516" y="35603"/>
                </a:cubicBezTo>
                <a:cubicBezTo>
                  <a:pt x="502013" y="35603"/>
                  <a:pt x="503216" y="35644"/>
                  <a:pt x="504124" y="35724"/>
                </a:cubicBezTo>
                <a:cubicBezTo>
                  <a:pt x="505033" y="35804"/>
                  <a:pt x="505728" y="35938"/>
                  <a:pt x="506209" y="36125"/>
                </a:cubicBezTo>
                <a:cubicBezTo>
                  <a:pt x="506690" y="36312"/>
                  <a:pt x="507038" y="36579"/>
                  <a:pt x="507252" y="36927"/>
                </a:cubicBezTo>
                <a:cubicBezTo>
                  <a:pt x="507466" y="37272"/>
                  <a:pt x="507653" y="37686"/>
                  <a:pt x="507813" y="38167"/>
                </a:cubicBezTo>
                <a:lnTo>
                  <a:pt x="525214" y="97589"/>
                </a:lnTo>
                <a:lnTo>
                  <a:pt x="525374" y="98310"/>
                </a:lnTo>
                <a:lnTo>
                  <a:pt x="525535" y="97589"/>
                </a:lnTo>
                <a:lnTo>
                  <a:pt x="541492" y="38167"/>
                </a:lnTo>
                <a:cubicBezTo>
                  <a:pt x="541599" y="37686"/>
                  <a:pt x="541773" y="37272"/>
                  <a:pt x="542013" y="36927"/>
                </a:cubicBezTo>
                <a:cubicBezTo>
                  <a:pt x="542254" y="36579"/>
                  <a:pt x="542615" y="36312"/>
                  <a:pt x="543096" y="36125"/>
                </a:cubicBezTo>
                <a:cubicBezTo>
                  <a:pt x="543577" y="35938"/>
                  <a:pt x="544232" y="35804"/>
                  <a:pt x="545060" y="35724"/>
                </a:cubicBezTo>
                <a:cubicBezTo>
                  <a:pt x="545889" y="35644"/>
                  <a:pt x="546971" y="35603"/>
                  <a:pt x="548308" y="35603"/>
                </a:cubicBezTo>
                <a:cubicBezTo>
                  <a:pt x="549591" y="35603"/>
                  <a:pt x="550647" y="35644"/>
                  <a:pt x="551475" y="35724"/>
                </a:cubicBezTo>
                <a:cubicBezTo>
                  <a:pt x="552304" y="35804"/>
                  <a:pt x="552959" y="35938"/>
                  <a:pt x="553440" y="36125"/>
                </a:cubicBezTo>
                <a:cubicBezTo>
                  <a:pt x="553921" y="36312"/>
                  <a:pt x="554269" y="36566"/>
                  <a:pt x="554482" y="36886"/>
                </a:cubicBezTo>
                <a:cubicBezTo>
                  <a:pt x="554696" y="37206"/>
                  <a:pt x="554857" y="37579"/>
                  <a:pt x="554964" y="38007"/>
                </a:cubicBezTo>
                <a:lnTo>
                  <a:pt x="572204" y="97589"/>
                </a:lnTo>
                <a:lnTo>
                  <a:pt x="572364" y="98310"/>
                </a:lnTo>
                <a:lnTo>
                  <a:pt x="572444" y="97589"/>
                </a:lnTo>
                <a:lnTo>
                  <a:pt x="589605" y="38167"/>
                </a:lnTo>
                <a:cubicBezTo>
                  <a:pt x="589712" y="37686"/>
                  <a:pt x="589885" y="37272"/>
                  <a:pt x="590126" y="36927"/>
                </a:cubicBezTo>
                <a:cubicBezTo>
                  <a:pt x="590366" y="36579"/>
                  <a:pt x="590741" y="36312"/>
                  <a:pt x="591249" y="36125"/>
                </a:cubicBezTo>
                <a:cubicBezTo>
                  <a:pt x="591756" y="35938"/>
                  <a:pt x="592451" y="35804"/>
                  <a:pt x="593333" y="35724"/>
                </a:cubicBezTo>
                <a:cubicBezTo>
                  <a:pt x="594215" y="35644"/>
                  <a:pt x="595351" y="35603"/>
                  <a:pt x="596741" y="35603"/>
                </a:cubicBezTo>
                <a:cubicBezTo>
                  <a:pt x="598024" y="35603"/>
                  <a:pt x="599054" y="35630"/>
                  <a:pt x="599829" y="35684"/>
                </a:cubicBezTo>
                <a:cubicBezTo>
                  <a:pt x="600604" y="35737"/>
                  <a:pt x="601219" y="35871"/>
                  <a:pt x="601673" y="36085"/>
                </a:cubicBezTo>
                <a:cubicBezTo>
                  <a:pt x="602127" y="36298"/>
                  <a:pt x="602448" y="36539"/>
                  <a:pt x="602635" y="36806"/>
                </a:cubicBezTo>
                <a:cubicBezTo>
                  <a:pt x="602822" y="37074"/>
                  <a:pt x="602916" y="37448"/>
                  <a:pt x="602916" y="37929"/>
                </a:cubicBezTo>
                <a:close/>
                <a:moveTo>
                  <a:pt x="630805" y="110258"/>
                </a:moveTo>
                <a:cubicBezTo>
                  <a:pt x="630805" y="110686"/>
                  <a:pt x="630698" y="111047"/>
                  <a:pt x="630484" y="111341"/>
                </a:cubicBezTo>
                <a:cubicBezTo>
                  <a:pt x="630270" y="111635"/>
                  <a:pt x="629923" y="111889"/>
                  <a:pt x="629441" y="112103"/>
                </a:cubicBezTo>
                <a:cubicBezTo>
                  <a:pt x="628960" y="112317"/>
                  <a:pt x="628292" y="112477"/>
                  <a:pt x="627437" y="112584"/>
                </a:cubicBezTo>
                <a:cubicBezTo>
                  <a:pt x="626581" y="112691"/>
                  <a:pt x="625485" y="112744"/>
                  <a:pt x="624149" y="112744"/>
                </a:cubicBezTo>
                <a:cubicBezTo>
                  <a:pt x="622866" y="112744"/>
                  <a:pt x="621797" y="112691"/>
                  <a:pt x="620941" y="112584"/>
                </a:cubicBezTo>
                <a:cubicBezTo>
                  <a:pt x="620086" y="112477"/>
                  <a:pt x="619405" y="112317"/>
                  <a:pt x="618897" y="112103"/>
                </a:cubicBezTo>
                <a:cubicBezTo>
                  <a:pt x="618389" y="111889"/>
                  <a:pt x="618041" y="111635"/>
                  <a:pt x="617854" y="111341"/>
                </a:cubicBezTo>
                <a:cubicBezTo>
                  <a:pt x="617667" y="111047"/>
                  <a:pt x="617574" y="110686"/>
                  <a:pt x="617574" y="110258"/>
                </a:cubicBezTo>
                <a:lnTo>
                  <a:pt x="617574" y="38089"/>
                </a:lnTo>
                <a:cubicBezTo>
                  <a:pt x="617574" y="37715"/>
                  <a:pt x="617667" y="37368"/>
                  <a:pt x="617854" y="37047"/>
                </a:cubicBezTo>
                <a:cubicBezTo>
                  <a:pt x="618041" y="36726"/>
                  <a:pt x="618389" y="36459"/>
                  <a:pt x="618897" y="36245"/>
                </a:cubicBezTo>
                <a:cubicBezTo>
                  <a:pt x="619405" y="36031"/>
                  <a:pt x="620086" y="35871"/>
                  <a:pt x="620941" y="35764"/>
                </a:cubicBezTo>
                <a:cubicBezTo>
                  <a:pt x="621797" y="35657"/>
                  <a:pt x="622866" y="35603"/>
                  <a:pt x="624149" y="35603"/>
                </a:cubicBezTo>
                <a:cubicBezTo>
                  <a:pt x="625485" y="35603"/>
                  <a:pt x="626581" y="35657"/>
                  <a:pt x="627437" y="35764"/>
                </a:cubicBezTo>
                <a:cubicBezTo>
                  <a:pt x="628292" y="35871"/>
                  <a:pt x="628960" y="36031"/>
                  <a:pt x="629441" y="36245"/>
                </a:cubicBezTo>
                <a:cubicBezTo>
                  <a:pt x="629923" y="36459"/>
                  <a:pt x="630270" y="36726"/>
                  <a:pt x="630484" y="37047"/>
                </a:cubicBezTo>
                <a:cubicBezTo>
                  <a:pt x="630698" y="37368"/>
                  <a:pt x="630805" y="37715"/>
                  <a:pt x="630805" y="38089"/>
                </a:cubicBezTo>
                <a:lnTo>
                  <a:pt x="630805" y="110258"/>
                </a:lnTo>
                <a:moveTo>
                  <a:pt x="632328" y="13632"/>
                </a:moveTo>
                <a:cubicBezTo>
                  <a:pt x="632328" y="16733"/>
                  <a:pt x="631740" y="18844"/>
                  <a:pt x="630564" y="19967"/>
                </a:cubicBezTo>
                <a:cubicBezTo>
                  <a:pt x="629388" y="21089"/>
                  <a:pt x="627223" y="21651"/>
                  <a:pt x="624069" y="21651"/>
                </a:cubicBezTo>
                <a:cubicBezTo>
                  <a:pt x="620968" y="21651"/>
                  <a:pt x="618843" y="21103"/>
                  <a:pt x="617694" y="20007"/>
                </a:cubicBezTo>
                <a:cubicBezTo>
                  <a:pt x="616544" y="18911"/>
                  <a:pt x="615970" y="16839"/>
                  <a:pt x="615970" y="13792"/>
                </a:cubicBezTo>
                <a:cubicBezTo>
                  <a:pt x="615970" y="10692"/>
                  <a:pt x="616558" y="8580"/>
                  <a:pt x="617734" y="7457"/>
                </a:cubicBezTo>
                <a:cubicBezTo>
                  <a:pt x="618910" y="6335"/>
                  <a:pt x="621075" y="5774"/>
                  <a:pt x="624229" y="5774"/>
                </a:cubicBezTo>
                <a:cubicBezTo>
                  <a:pt x="627330" y="5774"/>
                  <a:pt x="629455" y="6321"/>
                  <a:pt x="630604" y="7417"/>
                </a:cubicBezTo>
                <a:cubicBezTo>
                  <a:pt x="631753" y="8513"/>
                  <a:pt x="632328" y="10585"/>
                  <a:pt x="632328" y="13632"/>
                </a:cubicBezTo>
                <a:close/>
                <a:moveTo>
                  <a:pt x="691560" y="105046"/>
                </a:moveTo>
                <a:cubicBezTo>
                  <a:pt x="691560" y="106596"/>
                  <a:pt x="691453" y="107826"/>
                  <a:pt x="691239" y="108735"/>
                </a:cubicBezTo>
                <a:cubicBezTo>
                  <a:pt x="691025" y="109644"/>
                  <a:pt x="690704" y="110312"/>
                  <a:pt x="690277" y="110740"/>
                </a:cubicBezTo>
                <a:cubicBezTo>
                  <a:pt x="689849" y="111167"/>
                  <a:pt x="689207" y="111568"/>
                  <a:pt x="688352" y="111942"/>
                </a:cubicBezTo>
                <a:cubicBezTo>
                  <a:pt x="687497" y="112317"/>
                  <a:pt x="686521" y="112624"/>
                  <a:pt x="685425" y="112865"/>
                </a:cubicBezTo>
                <a:cubicBezTo>
                  <a:pt x="684329" y="113105"/>
                  <a:pt x="683167" y="113306"/>
                  <a:pt x="681937" y="113466"/>
                </a:cubicBezTo>
                <a:cubicBezTo>
                  <a:pt x="680707" y="113626"/>
                  <a:pt x="679478" y="113706"/>
                  <a:pt x="678248" y="113706"/>
                </a:cubicBezTo>
                <a:cubicBezTo>
                  <a:pt x="674506" y="113706"/>
                  <a:pt x="671299" y="113211"/>
                  <a:pt x="668626" y="112221"/>
                </a:cubicBezTo>
                <a:cubicBezTo>
                  <a:pt x="665953" y="111228"/>
                  <a:pt x="663761" y="109727"/>
                  <a:pt x="662050" y="107717"/>
                </a:cubicBezTo>
                <a:cubicBezTo>
                  <a:pt x="660340" y="105708"/>
                  <a:pt x="659097" y="103163"/>
                  <a:pt x="658322" y="100082"/>
                </a:cubicBezTo>
                <a:cubicBezTo>
                  <a:pt x="657546" y="97002"/>
                  <a:pt x="657159" y="93371"/>
                  <a:pt x="657159" y="89192"/>
                </a:cubicBezTo>
                <a:lnTo>
                  <a:pt x="657159" y="46910"/>
                </a:lnTo>
                <a:lnTo>
                  <a:pt x="647055" y="46910"/>
                </a:lnTo>
                <a:cubicBezTo>
                  <a:pt x="646253" y="46910"/>
                  <a:pt x="645612" y="46482"/>
                  <a:pt x="645131" y="45627"/>
                </a:cubicBezTo>
                <a:cubicBezTo>
                  <a:pt x="644650" y="44772"/>
                  <a:pt x="644409" y="43382"/>
                  <a:pt x="644409" y="41457"/>
                </a:cubicBezTo>
                <a:cubicBezTo>
                  <a:pt x="644409" y="40441"/>
                  <a:pt x="644476" y="39586"/>
                  <a:pt x="644609" y="38891"/>
                </a:cubicBezTo>
                <a:cubicBezTo>
                  <a:pt x="644743" y="38196"/>
                  <a:pt x="644917" y="37622"/>
                  <a:pt x="645131" y="37167"/>
                </a:cubicBezTo>
                <a:cubicBezTo>
                  <a:pt x="645345" y="36713"/>
                  <a:pt x="645625" y="36392"/>
                  <a:pt x="645973" y="36205"/>
                </a:cubicBezTo>
                <a:cubicBezTo>
                  <a:pt x="646320" y="36018"/>
                  <a:pt x="646708" y="35924"/>
                  <a:pt x="647135" y="35924"/>
                </a:cubicBezTo>
                <a:lnTo>
                  <a:pt x="657159" y="35924"/>
                </a:lnTo>
                <a:lnTo>
                  <a:pt x="657159" y="18764"/>
                </a:lnTo>
                <a:cubicBezTo>
                  <a:pt x="657159" y="18390"/>
                  <a:pt x="657252" y="18042"/>
                  <a:pt x="657440" y="17722"/>
                </a:cubicBezTo>
                <a:cubicBezTo>
                  <a:pt x="657627" y="17401"/>
                  <a:pt x="657974" y="17120"/>
                  <a:pt x="658482" y="16880"/>
                </a:cubicBezTo>
                <a:cubicBezTo>
                  <a:pt x="658990" y="16639"/>
                  <a:pt x="659671" y="16465"/>
                  <a:pt x="660527" y="16358"/>
                </a:cubicBezTo>
                <a:cubicBezTo>
                  <a:pt x="661382" y="16251"/>
                  <a:pt x="662451" y="16198"/>
                  <a:pt x="663734" y="16198"/>
                </a:cubicBezTo>
                <a:cubicBezTo>
                  <a:pt x="665071" y="16198"/>
                  <a:pt x="666167" y="16251"/>
                  <a:pt x="667022" y="16358"/>
                </a:cubicBezTo>
                <a:cubicBezTo>
                  <a:pt x="667877" y="16465"/>
                  <a:pt x="668546" y="16639"/>
                  <a:pt x="669027" y="16880"/>
                </a:cubicBezTo>
                <a:cubicBezTo>
                  <a:pt x="669508" y="17120"/>
                  <a:pt x="669855" y="17401"/>
                  <a:pt x="670069" y="17722"/>
                </a:cubicBezTo>
                <a:cubicBezTo>
                  <a:pt x="670283" y="18042"/>
                  <a:pt x="670390" y="18390"/>
                  <a:pt x="670390" y="18764"/>
                </a:cubicBezTo>
                <a:lnTo>
                  <a:pt x="670390" y="35924"/>
                </a:lnTo>
                <a:lnTo>
                  <a:pt x="688913" y="35924"/>
                </a:lnTo>
                <a:cubicBezTo>
                  <a:pt x="689341" y="35924"/>
                  <a:pt x="689715" y="36018"/>
                  <a:pt x="690036" y="36205"/>
                </a:cubicBezTo>
                <a:cubicBezTo>
                  <a:pt x="690357" y="36392"/>
                  <a:pt x="690637" y="36713"/>
                  <a:pt x="690878" y="37167"/>
                </a:cubicBezTo>
                <a:cubicBezTo>
                  <a:pt x="691118" y="37622"/>
                  <a:pt x="691292" y="38196"/>
                  <a:pt x="691399" y="38891"/>
                </a:cubicBezTo>
                <a:cubicBezTo>
                  <a:pt x="691506" y="39586"/>
                  <a:pt x="691560" y="40441"/>
                  <a:pt x="691560" y="41457"/>
                </a:cubicBezTo>
                <a:cubicBezTo>
                  <a:pt x="691560" y="43382"/>
                  <a:pt x="691319" y="44772"/>
                  <a:pt x="690838" y="45627"/>
                </a:cubicBezTo>
                <a:cubicBezTo>
                  <a:pt x="690357" y="46482"/>
                  <a:pt x="689715" y="46910"/>
                  <a:pt x="688913" y="46910"/>
                </a:cubicBezTo>
                <a:lnTo>
                  <a:pt x="670390" y="46910"/>
                </a:lnTo>
                <a:lnTo>
                  <a:pt x="670390" y="87282"/>
                </a:lnTo>
                <a:cubicBezTo>
                  <a:pt x="670390" y="92267"/>
                  <a:pt x="671125" y="96033"/>
                  <a:pt x="672595" y="98581"/>
                </a:cubicBezTo>
                <a:cubicBezTo>
                  <a:pt x="674065" y="101127"/>
                  <a:pt x="676698" y="102400"/>
                  <a:pt x="680494" y="102400"/>
                </a:cubicBezTo>
                <a:cubicBezTo>
                  <a:pt x="681723" y="102400"/>
                  <a:pt x="682819" y="102280"/>
                  <a:pt x="683781" y="102039"/>
                </a:cubicBezTo>
                <a:cubicBezTo>
                  <a:pt x="684744" y="101799"/>
                  <a:pt x="685599" y="101545"/>
                  <a:pt x="686347" y="101277"/>
                </a:cubicBezTo>
                <a:cubicBezTo>
                  <a:pt x="687096" y="101010"/>
                  <a:pt x="687737" y="100756"/>
                  <a:pt x="688272" y="100516"/>
                </a:cubicBezTo>
                <a:cubicBezTo>
                  <a:pt x="688806" y="100275"/>
                  <a:pt x="689288" y="100155"/>
                  <a:pt x="689715" y="100155"/>
                </a:cubicBezTo>
                <a:cubicBezTo>
                  <a:pt x="689982" y="100155"/>
                  <a:pt x="690236" y="100222"/>
                  <a:pt x="690477" y="100355"/>
                </a:cubicBezTo>
                <a:cubicBezTo>
                  <a:pt x="690718" y="100489"/>
                  <a:pt x="690905" y="100743"/>
                  <a:pt x="691038" y="101117"/>
                </a:cubicBezTo>
                <a:cubicBezTo>
                  <a:pt x="691172" y="101491"/>
                  <a:pt x="691292" y="101999"/>
                  <a:pt x="691399" y="102641"/>
                </a:cubicBezTo>
                <a:cubicBezTo>
                  <a:pt x="691506" y="103282"/>
                  <a:pt x="691560" y="104084"/>
                  <a:pt x="691560" y="105046"/>
                </a:cubicBezTo>
                <a:close/>
                <a:moveTo>
                  <a:pt x="771193" y="110258"/>
                </a:moveTo>
                <a:cubicBezTo>
                  <a:pt x="771193" y="110686"/>
                  <a:pt x="771086" y="111047"/>
                  <a:pt x="770872" y="111341"/>
                </a:cubicBezTo>
                <a:cubicBezTo>
                  <a:pt x="770658" y="111635"/>
                  <a:pt x="770311" y="111889"/>
                  <a:pt x="769829" y="112103"/>
                </a:cubicBezTo>
                <a:cubicBezTo>
                  <a:pt x="769348" y="112317"/>
                  <a:pt x="768680" y="112477"/>
                  <a:pt x="767825" y="112584"/>
                </a:cubicBezTo>
                <a:cubicBezTo>
                  <a:pt x="766969" y="112691"/>
                  <a:pt x="765900" y="112744"/>
                  <a:pt x="764617" y="112744"/>
                </a:cubicBezTo>
                <a:cubicBezTo>
                  <a:pt x="763281" y="112744"/>
                  <a:pt x="762185" y="112691"/>
                  <a:pt x="761329" y="112584"/>
                </a:cubicBezTo>
                <a:cubicBezTo>
                  <a:pt x="760474" y="112477"/>
                  <a:pt x="759806" y="112317"/>
                  <a:pt x="759325" y="112103"/>
                </a:cubicBezTo>
                <a:cubicBezTo>
                  <a:pt x="758844" y="111889"/>
                  <a:pt x="758496" y="111635"/>
                  <a:pt x="758282" y="111341"/>
                </a:cubicBezTo>
                <a:cubicBezTo>
                  <a:pt x="758069" y="111047"/>
                  <a:pt x="757962" y="110686"/>
                  <a:pt x="757962" y="110258"/>
                </a:cubicBezTo>
                <a:lnTo>
                  <a:pt x="757962" y="67999"/>
                </a:lnTo>
                <a:cubicBezTo>
                  <a:pt x="757962" y="63883"/>
                  <a:pt x="757641" y="60569"/>
                  <a:pt x="756999" y="58056"/>
                </a:cubicBezTo>
                <a:cubicBezTo>
                  <a:pt x="756358" y="55544"/>
                  <a:pt x="755422" y="53378"/>
                  <a:pt x="754193" y="51561"/>
                </a:cubicBezTo>
                <a:cubicBezTo>
                  <a:pt x="752963" y="49743"/>
                  <a:pt x="751373" y="48353"/>
                  <a:pt x="749422" y="47391"/>
                </a:cubicBezTo>
                <a:cubicBezTo>
                  <a:pt x="747470" y="46429"/>
                  <a:pt x="745212" y="45948"/>
                  <a:pt x="742646" y="45948"/>
                </a:cubicBezTo>
                <a:cubicBezTo>
                  <a:pt x="739331" y="45948"/>
                  <a:pt x="736017" y="47124"/>
                  <a:pt x="732702" y="49476"/>
                </a:cubicBezTo>
                <a:cubicBezTo>
                  <a:pt x="729388" y="51828"/>
                  <a:pt x="725913" y="55276"/>
                  <a:pt x="722278" y="59820"/>
                </a:cubicBezTo>
                <a:lnTo>
                  <a:pt x="722278" y="110258"/>
                </a:lnTo>
                <a:cubicBezTo>
                  <a:pt x="722278" y="110686"/>
                  <a:pt x="722171" y="111047"/>
                  <a:pt x="721957" y="111341"/>
                </a:cubicBezTo>
                <a:cubicBezTo>
                  <a:pt x="721743" y="111635"/>
                  <a:pt x="721396" y="111889"/>
                  <a:pt x="720915" y="112103"/>
                </a:cubicBezTo>
                <a:cubicBezTo>
                  <a:pt x="720434" y="112317"/>
                  <a:pt x="719765" y="112477"/>
                  <a:pt x="718910" y="112584"/>
                </a:cubicBezTo>
                <a:cubicBezTo>
                  <a:pt x="718055" y="112691"/>
                  <a:pt x="716959" y="112744"/>
                  <a:pt x="715622" y="112744"/>
                </a:cubicBezTo>
                <a:cubicBezTo>
                  <a:pt x="714339" y="112744"/>
                  <a:pt x="713270" y="112691"/>
                  <a:pt x="712415" y="112584"/>
                </a:cubicBezTo>
                <a:cubicBezTo>
                  <a:pt x="711560" y="112477"/>
                  <a:pt x="710878" y="112317"/>
                  <a:pt x="710370" y="112103"/>
                </a:cubicBezTo>
                <a:cubicBezTo>
                  <a:pt x="709862" y="111889"/>
                  <a:pt x="709515" y="111635"/>
                  <a:pt x="709328" y="111341"/>
                </a:cubicBezTo>
                <a:cubicBezTo>
                  <a:pt x="709141" y="111045"/>
                  <a:pt x="709047" y="110684"/>
                  <a:pt x="709047" y="110256"/>
                </a:cubicBezTo>
                <a:lnTo>
                  <a:pt x="709047" y="3050"/>
                </a:lnTo>
                <a:cubicBezTo>
                  <a:pt x="709047" y="2622"/>
                  <a:pt x="709141" y="2248"/>
                  <a:pt x="709328" y="1927"/>
                </a:cubicBezTo>
                <a:cubicBezTo>
                  <a:pt x="709515" y="1605"/>
                  <a:pt x="709862" y="1336"/>
                  <a:pt x="710370" y="1123"/>
                </a:cubicBezTo>
                <a:cubicBezTo>
                  <a:pt x="710878" y="909"/>
                  <a:pt x="711560" y="748"/>
                  <a:pt x="712415" y="642"/>
                </a:cubicBezTo>
                <a:cubicBezTo>
                  <a:pt x="713270" y="535"/>
                  <a:pt x="714339" y="481"/>
                  <a:pt x="715622" y="481"/>
                </a:cubicBezTo>
                <a:cubicBezTo>
                  <a:pt x="716959" y="481"/>
                  <a:pt x="718055" y="535"/>
                  <a:pt x="718910" y="642"/>
                </a:cubicBezTo>
                <a:cubicBezTo>
                  <a:pt x="719765" y="748"/>
                  <a:pt x="720434" y="910"/>
                  <a:pt x="720915" y="1125"/>
                </a:cubicBezTo>
                <a:cubicBezTo>
                  <a:pt x="721396" y="1339"/>
                  <a:pt x="721743" y="1606"/>
                  <a:pt x="721957" y="1927"/>
                </a:cubicBezTo>
                <a:cubicBezTo>
                  <a:pt x="722171" y="2248"/>
                  <a:pt x="722278" y="2623"/>
                  <a:pt x="722278" y="3052"/>
                </a:cubicBezTo>
                <a:lnTo>
                  <a:pt x="722278" y="46349"/>
                </a:lnTo>
                <a:cubicBezTo>
                  <a:pt x="726074" y="42339"/>
                  <a:pt x="729896" y="39359"/>
                  <a:pt x="733745" y="37408"/>
                </a:cubicBezTo>
                <a:cubicBezTo>
                  <a:pt x="737594" y="35456"/>
                  <a:pt x="741470" y="34481"/>
                  <a:pt x="745372" y="34481"/>
                </a:cubicBezTo>
                <a:cubicBezTo>
                  <a:pt x="750183" y="34481"/>
                  <a:pt x="754233" y="35296"/>
                  <a:pt x="757521" y="36927"/>
                </a:cubicBezTo>
                <a:cubicBezTo>
                  <a:pt x="760808" y="38557"/>
                  <a:pt x="763468" y="40735"/>
                  <a:pt x="765499" y="43462"/>
                </a:cubicBezTo>
                <a:cubicBezTo>
                  <a:pt x="767531" y="46188"/>
                  <a:pt x="768987" y="49382"/>
                  <a:pt x="769870" y="53044"/>
                </a:cubicBezTo>
                <a:cubicBezTo>
                  <a:pt x="770752" y="56706"/>
                  <a:pt x="771193" y="61130"/>
                  <a:pt x="771193" y="66315"/>
                </a:cubicBezTo>
                <a:lnTo>
                  <a:pt x="771193" y="110258"/>
                </a:lnTo>
                <a:close/>
                <a:moveTo>
                  <a:pt x="884777" y="110339"/>
                </a:moveTo>
                <a:cubicBezTo>
                  <a:pt x="884777" y="110980"/>
                  <a:pt x="884563" y="111461"/>
                  <a:pt x="884135" y="111782"/>
                </a:cubicBezTo>
                <a:cubicBezTo>
                  <a:pt x="883708" y="112103"/>
                  <a:pt x="883120" y="112343"/>
                  <a:pt x="882371" y="112504"/>
                </a:cubicBezTo>
                <a:cubicBezTo>
                  <a:pt x="881623" y="112664"/>
                  <a:pt x="880527" y="112744"/>
                  <a:pt x="879083" y="112744"/>
                </a:cubicBezTo>
                <a:cubicBezTo>
                  <a:pt x="877693" y="112744"/>
                  <a:pt x="876584" y="112664"/>
                  <a:pt x="875756" y="112504"/>
                </a:cubicBezTo>
                <a:cubicBezTo>
                  <a:pt x="874927" y="112343"/>
                  <a:pt x="874326" y="112103"/>
                  <a:pt x="873951" y="111782"/>
                </a:cubicBezTo>
                <a:cubicBezTo>
                  <a:pt x="873577" y="111461"/>
                  <a:pt x="873390" y="110980"/>
                  <a:pt x="873390" y="110339"/>
                </a:cubicBezTo>
                <a:lnTo>
                  <a:pt x="873390" y="103122"/>
                </a:lnTo>
                <a:cubicBezTo>
                  <a:pt x="870236" y="106490"/>
                  <a:pt x="866721" y="109122"/>
                  <a:pt x="862845" y="111020"/>
                </a:cubicBezTo>
                <a:cubicBezTo>
                  <a:pt x="858970" y="112918"/>
                  <a:pt x="854867" y="113867"/>
                  <a:pt x="850536" y="113867"/>
                </a:cubicBezTo>
                <a:cubicBezTo>
                  <a:pt x="846741" y="113867"/>
                  <a:pt x="843306" y="113371"/>
                  <a:pt x="840232" y="112378"/>
                </a:cubicBezTo>
                <a:cubicBezTo>
                  <a:pt x="837158" y="111386"/>
                  <a:pt x="834539" y="109951"/>
                  <a:pt x="832374" y="108073"/>
                </a:cubicBezTo>
                <a:cubicBezTo>
                  <a:pt x="830209" y="106196"/>
                  <a:pt x="828525" y="103889"/>
                  <a:pt x="827322" y="101155"/>
                </a:cubicBezTo>
                <a:cubicBezTo>
                  <a:pt x="826119" y="98418"/>
                  <a:pt x="825518" y="95306"/>
                  <a:pt x="825518" y="91818"/>
                </a:cubicBezTo>
                <a:cubicBezTo>
                  <a:pt x="825518" y="87741"/>
                  <a:pt x="826346" y="84202"/>
                  <a:pt x="828004" y="81198"/>
                </a:cubicBezTo>
                <a:cubicBezTo>
                  <a:pt x="829661" y="78192"/>
                  <a:pt x="832040" y="75697"/>
                  <a:pt x="835140" y="73713"/>
                </a:cubicBezTo>
                <a:cubicBezTo>
                  <a:pt x="838241" y="71728"/>
                  <a:pt x="842037" y="70240"/>
                  <a:pt x="846527" y="69247"/>
                </a:cubicBezTo>
                <a:cubicBezTo>
                  <a:pt x="851018" y="68255"/>
                  <a:pt x="856069" y="67759"/>
                  <a:pt x="861683" y="67759"/>
                </a:cubicBezTo>
                <a:lnTo>
                  <a:pt x="871626" y="67759"/>
                </a:lnTo>
                <a:lnTo>
                  <a:pt x="871626" y="62166"/>
                </a:lnTo>
                <a:cubicBezTo>
                  <a:pt x="871626" y="59396"/>
                  <a:pt x="871332" y="56946"/>
                  <a:pt x="870744" y="54816"/>
                </a:cubicBezTo>
                <a:cubicBezTo>
                  <a:pt x="870156" y="52684"/>
                  <a:pt x="869207" y="50913"/>
                  <a:pt x="867897" y="49501"/>
                </a:cubicBezTo>
                <a:cubicBezTo>
                  <a:pt x="866587" y="48089"/>
                  <a:pt x="864890" y="47024"/>
                  <a:pt x="862805" y="46306"/>
                </a:cubicBezTo>
                <a:cubicBezTo>
                  <a:pt x="860720" y="45586"/>
                  <a:pt x="858154" y="45226"/>
                  <a:pt x="855107" y="45226"/>
                </a:cubicBezTo>
                <a:cubicBezTo>
                  <a:pt x="851846" y="45226"/>
                  <a:pt x="848919" y="45609"/>
                  <a:pt x="846327" y="46376"/>
                </a:cubicBezTo>
                <a:cubicBezTo>
                  <a:pt x="843734" y="47143"/>
                  <a:pt x="841462" y="47989"/>
                  <a:pt x="839511" y="48915"/>
                </a:cubicBezTo>
                <a:cubicBezTo>
                  <a:pt x="837559" y="49840"/>
                  <a:pt x="835929" y="50686"/>
                  <a:pt x="834619" y="51453"/>
                </a:cubicBezTo>
                <a:cubicBezTo>
                  <a:pt x="833309" y="52220"/>
                  <a:pt x="832334" y="52603"/>
                  <a:pt x="831692" y="52603"/>
                </a:cubicBezTo>
                <a:cubicBezTo>
                  <a:pt x="831265" y="52603"/>
                  <a:pt x="830890" y="52496"/>
                  <a:pt x="830570" y="52283"/>
                </a:cubicBezTo>
                <a:cubicBezTo>
                  <a:pt x="830249" y="52069"/>
                  <a:pt x="829968" y="51748"/>
                  <a:pt x="829728" y="51320"/>
                </a:cubicBezTo>
                <a:cubicBezTo>
                  <a:pt x="829487" y="50893"/>
                  <a:pt x="829313" y="50345"/>
                  <a:pt x="829206" y="49676"/>
                </a:cubicBezTo>
                <a:cubicBezTo>
                  <a:pt x="829100" y="49008"/>
                  <a:pt x="829046" y="48273"/>
                  <a:pt x="829046" y="47471"/>
                </a:cubicBezTo>
                <a:cubicBezTo>
                  <a:pt x="829046" y="46135"/>
                  <a:pt x="829140" y="45079"/>
                  <a:pt x="829327" y="44304"/>
                </a:cubicBezTo>
                <a:cubicBezTo>
                  <a:pt x="829514" y="43529"/>
                  <a:pt x="829968" y="42794"/>
                  <a:pt x="830690" y="42099"/>
                </a:cubicBezTo>
                <a:cubicBezTo>
                  <a:pt x="831412" y="41404"/>
                  <a:pt x="832655" y="40594"/>
                  <a:pt x="834419" y="39670"/>
                </a:cubicBezTo>
                <a:cubicBezTo>
                  <a:pt x="836183" y="38745"/>
                  <a:pt x="838214" y="37900"/>
                  <a:pt x="840513" y="37135"/>
                </a:cubicBezTo>
                <a:cubicBezTo>
                  <a:pt x="842812" y="36369"/>
                  <a:pt x="845324" y="35736"/>
                  <a:pt x="848051" y="35235"/>
                </a:cubicBezTo>
                <a:cubicBezTo>
                  <a:pt x="850777" y="34732"/>
                  <a:pt x="853530" y="34481"/>
                  <a:pt x="856310" y="34481"/>
                </a:cubicBezTo>
                <a:cubicBezTo>
                  <a:pt x="861495" y="34481"/>
                  <a:pt x="865906" y="35069"/>
                  <a:pt x="869541" y="36245"/>
                </a:cubicBezTo>
                <a:cubicBezTo>
                  <a:pt x="873176" y="37421"/>
                  <a:pt x="876116" y="39145"/>
                  <a:pt x="878362" y="41417"/>
                </a:cubicBezTo>
                <a:cubicBezTo>
                  <a:pt x="880607" y="43689"/>
                  <a:pt x="882237" y="46509"/>
                  <a:pt x="883253" y="49877"/>
                </a:cubicBezTo>
                <a:cubicBezTo>
                  <a:pt x="884269" y="53245"/>
                  <a:pt x="884777" y="57174"/>
                  <a:pt x="884777" y="61665"/>
                </a:cubicBezTo>
                <a:lnTo>
                  <a:pt x="884777" y="110339"/>
                </a:lnTo>
                <a:moveTo>
                  <a:pt x="871626" y="77301"/>
                </a:moveTo>
                <a:lnTo>
                  <a:pt x="860319" y="77301"/>
                </a:lnTo>
                <a:cubicBezTo>
                  <a:pt x="856684" y="77301"/>
                  <a:pt x="853530" y="77611"/>
                  <a:pt x="850857" y="78231"/>
                </a:cubicBezTo>
                <a:cubicBezTo>
                  <a:pt x="848184" y="78849"/>
                  <a:pt x="845966" y="79763"/>
                  <a:pt x="844202" y="80972"/>
                </a:cubicBezTo>
                <a:cubicBezTo>
                  <a:pt x="842437" y="82182"/>
                  <a:pt x="841141" y="83634"/>
                  <a:pt x="840313" y="85330"/>
                </a:cubicBezTo>
                <a:cubicBezTo>
                  <a:pt x="839484" y="87024"/>
                  <a:pt x="839070" y="88974"/>
                  <a:pt x="839070" y="91179"/>
                </a:cubicBezTo>
                <a:cubicBezTo>
                  <a:pt x="839070" y="94944"/>
                  <a:pt x="840259" y="97943"/>
                  <a:pt x="842638" y="100175"/>
                </a:cubicBezTo>
                <a:cubicBezTo>
                  <a:pt x="845017" y="102407"/>
                  <a:pt x="848345" y="103523"/>
                  <a:pt x="852621" y="103523"/>
                </a:cubicBezTo>
                <a:cubicBezTo>
                  <a:pt x="856096" y="103523"/>
                  <a:pt x="859317" y="102636"/>
                  <a:pt x="862284" y="100861"/>
                </a:cubicBezTo>
                <a:cubicBezTo>
                  <a:pt x="865251" y="99086"/>
                  <a:pt x="868365" y="96369"/>
                  <a:pt x="871626" y="92712"/>
                </a:cubicBezTo>
                <a:lnTo>
                  <a:pt x="871626" y="77301"/>
                </a:lnTo>
                <a:close/>
                <a:moveTo>
                  <a:pt x="1008334" y="110258"/>
                </a:moveTo>
                <a:cubicBezTo>
                  <a:pt x="1008334" y="110686"/>
                  <a:pt x="1008227" y="111047"/>
                  <a:pt x="1008013" y="111341"/>
                </a:cubicBezTo>
                <a:cubicBezTo>
                  <a:pt x="1007799" y="111635"/>
                  <a:pt x="1007452" y="111889"/>
                  <a:pt x="1006970" y="112103"/>
                </a:cubicBezTo>
                <a:cubicBezTo>
                  <a:pt x="1006489" y="112317"/>
                  <a:pt x="1005821" y="112477"/>
                  <a:pt x="1004966" y="112584"/>
                </a:cubicBezTo>
                <a:cubicBezTo>
                  <a:pt x="1004110" y="112691"/>
                  <a:pt x="1003041" y="112744"/>
                  <a:pt x="1001758" y="112744"/>
                </a:cubicBezTo>
                <a:cubicBezTo>
                  <a:pt x="1000422" y="112744"/>
                  <a:pt x="999326" y="112691"/>
                  <a:pt x="998470" y="112584"/>
                </a:cubicBezTo>
                <a:cubicBezTo>
                  <a:pt x="997615" y="112477"/>
                  <a:pt x="996947" y="112317"/>
                  <a:pt x="996466" y="112103"/>
                </a:cubicBezTo>
                <a:cubicBezTo>
                  <a:pt x="995985" y="111889"/>
                  <a:pt x="995637" y="111635"/>
                  <a:pt x="995423" y="111341"/>
                </a:cubicBezTo>
                <a:cubicBezTo>
                  <a:pt x="995210" y="111047"/>
                  <a:pt x="995103" y="110686"/>
                  <a:pt x="995103" y="110258"/>
                </a:cubicBezTo>
                <a:lnTo>
                  <a:pt x="995103" y="67999"/>
                </a:lnTo>
                <a:cubicBezTo>
                  <a:pt x="995103" y="63883"/>
                  <a:pt x="994782" y="60569"/>
                  <a:pt x="994140" y="58056"/>
                </a:cubicBezTo>
                <a:cubicBezTo>
                  <a:pt x="993499" y="55544"/>
                  <a:pt x="992563" y="53378"/>
                  <a:pt x="991334" y="51561"/>
                </a:cubicBezTo>
                <a:cubicBezTo>
                  <a:pt x="990104" y="49743"/>
                  <a:pt x="988514" y="48353"/>
                  <a:pt x="986563" y="47391"/>
                </a:cubicBezTo>
                <a:cubicBezTo>
                  <a:pt x="984611" y="46429"/>
                  <a:pt x="982353" y="45948"/>
                  <a:pt x="979787" y="45948"/>
                </a:cubicBezTo>
                <a:cubicBezTo>
                  <a:pt x="976472" y="45948"/>
                  <a:pt x="973158" y="47124"/>
                  <a:pt x="969843" y="49476"/>
                </a:cubicBezTo>
                <a:cubicBezTo>
                  <a:pt x="966529" y="51828"/>
                  <a:pt x="963054" y="55276"/>
                  <a:pt x="959419" y="59820"/>
                </a:cubicBezTo>
                <a:lnTo>
                  <a:pt x="959419" y="110258"/>
                </a:lnTo>
                <a:cubicBezTo>
                  <a:pt x="959419" y="110686"/>
                  <a:pt x="959312" y="111047"/>
                  <a:pt x="959098" y="111341"/>
                </a:cubicBezTo>
                <a:cubicBezTo>
                  <a:pt x="958884" y="111635"/>
                  <a:pt x="958537" y="111889"/>
                  <a:pt x="958056" y="112103"/>
                </a:cubicBezTo>
                <a:cubicBezTo>
                  <a:pt x="957575" y="112317"/>
                  <a:pt x="956906" y="112477"/>
                  <a:pt x="956051" y="112584"/>
                </a:cubicBezTo>
                <a:cubicBezTo>
                  <a:pt x="955196" y="112691"/>
                  <a:pt x="954100" y="112744"/>
                  <a:pt x="952763" y="112744"/>
                </a:cubicBezTo>
                <a:cubicBezTo>
                  <a:pt x="951480" y="112744"/>
                  <a:pt x="950411" y="112691"/>
                  <a:pt x="949556" y="112584"/>
                </a:cubicBezTo>
                <a:cubicBezTo>
                  <a:pt x="948701" y="112477"/>
                  <a:pt x="948019" y="112317"/>
                  <a:pt x="947511" y="112103"/>
                </a:cubicBezTo>
                <a:cubicBezTo>
                  <a:pt x="947003" y="111889"/>
                  <a:pt x="946656" y="111635"/>
                  <a:pt x="946469" y="111341"/>
                </a:cubicBezTo>
                <a:cubicBezTo>
                  <a:pt x="946281" y="111045"/>
                  <a:pt x="946188" y="110684"/>
                  <a:pt x="946188" y="110256"/>
                </a:cubicBezTo>
                <a:lnTo>
                  <a:pt x="946188" y="3050"/>
                </a:lnTo>
                <a:cubicBezTo>
                  <a:pt x="946188" y="2622"/>
                  <a:pt x="946281" y="2248"/>
                  <a:pt x="946469" y="1927"/>
                </a:cubicBezTo>
                <a:cubicBezTo>
                  <a:pt x="946656" y="1605"/>
                  <a:pt x="947003" y="1336"/>
                  <a:pt x="947511" y="1123"/>
                </a:cubicBezTo>
                <a:cubicBezTo>
                  <a:pt x="948019" y="909"/>
                  <a:pt x="948701" y="748"/>
                  <a:pt x="949556" y="642"/>
                </a:cubicBezTo>
                <a:cubicBezTo>
                  <a:pt x="950411" y="535"/>
                  <a:pt x="951480" y="481"/>
                  <a:pt x="952763" y="481"/>
                </a:cubicBezTo>
                <a:cubicBezTo>
                  <a:pt x="954100" y="481"/>
                  <a:pt x="955196" y="535"/>
                  <a:pt x="956051" y="642"/>
                </a:cubicBezTo>
                <a:cubicBezTo>
                  <a:pt x="956906" y="748"/>
                  <a:pt x="957575" y="910"/>
                  <a:pt x="958056" y="1125"/>
                </a:cubicBezTo>
                <a:cubicBezTo>
                  <a:pt x="958537" y="1339"/>
                  <a:pt x="958884" y="1606"/>
                  <a:pt x="959098" y="1927"/>
                </a:cubicBezTo>
                <a:cubicBezTo>
                  <a:pt x="959312" y="2248"/>
                  <a:pt x="959419" y="2623"/>
                  <a:pt x="959419" y="3052"/>
                </a:cubicBezTo>
                <a:lnTo>
                  <a:pt x="959419" y="46349"/>
                </a:lnTo>
                <a:cubicBezTo>
                  <a:pt x="963215" y="42339"/>
                  <a:pt x="967037" y="39359"/>
                  <a:pt x="970886" y="37408"/>
                </a:cubicBezTo>
                <a:cubicBezTo>
                  <a:pt x="974735" y="35456"/>
                  <a:pt x="978611" y="34481"/>
                  <a:pt x="982513" y="34481"/>
                </a:cubicBezTo>
                <a:cubicBezTo>
                  <a:pt x="987324" y="34481"/>
                  <a:pt x="991374" y="35296"/>
                  <a:pt x="994662" y="36927"/>
                </a:cubicBezTo>
                <a:cubicBezTo>
                  <a:pt x="997949" y="38557"/>
                  <a:pt x="1000609" y="40735"/>
                  <a:pt x="1002640" y="43462"/>
                </a:cubicBezTo>
                <a:cubicBezTo>
                  <a:pt x="1004672" y="46188"/>
                  <a:pt x="1006128" y="49382"/>
                  <a:pt x="1007010" y="53044"/>
                </a:cubicBezTo>
                <a:cubicBezTo>
                  <a:pt x="1007893" y="56706"/>
                  <a:pt x="1008334" y="61130"/>
                  <a:pt x="1008334" y="66315"/>
                </a:cubicBezTo>
                <a:lnTo>
                  <a:pt x="1008334" y="110258"/>
                </a:lnTo>
                <a:close/>
                <a:moveTo>
                  <a:pt x="1044323" y="110258"/>
                </a:moveTo>
                <a:cubicBezTo>
                  <a:pt x="1044323" y="110686"/>
                  <a:pt x="1044216" y="111047"/>
                  <a:pt x="1044002" y="111341"/>
                </a:cubicBezTo>
                <a:cubicBezTo>
                  <a:pt x="1043789" y="111635"/>
                  <a:pt x="1043441" y="111889"/>
                  <a:pt x="1042960" y="112103"/>
                </a:cubicBezTo>
                <a:cubicBezTo>
                  <a:pt x="1042479" y="112317"/>
                  <a:pt x="1041811" y="112477"/>
                  <a:pt x="1040955" y="112584"/>
                </a:cubicBezTo>
                <a:cubicBezTo>
                  <a:pt x="1040100" y="112691"/>
                  <a:pt x="1039004" y="112744"/>
                  <a:pt x="1037668" y="112744"/>
                </a:cubicBezTo>
                <a:cubicBezTo>
                  <a:pt x="1036385" y="112744"/>
                  <a:pt x="1035315" y="112691"/>
                  <a:pt x="1034460" y="112584"/>
                </a:cubicBezTo>
                <a:cubicBezTo>
                  <a:pt x="1033605" y="112477"/>
                  <a:pt x="1032923" y="112317"/>
                  <a:pt x="1032415" y="112103"/>
                </a:cubicBezTo>
                <a:cubicBezTo>
                  <a:pt x="1031907" y="111889"/>
                  <a:pt x="1031560" y="111635"/>
                  <a:pt x="1031373" y="111341"/>
                </a:cubicBezTo>
                <a:cubicBezTo>
                  <a:pt x="1031186" y="111047"/>
                  <a:pt x="1031092" y="110686"/>
                  <a:pt x="1031092" y="110258"/>
                </a:cubicBezTo>
                <a:lnTo>
                  <a:pt x="1031092" y="38089"/>
                </a:lnTo>
                <a:cubicBezTo>
                  <a:pt x="1031092" y="37715"/>
                  <a:pt x="1031186" y="37368"/>
                  <a:pt x="1031373" y="37047"/>
                </a:cubicBezTo>
                <a:cubicBezTo>
                  <a:pt x="1031560" y="36726"/>
                  <a:pt x="1031907" y="36459"/>
                  <a:pt x="1032415" y="36245"/>
                </a:cubicBezTo>
                <a:cubicBezTo>
                  <a:pt x="1032923" y="36031"/>
                  <a:pt x="1033605" y="35871"/>
                  <a:pt x="1034460" y="35764"/>
                </a:cubicBezTo>
                <a:cubicBezTo>
                  <a:pt x="1035315" y="35657"/>
                  <a:pt x="1036385" y="35603"/>
                  <a:pt x="1037668" y="35603"/>
                </a:cubicBezTo>
                <a:cubicBezTo>
                  <a:pt x="1039004" y="35603"/>
                  <a:pt x="1040100" y="35657"/>
                  <a:pt x="1040955" y="35764"/>
                </a:cubicBezTo>
                <a:cubicBezTo>
                  <a:pt x="1041811" y="35871"/>
                  <a:pt x="1042479" y="36031"/>
                  <a:pt x="1042960" y="36245"/>
                </a:cubicBezTo>
                <a:cubicBezTo>
                  <a:pt x="1043441" y="36459"/>
                  <a:pt x="1043789" y="36726"/>
                  <a:pt x="1044002" y="37047"/>
                </a:cubicBezTo>
                <a:cubicBezTo>
                  <a:pt x="1044216" y="37368"/>
                  <a:pt x="1044323" y="37715"/>
                  <a:pt x="1044323" y="38089"/>
                </a:cubicBezTo>
                <a:lnTo>
                  <a:pt x="1044323" y="110258"/>
                </a:lnTo>
                <a:moveTo>
                  <a:pt x="1045847" y="13632"/>
                </a:moveTo>
                <a:cubicBezTo>
                  <a:pt x="1045847" y="16733"/>
                  <a:pt x="1045259" y="18844"/>
                  <a:pt x="1044083" y="19967"/>
                </a:cubicBezTo>
                <a:cubicBezTo>
                  <a:pt x="1042907" y="21089"/>
                  <a:pt x="1040742" y="21651"/>
                  <a:pt x="1037587" y="21651"/>
                </a:cubicBezTo>
                <a:cubicBezTo>
                  <a:pt x="1034487" y="21651"/>
                  <a:pt x="1032362" y="21103"/>
                  <a:pt x="1031213" y="20007"/>
                </a:cubicBezTo>
                <a:cubicBezTo>
                  <a:pt x="1030063" y="18911"/>
                  <a:pt x="1029488" y="16839"/>
                  <a:pt x="1029488" y="13792"/>
                </a:cubicBezTo>
                <a:cubicBezTo>
                  <a:pt x="1029488" y="10692"/>
                  <a:pt x="1030077" y="8580"/>
                  <a:pt x="1031253" y="7457"/>
                </a:cubicBezTo>
                <a:cubicBezTo>
                  <a:pt x="1032429" y="6335"/>
                  <a:pt x="1034594" y="5774"/>
                  <a:pt x="1037748" y="5774"/>
                </a:cubicBezTo>
                <a:cubicBezTo>
                  <a:pt x="1040848" y="5774"/>
                  <a:pt x="1042973" y="6321"/>
                  <a:pt x="1044123" y="7417"/>
                </a:cubicBezTo>
                <a:cubicBezTo>
                  <a:pt x="1045272" y="8513"/>
                  <a:pt x="1045847" y="10585"/>
                  <a:pt x="1045847" y="13632"/>
                </a:cubicBezTo>
                <a:close/>
                <a:moveTo>
                  <a:pt x="1127851" y="41297"/>
                </a:moveTo>
                <a:cubicBezTo>
                  <a:pt x="1127851" y="43168"/>
                  <a:pt x="1127598" y="44518"/>
                  <a:pt x="1127090" y="45346"/>
                </a:cubicBezTo>
                <a:cubicBezTo>
                  <a:pt x="1126582" y="46175"/>
                  <a:pt x="1125927" y="46589"/>
                  <a:pt x="1125125" y="46589"/>
                </a:cubicBezTo>
                <a:lnTo>
                  <a:pt x="1114781" y="46589"/>
                </a:lnTo>
                <a:cubicBezTo>
                  <a:pt x="1116652" y="48519"/>
                  <a:pt x="1117962" y="50650"/>
                  <a:pt x="1118710" y="52984"/>
                </a:cubicBezTo>
                <a:cubicBezTo>
                  <a:pt x="1119458" y="55316"/>
                  <a:pt x="1119833" y="57742"/>
                  <a:pt x="1119833" y="60261"/>
                </a:cubicBezTo>
                <a:cubicBezTo>
                  <a:pt x="1119833" y="64424"/>
                  <a:pt x="1119164" y="68107"/>
                  <a:pt x="1117828" y="71310"/>
                </a:cubicBezTo>
                <a:cubicBezTo>
                  <a:pt x="1116491" y="74512"/>
                  <a:pt x="1114580" y="77221"/>
                  <a:pt x="1112095" y="79436"/>
                </a:cubicBezTo>
                <a:cubicBezTo>
                  <a:pt x="1109609" y="81651"/>
                  <a:pt x="1106655" y="83346"/>
                  <a:pt x="1103234" y="84521"/>
                </a:cubicBezTo>
                <a:cubicBezTo>
                  <a:pt x="1099812" y="85695"/>
                  <a:pt x="1096017" y="86282"/>
                  <a:pt x="1091847" y="86282"/>
                </a:cubicBezTo>
                <a:cubicBezTo>
                  <a:pt x="1088907" y="86282"/>
                  <a:pt x="1086114" y="85895"/>
                  <a:pt x="1083467" y="85122"/>
                </a:cubicBezTo>
                <a:cubicBezTo>
                  <a:pt x="1080821" y="84349"/>
                  <a:pt x="1078776" y="83375"/>
                  <a:pt x="1077333" y="82200"/>
                </a:cubicBezTo>
                <a:cubicBezTo>
                  <a:pt x="1076371" y="83162"/>
                  <a:pt x="1075582" y="84258"/>
                  <a:pt x="1074967" y="85488"/>
                </a:cubicBezTo>
                <a:cubicBezTo>
                  <a:pt x="1074353" y="86716"/>
                  <a:pt x="1074045" y="88131"/>
                  <a:pt x="1074045" y="89733"/>
                </a:cubicBezTo>
                <a:cubicBezTo>
                  <a:pt x="1074045" y="91604"/>
                  <a:pt x="1074914" y="93154"/>
                  <a:pt x="1076651" y="94384"/>
                </a:cubicBezTo>
                <a:cubicBezTo>
                  <a:pt x="1078389" y="95612"/>
                  <a:pt x="1080701" y="96279"/>
                  <a:pt x="1083588" y="96386"/>
                </a:cubicBezTo>
                <a:lnTo>
                  <a:pt x="1102432" y="97190"/>
                </a:lnTo>
                <a:cubicBezTo>
                  <a:pt x="1106014" y="97297"/>
                  <a:pt x="1109301" y="97793"/>
                  <a:pt x="1112295" y="98679"/>
                </a:cubicBezTo>
                <a:cubicBezTo>
                  <a:pt x="1115289" y="99564"/>
                  <a:pt x="1117881" y="100825"/>
                  <a:pt x="1120073" y="102463"/>
                </a:cubicBezTo>
                <a:cubicBezTo>
                  <a:pt x="1122265" y="104098"/>
                  <a:pt x="1123976" y="106110"/>
                  <a:pt x="1125205" y="108497"/>
                </a:cubicBezTo>
                <a:cubicBezTo>
                  <a:pt x="1126435" y="110884"/>
                  <a:pt x="1127050" y="113661"/>
                  <a:pt x="1127050" y="116826"/>
                </a:cubicBezTo>
                <a:cubicBezTo>
                  <a:pt x="1127050" y="120152"/>
                  <a:pt x="1126355" y="123317"/>
                  <a:pt x="1124965" y="126321"/>
                </a:cubicBezTo>
                <a:cubicBezTo>
                  <a:pt x="1123575" y="129326"/>
                  <a:pt x="1121450" y="131968"/>
                  <a:pt x="1118590" y="134247"/>
                </a:cubicBezTo>
                <a:cubicBezTo>
                  <a:pt x="1115730" y="136527"/>
                  <a:pt x="1112081" y="138325"/>
                  <a:pt x="1107644" y="139640"/>
                </a:cubicBezTo>
                <a:cubicBezTo>
                  <a:pt x="1103207" y="140955"/>
                  <a:pt x="1097968" y="141612"/>
                  <a:pt x="1091927" y="141612"/>
                </a:cubicBezTo>
                <a:cubicBezTo>
                  <a:pt x="1086100" y="141612"/>
                  <a:pt x="1081142" y="141117"/>
                  <a:pt x="1077052" y="140126"/>
                </a:cubicBezTo>
                <a:cubicBezTo>
                  <a:pt x="1072963" y="139137"/>
                  <a:pt x="1069608" y="137786"/>
                  <a:pt x="1066989" y="136074"/>
                </a:cubicBezTo>
                <a:cubicBezTo>
                  <a:pt x="1064369" y="134363"/>
                  <a:pt x="1062472" y="132318"/>
                  <a:pt x="1061295" y="129937"/>
                </a:cubicBezTo>
                <a:cubicBezTo>
                  <a:pt x="1060119" y="127556"/>
                  <a:pt x="1059531" y="124975"/>
                  <a:pt x="1059531" y="122191"/>
                </a:cubicBezTo>
                <a:cubicBezTo>
                  <a:pt x="1059531" y="120427"/>
                  <a:pt x="1059745" y="118716"/>
                  <a:pt x="1060173" y="117057"/>
                </a:cubicBezTo>
                <a:cubicBezTo>
                  <a:pt x="1060600" y="115398"/>
                  <a:pt x="1061255" y="113819"/>
                  <a:pt x="1062137" y="112321"/>
                </a:cubicBezTo>
                <a:cubicBezTo>
                  <a:pt x="1063019" y="110824"/>
                  <a:pt x="1064115" y="109394"/>
                  <a:pt x="1065425" y="108031"/>
                </a:cubicBezTo>
                <a:cubicBezTo>
                  <a:pt x="1066735" y="106666"/>
                  <a:pt x="1068245" y="105314"/>
                  <a:pt x="1069956" y="103976"/>
                </a:cubicBezTo>
                <a:cubicBezTo>
                  <a:pt x="1067336" y="102635"/>
                  <a:pt x="1065398" y="100944"/>
                  <a:pt x="1064142" y="98904"/>
                </a:cubicBezTo>
                <a:cubicBezTo>
                  <a:pt x="1062886" y="96863"/>
                  <a:pt x="1062258" y="94661"/>
                  <a:pt x="1062258" y="92299"/>
                </a:cubicBezTo>
                <a:cubicBezTo>
                  <a:pt x="1062258" y="89024"/>
                  <a:pt x="1062926" y="86098"/>
                  <a:pt x="1064262" y="83521"/>
                </a:cubicBezTo>
                <a:cubicBezTo>
                  <a:pt x="1065599" y="80943"/>
                  <a:pt x="1067256" y="78634"/>
                  <a:pt x="1069234" y="76595"/>
                </a:cubicBezTo>
                <a:cubicBezTo>
                  <a:pt x="1067577" y="74620"/>
                  <a:pt x="1066267" y="72391"/>
                  <a:pt x="1065305" y="69909"/>
                </a:cubicBezTo>
                <a:cubicBezTo>
                  <a:pt x="1064343" y="67426"/>
                  <a:pt x="1063861" y="64424"/>
                  <a:pt x="1063861" y="60903"/>
                </a:cubicBezTo>
                <a:cubicBezTo>
                  <a:pt x="1063861" y="56793"/>
                  <a:pt x="1064556" y="53110"/>
                  <a:pt x="1065946" y="49854"/>
                </a:cubicBezTo>
                <a:cubicBezTo>
                  <a:pt x="1067336" y="46598"/>
                  <a:pt x="1069261" y="43849"/>
                  <a:pt x="1071720" y="41608"/>
                </a:cubicBezTo>
                <a:cubicBezTo>
                  <a:pt x="1074179" y="39366"/>
                  <a:pt x="1077133" y="37644"/>
                  <a:pt x="1080581" y="36443"/>
                </a:cubicBezTo>
                <a:cubicBezTo>
                  <a:pt x="1084029" y="35242"/>
                  <a:pt x="1087784" y="34641"/>
                  <a:pt x="1091847" y="34641"/>
                </a:cubicBezTo>
                <a:cubicBezTo>
                  <a:pt x="1094039" y="34641"/>
                  <a:pt x="1096084" y="34755"/>
                  <a:pt x="1097981" y="34982"/>
                </a:cubicBezTo>
                <a:cubicBezTo>
                  <a:pt x="1099879" y="35208"/>
                  <a:pt x="1101657" y="35522"/>
                  <a:pt x="1103314" y="35924"/>
                </a:cubicBezTo>
                <a:lnTo>
                  <a:pt x="1125125" y="35924"/>
                </a:lnTo>
                <a:cubicBezTo>
                  <a:pt x="1126034" y="35924"/>
                  <a:pt x="1126715" y="36365"/>
                  <a:pt x="1127170" y="37247"/>
                </a:cubicBezTo>
                <a:cubicBezTo>
                  <a:pt x="1127624" y="38129"/>
                  <a:pt x="1127851" y="39479"/>
                  <a:pt x="1127851" y="41297"/>
                </a:cubicBezTo>
                <a:moveTo>
                  <a:pt x="1107163" y="60341"/>
                </a:moveTo>
                <a:cubicBezTo>
                  <a:pt x="1107163" y="55437"/>
                  <a:pt x="1105813" y="51611"/>
                  <a:pt x="1103113" y="48865"/>
                </a:cubicBezTo>
                <a:cubicBezTo>
                  <a:pt x="1100414" y="46118"/>
                  <a:pt x="1096578" y="44745"/>
                  <a:pt x="1091606" y="44745"/>
                </a:cubicBezTo>
                <a:cubicBezTo>
                  <a:pt x="1089040" y="44745"/>
                  <a:pt x="1086809" y="45172"/>
                  <a:pt x="1084911" y="46025"/>
                </a:cubicBezTo>
                <a:cubicBezTo>
                  <a:pt x="1083013" y="46877"/>
                  <a:pt x="1081436" y="48050"/>
                  <a:pt x="1080180" y="49544"/>
                </a:cubicBezTo>
                <a:cubicBezTo>
                  <a:pt x="1078923" y="51037"/>
                  <a:pt x="1077988" y="52757"/>
                  <a:pt x="1077373" y="54703"/>
                </a:cubicBezTo>
                <a:cubicBezTo>
                  <a:pt x="1076758" y="56649"/>
                  <a:pt x="1076451" y="58689"/>
                  <a:pt x="1076451" y="60823"/>
                </a:cubicBezTo>
                <a:cubicBezTo>
                  <a:pt x="1076451" y="65567"/>
                  <a:pt x="1077801" y="69299"/>
                  <a:pt x="1080500" y="72019"/>
                </a:cubicBezTo>
                <a:cubicBezTo>
                  <a:pt x="1083200" y="74738"/>
                  <a:pt x="1086982" y="76098"/>
                  <a:pt x="1091847" y="76098"/>
                </a:cubicBezTo>
                <a:cubicBezTo>
                  <a:pt x="1094467" y="76098"/>
                  <a:pt x="1096739" y="75686"/>
                  <a:pt x="1098663" y="74860"/>
                </a:cubicBezTo>
                <a:cubicBezTo>
                  <a:pt x="1100588" y="74034"/>
                  <a:pt x="1102178" y="72887"/>
                  <a:pt x="1103434" y="71420"/>
                </a:cubicBezTo>
                <a:cubicBezTo>
                  <a:pt x="1104690" y="69953"/>
                  <a:pt x="1105626" y="68260"/>
                  <a:pt x="1106241" y="66340"/>
                </a:cubicBezTo>
                <a:cubicBezTo>
                  <a:pt x="1106856" y="64421"/>
                  <a:pt x="1107163" y="62421"/>
                  <a:pt x="1107163" y="60341"/>
                </a:cubicBezTo>
                <a:moveTo>
                  <a:pt x="1113819" y="117545"/>
                </a:moveTo>
                <a:cubicBezTo>
                  <a:pt x="1113819" y="114423"/>
                  <a:pt x="1112549" y="112015"/>
                  <a:pt x="1110010" y="110321"/>
                </a:cubicBezTo>
                <a:cubicBezTo>
                  <a:pt x="1107470" y="108625"/>
                  <a:pt x="1104036" y="107724"/>
                  <a:pt x="1099705" y="107617"/>
                </a:cubicBezTo>
                <a:lnTo>
                  <a:pt x="1081022" y="106971"/>
                </a:lnTo>
                <a:cubicBezTo>
                  <a:pt x="1079311" y="108316"/>
                  <a:pt x="1077908" y="109594"/>
                  <a:pt x="1076812" y="110805"/>
                </a:cubicBezTo>
                <a:cubicBezTo>
                  <a:pt x="1075716" y="112016"/>
                  <a:pt x="1074847" y="113173"/>
                  <a:pt x="1074206" y="114275"/>
                </a:cubicBezTo>
                <a:cubicBezTo>
                  <a:pt x="1073564" y="115378"/>
                  <a:pt x="1073123" y="116467"/>
                  <a:pt x="1072883" y="117543"/>
                </a:cubicBezTo>
                <a:cubicBezTo>
                  <a:pt x="1072642" y="118621"/>
                  <a:pt x="1072522" y="119724"/>
                  <a:pt x="1072522" y="120853"/>
                </a:cubicBezTo>
                <a:cubicBezTo>
                  <a:pt x="1072522" y="124351"/>
                  <a:pt x="1074286" y="127002"/>
                  <a:pt x="1077814" y="128804"/>
                </a:cubicBezTo>
                <a:cubicBezTo>
                  <a:pt x="1081342" y="130607"/>
                  <a:pt x="1086261" y="131508"/>
                  <a:pt x="1092569" y="131508"/>
                </a:cubicBezTo>
                <a:cubicBezTo>
                  <a:pt x="1096578" y="131508"/>
                  <a:pt x="1099933" y="131118"/>
                  <a:pt x="1102632" y="130338"/>
                </a:cubicBezTo>
                <a:cubicBezTo>
                  <a:pt x="1105332" y="129558"/>
                  <a:pt x="1107510" y="128522"/>
                  <a:pt x="1109168" y="127231"/>
                </a:cubicBezTo>
                <a:cubicBezTo>
                  <a:pt x="1110825" y="125939"/>
                  <a:pt x="1112014" y="124459"/>
                  <a:pt x="1112736" y="122790"/>
                </a:cubicBezTo>
                <a:cubicBezTo>
                  <a:pt x="1113458" y="121123"/>
                  <a:pt x="1113819" y="119375"/>
                  <a:pt x="1113819" y="117545"/>
                </a:cubicBezTo>
                <a:close/>
                <a:moveTo>
                  <a:pt x="1208524" y="110258"/>
                </a:moveTo>
                <a:cubicBezTo>
                  <a:pt x="1208524" y="110686"/>
                  <a:pt x="1208417" y="111047"/>
                  <a:pt x="1208203" y="111341"/>
                </a:cubicBezTo>
                <a:cubicBezTo>
                  <a:pt x="1207989" y="111635"/>
                  <a:pt x="1207642" y="111889"/>
                  <a:pt x="1207161" y="112103"/>
                </a:cubicBezTo>
                <a:cubicBezTo>
                  <a:pt x="1206679" y="112317"/>
                  <a:pt x="1206011" y="112477"/>
                  <a:pt x="1205156" y="112584"/>
                </a:cubicBezTo>
                <a:cubicBezTo>
                  <a:pt x="1204300" y="112691"/>
                  <a:pt x="1203231" y="112744"/>
                  <a:pt x="1201948" y="112744"/>
                </a:cubicBezTo>
                <a:cubicBezTo>
                  <a:pt x="1200612" y="112744"/>
                  <a:pt x="1199516" y="112691"/>
                  <a:pt x="1198661" y="112584"/>
                </a:cubicBezTo>
                <a:cubicBezTo>
                  <a:pt x="1197805" y="112477"/>
                  <a:pt x="1197137" y="112317"/>
                  <a:pt x="1196656" y="112103"/>
                </a:cubicBezTo>
                <a:cubicBezTo>
                  <a:pt x="1196175" y="111889"/>
                  <a:pt x="1195827" y="111635"/>
                  <a:pt x="1195613" y="111341"/>
                </a:cubicBezTo>
                <a:cubicBezTo>
                  <a:pt x="1195400" y="111047"/>
                  <a:pt x="1195293" y="110686"/>
                  <a:pt x="1195293" y="110258"/>
                </a:cubicBezTo>
                <a:lnTo>
                  <a:pt x="1195293" y="67999"/>
                </a:lnTo>
                <a:cubicBezTo>
                  <a:pt x="1195293" y="63883"/>
                  <a:pt x="1194972" y="60569"/>
                  <a:pt x="1194330" y="58056"/>
                </a:cubicBezTo>
                <a:cubicBezTo>
                  <a:pt x="1193689" y="55544"/>
                  <a:pt x="1192753" y="53378"/>
                  <a:pt x="1191524" y="51561"/>
                </a:cubicBezTo>
                <a:cubicBezTo>
                  <a:pt x="1190294" y="49743"/>
                  <a:pt x="1188704" y="48353"/>
                  <a:pt x="1186753" y="47391"/>
                </a:cubicBezTo>
                <a:cubicBezTo>
                  <a:pt x="1184801" y="46429"/>
                  <a:pt x="1182543" y="45948"/>
                  <a:pt x="1179977" y="45948"/>
                </a:cubicBezTo>
                <a:cubicBezTo>
                  <a:pt x="1176662" y="45948"/>
                  <a:pt x="1173348" y="47124"/>
                  <a:pt x="1170034" y="49476"/>
                </a:cubicBezTo>
                <a:cubicBezTo>
                  <a:pt x="1166719" y="51828"/>
                  <a:pt x="1163244" y="55276"/>
                  <a:pt x="1159609" y="59820"/>
                </a:cubicBezTo>
                <a:lnTo>
                  <a:pt x="1159609" y="110258"/>
                </a:lnTo>
                <a:cubicBezTo>
                  <a:pt x="1159609" y="110686"/>
                  <a:pt x="1159502" y="111047"/>
                  <a:pt x="1159288" y="111341"/>
                </a:cubicBezTo>
                <a:cubicBezTo>
                  <a:pt x="1159075" y="111635"/>
                  <a:pt x="1158727" y="111889"/>
                  <a:pt x="1158246" y="112103"/>
                </a:cubicBezTo>
                <a:cubicBezTo>
                  <a:pt x="1157765" y="112317"/>
                  <a:pt x="1157097" y="112477"/>
                  <a:pt x="1156241" y="112584"/>
                </a:cubicBezTo>
                <a:cubicBezTo>
                  <a:pt x="1155386" y="112691"/>
                  <a:pt x="1154290" y="112744"/>
                  <a:pt x="1152953" y="112744"/>
                </a:cubicBezTo>
                <a:cubicBezTo>
                  <a:pt x="1151670" y="112744"/>
                  <a:pt x="1150601" y="112691"/>
                  <a:pt x="1149746" y="112584"/>
                </a:cubicBezTo>
                <a:cubicBezTo>
                  <a:pt x="1148891" y="112477"/>
                  <a:pt x="1148209" y="112317"/>
                  <a:pt x="1147701" y="112103"/>
                </a:cubicBezTo>
                <a:cubicBezTo>
                  <a:pt x="1147193" y="111889"/>
                  <a:pt x="1146846" y="111635"/>
                  <a:pt x="1146659" y="111341"/>
                </a:cubicBezTo>
                <a:cubicBezTo>
                  <a:pt x="1146472" y="111045"/>
                  <a:pt x="1146378" y="110684"/>
                  <a:pt x="1146378" y="110256"/>
                </a:cubicBezTo>
                <a:lnTo>
                  <a:pt x="1146378" y="3050"/>
                </a:lnTo>
                <a:cubicBezTo>
                  <a:pt x="1146378" y="2622"/>
                  <a:pt x="1146472" y="2248"/>
                  <a:pt x="1146659" y="1927"/>
                </a:cubicBezTo>
                <a:cubicBezTo>
                  <a:pt x="1146846" y="1605"/>
                  <a:pt x="1147193" y="1336"/>
                  <a:pt x="1147701" y="1123"/>
                </a:cubicBezTo>
                <a:cubicBezTo>
                  <a:pt x="1148209" y="909"/>
                  <a:pt x="1148891" y="748"/>
                  <a:pt x="1149746" y="642"/>
                </a:cubicBezTo>
                <a:cubicBezTo>
                  <a:pt x="1150601" y="535"/>
                  <a:pt x="1151670" y="481"/>
                  <a:pt x="1152953" y="481"/>
                </a:cubicBezTo>
                <a:cubicBezTo>
                  <a:pt x="1154290" y="481"/>
                  <a:pt x="1155386" y="535"/>
                  <a:pt x="1156241" y="642"/>
                </a:cubicBezTo>
                <a:cubicBezTo>
                  <a:pt x="1157097" y="748"/>
                  <a:pt x="1157765" y="910"/>
                  <a:pt x="1158246" y="1125"/>
                </a:cubicBezTo>
                <a:cubicBezTo>
                  <a:pt x="1158727" y="1339"/>
                  <a:pt x="1159075" y="1606"/>
                  <a:pt x="1159288" y="1927"/>
                </a:cubicBezTo>
                <a:cubicBezTo>
                  <a:pt x="1159502" y="2248"/>
                  <a:pt x="1159609" y="2623"/>
                  <a:pt x="1159609" y="3052"/>
                </a:cubicBezTo>
                <a:lnTo>
                  <a:pt x="1159609" y="46349"/>
                </a:lnTo>
                <a:cubicBezTo>
                  <a:pt x="1163405" y="42339"/>
                  <a:pt x="1167227" y="39359"/>
                  <a:pt x="1171076" y="37408"/>
                </a:cubicBezTo>
                <a:cubicBezTo>
                  <a:pt x="1174925" y="35456"/>
                  <a:pt x="1178801" y="34481"/>
                  <a:pt x="1182703" y="34481"/>
                </a:cubicBezTo>
                <a:cubicBezTo>
                  <a:pt x="1187514" y="34481"/>
                  <a:pt x="1191564" y="35296"/>
                  <a:pt x="1194852" y="36927"/>
                </a:cubicBezTo>
                <a:cubicBezTo>
                  <a:pt x="1198139" y="38557"/>
                  <a:pt x="1200799" y="40735"/>
                  <a:pt x="1202830" y="43462"/>
                </a:cubicBezTo>
                <a:cubicBezTo>
                  <a:pt x="1204862" y="46188"/>
                  <a:pt x="1206319" y="49382"/>
                  <a:pt x="1207201" y="53044"/>
                </a:cubicBezTo>
                <a:cubicBezTo>
                  <a:pt x="1208083" y="56706"/>
                  <a:pt x="1208524" y="61130"/>
                  <a:pt x="1208524" y="66315"/>
                </a:cubicBezTo>
                <a:lnTo>
                  <a:pt x="1208524" y="110258"/>
                </a:lnTo>
                <a:close/>
                <a:moveTo>
                  <a:pt x="1249092" y="100796"/>
                </a:moveTo>
                <a:cubicBezTo>
                  <a:pt x="1249092" y="102453"/>
                  <a:pt x="1249012" y="103977"/>
                  <a:pt x="1248851" y="105367"/>
                </a:cubicBezTo>
                <a:cubicBezTo>
                  <a:pt x="1248691" y="106757"/>
                  <a:pt x="1248424" y="108067"/>
                  <a:pt x="1248049" y="109296"/>
                </a:cubicBezTo>
                <a:cubicBezTo>
                  <a:pt x="1247675" y="110526"/>
                  <a:pt x="1247181" y="111742"/>
                  <a:pt x="1246566" y="112945"/>
                </a:cubicBezTo>
                <a:cubicBezTo>
                  <a:pt x="1245951" y="114148"/>
                  <a:pt x="1245189" y="115417"/>
                  <a:pt x="1244281" y="116754"/>
                </a:cubicBezTo>
                <a:lnTo>
                  <a:pt x="1233295" y="133272"/>
                </a:lnTo>
                <a:cubicBezTo>
                  <a:pt x="1233027" y="133647"/>
                  <a:pt x="1232720" y="133967"/>
                  <a:pt x="1232373" y="134235"/>
                </a:cubicBezTo>
                <a:cubicBezTo>
                  <a:pt x="1232025" y="134502"/>
                  <a:pt x="1231597" y="134742"/>
                  <a:pt x="1231090" y="134956"/>
                </a:cubicBezTo>
                <a:cubicBezTo>
                  <a:pt x="1230582" y="135170"/>
                  <a:pt x="1229994" y="135317"/>
                  <a:pt x="1229325" y="135397"/>
                </a:cubicBezTo>
                <a:cubicBezTo>
                  <a:pt x="1228657" y="135478"/>
                  <a:pt x="1227815" y="135518"/>
                  <a:pt x="1226800" y="135518"/>
                </a:cubicBezTo>
                <a:cubicBezTo>
                  <a:pt x="1225891" y="135518"/>
                  <a:pt x="1225129" y="135478"/>
                  <a:pt x="1224514" y="135397"/>
                </a:cubicBezTo>
                <a:cubicBezTo>
                  <a:pt x="1223899" y="135317"/>
                  <a:pt x="1223458" y="135183"/>
                  <a:pt x="1223191" y="134996"/>
                </a:cubicBezTo>
                <a:cubicBezTo>
                  <a:pt x="1222924" y="134809"/>
                  <a:pt x="1222777" y="134555"/>
                  <a:pt x="1222750" y="134235"/>
                </a:cubicBezTo>
                <a:cubicBezTo>
                  <a:pt x="1222723" y="133914"/>
                  <a:pt x="1222817" y="133540"/>
                  <a:pt x="1223031" y="133112"/>
                </a:cubicBezTo>
                <a:lnTo>
                  <a:pt x="1233696" y="111060"/>
                </a:lnTo>
                <a:lnTo>
                  <a:pt x="1233696" y="100796"/>
                </a:lnTo>
                <a:cubicBezTo>
                  <a:pt x="1233696" y="99353"/>
                  <a:pt x="1233843" y="98203"/>
                  <a:pt x="1234137" y="97348"/>
                </a:cubicBezTo>
                <a:cubicBezTo>
                  <a:pt x="1234431" y="96493"/>
                  <a:pt x="1234899" y="95851"/>
                  <a:pt x="1235540" y="95424"/>
                </a:cubicBezTo>
                <a:cubicBezTo>
                  <a:pt x="1236182" y="94996"/>
                  <a:pt x="1236983" y="94702"/>
                  <a:pt x="1237946" y="94542"/>
                </a:cubicBezTo>
                <a:cubicBezTo>
                  <a:pt x="1238908" y="94381"/>
                  <a:pt x="1240084" y="94301"/>
                  <a:pt x="1241474" y="94301"/>
                </a:cubicBezTo>
                <a:cubicBezTo>
                  <a:pt x="1242810" y="94301"/>
                  <a:pt x="1243960" y="94381"/>
                  <a:pt x="1244922" y="94542"/>
                </a:cubicBezTo>
                <a:cubicBezTo>
                  <a:pt x="1245884" y="94702"/>
                  <a:pt x="1246673" y="94996"/>
                  <a:pt x="1247288" y="95424"/>
                </a:cubicBezTo>
                <a:cubicBezTo>
                  <a:pt x="1247902" y="95851"/>
                  <a:pt x="1248357" y="96493"/>
                  <a:pt x="1248651" y="97348"/>
                </a:cubicBezTo>
                <a:cubicBezTo>
                  <a:pt x="1248945" y="98203"/>
                  <a:pt x="1249092" y="99353"/>
                  <a:pt x="1249092" y="100796"/>
                </a:cubicBezTo>
                <a:close/>
                <a:moveTo>
                  <a:pt x="1346706" y="42820"/>
                </a:moveTo>
                <a:cubicBezTo>
                  <a:pt x="1346706" y="43996"/>
                  <a:pt x="1346679" y="44985"/>
                  <a:pt x="1346625" y="45787"/>
                </a:cubicBezTo>
                <a:cubicBezTo>
                  <a:pt x="1346572" y="46589"/>
                  <a:pt x="1346465" y="47217"/>
                  <a:pt x="1346305" y="47672"/>
                </a:cubicBezTo>
                <a:cubicBezTo>
                  <a:pt x="1346144" y="48126"/>
                  <a:pt x="1345944" y="48474"/>
                  <a:pt x="1345703" y="48714"/>
                </a:cubicBezTo>
                <a:cubicBezTo>
                  <a:pt x="1345463" y="48955"/>
                  <a:pt x="1345129" y="49075"/>
                  <a:pt x="1344701" y="49075"/>
                </a:cubicBezTo>
                <a:cubicBezTo>
                  <a:pt x="1344273" y="49075"/>
                  <a:pt x="1343752" y="48955"/>
                  <a:pt x="1343137" y="48714"/>
                </a:cubicBezTo>
                <a:cubicBezTo>
                  <a:pt x="1342522" y="48474"/>
                  <a:pt x="1341828" y="48233"/>
                  <a:pt x="1341052" y="47992"/>
                </a:cubicBezTo>
                <a:cubicBezTo>
                  <a:pt x="1340277" y="47752"/>
                  <a:pt x="1339409" y="47525"/>
                  <a:pt x="1338446" y="47311"/>
                </a:cubicBezTo>
                <a:cubicBezTo>
                  <a:pt x="1337484" y="47097"/>
                  <a:pt x="1336442" y="46990"/>
                  <a:pt x="1335319" y="46990"/>
                </a:cubicBezTo>
                <a:cubicBezTo>
                  <a:pt x="1333982" y="46990"/>
                  <a:pt x="1332673" y="47257"/>
                  <a:pt x="1331390" y="47792"/>
                </a:cubicBezTo>
                <a:cubicBezTo>
                  <a:pt x="1330107" y="48327"/>
                  <a:pt x="1328757" y="49209"/>
                  <a:pt x="1327340" y="50438"/>
                </a:cubicBezTo>
                <a:cubicBezTo>
                  <a:pt x="1325924" y="51668"/>
                  <a:pt x="1324440" y="53298"/>
                  <a:pt x="1322890" y="55330"/>
                </a:cubicBezTo>
                <a:cubicBezTo>
                  <a:pt x="1321339" y="57361"/>
                  <a:pt x="1319629" y="59847"/>
                  <a:pt x="1317758" y="62787"/>
                </a:cubicBezTo>
                <a:lnTo>
                  <a:pt x="1317758" y="110258"/>
                </a:lnTo>
                <a:cubicBezTo>
                  <a:pt x="1317758" y="110686"/>
                  <a:pt x="1317651" y="111047"/>
                  <a:pt x="1317437" y="111341"/>
                </a:cubicBezTo>
                <a:cubicBezTo>
                  <a:pt x="1317223" y="111635"/>
                  <a:pt x="1316876" y="111889"/>
                  <a:pt x="1316395" y="112103"/>
                </a:cubicBezTo>
                <a:cubicBezTo>
                  <a:pt x="1315913" y="112317"/>
                  <a:pt x="1315245" y="112477"/>
                  <a:pt x="1314390" y="112584"/>
                </a:cubicBezTo>
                <a:cubicBezTo>
                  <a:pt x="1313535" y="112691"/>
                  <a:pt x="1312439" y="112744"/>
                  <a:pt x="1311102" y="112744"/>
                </a:cubicBezTo>
                <a:cubicBezTo>
                  <a:pt x="1309819" y="112744"/>
                  <a:pt x="1308750" y="112691"/>
                  <a:pt x="1307895" y="112584"/>
                </a:cubicBezTo>
                <a:cubicBezTo>
                  <a:pt x="1307039" y="112477"/>
                  <a:pt x="1306358" y="112317"/>
                  <a:pt x="1305850" y="112103"/>
                </a:cubicBezTo>
                <a:cubicBezTo>
                  <a:pt x="1305342" y="111889"/>
                  <a:pt x="1304995" y="111635"/>
                  <a:pt x="1304807" y="111341"/>
                </a:cubicBezTo>
                <a:cubicBezTo>
                  <a:pt x="1304620" y="111047"/>
                  <a:pt x="1304527" y="110686"/>
                  <a:pt x="1304527" y="110258"/>
                </a:cubicBezTo>
                <a:lnTo>
                  <a:pt x="1304527" y="38089"/>
                </a:lnTo>
                <a:cubicBezTo>
                  <a:pt x="1304527" y="37662"/>
                  <a:pt x="1304607" y="37301"/>
                  <a:pt x="1304767" y="37007"/>
                </a:cubicBezTo>
                <a:cubicBezTo>
                  <a:pt x="1304928" y="36713"/>
                  <a:pt x="1305248" y="36445"/>
                  <a:pt x="1305730" y="36205"/>
                </a:cubicBezTo>
                <a:cubicBezTo>
                  <a:pt x="1306211" y="35964"/>
                  <a:pt x="1306825" y="35804"/>
                  <a:pt x="1307574" y="35724"/>
                </a:cubicBezTo>
                <a:cubicBezTo>
                  <a:pt x="1308322" y="35644"/>
                  <a:pt x="1309311" y="35603"/>
                  <a:pt x="1310541" y="35603"/>
                </a:cubicBezTo>
                <a:cubicBezTo>
                  <a:pt x="1311717" y="35603"/>
                  <a:pt x="1312693" y="35644"/>
                  <a:pt x="1313468" y="35724"/>
                </a:cubicBezTo>
                <a:cubicBezTo>
                  <a:pt x="1314243" y="35804"/>
                  <a:pt x="1314844" y="35964"/>
                  <a:pt x="1315272" y="36205"/>
                </a:cubicBezTo>
                <a:cubicBezTo>
                  <a:pt x="1315700" y="36445"/>
                  <a:pt x="1316007" y="36713"/>
                  <a:pt x="1316194" y="37007"/>
                </a:cubicBezTo>
                <a:cubicBezTo>
                  <a:pt x="1316381" y="37301"/>
                  <a:pt x="1316475" y="37662"/>
                  <a:pt x="1316475" y="38089"/>
                </a:cubicBezTo>
                <a:lnTo>
                  <a:pt x="1316475" y="48594"/>
                </a:lnTo>
                <a:cubicBezTo>
                  <a:pt x="1318453" y="45707"/>
                  <a:pt x="1320310" y="43355"/>
                  <a:pt x="1322048" y="41537"/>
                </a:cubicBezTo>
                <a:cubicBezTo>
                  <a:pt x="1323785" y="39720"/>
                  <a:pt x="1325429" y="38290"/>
                  <a:pt x="1326979" y="37247"/>
                </a:cubicBezTo>
                <a:cubicBezTo>
                  <a:pt x="1328530" y="36205"/>
                  <a:pt x="1330067" y="35483"/>
                  <a:pt x="1331590" y="35082"/>
                </a:cubicBezTo>
                <a:cubicBezTo>
                  <a:pt x="1333114" y="34681"/>
                  <a:pt x="1334651" y="34481"/>
                  <a:pt x="1336201" y="34481"/>
                </a:cubicBezTo>
                <a:cubicBezTo>
                  <a:pt x="1336896" y="34481"/>
                  <a:pt x="1337684" y="34521"/>
                  <a:pt x="1338567" y="34601"/>
                </a:cubicBezTo>
                <a:cubicBezTo>
                  <a:pt x="1339449" y="34681"/>
                  <a:pt x="1340371" y="34828"/>
                  <a:pt x="1341333" y="35042"/>
                </a:cubicBezTo>
                <a:cubicBezTo>
                  <a:pt x="1342295" y="35256"/>
                  <a:pt x="1343164" y="35497"/>
                  <a:pt x="1343939" y="35764"/>
                </a:cubicBezTo>
                <a:cubicBezTo>
                  <a:pt x="1344714" y="36031"/>
                  <a:pt x="1345262" y="36298"/>
                  <a:pt x="1345583" y="36566"/>
                </a:cubicBezTo>
                <a:cubicBezTo>
                  <a:pt x="1345904" y="36833"/>
                  <a:pt x="1346118" y="37087"/>
                  <a:pt x="1346224" y="37327"/>
                </a:cubicBezTo>
                <a:cubicBezTo>
                  <a:pt x="1346331" y="37568"/>
                  <a:pt x="1346425" y="37875"/>
                  <a:pt x="1346505" y="38250"/>
                </a:cubicBezTo>
                <a:cubicBezTo>
                  <a:pt x="1346585" y="38624"/>
                  <a:pt x="1346639" y="39172"/>
                  <a:pt x="1346666" y="39893"/>
                </a:cubicBezTo>
                <a:cubicBezTo>
                  <a:pt x="1346692" y="40615"/>
                  <a:pt x="1346706" y="41591"/>
                  <a:pt x="1346706" y="42820"/>
                </a:cubicBezTo>
                <a:close/>
                <a:moveTo>
                  <a:pt x="1426331" y="73412"/>
                </a:moveTo>
                <a:cubicBezTo>
                  <a:pt x="1426331" y="79298"/>
                  <a:pt x="1425556" y="84715"/>
                  <a:pt x="1424005" y="89665"/>
                </a:cubicBezTo>
                <a:cubicBezTo>
                  <a:pt x="1422455" y="94615"/>
                  <a:pt x="1420143" y="98883"/>
                  <a:pt x="1417069" y="102470"/>
                </a:cubicBezTo>
                <a:cubicBezTo>
                  <a:pt x="1413995" y="106055"/>
                  <a:pt x="1410146" y="108851"/>
                  <a:pt x="1405522" y="110857"/>
                </a:cubicBezTo>
                <a:cubicBezTo>
                  <a:pt x="1400898" y="112864"/>
                  <a:pt x="1395539" y="113867"/>
                  <a:pt x="1389444" y="113867"/>
                </a:cubicBezTo>
                <a:cubicBezTo>
                  <a:pt x="1383511" y="113867"/>
                  <a:pt x="1378338" y="112984"/>
                  <a:pt x="1373928" y="111218"/>
                </a:cubicBezTo>
                <a:cubicBezTo>
                  <a:pt x="1369518" y="109452"/>
                  <a:pt x="1365842" y="106884"/>
                  <a:pt x="1362902" y="103513"/>
                </a:cubicBezTo>
                <a:cubicBezTo>
                  <a:pt x="1359962" y="100141"/>
                  <a:pt x="1357770" y="96048"/>
                  <a:pt x="1356327" y="91231"/>
                </a:cubicBezTo>
                <a:cubicBezTo>
                  <a:pt x="1354883" y="86415"/>
                  <a:pt x="1354162" y="80956"/>
                  <a:pt x="1354162" y="74855"/>
                </a:cubicBezTo>
                <a:cubicBezTo>
                  <a:pt x="1354162" y="68970"/>
                  <a:pt x="1354924" y="63552"/>
                  <a:pt x="1356447" y="58602"/>
                </a:cubicBezTo>
                <a:cubicBezTo>
                  <a:pt x="1357971" y="53652"/>
                  <a:pt x="1360269" y="49385"/>
                  <a:pt x="1363343" y="45800"/>
                </a:cubicBezTo>
                <a:cubicBezTo>
                  <a:pt x="1366417" y="42213"/>
                  <a:pt x="1370253" y="39430"/>
                  <a:pt x="1374850" y="37450"/>
                </a:cubicBezTo>
                <a:cubicBezTo>
                  <a:pt x="1379448" y="35471"/>
                  <a:pt x="1384820" y="34481"/>
                  <a:pt x="1390968" y="34481"/>
                </a:cubicBezTo>
                <a:cubicBezTo>
                  <a:pt x="1396902" y="34481"/>
                  <a:pt x="1402074" y="35364"/>
                  <a:pt x="1406484" y="37130"/>
                </a:cubicBezTo>
                <a:cubicBezTo>
                  <a:pt x="1410895" y="38895"/>
                  <a:pt x="1414570" y="41464"/>
                  <a:pt x="1417510" y="44835"/>
                </a:cubicBezTo>
                <a:cubicBezTo>
                  <a:pt x="1420450" y="48206"/>
                  <a:pt x="1422656" y="52300"/>
                  <a:pt x="1424126" y="57116"/>
                </a:cubicBezTo>
                <a:cubicBezTo>
                  <a:pt x="1425596" y="61933"/>
                  <a:pt x="1426331" y="67365"/>
                  <a:pt x="1426331" y="73412"/>
                </a:cubicBezTo>
                <a:moveTo>
                  <a:pt x="1412378" y="74294"/>
                </a:moveTo>
                <a:cubicBezTo>
                  <a:pt x="1412378" y="70387"/>
                  <a:pt x="1412017" y="66693"/>
                  <a:pt x="1411296" y="63213"/>
                </a:cubicBezTo>
                <a:cubicBezTo>
                  <a:pt x="1410574" y="59733"/>
                  <a:pt x="1409384" y="56682"/>
                  <a:pt x="1407727" y="54059"/>
                </a:cubicBezTo>
                <a:cubicBezTo>
                  <a:pt x="1406070" y="51436"/>
                  <a:pt x="1403825" y="49362"/>
                  <a:pt x="1400991" y="47837"/>
                </a:cubicBezTo>
                <a:cubicBezTo>
                  <a:pt x="1398158" y="46310"/>
                  <a:pt x="1394630" y="45547"/>
                  <a:pt x="1390407" y="45547"/>
                </a:cubicBezTo>
                <a:cubicBezTo>
                  <a:pt x="1386504" y="45547"/>
                  <a:pt x="1383150" y="46243"/>
                  <a:pt x="1380343" y="47634"/>
                </a:cubicBezTo>
                <a:cubicBezTo>
                  <a:pt x="1377537" y="49026"/>
                  <a:pt x="1375224" y="50994"/>
                  <a:pt x="1373407" y="53538"/>
                </a:cubicBezTo>
                <a:cubicBezTo>
                  <a:pt x="1371589" y="56081"/>
                  <a:pt x="1370239" y="59092"/>
                  <a:pt x="1369357" y="62572"/>
                </a:cubicBezTo>
                <a:cubicBezTo>
                  <a:pt x="1368475" y="66050"/>
                  <a:pt x="1368034" y="69850"/>
                  <a:pt x="1368034" y="73973"/>
                </a:cubicBezTo>
                <a:cubicBezTo>
                  <a:pt x="1368034" y="77934"/>
                  <a:pt x="1368395" y="81655"/>
                  <a:pt x="1369117" y="85135"/>
                </a:cubicBezTo>
                <a:cubicBezTo>
                  <a:pt x="1369838" y="88614"/>
                  <a:pt x="1371041" y="91652"/>
                  <a:pt x="1372725" y="94248"/>
                </a:cubicBezTo>
                <a:cubicBezTo>
                  <a:pt x="1374409" y="96844"/>
                  <a:pt x="1376668" y="98906"/>
                  <a:pt x="1379501" y="100433"/>
                </a:cubicBezTo>
                <a:cubicBezTo>
                  <a:pt x="1382334" y="101958"/>
                  <a:pt x="1385863" y="102721"/>
                  <a:pt x="1390086" y="102721"/>
                </a:cubicBezTo>
                <a:cubicBezTo>
                  <a:pt x="1393935" y="102721"/>
                  <a:pt x="1397276" y="102025"/>
                  <a:pt x="1400109" y="100633"/>
                </a:cubicBezTo>
                <a:cubicBezTo>
                  <a:pt x="1402943" y="99242"/>
                  <a:pt x="1405268" y="97288"/>
                  <a:pt x="1407086" y="94772"/>
                </a:cubicBezTo>
                <a:cubicBezTo>
                  <a:pt x="1408903" y="92255"/>
                  <a:pt x="1410240" y="89257"/>
                  <a:pt x="1411095" y="85779"/>
                </a:cubicBezTo>
                <a:cubicBezTo>
                  <a:pt x="1411950" y="82299"/>
                  <a:pt x="1412378" y="78471"/>
                  <a:pt x="1412378" y="74294"/>
                </a:cubicBezTo>
                <a:close/>
                <a:moveTo>
                  <a:pt x="1506271" y="110258"/>
                </a:moveTo>
                <a:cubicBezTo>
                  <a:pt x="1506271" y="110686"/>
                  <a:pt x="1506178" y="111047"/>
                  <a:pt x="1505990" y="111341"/>
                </a:cubicBezTo>
                <a:cubicBezTo>
                  <a:pt x="1505803" y="111635"/>
                  <a:pt x="1505469" y="111889"/>
                  <a:pt x="1504988" y="112103"/>
                </a:cubicBezTo>
                <a:cubicBezTo>
                  <a:pt x="1504507" y="112317"/>
                  <a:pt x="1503879" y="112477"/>
                  <a:pt x="1503104" y="112584"/>
                </a:cubicBezTo>
                <a:cubicBezTo>
                  <a:pt x="1502329" y="112691"/>
                  <a:pt x="1501380" y="112744"/>
                  <a:pt x="1500257" y="112744"/>
                </a:cubicBezTo>
                <a:cubicBezTo>
                  <a:pt x="1499027" y="112744"/>
                  <a:pt x="1498025" y="112691"/>
                  <a:pt x="1497250" y="112584"/>
                </a:cubicBezTo>
                <a:cubicBezTo>
                  <a:pt x="1496475" y="112477"/>
                  <a:pt x="1495860" y="112317"/>
                  <a:pt x="1495406" y="112103"/>
                </a:cubicBezTo>
                <a:cubicBezTo>
                  <a:pt x="1494951" y="111889"/>
                  <a:pt x="1494644" y="111635"/>
                  <a:pt x="1494483" y="111341"/>
                </a:cubicBezTo>
                <a:cubicBezTo>
                  <a:pt x="1494323" y="111047"/>
                  <a:pt x="1494243" y="110686"/>
                  <a:pt x="1494243" y="110258"/>
                </a:cubicBezTo>
                <a:lnTo>
                  <a:pt x="1494243" y="100716"/>
                </a:lnTo>
                <a:cubicBezTo>
                  <a:pt x="1490127" y="105288"/>
                  <a:pt x="1486064" y="108624"/>
                  <a:pt x="1482054" y="110722"/>
                </a:cubicBezTo>
                <a:cubicBezTo>
                  <a:pt x="1478045" y="112819"/>
                  <a:pt x="1473982" y="113867"/>
                  <a:pt x="1469866" y="113867"/>
                </a:cubicBezTo>
                <a:cubicBezTo>
                  <a:pt x="1465054" y="113867"/>
                  <a:pt x="1461005" y="113064"/>
                  <a:pt x="1457717" y="111459"/>
                </a:cubicBezTo>
                <a:cubicBezTo>
                  <a:pt x="1454430" y="109853"/>
                  <a:pt x="1451770" y="107673"/>
                  <a:pt x="1449739" y="104918"/>
                </a:cubicBezTo>
                <a:cubicBezTo>
                  <a:pt x="1447707" y="102162"/>
                  <a:pt x="1446250" y="98951"/>
                  <a:pt x="1445368" y="95286"/>
                </a:cubicBezTo>
                <a:cubicBezTo>
                  <a:pt x="1444486" y="91619"/>
                  <a:pt x="1444045" y="87163"/>
                  <a:pt x="1444045" y="81919"/>
                </a:cubicBezTo>
                <a:lnTo>
                  <a:pt x="1444045" y="38092"/>
                </a:lnTo>
                <a:cubicBezTo>
                  <a:pt x="1444045" y="37664"/>
                  <a:pt x="1444139" y="37303"/>
                  <a:pt x="1444326" y="37009"/>
                </a:cubicBezTo>
                <a:cubicBezTo>
                  <a:pt x="1444513" y="36714"/>
                  <a:pt x="1444874" y="36445"/>
                  <a:pt x="1445408" y="36205"/>
                </a:cubicBezTo>
                <a:cubicBezTo>
                  <a:pt x="1445943" y="35964"/>
                  <a:pt x="1446638" y="35804"/>
                  <a:pt x="1447493" y="35724"/>
                </a:cubicBezTo>
                <a:cubicBezTo>
                  <a:pt x="1448349" y="35644"/>
                  <a:pt x="1449418" y="35603"/>
                  <a:pt x="1450701" y="35603"/>
                </a:cubicBezTo>
                <a:cubicBezTo>
                  <a:pt x="1451984" y="35603"/>
                  <a:pt x="1453053" y="35644"/>
                  <a:pt x="1453908" y="35724"/>
                </a:cubicBezTo>
                <a:cubicBezTo>
                  <a:pt x="1454764" y="35804"/>
                  <a:pt x="1455445" y="35964"/>
                  <a:pt x="1455953" y="36205"/>
                </a:cubicBezTo>
                <a:cubicBezTo>
                  <a:pt x="1456461" y="36445"/>
                  <a:pt x="1456822" y="36714"/>
                  <a:pt x="1457036" y="37009"/>
                </a:cubicBezTo>
                <a:cubicBezTo>
                  <a:pt x="1457250" y="37303"/>
                  <a:pt x="1457356" y="37664"/>
                  <a:pt x="1457356" y="38092"/>
                </a:cubicBezTo>
                <a:lnTo>
                  <a:pt x="1457356" y="80160"/>
                </a:lnTo>
                <a:cubicBezTo>
                  <a:pt x="1457356" y="84389"/>
                  <a:pt x="1457664" y="87774"/>
                  <a:pt x="1458279" y="90317"/>
                </a:cubicBezTo>
                <a:cubicBezTo>
                  <a:pt x="1458893" y="92859"/>
                  <a:pt x="1459829" y="95028"/>
                  <a:pt x="1461085" y="96822"/>
                </a:cubicBezTo>
                <a:cubicBezTo>
                  <a:pt x="1462341" y="98614"/>
                  <a:pt x="1463932" y="100006"/>
                  <a:pt x="1465856" y="100997"/>
                </a:cubicBezTo>
                <a:cubicBezTo>
                  <a:pt x="1467781" y="101986"/>
                  <a:pt x="1470026" y="102480"/>
                  <a:pt x="1472592" y="102480"/>
                </a:cubicBezTo>
                <a:cubicBezTo>
                  <a:pt x="1475907" y="102480"/>
                  <a:pt x="1479208" y="101297"/>
                  <a:pt x="1482495" y="98932"/>
                </a:cubicBezTo>
                <a:cubicBezTo>
                  <a:pt x="1485783" y="96566"/>
                  <a:pt x="1489271" y="93098"/>
                  <a:pt x="1492960" y="88527"/>
                </a:cubicBezTo>
                <a:lnTo>
                  <a:pt x="1492960" y="38089"/>
                </a:lnTo>
                <a:cubicBezTo>
                  <a:pt x="1492960" y="37662"/>
                  <a:pt x="1493053" y="37301"/>
                  <a:pt x="1493241" y="37007"/>
                </a:cubicBezTo>
                <a:cubicBezTo>
                  <a:pt x="1493428" y="36713"/>
                  <a:pt x="1493788" y="36445"/>
                  <a:pt x="1494323" y="36205"/>
                </a:cubicBezTo>
                <a:cubicBezTo>
                  <a:pt x="1494858" y="35964"/>
                  <a:pt x="1495539" y="35804"/>
                  <a:pt x="1496368" y="35724"/>
                </a:cubicBezTo>
                <a:cubicBezTo>
                  <a:pt x="1497196" y="35644"/>
                  <a:pt x="1498279" y="35603"/>
                  <a:pt x="1499615" y="35603"/>
                </a:cubicBezTo>
                <a:cubicBezTo>
                  <a:pt x="1500898" y="35603"/>
                  <a:pt x="1501968" y="35644"/>
                  <a:pt x="1502823" y="35724"/>
                </a:cubicBezTo>
                <a:cubicBezTo>
                  <a:pt x="1503678" y="35804"/>
                  <a:pt x="1504347" y="35964"/>
                  <a:pt x="1504828" y="36205"/>
                </a:cubicBezTo>
                <a:cubicBezTo>
                  <a:pt x="1505309" y="36445"/>
                  <a:pt x="1505670" y="36713"/>
                  <a:pt x="1505910" y="37007"/>
                </a:cubicBezTo>
                <a:cubicBezTo>
                  <a:pt x="1506151" y="37301"/>
                  <a:pt x="1506271" y="37662"/>
                  <a:pt x="1506271" y="38089"/>
                </a:cubicBezTo>
                <a:lnTo>
                  <a:pt x="1506271" y="110258"/>
                </a:lnTo>
                <a:close/>
                <a:moveTo>
                  <a:pt x="1591825" y="110258"/>
                </a:moveTo>
                <a:cubicBezTo>
                  <a:pt x="1591825" y="110686"/>
                  <a:pt x="1591718" y="111047"/>
                  <a:pt x="1591504" y="111341"/>
                </a:cubicBezTo>
                <a:cubicBezTo>
                  <a:pt x="1591290" y="111635"/>
                  <a:pt x="1590943" y="111889"/>
                  <a:pt x="1590461" y="112103"/>
                </a:cubicBezTo>
                <a:cubicBezTo>
                  <a:pt x="1589980" y="112317"/>
                  <a:pt x="1589312" y="112477"/>
                  <a:pt x="1588457" y="112584"/>
                </a:cubicBezTo>
                <a:cubicBezTo>
                  <a:pt x="1587601" y="112691"/>
                  <a:pt x="1586532" y="112744"/>
                  <a:pt x="1585249" y="112744"/>
                </a:cubicBezTo>
                <a:cubicBezTo>
                  <a:pt x="1583913" y="112744"/>
                  <a:pt x="1582817" y="112691"/>
                  <a:pt x="1581962" y="112584"/>
                </a:cubicBezTo>
                <a:cubicBezTo>
                  <a:pt x="1581106" y="112477"/>
                  <a:pt x="1580438" y="112317"/>
                  <a:pt x="1579957" y="112103"/>
                </a:cubicBezTo>
                <a:cubicBezTo>
                  <a:pt x="1579476" y="111889"/>
                  <a:pt x="1579128" y="111635"/>
                  <a:pt x="1578914" y="111341"/>
                </a:cubicBezTo>
                <a:cubicBezTo>
                  <a:pt x="1578701" y="111047"/>
                  <a:pt x="1578594" y="110686"/>
                  <a:pt x="1578594" y="110258"/>
                </a:cubicBezTo>
                <a:lnTo>
                  <a:pt x="1578594" y="67999"/>
                </a:lnTo>
                <a:cubicBezTo>
                  <a:pt x="1578594" y="63883"/>
                  <a:pt x="1578273" y="60569"/>
                  <a:pt x="1577631" y="58056"/>
                </a:cubicBezTo>
                <a:cubicBezTo>
                  <a:pt x="1576990" y="55544"/>
                  <a:pt x="1576054" y="53378"/>
                  <a:pt x="1574825" y="51561"/>
                </a:cubicBezTo>
                <a:cubicBezTo>
                  <a:pt x="1573595" y="49743"/>
                  <a:pt x="1572005" y="48353"/>
                  <a:pt x="1570054" y="47391"/>
                </a:cubicBezTo>
                <a:cubicBezTo>
                  <a:pt x="1568102" y="46429"/>
                  <a:pt x="1565844" y="45948"/>
                  <a:pt x="1563278" y="45948"/>
                </a:cubicBezTo>
                <a:cubicBezTo>
                  <a:pt x="1559963" y="45948"/>
                  <a:pt x="1556649" y="47124"/>
                  <a:pt x="1553334" y="49476"/>
                </a:cubicBezTo>
                <a:cubicBezTo>
                  <a:pt x="1550020" y="51828"/>
                  <a:pt x="1546545" y="55276"/>
                  <a:pt x="1542910" y="59820"/>
                </a:cubicBezTo>
                <a:lnTo>
                  <a:pt x="1542910" y="110258"/>
                </a:lnTo>
                <a:cubicBezTo>
                  <a:pt x="1542910" y="110686"/>
                  <a:pt x="1542803" y="111047"/>
                  <a:pt x="1542589" y="111341"/>
                </a:cubicBezTo>
                <a:cubicBezTo>
                  <a:pt x="1542375" y="111635"/>
                  <a:pt x="1542028" y="111889"/>
                  <a:pt x="1541547" y="112103"/>
                </a:cubicBezTo>
                <a:cubicBezTo>
                  <a:pt x="1541066" y="112317"/>
                  <a:pt x="1540397" y="112477"/>
                  <a:pt x="1539542" y="112584"/>
                </a:cubicBezTo>
                <a:cubicBezTo>
                  <a:pt x="1538687" y="112691"/>
                  <a:pt x="1537591" y="112744"/>
                  <a:pt x="1536254" y="112744"/>
                </a:cubicBezTo>
                <a:cubicBezTo>
                  <a:pt x="1534971" y="112744"/>
                  <a:pt x="1533902" y="112691"/>
                  <a:pt x="1533047" y="112584"/>
                </a:cubicBezTo>
                <a:cubicBezTo>
                  <a:pt x="1532192" y="112477"/>
                  <a:pt x="1531510" y="112317"/>
                  <a:pt x="1531002" y="112103"/>
                </a:cubicBezTo>
                <a:cubicBezTo>
                  <a:pt x="1530494" y="111889"/>
                  <a:pt x="1530147" y="111635"/>
                  <a:pt x="1529960" y="111341"/>
                </a:cubicBezTo>
                <a:cubicBezTo>
                  <a:pt x="1529773" y="111047"/>
                  <a:pt x="1529679" y="110686"/>
                  <a:pt x="1529679" y="110258"/>
                </a:cubicBezTo>
                <a:lnTo>
                  <a:pt x="1529679" y="38089"/>
                </a:lnTo>
                <a:cubicBezTo>
                  <a:pt x="1529679" y="37662"/>
                  <a:pt x="1529759" y="37301"/>
                  <a:pt x="1529920" y="37007"/>
                </a:cubicBezTo>
                <a:cubicBezTo>
                  <a:pt x="1530080" y="36713"/>
                  <a:pt x="1530401" y="36445"/>
                  <a:pt x="1530882" y="36205"/>
                </a:cubicBezTo>
                <a:cubicBezTo>
                  <a:pt x="1531363" y="35964"/>
                  <a:pt x="1531978" y="35804"/>
                  <a:pt x="1532726" y="35724"/>
                </a:cubicBezTo>
                <a:cubicBezTo>
                  <a:pt x="1533475" y="35644"/>
                  <a:pt x="1534464" y="35603"/>
                  <a:pt x="1535693" y="35603"/>
                </a:cubicBezTo>
                <a:cubicBezTo>
                  <a:pt x="1536869" y="35603"/>
                  <a:pt x="1537845" y="35644"/>
                  <a:pt x="1538620" y="35724"/>
                </a:cubicBezTo>
                <a:cubicBezTo>
                  <a:pt x="1539395" y="35804"/>
                  <a:pt x="1539997" y="35964"/>
                  <a:pt x="1540424" y="36205"/>
                </a:cubicBezTo>
                <a:cubicBezTo>
                  <a:pt x="1540852" y="36445"/>
                  <a:pt x="1541159" y="36713"/>
                  <a:pt x="1541346" y="37007"/>
                </a:cubicBezTo>
                <a:cubicBezTo>
                  <a:pt x="1541533" y="37301"/>
                  <a:pt x="1541627" y="37662"/>
                  <a:pt x="1541627" y="38089"/>
                </a:cubicBezTo>
                <a:lnTo>
                  <a:pt x="1541627" y="47632"/>
                </a:lnTo>
                <a:cubicBezTo>
                  <a:pt x="1545690" y="43088"/>
                  <a:pt x="1549739" y="39760"/>
                  <a:pt x="1553775" y="37648"/>
                </a:cubicBezTo>
                <a:cubicBezTo>
                  <a:pt x="1557812" y="35537"/>
                  <a:pt x="1561888" y="34481"/>
                  <a:pt x="1566004" y="34481"/>
                </a:cubicBezTo>
                <a:cubicBezTo>
                  <a:pt x="1570815" y="34481"/>
                  <a:pt x="1574865" y="35296"/>
                  <a:pt x="1578153" y="36927"/>
                </a:cubicBezTo>
                <a:cubicBezTo>
                  <a:pt x="1581440" y="38557"/>
                  <a:pt x="1584100" y="40735"/>
                  <a:pt x="1586131" y="43462"/>
                </a:cubicBezTo>
                <a:cubicBezTo>
                  <a:pt x="1588163" y="46188"/>
                  <a:pt x="1589619" y="49382"/>
                  <a:pt x="1590502" y="53044"/>
                </a:cubicBezTo>
                <a:cubicBezTo>
                  <a:pt x="1591384" y="56706"/>
                  <a:pt x="1591825" y="61103"/>
                  <a:pt x="1591825" y="66235"/>
                </a:cubicBezTo>
                <a:lnTo>
                  <a:pt x="1591825" y="110258"/>
                </a:lnTo>
                <a:close/>
                <a:moveTo>
                  <a:pt x="1676737" y="110256"/>
                </a:moveTo>
                <a:cubicBezTo>
                  <a:pt x="1676737" y="110684"/>
                  <a:pt x="1676643" y="111059"/>
                  <a:pt x="1676456" y="111381"/>
                </a:cubicBezTo>
                <a:cubicBezTo>
                  <a:pt x="1676269" y="111702"/>
                  <a:pt x="1675948" y="111956"/>
                  <a:pt x="1675494" y="112143"/>
                </a:cubicBezTo>
                <a:cubicBezTo>
                  <a:pt x="1675039" y="112330"/>
                  <a:pt x="1674438" y="112477"/>
                  <a:pt x="1673689" y="112584"/>
                </a:cubicBezTo>
                <a:cubicBezTo>
                  <a:pt x="1672941" y="112691"/>
                  <a:pt x="1672032" y="112744"/>
                  <a:pt x="1670963" y="112744"/>
                </a:cubicBezTo>
                <a:cubicBezTo>
                  <a:pt x="1669840" y="112744"/>
                  <a:pt x="1668905" y="112691"/>
                  <a:pt x="1668156" y="112584"/>
                </a:cubicBezTo>
                <a:cubicBezTo>
                  <a:pt x="1667408" y="112479"/>
                  <a:pt x="1666793" y="112333"/>
                  <a:pt x="1666312" y="112148"/>
                </a:cubicBezTo>
                <a:cubicBezTo>
                  <a:pt x="1665831" y="111961"/>
                  <a:pt x="1665484" y="111708"/>
                  <a:pt x="1665270" y="111389"/>
                </a:cubicBezTo>
                <a:cubicBezTo>
                  <a:pt x="1665056" y="111069"/>
                  <a:pt x="1664949" y="110698"/>
                  <a:pt x="1664949" y="110273"/>
                </a:cubicBezTo>
                <a:lnTo>
                  <a:pt x="1664949" y="100784"/>
                </a:lnTo>
                <a:cubicBezTo>
                  <a:pt x="1661153" y="104903"/>
                  <a:pt x="1657211" y="108114"/>
                  <a:pt x="1653121" y="110416"/>
                </a:cubicBezTo>
                <a:cubicBezTo>
                  <a:pt x="1649032" y="112717"/>
                  <a:pt x="1644554" y="113867"/>
                  <a:pt x="1639690" y="113867"/>
                </a:cubicBezTo>
                <a:cubicBezTo>
                  <a:pt x="1634397" y="113867"/>
                  <a:pt x="1629880" y="112837"/>
                  <a:pt x="1626138" y="110777"/>
                </a:cubicBezTo>
                <a:cubicBezTo>
                  <a:pt x="1622396" y="108717"/>
                  <a:pt x="1619362" y="105935"/>
                  <a:pt x="1617037" y="102430"/>
                </a:cubicBezTo>
                <a:cubicBezTo>
                  <a:pt x="1614711" y="98924"/>
                  <a:pt x="1613014" y="94803"/>
                  <a:pt x="1611945" y="90069"/>
                </a:cubicBezTo>
                <a:cubicBezTo>
                  <a:pt x="1610876" y="85332"/>
                  <a:pt x="1610341" y="80342"/>
                  <a:pt x="1610341" y="75096"/>
                </a:cubicBezTo>
                <a:cubicBezTo>
                  <a:pt x="1610341" y="68890"/>
                  <a:pt x="1611009" y="63285"/>
                  <a:pt x="1612346" y="58282"/>
                </a:cubicBezTo>
                <a:cubicBezTo>
                  <a:pt x="1613682" y="53278"/>
                  <a:pt x="1615660" y="49011"/>
                  <a:pt x="1618280" y="45479"/>
                </a:cubicBezTo>
                <a:cubicBezTo>
                  <a:pt x="1620899" y="41946"/>
                  <a:pt x="1624147" y="39229"/>
                  <a:pt x="1628022" y="37330"/>
                </a:cubicBezTo>
                <a:cubicBezTo>
                  <a:pt x="1631898" y="35431"/>
                  <a:pt x="1636375" y="34481"/>
                  <a:pt x="1641454" y="34481"/>
                </a:cubicBezTo>
                <a:cubicBezTo>
                  <a:pt x="1645677" y="34481"/>
                  <a:pt x="1649539" y="35404"/>
                  <a:pt x="1653041" y="37250"/>
                </a:cubicBezTo>
                <a:cubicBezTo>
                  <a:pt x="1656543" y="39096"/>
                  <a:pt x="1660004" y="41811"/>
                  <a:pt x="1663425" y="45396"/>
                </a:cubicBezTo>
                <a:lnTo>
                  <a:pt x="1663425" y="3373"/>
                </a:lnTo>
                <a:cubicBezTo>
                  <a:pt x="1663425" y="2999"/>
                  <a:pt x="1663519" y="2638"/>
                  <a:pt x="1663706" y="2290"/>
                </a:cubicBezTo>
                <a:cubicBezTo>
                  <a:pt x="1663893" y="1941"/>
                  <a:pt x="1664254" y="1673"/>
                  <a:pt x="1664789" y="1486"/>
                </a:cubicBezTo>
                <a:cubicBezTo>
                  <a:pt x="1665323" y="1297"/>
                  <a:pt x="1666005" y="1136"/>
                  <a:pt x="1666833" y="1002"/>
                </a:cubicBezTo>
                <a:cubicBezTo>
                  <a:pt x="1667662" y="869"/>
                  <a:pt x="1668718" y="802"/>
                  <a:pt x="1670001" y="802"/>
                </a:cubicBezTo>
                <a:cubicBezTo>
                  <a:pt x="1671337" y="802"/>
                  <a:pt x="1672433" y="869"/>
                  <a:pt x="1673288" y="1002"/>
                </a:cubicBezTo>
                <a:cubicBezTo>
                  <a:pt x="1674144" y="1136"/>
                  <a:pt x="1674812" y="1296"/>
                  <a:pt x="1675293" y="1483"/>
                </a:cubicBezTo>
                <a:cubicBezTo>
                  <a:pt x="1675774" y="1671"/>
                  <a:pt x="1676135" y="1939"/>
                  <a:pt x="1676376" y="2288"/>
                </a:cubicBezTo>
                <a:cubicBezTo>
                  <a:pt x="1676616" y="2635"/>
                  <a:pt x="1676737" y="2996"/>
                  <a:pt x="1676737" y="3370"/>
                </a:cubicBezTo>
                <a:lnTo>
                  <a:pt x="1676737" y="110256"/>
                </a:lnTo>
                <a:moveTo>
                  <a:pt x="1663425" y="59525"/>
                </a:moveTo>
                <a:cubicBezTo>
                  <a:pt x="1659844" y="55079"/>
                  <a:pt x="1656382" y="51692"/>
                  <a:pt x="1653041" y="49363"/>
                </a:cubicBezTo>
                <a:cubicBezTo>
                  <a:pt x="1649700" y="47033"/>
                  <a:pt x="1646212" y="45867"/>
                  <a:pt x="1642577" y="45867"/>
                </a:cubicBezTo>
                <a:cubicBezTo>
                  <a:pt x="1639209" y="45867"/>
                  <a:pt x="1636349" y="46671"/>
                  <a:pt x="1633996" y="48278"/>
                </a:cubicBezTo>
                <a:cubicBezTo>
                  <a:pt x="1631644" y="49884"/>
                  <a:pt x="1629733" y="51998"/>
                  <a:pt x="1628263" y="54621"/>
                </a:cubicBezTo>
                <a:cubicBezTo>
                  <a:pt x="1626793" y="57243"/>
                  <a:pt x="1625724" y="60214"/>
                  <a:pt x="1625055" y="63534"/>
                </a:cubicBezTo>
                <a:cubicBezTo>
                  <a:pt x="1624387" y="66853"/>
                  <a:pt x="1624053" y="70226"/>
                  <a:pt x="1624053" y="73653"/>
                </a:cubicBezTo>
                <a:cubicBezTo>
                  <a:pt x="1624053" y="77293"/>
                  <a:pt x="1624334" y="80853"/>
                  <a:pt x="1624895" y="84333"/>
                </a:cubicBezTo>
                <a:cubicBezTo>
                  <a:pt x="1625456" y="87812"/>
                  <a:pt x="1626432" y="90904"/>
                  <a:pt x="1627822" y="93607"/>
                </a:cubicBezTo>
                <a:cubicBezTo>
                  <a:pt x="1629212" y="96310"/>
                  <a:pt x="1631056" y="98478"/>
                  <a:pt x="1633355" y="100112"/>
                </a:cubicBezTo>
                <a:cubicBezTo>
                  <a:pt x="1635654" y="101744"/>
                  <a:pt x="1638540" y="102560"/>
                  <a:pt x="1642015" y="102560"/>
                </a:cubicBezTo>
                <a:cubicBezTo>
                  <a:pt x="1643779" y="102560"/>
                  <a:pt x="1645477" y="102320"/>
                  <a:pt x="1647107" y="101839"/>
                </a:cubicBezTo>
                <a:cubicBezTo>
                  <a:pt x="1648738" y="101356"/>
                  <a:pt x="1650408" y="100552"/>
                  <a:pt x="1652119" y="99428"/>
                </a:cubicBezTo>
                <a:cubicBezTo>
                  <a:pt x="1653830" y="98304"/>
                  <a:pt x="1655620" y="96844"/>
                  <a:pt x="1657491" y="95050"/>
                </a:cubicBezTo>
                <a:cubicBezTo>
                  <a:pt x="1659363" y="93256"/>
                  <a:pt x="1661340" y="91047"/>
                  <a:pt x="1663425" y="88422"/>
                </a:cubicBezTo>
                <a:lnTo>
                  <a:pt x="1663425" y="59525"/>
                </a:lnTo>
                <a:close/>
                <a:moveTo>
                  <a:pt x="1761729" y="71047"/>
                </a:moveTo>
                <a:cubicBezTo>
                  <a:pt x="1761729" y="73131"/>
                  <a:pt x="1761207" y="74615"/>
                  <a:pt x="1760165" y="75497"/>
                </a:cubicBezTo>
                <a:cubicBezTo>
                  <a:pt x="1759123" y="76379"/>
                  <a:pt x="1757933" y="76820"/>
                  <a:pt x="1756597" y="76820"/>
                </a:cubicBezTo>
                <a:lnTo>
                  <a:pt x="1709286" y="76820"/>
                </a:lnTo>
                <a:cubicBezTo>
                  <a:pt x="1709286" y="80841"/>
                  <a:pt x="1709687" y="84460"/>
                  <a:pt x="1710489" y="87678"/>
                </a:cubicBezTo>
                <a:cubicBezTo>
                  <a:pt x="1711290" y="90896"/>
                  <a:pt x="1712627" y="93657"/>
                  <a:pt x="1714498" y="95962"/>
                </a:cubicBezTo>
                <a:cubicBezTo>
                  <a:pt x="1716369" y="98268"/>
                  <a:pt x="1718801" y="100038"/>
                  <a:pt x="1721795" y="101272"/>
                </a:cubicBezTo>
                <a:cubicBezTo>
                  <a:pt x="1724789" y="102505"/>
                  <a:pt x="1728451" y="103122"/>
                  <a:pt x="1732781" y="103122"/>
                </a:cubicBezTo>
                <a:cubicBezTo>
                  <a:pt x="1736202" y="103122"/>
                  <a:pt x="1739249" y="102841"/>
                  <a:pt x="1741922" y="102280"/>
                </a:cubicBezTo>
                <a:cubicBezTo>
                  <a:pt x="1744595" y="101718"/>
                  <a:pt x="1746907" y="101090"/>
                  <a:pt x="1748858" y="100395"/>
                </a:cubicBezTo>
                <a:cubicBezTo>
                  <a:pt x="1750810" y="99700"/>
                  <a:pt x="1752413" y="99072"/>
                  <a:pt x="1753670" y="98511"/>
                </a:cubicBezTo>
                <a:cubicBezTo>
                  <a:pt x="1754926" y="97950"/>
                  <a:pt x="1755875" y="97669"/>
                  <a:pt x="1756516" y="97669"/>
                </a:cubicBezTo>
                <a:cubicBezTo>
                  <a:pt x="1756891" y="97669"/>
                  <a:pt x="1757225" y="97762"/>
                  <a:pt x="1757519" y="97950"/>
                </a:cubicBezTo>
                <a:cubicBezTo>
                  <a:pt x="1757813" y="98137"/>
                  <a:pt x="1758040" y="98417"/>
                  <a:pt x="1758200" y="98792"/>
                </a:cubicBezTo>
                <a:cubicBezTo>
                  <a:pt x="1758361" y="99166"/>
                  <a:pt x="1758481" y="99687"/>
                  <a:pt x="1758561" y="100355"/>
                </a:cubicBezTo>
                <a:cubicBezTo>
                  <a:pt x="1758641" y="101023"/>
                  <a:pt x="1758682" y="101839"/>
                  <a:pt x="1758682" y="102801"/>
                </a:cubicBezTo>
                <a:cubicBezTo>
                  <a:pt x="1758682" y="103496"/>
                  <a:pt x="1758655" y="104097"/>
                  <a:pt x="1758601" y="104605"/>
                </a:cubicBezTo>
                <a:cubicBezTo>
                  <a:pt x="1758548" y="105113"/>
                  <a:pt x="1758481" y="105567"/>
                  <a:pt x="1758401" y="105968"/>
                </a:cubicBezTo>
                <a:cubicBezTo>
                  <a:pt x="1758321" y="106369"/>
                  <a:pt x="1758187" y="106730"/>
                  <a:pt x="1758000" y="107051"/>
                </a:cubicBezTo>
                <a:cubicBezTo>
                  <a:pt x="1757813" y="107372"/>
                  <a:pt x="1757572" y="107679"/>
                  <a:pt x="1757278" y="107973"/>
                </a:cubicBezTo>
                <a:cubicBezTo>
                  <a:pt x="1756984" y="108267"/>
                  <a:pt x="1756115" y="108748"/>
                  <a:pt x="1754672" y="109416"/>
                </a:cubicBezTo>
                <a:cubicBezTo>
                  <a:pt x="1753229" y="110085"/>
                  <a:pt x="1751358" y="110740"/>
                  <a:pt x="1749059" y="111381"/>
                </a:cubicBezTo>
                <a:cubicBezTo>
                  <a:pt x="1746760" y="112023"/>
                  <a:pt x="1744101" y="112597"/>
                  <a:pt x="1741080" y="113105"/>
                </a:cubicBezTo>
                <a:cubicBezTo>
                  <a:pt x="1738060" y="113613"/>
                  <a:pt x="1734839" y="113867"/>
                  <a:pt x="1731418" y="113867"/>
                </a:cubicBezTo>
                <a:cubicBezTo>
                  <a:pt x="1725484" y="113867"/>
                  <a:pt x="1720285" y="113037"/>
                  <a:pt x="1715821" y="111379"/>
                </a:cubicBezTo>
                <a:cubicBezTo>
                  <a:pt x="1711357" y="109720"/>
                  <a:pt x="1707602" y="107258"/>
                  <a:pt x="1704555" y="103994"/>
                </a:cubicBezTo>
                <a:cubicBezTo>
                  <a:pt x="1701508" y="100729"/>
                  <a:pt x="1699209" y="96636"/>
                  <a:pt x="1697658" y="91712"/>
                </a:cubicBezTo>
                <a:cubicBezTo>
                  <a:pt x="1696108" y="86789"/>
                  <a:pt x="1695333" y="81063"/>
                  <a:pt x="1695333" y="74535"/>
                </a:cubicBezTo>
                <a:cubicBezTo>
                  <a:pt x="1695333" y="68327"/>
                  <a:pt x="1696135" y="62748"/>
                  <a:pt x="1697739" y="57798"/>
                </a:cubicBezTo>
                <a:cubicBezTo>
                  <a:pt x="1699342" y="52848"/>
                  <a:pt x="1701655" y="48647"/>
                  <a:pt x="1704675" y="45196"/>
                </a:cubicBezTo>
                <a:cubicBezTo>
                  <a:pt x="1707695" y="41745"/>
                  <a:pt x="1711344" y="39096"/>
                  <a:pt x="1715621" y="37250"/>
                </a:cubicBezTo>
                <a:cubicBezTo>
                  <a:pt x="1719897" y="35404"/>
                  <a:pt x="1724682" y="34481"/>
                  <a:pt x="1729974" y="34481"/>
                </a:cubicBezTo>
                <a:cubicBezTo>
                  <a:pt x="1735641" y="34481"/>
                  <a:pt x="1740465" y="35390"/>
                  <a:pt x="1744448" y="37207"/>
                </a:cubicBezTo>
                <a:cubicBezTo>
                  <a:pt x="1748431" y="39025"/>
                  <a:pt x="1751705" y="41471"/>
                  <a:pt x="1754271" y="44544"/>
                </a:cubicBezTo>
                <a:cubicBezTo>
                  <a:pt x="1756837" y="47618"/>
                  <a:pt x="1758722" y="51227"/>
                  <a:pt x="1759924" y="55370"/>
                </a:cubicBezTo>
                <a:cubicBezTo>
                  <a:pt x="1761127" y="59513"/>
                  <a:pt x="1761729" y="63937"/>
                  <a:pt x="1761729" y="68641"/>
                </a:cubicBezTo>
                <a:lnTo>
                  <a:pt x="1761729" y="71047"/>
                </a:lnTo>
                <a:moveTo>
                  <a:pt x="1748417" y="67117"/>
                </a:moveTo>
                <a:cubicBezTo>
                  <a:pt x="1748578" y="60168"/>
                  <a:pt x="1747041" y="54715"/>
                  <a:pt x="1743807" y="50759"/>
                </a:cubicBezTo>
                <a:cubicBezTo>
                  <a:pt x="1740572" y="46803"/>
                  <a:pt x="1735774" y="44825"/>
                  <a:pt x="1729413" y="44825"/>
                </a:cubicBezTo>
                <a:cubicBezTo>
                  <a:pt x="1726152" y="44825"/>
                  <a:pt x="1723292" y="45440"/>
                  <a:pt x="1720833" y="46669"/>
                </a:cubicBezTo>
                <a:cubicBezTo>
                  <a:pt x="1718374" y="47899"/>
                  <a:pt x="1716316" y="49529"/>
                  <a:pt x="1714658" y="51561"/>
                </a:cubicBezTo>
                <a:cubicBezTo>
                  <a:pt x="1713001" y="53592"/>
                  <a:pt x="1711718" y="55958"/>
                  <a:pt x="1710809" y="58657"/>
                </a:cubicBezTo>
                <a:cubicBezTo>
                  <a:pt x="1709901" y="61357"/>
                  <a:pt x="1709393" y="64177"/>
                  <a:pt x="1709286" y="67117"/>
                </a:cubicBezTo>
                <a:lnTo>
                  <a:pt x="1748417" y="67117"/>
                </a:lnTo>
                <a:close/>
                <a:moveTo>
                  <a:pt x="1847038" y="110256"/>
                </a:moveTo>
                <a:cubicBezTo>
                  <a:pt x="1847038" y="110684"/>
                  <a:pt x="1846944" y="111059"/>
                  <a:pt x="1846757" y="111381"/>
                </a:cubicBezTo>
                <a:cubicBezTo>
                  <a:pt x="1846570" y="111702"/>
                  <a:pt x="1846249" y="111956"/>
                  <a:pt x="1845795" y="112143"/>
                </a:cubicBezTo>
                <a:cubicBezTo>
                  <a:pt x="1845341" y="112330"/>
                  <a:pt x="1844739" y="112477"/>
                  <a:pt x="1843991" y="112584"/>
                </a:cubicBezTo>
                <a:cubicBezTo>
                  <a:pt x="1843242" y="112691"/>
                  <a:pt x="1842333" y="112744"/>
                  <a:pt x="1841264" y="112744"/>
                </a:cubicBezTo>
                <a:cubicBezTo>
                  <a:pt x="1840142" y="112744"/>
                  <a:pt x="1839206" y="112691"/>
                  <a:pt x="1838458" y="112584"/>
                </a:cubicBezTo>
                <a:cubicBezTo>
                  <a:pt x="1837709" y="112479"/>
                  <a:pt x="1837095" y="112333"/>
                  <a:pt x="1836613" y="112148"/>
                </a:cubicBezTo>
                <a:cubicBezTo>
                  <a:pt x="1836132" y="111961"/>
                  <a:pt x="1835785" y="111708"/>
                  <a:pt x="1835571" y="111389"/>
                </a:cubicBezTo>
                <a:cubicBezTo>
                  <a:pt x="1835357" y="111069"/>
                  <a:pt x="1835250" y="110698"/>
                  <a:pt x="1835250" y="110273"/>
                </a:cubicBezTo>
                <a:lnTo>
                  <a:pt x="1835250" y="100784"/>
                </a:lnTo>
                <a:cubicBezTo>
                  <a:pt x="1831455" y="104903"/>
                  <a:pt x="1827512" y="108114"/>
                  <a:pt x="1823422" y="110416"/>
                </a:cubicBezTo>
                <a:cubicBezTo>
                  <a:pt x="1819333" y="112717"/>
                  <a:pt x="1814856" y="113867"/>
                  <a:pt x="1809991" y="113867"/>
                </a:cubicBezTo>
                <a:cubicBezTo>
                  <a:pt x="1804699" y="113867"/>
                  <a:pt x="1800181" y="112837"/>
                  <a:pt x="1796439" y="110777"/>
                </a:cubicBezTo>
                <a:cubicBezTo>
                  <a:pt x="1792697" y="108717"/>
                  <a:pt x="1789663" y="105935"/>
                  <a:pt x="1787338" y="102430"/>
                </a:cubicBezTo>
                <a:cubicBezTo>
                  <a:pt x="1785012" y="98924"/>
                  <a:pt x="1783315" y="94803"/>
                  <a:pt x="1782246" y="90069"/>
                </a:cubicBezTo>
                <a:cubicBezTo>
                  <a:pt x="1781177" y="85332"/>
                  <a:pt x="1780642" y="80342"/>
                  <a:pt x="1780642" y="75096"/>
                </a:cubicBezTo>
                <a:cubicBezTo>
                  <a:pt x="1780642" y="68890"/>
                  <a:pt x="1781310" y="63285"/>
                  <a:pt x="1782647" y="58282"/>
                </a:cubicBezTo>
                <a:cubicBezTo>
                  <a:pt x="1783983" y="53278"/>
                  <a:pt x="1785961" y="49011"/>
                  <a:pt x="1788581" y="45479"/>
                </a:cubicBezTo>
                <a:cubicBezTo>
                  <a:pt x="1791200" y="41946"/>
                  <a:pt x="1794448" y="39229"/>
                  <a:pt x="1798324" y="37330"/>
                </a:cubicBezTo>
                <a:cubicBezTo>
                  <a:pt x="1802199" y="35431"/>
                  <a:pt x="1806677" y="34481"/>
                  <a:pt x="1811755" y="34481"/>
                </a:cubicBezTo>
                <a:cubicBezTo>
                  <a:pt x="1815978" y="34481"/>
                  <a:pt x="1819841" y="35404"/>
                  <a:pt x="1823342" y="37250"/>
                </a:cubicBezTo>
                <a:cubicBezTo>
                  <a:pt x="1826844" y="39096"/>
                  <a:pt x="1830305" y="41811"/>
                  <a:pt x="1833727" y="45396"/>
                </a:cubicBezTo>
                <a:lnTo>
                  <a:pt x="1833727" y="3373"/>
                </a:lnTo>
                <a:cubicBezTo>
                  <a:pt x="1833727" y="2999"/>
                  <a:pt x="1833820" y="2638"/>
                  <a:pt x="1834007" y="2290"/>
                </a:cubicBezTo>
                <a:cubicBezTo>
                  <a:pt x="1834194" y="1941"/>
                  <a:pt x="1834555" y="1673"/>
                  <a:pt x="1835090" y="1486"/>
                </a:cubicBezTo>
                <a:cubicBezTo>
                  <a:pt x="1835624" y="1297"/>
                  <a:pt x="1836306" y="1136"/>
                  <a:pt x="1837135" y="1002"/>
                </a:cubicBezTo>
                <a:cubicBezTo>
                  <a:pt x="1837963" y="869"/>
                  <a:pt x="1839019" y="802"/>
                  <a:pt x="1840302" y="802"/>
                </a:cubicBezTo>
                <a:cubicBezTo>
                  <a:pt x="1841639" y="802"/>
                  <a:pt x="1842734" y="869"/>
                  <a:pt x="1843590" y="1002"/>
                </a:cubicBezTo>
                <a:cubicBezTo>
                  <a:pt x="1844445" y="1136"/>
                  <a:pt x="1845113" y="1296"/>
                  <a:pt x="1845594" y="1483"/>
                </a:cubicBezTo>
                <a:cubicBezTo>
                  <a:pt x="1846076" y="1671"/>
                  <a:pt x="1846436" y="1939"/>
                  <a:pt x="1846677" y="2288"/>
                </a:cubicBezTo>
                <a:cubicBezTo>
                  <a:pt x="1846918" y="2635"/>
                  <a:pt x="1847038" y="2996"/>
                  <a:pt x="1847038" y="3370"/>
                </a:cubicBezTo>
                <a:lnTo>
                  <a:pt x="1847038" y="110256"/>
                </a:lnTo>
                <a:moveTo>
                  <a:pt x="1833727" y="59525"/>
                </a:moveTo>
                <a:cubicBezTo>
                  <a:pt x="1830145" y="55079"/>
                  <a:pt x="1826683" y="51692"/>
                  <a:pt x="1823342" y="49363"/>
                </a:cubicBezTo>
                <a:cubicBezTo>
                  <a:pt x="1820001" y="47033"/>
                  <a:pt x="1816513" y="45867"/>
                  <a:pt x="1812878" y="45867"/>
                </a:cubicBezTo>
                <a:cubicBezTo>
                  <a:pt x="1809510" y="45867"/>
                  <a:pt x="1806650" y="46671"/>
                  <a:pt x="1804298" y="48278"/>
                </a:cubicBezTo>
                <a:cubicBezTo>
                  <a:pt x="1801945" y="49884"/>
                  <a:pt x="1800034" y="51998"/>
                  <a:pt x="1798564" y="54621"/>
                </a:cubicBezTo>
                <a:cubicBezTo>
                  <a:pt x="1797094" y="57243"/>
                  <a:pt x="1796025" y="60214"/>
                  <a:pt x="1795357" y="63534"/>
                </a:cubicBezTo>
                <a:cubicBezTo>
                  <a:pt x="1794688" y="66853"/>
                  <a:pt x="1794354" y="70226"/>
                  <a:pt x="1794354" y="73653"/>
                </a:cubicBezTo>
                <a:cubicBezTo>
                  <a:pt x="1794354" y="77293"/>
                  <a:pt x="1794635" y="80853"/>
                  <a:pt x="1795196" y="84333"/>
                </a:cubicBezTo>
                <a:cubicBezTo>
                  <a:pt x="1795758" y="87812"/>
                  <a:pt x="1796733" y="90904"/>
                  <a:pt x="1798123" y="93607"/>
                </a:cubicBezTo>
                <a:cubicBezTo>
                  <a:pt x="1799513" y="96310"/>
                  <a:pt x="1801357" y="98478"/>
                  <a:pt x="1803656" y="100112"/>
                </a:cubicBezTo>
                <a:cubicBezTo>
                  <a:pt x="1805955" y="101744"/>
                  <a:pt x="1808842" y="102560"/>
                  <a:pt x="1812316" y="102560"/>
                </a:cubicBezTo>
                <a:cubicBezTo>
                  <a:pt x="1814081" y="102560"/>
                  <a:pt x="1815778" y="102320"/>
                  <a:pt x="1817408" y="101839"/>
                </a:cubicBezTo>
                <a:cubicBezTo>
                  <a:pt x="1819039" y="101356"/>
                  <a:pt x="1820709" y="100552"/>
                  <a:pt x="1822420" y="99428"/>
                </a:cubicBezTo>
                <a:cubicBezTo>
                  <a:pt x="1824131" y="98304"/>
                  <a:pt x="1825922" y="96844"/>
                  <a:pt x="1827793" y="95050"/>
                </a:cubicBezTo>
                <a:cubicBezTo>
                  <a:pt x="1829664" y="93256"/>
                  <a:pt x="1831642" y="91047"/>
                  <a:pt x="1833727" y="88422"/>
                </a:cubicBezTo>
                <a:lnTo>
                  <a:pt x="1833727" y="59525"/>
                </a:lnTo>
                <a:close/>
                <a:moveTo>
                  <a:pt x="1973299" y="73252"/>
                </a:moveTo>
                <a:cubicBezTo>
                  <a:pt x="1973299" y="79511"/>
                  <a:pt x="1972618" y="85143"/>
                  <a:pt x="1971254" y="90146"/>
                </a:cubicBezTo>
                <a:cubicBezTo>
                  <a:pt x="1969891" y="95150"/>
                  <a:pt x="1967887" y="99418"/>
                  <a:pt x="1965240" y="102951"/>
                </a:cubicBezTo>
                <a:cubicBezTo>
                  <a:pt x="1962594" y="106483"/>
                  <a:pt x="1959347" y="109185"/>
                  <a:pt x="1955497" y="111058"/>
                </a:cubicBezTo>
                <a:cubicBezTo>
                  <a:pt x="1951648" y="112931"/>
                  <a:pt x="1947238" y="113867"/>
                  <a:pt x="1942266" y="113867"/>
                </a:cubicBezTo>
                <a:cubicBezTo>
                  <a:pt x="1939968" y="113867"/>
                  <a:pt x="1937843" y="113639"/>
                  <a:pt x="1935892" y="113183"/>
                </a:cubicBezTo>
                <a:cubicBezTo>
                  <a:pt x="1933940" y="112728"/>
                  <a:pt x="1932029" y="111993"/>
                  <a:pt x="1930158" y="110978"/>
                </a:cubicBezTo>
                <a:cubicBezTo>
                  <a:pt x="1928287" y="109960"/>
                  <a:pt x="1926416" y="108676"/>
                  <a:pt x="1924545" y="107124"/>
                </a:cubicBezTo>
                <a:cubicBezTo>
                  <a:pt x="1922674" y="105572"/>
                  <a:pt x="1920696" y="103699"/>
                  <a:pt x="1918611" y="101505"/>
                </a:cubicBezTo>
                <a:lnTo>
                  <a:pt x="1918611" y="110273"/>
                </a:lnTo>
                <a:cubicBezTo>
                  <a:pt x="1918611" y="110698"/>
                  <a:pt x="1918504" y="111069"/>
                  <a:pt x="1918290" y="111389"/>
                </a:cubicBezTo>
                <a:cubicBezTo>
                  <a:pt x="1918076" y="111708"/>
                  <a:pt x="1917729" y="111961"/>
                  <a:pt x="1917248" y="112148"/>
                </a:cubicBezTo>
                <a:cubicBezTo>
                  <a:pt x="1916767" y="112333"/>
                  <a:pt x="1916165" y="112479"/>
                  <a:pt x="1915444" y="112584"/>
                </a:cubicBezTo>
                <a:cubicBezTo>
                  <a:pt x="1914722" y="112691"/>
                  <a:pt x="1913800" y="112744"/>
                  <a:pt x="1912677" y="112744"/>
                </a:cubicBezTo>
                <a:cubicBezTo>
                  <a:pt x="1911608" y="112744"/>
                  <a:pt x="1910699" y="112691"/>
                  <a:pt x="1909951" y="112584"/>
                </a:cubicBezTo>
                <a:cubicBezTo>
                  <a:pt x="1909202" y="112477"/>
                  <a:pt x="1908588" y="112330"/>
                  <a:pt x="1908106" y="112143"/>
                </a:cubicBezTo>
                <a:cubicBezTo>
                  <a:pt x="1907625" y="111956"/>
                  <a:pt x="1907305" y="111702"/>
                  <a:pt x="1907144" y="111381"/>
                </a:cubicBezTo>
                <a:cubicBezTo>
                  <a:pt x="1906984" y="111059"/>
                  <a:pt x="1906904" y="110684"/>
                  <a:pt x="1906904" y="110256"/>
                </a:cubicBezTo>
                <a:lnTo>
                  <a:pt x="1906904" y="3050"/>
                </a:lnTo>
                <a:cubicBezTo>
                  <a:pt x="1906904" y="2622"/>
                  <a:pt x="1906997" y="2248"/>
                  <a:pt x="1907184" y="1927"/>
                </a:cubicBezTo>
                <a:cubicBezTo>
                  <a:pt x="1907371" y="1605"/>
                  <a:pt x="1907719" y="1336"/>
                  <a:pt x="1908227" y="1123"/>
                </a:cubicBezTo>
                <a:cubicBezTo>
                  <a:pt x="1908735" y="909"/>
                  <a:pt x="1909416" y="748"/>
                  <a:pt x="1910271" y="642"/>
                </a:cubicBezTo>
                <a:cubicBezTo>
                  <a:pt x="1911127" y="535"/>
                  <a:pt x="1912196" y="481"/>
                  <a:pt x="1913479" y="481"/>
                </a:cubicBezTo>
                <a:cubicBezTo>
                  <a:pt x="1914815" y="481"/>
                  <a:pt x="1915911" y="535"/>
                  <a:pt x="1916767" y="642"/>
                </a:cubicBezTo>
                <a:cubicBezTo>
                  <a:pt x="1917622" y="748"/>
                  <a:pt x="1918290" y="910"/>
                  <a:pt x="1918771" y="1125"/>
                </a:cubicBezTo>
                <a:cubicBezTo>
                  <a:pt x="1919253" y="1339"/>
                  <a:pt x="1919600" y="1607"/>
                  <a:pt x="1919814" y="1930"/>
                </a:cubicBezTo>
                <a:cubicBezTo>
                  <a:pt x="1920028" y="2250"/>
                  <a:pt x="1920135" y="2624"/>
                  <a:pt x="1920135" y="3052"/>
                </a:cubicBezTo>
                <a:lnTo>
                  <a:pt x="1920135" y="46361"/>
                </a:lnTo>
                <a:cubicBezTo>
                  <a:pt x="1922273" y="44168"/>
                  <a:pt x="1924344" y="42322"/>
                  <a:pt x="1926349" y="40823"/>
                </a:cubicBezTo>
                <a:cubicBezTo>
                  <a:pt x="1928354" y="39325"/>
                  <a:pt x="1930318" y="38108"/>
                  <a:pt x="1932243" y="37172"/>
                </a:cubicBezTo>
                <a:cubicBezTo>
                  <a:pt x="1934167" y="36235"/>
                  <a:pt x="1936092" y="35552"/>
                  <a:pt x="1938017" y="35125"/>
                </a:cubicBezTo>
                <a:cubicBezTo>
                  <a:pt x="1939941" y="34695"/>
                  <a:pt x="1941972" y="34481"/>
                  <a:pt x="1944111" y="34481"/>
                </a:cubicBezTo>
                <a:cubicBezTo>
                  <a:pt x="1949350" y="34481"/>
                  <a:pt x="1953827" y="35525"/>
                  <a:pt x="1957542" y="37613"/>
                </a:cubicBezTo>
                <a:cubicBezTo>
                  <a:pt x="1961258" y="39700"/>
                  <a:pt x="1964278" y="42495"/>
                  <a:pt x="1966604" y="46000"/>
                </a:cubicBezTo>
                <a:cubicBezTo>
                  <a:pt x="1968929" y="49505"/>
                  <a:pt x="1970626" y="53612"/>
                  <a:pt x="1971695" y="58322"/>
                </a:cubicBezTo>
                <a:cubicBezTo>
                  <a:pt x="1972765" y="63029"/>
                  <a:pt x="1973299" y="68006"/>
                  <a:pt x="1973299" y="73252"/>
                </a:cubicBezTo>
                <a:moveTo>
                  <a:pt x="1959347" y="74775"/>
                </a:moveTo>
                <a:cubicBezTo>
                  <a:pt x="1959347" y="71082"/>
                  <a:pt x="1959066" y="67495"/>
                  <a:pt x="1958505" y="64015"/>
                </a:cubicBezTo>
                <a:cubicBezTo>
                  <a:pt x="1957943" y="60535"/>
                  <a:pt x="1956968" y="57457"/>
                  <a:pt x="1955578" y="54781"/>
                </a:cubicBezTo>
                <a:cubicBezTo>
                  <a:pt x="1954188" y="52105"/>
                  <a:pt x="1952343" y="49950"/>
                  <a:pt x="1950045" y="48318"/>
                </a:cubicBezTo>
                <a:cubicBezTo>
                  <a:pt x="1947746" y="46684"/>
                  <a:pt x="1944886" y="45867"/>
                  <a:pt x="1941465" y="45867"/>
                </a:cubicBezTo>
                <a:cubicBezTo>
                  <a:pt x="1939754" y="45867"/>
                  <a:pt x="1938070" y="46109"/>
                  <a:pt x="1936413" y="46592"/>
                </a:cubicBezTo>
                <a:cubicBezTo>
                  <a:pt x="1934756" y="47073"/>
                  <a:pt x="1933072" y="47876"/>
                  <a:pt x="1931361" y="49000"/>
                </a:cubicBezTo>
                <a:cubicBezTo>
                  <a:pt x="1929650" y="50124"/>
                  <a:pt x="1927873" y="51570"/>
                  <a:pt x="1926028" y="53338"/>
                </a:cubicBezTo>
                <a:cubicBezTo>
                  <a:pt x="1924184" y="55105"/>
                  <a:pt x="1922219" y="57328"/>
                  <a:pt x="1920135" y="60006"/>
                </a:cubicBezTo>
                <a:lnTo>
                  <a:pt x="1920135" y="88823"/>
                </a:lnTo>
                <a:cubicBezTo>
                  <a:pt x="1923770" y="93269"/>
                  <a:pt x="1927245" y="96657"/>
                  <a:pt x="1930559" y="98987"/>
                </a:cubicBezTo>
                <a:cubicBezTo>
                  <a:pt x="1933873" y="101316"/>
                  <a:pt x="1937322" y="102480"/>
                  <a:pt x="1940903" y="102480"/>
                </a:cubicBezTo>
                <a:cubicBezTo>
                  <a:pt x="1944218" y="102480"/>
                  <a:pt x="1947051" y="101677"/>
                  <a:pt x="1949403" y="100072"/>
                </a:cubicBezTo>
                <a:cubicBezTo>
                  <a:pt x="1951755" y="98465"/>
                  <a:pt x="1953667" y="96337"/>
                  <a:pt x="1955137" y="93687"/>
                </a:cubicBezTo>
                <a:cubicBezTo>
                  <a:pt x="1956607" y="91038"/>
                  <a:pt x="1957676" y="88066"/>
                  <a:pt x="1958344" y="84774"/>
                </a:cubicBezTo>
                <a:cubicBezTo>
                  <a:pt x="1959012" y="81481"/>
                  <a:pt x="1959347" y="78148"/>
                  <a:pt x="1959347" y="74775"/>
                </a:cubicBezTo>
                <a:close/>
                <a:moveTo>
                  <a:pt x="2046504" y="110339"/>
                </a:moveTo>
                <a:cubicBezTo>
                  <a:pt x="2046504" y="110980"/>
                  <a:pt x="2046290" y="111461"/>
                  <a:pt x="2045862" y="111782"/>
                </a:cubicBezTo>
                <a:cubicBezTo>
                  <a:pt x="2045435" y="112103"/>
                  <a:pt x="2044847" y="112343"/>
                  <a:pt x="2044098" y="112504"/>
                </a:cubicBezTo>
                <a:cubicBezTo>
                  <a:pt x="2043350" y="112664"/>
                  <a:pt x="2042254" y="112744"/>
                  <a:pt x="2040811" y="112744"/>
                </a:cubicBezTo>
                <a:cubicBezTo>
                  <a:pt x="2039421" y="112744"/>
                  <a:pt x="2038311" y="112664"/>
                  <a:pt x="2037483" y="112504"/>
                </a:cubicBezTo>
                <a:cubicBezTo>
                  <a:pt x="2036654" y="112343"/>
                  <a:pt x="2036053" y="112103"/>
                  <a:pt x="2035679" y="111782"/>
                </a:cubicBezTo>
                <a:cubicBezTo>
                  <a:pt x="2035304" y="111461"/>
                  <a:pt x="2035117" y="110980"/>
                  <a:pt x="2035117" y="110339"/>
                </a:cubicBezTo>
                <a:lnTo>
                  <a:pt x="2035117" y="103122"/>
                </a:lnTo>
                <a:cubicBezTo>
                  <a:pt x="2031963" y="106490"/>
                  <a:pt x="2028448" y="109122"/>
                  <a:pt x="2024573" y="111020"/>
                </a:cubicBezTo>
                <a:cubicBezTo>
                  <a:pt x="2020697" y="112918"/>
                  <a:pt x="2016594" y="113867"/>
                  <a:pt x="2012264" y="113867"/>
                </a:cubicBezTo>
                <a:cubicBezTo>
                  <a:pt x="2008468" y="113867"/>
                  <a:pt x="2005033" y="113371"/>
                  <a:pt x="2001960" y="112378"/>
                </a:cubicBezTo>
                <a:cubicBezTo>
                  <a:pt x="1998886" y="111386"/>
                  <a:pt x="1996266" y="109951"/>
                  <a:pt x="1994101" y="108073"/>
                </a:cubicBezTo>
                <a:cubicBezTo>
                  <a:pt x="1991936" y="106196"/>
                  <a:pt x="1990252" y="103889"/>
                  <a:pt x="1989049" y="101155"/>
                </a:cubicBezTo>
                <a:cubicBezTo>
                  <a:pt x="1987846" y="98418"/>
                  <a:pt x="1987245" y="95306"/>
                  <a:pt x="1987245" y="91818"/>
                </a:cubicBezTo>
                <a:cubicBezTo>
                  <a:pt x="1987245" y="87741"/>
                  <a:pt x="1988074" y="84202"/>
                  <a:pt x="1989731" y="81198"/>
                </a:cubicBezTo>
                <a:cubicBezTo>
                  <a:pt x="1991388" y="78192"/>
                  <a:pt x="1993767" y="75697"/>
                  <a:pt x="1996868" y="73713"/>
                </a:cubicBezTo>
                <a:cubicBezTo>
                  <a:pt x="1999968" y="71728"/>
                  <a:pt x="2003764" y="70240"/>
                  <a:pt x="2008254" y="69247"/>
                </a:cubicBezTo>
                <a:cubicBezTo>
                  <a:pt x="2012745" y="68255"/>
                  <a:pt x="2017797" y="67759"/>
                  <a:pt x="2023410" y="67759"/>
                </a:cubicBezTo>
                <a:lnTo>
                  <a:pt x="2033353" y="67759"/>
                </a:lnTo>
                <a:lnTo>
                  <a:pt x="2033353" y="62166"/>
                </a:lnTo>
                <a:cubicBezTo>
                  <a:pt x="2033353" y="59396"/>
                  <a:pt x="2033059" y="56946"/>
                  <a:pt x="2032471" y="54816"/>
                </a:cubicBezTo>
                <a:cubicBezTo>
                  <a:pt x="2031883" y="52684"/>
                  <a:pt x="2030934" y="50913"/>
                  <a:pt x="2029624" y="49501"/>
                </a:cubicBezTo>
                <a:cubicBezTo>
                  <a:pt x="2028315" y="48089"/>
                  <a:pt x="2026617" y="47024"/>
                  <a:pt x="2024532" y="46306"/>
                </a:cubicBezTo>
                <a:cubicBezTo>
                  <a:pt x="2022448" y="45586"/>
                  <a:pt x="2019882" y="45226"/>
                  <a:pt x="2016834" y="45226"/>
                </a:cubicBezTo>
                <a:cubicBezTo>
                  <a:pt x="2013573" y="45226"/>
                  <a:pt x="2010647" y="45609"/>
                  <a:pt x="2008054" y="46376"/>
                </a:cubicBezTo>
                <a:cubicBezTo>
                  <a:pt x="2005461" y="47143"/>
                  <a:pt x="2003189" y="47989"/>
                  <a:pt x="2001238" y="48915"/>
                </a:cubicBezTo>
                <a:cubicBezTo>
                  <a:pt x="1999287" y="49840"/>
                  <a:pt x="1997656" y="50686"/>
                  <a:pt x="1996346" y="51453"/>
                </a:cubicBezTo>
                <a:cubicBezTo>
                  <a:pt x="1995037" y="52220"/>
                  <a:pt x="1994061" y="52603"/>
                  <a:pt x="1993420" y="52603"/>
                </a:cubicBezTo>
                <a:cubicBezTo>
                  <a:pt x="1992992" y="52603"/>
                  <a:pt x="1992618" y="52496"/>
                  <a:pt x="1992297" y="52283"/>
                </a:cubicBezTo>
                <a:cubicBezTo>
                  <a:pt x="1991976" y="52069"/>
                  <a:pt x="1991695" y="51748"/>
                  <a:pt x="1991455" y="51320"/>
                </a:cubicBezTo>
                <a:cubicBezTo>
                  <a:pt x="1991214" y="50893"/>
                  <a:pt x="1991041" y="50345"/>
                  <a:pt x="1990934" y="49676"/>
                </a:cubicBezTo>
                <a:cubicBezTo>
                  <a:pt x="1990827" y="49008"/>
                  <a:pt x="1990773" y="48273"/>
                  <a:pt x="1990773" y="47471"/>
                </a:cubicBezTo>
                <a:cubicBezTo>
                  <a:pt x="1990773" y="46135"/>
                  <a:pt x="1990867" y="45079"/>
                  <a:pt x="1991054" y="44304"/>
                </a:cubicBezTo>
                <a:cubicBezTo>
                  <a:pt x="1991241" y="43529"/>
                  <a:pt x="1991695" y="42794"/>
                  <a:pt x="1992417" y="42099"/>
                </a:cubicBezTo>
                <a:cubicBezTo>
                  <a:pt x="1993139" y="41404"/>
                  <a:pt x="1994382" y="40594"/>
                  <a:pt x="1996146" y="39670"/>
                </a:cubicBezTo>
                <a:cubicBezTo>
                  <a:pt x="1997910" y="38745"/>
                  <a:pt x="1999941" y="37900"/>
                  <a:pt x="2002240" y="37135"/>
                </a:cubicBezTo>
                <a:cubicBezTo>
                  <a:pt x="2004539" y="36369"/>
                  <a:pt x="2007051" y="35736"/>
                  <a:pt x="2009778" y="35235"/>
                </a:cubicBezTo>
                <a:cubicBezTo>
                  <a:pt x="2012504" y="34732"/>
                  <a:pt x="2015257" y="34481"/>
                  <a:pt x="2018037" y="34481"/>
                </a:cubicBezTo>
                <a:cubicBezTo>
                  <a:pt x="2023223" y="34481"/>
                  <a:pt x="2027633" y="35069"/>
                  <a:pt x="2031268" y="36245"/>
                </a:cubicBezTo>
                <a:cubicBezTo>
                  <a:pt x="2034903" y="37421"/>
                  <a:pt x="2037844" y="39145"/>
                  <a:pt x="2040089" y="41417"/>
                </a:cubicBezTo>
                <a:cubicBezTo>
                  <a:pt x="2042334" y="43689"/>
                  <a:pt x="2043965" y="46509"/>
                  <a:pt x="2044980" y="49877"/>
                </a:cubicBezTo>
                <a:cubicBezTo>
                  <a:pt x="2045996" y="53245"/>
                  <a:pt x="2046504" y="57174"/>
                  <a:pt x="2046504" y="61665"/>
                </a:cubicBezTo>
                <a:lnTo>
                  <a:pt x="2046504" y="110339"/>
                </a:lnTo>
                <a:moveTo>
                  <a:pt x="2033353" y="77301"/>
                </a:moveTo>
                <a:lnTo>
                  <a:pt x="2022047" y="77301"/>
                </a:lnTo>
                <a:cubicBezTo>
                  <a:pt x="2018411" y="77301"/>
                  <a:pt x="2015257" y="77611"/>
                  <a:pt x="2012584" y="78231"/>
                </a:cubicBezTo>
                <a:cubicBezTo>
                  <a:pt x="2009912" y="78849"/>
                  <a:pt x="2007693" y="79763"/>
                  <a:pt x="2005929" y="80972"/>
                </a:cubicBezTo>
                <a:cubicBezTo>
                  <a:pt x="2004165" y="82182"/>
                  <a:pt x="2002868" y="83634"/>
                  <a:pt x="2002040" y="85330"/>
                </a:cubicBezTo>
                <a:cubicBezTo>
                  <a:pt x="2001211" y="87024"/>
                  <a:pt x="2000797" y="88974"/>
                  <a:pt x="2000797" y="91179"/>
                </a:cubicBezTo>
                <a:cubicBezTo>
                  <a:pt x="2000797" y="94944"/>
                  <a:pt x="2001986" y="97943"/>
                  <a:pt x="2004365" y="100175"/>
                </a:cubicBezTo>
                <a:cubicBezTo>
                  <a:pt x="2006744" y="102407"/>
                  <a:pt x="2010072" y="103523"/>
                  <a:pt x="2014349" y="103523"/>
                </a:cubicBezTo>
                <a:cubicBezTo>
                  <a:pt x="2017823" y="103523"/>
                  <a:pt x="2021044" y="102636"/>
                  <a:pt x="2024011" y="100861"/>
                </a:cubicBezTo>
                <a:cubicBezTo>
                  <a:pt x="2026978" y="99086"/>
                  <a:pt x="2030092" y="96369"/>
                  <a:pt x="2033353" y="92712"/>
                </a:cubicBezTo>
                <a:lnTo>
                  <a:pt x="2033353" y="77301"/>
                </a:lnTo>
                <a:close/>
                <a:moveTo>
                  <a:pt x="2122682" y="99353"/>
                </a:moveTo>
                <a:cubicBezTo>
                  <a:pt x="2122682" y="100262"/>
                  <a:pt x="2122655" y="101050"/>
                  <a:pt x="2122601" y="101718"/>
                </a:cubicBezTo>
                <a:cubicBezTo>
                  <a:pt x="2122548" y="102387"/>
                  <a:pt x="2122454" y="102948"/>
                  <a:pt x="2122321" y="103402"/>
                </a:cubicBezTo>
                <a:cubicBezTo>
                  <a:pt x="2122187" y="103857"/>
                  <a:pt x="2122027" y="104258"/>
                  <a:pt x="2121840" y="104605"/>
                </a:cubicBezTo>
                <a:cubicBezTo>
                  <a:pt x="2121653" y="104953"/>
                  <a:pt x="2121225" y="105460"/>
                  <a:pt x="2120557" y="106129"/>
                </a:cubicBezTo>
                <a:cubicBezTo>
                  <a:pt x="2119888" y="106797"/>
                  <a:pt x="2118752" y="107626"/>
                  <a:pt x="2117149" y="108615"/>
                </a:cubicBezTo>
                <a:cubicBezTo>
                  <a:pt x="2115545" y="109604"/>
                  <a:pt x="2113741" y="110486"/>
                  <a:pt x="2111736" y="111261"/>
                </a:cubicBezTo>
                <a:cubicBezTo>
                  <a:pt x="2109731" y="112036"/>
                  <a:pt x="2107553" y="112664"/>
                  <a:pt x="2105201" y="113145"/>
                </a:cubicBezTo>
                <a:cubicBezTo>
                  <a:pt x="2102848" y="113626"/>
                  <a:pt x="2100416" y="113867"/>
                  <a:pt x="2097904" y="113867"/>
                </a:cubicBezTo>
                <a:cubicBezTo>
                  <a:pt x="2092718" y="113867"/>
                  <a:pt x="2088121" y="113010"/>
                  <a:pt x="2084111" y="111296"/>
                </a:cubicBezTo>
                <a:cubicBezTo>
                  <a:pt x="2080102" y="109582"/>
                  <a:pt x="2076747" y="107078"/>
                  <a:pt x="2074048" y="103783"/>
                </a:cubicBezTo>
                <a:cubicBezTo>
                  <a:pt x="2071348" y="100489"/>
                  <a:pt x="2069290" y="96444"/>
                  <a:pt x="2067873" y="91650"/>
                </a:cubicBezTo>
                <a:cubicBezTo>
                  <a:pt x="2066457" y="86855"/>
                  <a:pt x="2065748" y="81325"/>
                  <a:pt x="2065748" y="75058"/>
                </a:cubicBezTo>
                <a:cubicBezTo>
                  <a:pt x="2065748" y="67933"/>
                  <a:pt x="2066617" y="61813"/>
                  <a:pt x="2068354" y="56698"/>
                </a:cubicBezTo>
                <a:cubicBezTo>
                  <a:pt x="2070092" y="51583"/>
                  <a:pt x="2072471" y="47391"/>
                  <a:pt x="2075491" y="44123"/>
                </a:cubicBezTo>
                <a:cubicBezTo>
                  <a:pt x="2078511" y="40856"/>
                  <a:pt x="2082066" y="38432"/>
                  <a:pt x="2086156" y="36851"/>
                </a:cubicBezTo>
                <a:cubicBezTo>
                  <a:pt x="2090246" y="35271"/>
                  <a:pt x="2094669" y="34481"/>
                  <a:pt x="2099427" y="34481"/>
                </a:cubicBezTo>
                <a:cubicBezTo>
                  <a:pt x="2101726" y="34481"/>
                  <a:pt x="2103958" y="34695"/>
                  <a:pt x="2106123" y="35122"/>
                </a:cubicBezTo>
                <a:cubicBezTo>
                  <a:pt x="2108288" y="35550"/>
                  <a:pt x="2110279" y="36111"/>
                  <a:pt x="2112097" y="36806"/>
                </a:cubicBezTo>
                <a:cubicBezTo>
                  <a:pt x="2113914" y="37501"/>
                  <a:pt x="2115532" y="38303"/>
                  <a:pt x="2116948" y="39212"/>
                </a:cubicBezTo>
                <a:cubicBezTo>
                  <a:pt x="2118365" y="40121"/>
                  <a:pt x="2119394" y="40896"/>
                  <a:pt x="2120035" y="41537"/>
                </a:cubicBezTo>
                <a:cubicBezTo>
                  <a:pt x="2120677" y="42179"/>
                  <a:pt x="2121118" y="42687"/>
                  <a:pt x="2121359" y="43061"/>
                </a:cubicBezTo>
                <a:cubicBezTo>
                  <a:pt x="2121599" y="43435"/>
                  <a:pt x="2121800" y="43876"/>
                  <a:pt x="2121960" y="44384"/>
                </a:cubicBezTo>
                <a:cubicBezTo>
                  <a:pt x="2122120" y="44892"/>
                  <a:pt x="2122227" y="45467"/>
                  <a:pt x="2122281" y="46108"/>
                </a:cubicBezTo>
                <a:cubicBezTo>
                  <a:pt x="2122334" y="46750"/>
                  <a:pt x="2122361" y="47551"/>
                  <a:pt x="2122361" y="48514"/>
                </a:cubicBezTo>
                <a:cubicBezTo>
                  <a:pt x="2122361" y="50599"/>
                  <a:pt x="2122120" y="52055"/>
                  <a:pt x="2121639" y="52884"/>
                </a:cubicBezTo>
                <a:cubicBezTo>
                  <a:pt x="2121158" y="53713"/>
                  <a:pt x="2120570" y="54127"/>
                  <a:pt x="2119875" y="54127"/>
                </a:cubicBezTo>
                <a:cubicBezTo>
                  <a:pt x="2119073" y="54127"/>
                  <a:pt x="2118151" y="53686"/>
                  <a:pt x="2117109" y="52804"/>
                </a:cubicBezTo>
                <a:cubicBezTo>
                  <a:pt x="2116066" y="51922"/>
                  <a:pt x="2114743" y="50946"/>
                  <a:pt x="2113139" y="49877"/>
                </a:cubicBezTo>
                <a:cubicBezTo>
                  <a:pt x="2111536" y="48808"/>
                  <a:pt x="2109598" y="47832"/>
                  <a:pt x="2107326" y="46950"/>
                </a:cubicBezTo>
                <a:cubicBezTo>
                  <a:pt x="2105054" y="46068"/>
                  <a:pt x="2102367" y="45627"/>
                  <a:pt x="2099267" y="45627"/>
                </a:cubicBezTo>
                <a:cubicBezTo>
                  <a:pt x="2092905" y="45627"/>
                  <a:pt x="2088027" y="48080"/>
                  <a:pt x="2084632" y="52987"/>
                </a:cubicBezTo>
                <a:cubicBezTo>
                  <a:pt x="2081238" y="57892"/>
                  <a:pt x="2079541" y="65007"/>
                  <a:pt x="2079541" y="74334"/>
                </a:cubicBezTo>
                <a:cubicBezTo>
                  <a:pt x="2079541" y="78998"/>
                  <a:pt x="2079982" y="83086"/>
                  <a:pt x="2080864" y="86598"/>
                </a:cubicBezTo>
                <a:cubicBezTo>
                  <a:pt x="2081746" y="90110"/>
                  <a:pt x="2083042" y="93045"/>
                  <a:pt x="2084753" y="95404"/>
                </a:cubicBezTo>
                <a:cubicBezTo>
                  <a:pt x="2086463" y="97762"/>
                  <a:pt x="2088562" y="99518"/>
                  <a:pt x="2091048" y="100671"/>
                </a:cubicBezTo>
                <a:cubicBezTo>
                  <a:pt x="2093533" y="101824"/>
                  <a:pt x="2096380" y="102400"/>
                  <a:pt x="2099588" y="102400"/>
                </a:cubicBezTo>
                <a:cubicBezTo>
                  <a:pt x="2102635" y="102400"/>
                  <a:pt x="2105308" y="101919"/>
                  <a:pt x="2107606" y="100957"/>
                </a:cubicBezTo>
                <a:cubicBezTo>
                  <a:pt x="2109905" y="99994"/>
                  <a:pt x="2111896" y="98939"/>
                  <a:pt x="2113580" y="97789"/>
                </a:cubicBezTo>
                <a:cubicBezTo>
                  <a:pt x="2115264" y="96640"/>
                  <a:pt x="2116681" y="95597"/>
                  <a:pt x="2117830" y="94662"/>
                </a:cubicBezTo>
                <a:cubicBezTo>
                  <a:pt x="2118980" y="93726"/>
                  <a:pt x="2119875" y="93259"/>
                  <a:pt x="2120517" y="93259"/>
                </a:cubicBezTo>
                <a:cubicBezTo>
                  <a:pt x="2120891" y="93259"/>
                  <a:pt x="2121212" y="93365"/>
                  <a:pt x="2121479" y="93579"/>
                </a:cubicBezTo>
                <a:cubicBezTo>
                  <a:pt x="2121746" y="93793"/>
                  <a:pt x="2121973" y="94154"/>
                  <a:pt x="2122160" y="94662"/>
                </a:cubicBezTo>
                <a:cubicBezTo>
                  <a:pt x="2122348" y="95170"/>
                  <a:pt x="2122481" y="95811"/>
                  <a:pt x="2122561" y="96586"/>
                </a:cubicBezTo>
                <a:cubicBezTo>
                  <a:pt x="2122642" y="97362"/>
                  <a:pt x="2122682" y="98284"/>
                  <a:pt x="2122682" y="99353"/>
                </a:cubicBezTo>
                <a:close/>
                <a:moveTo>
                  <a:pt x="2197391" y="110178"/>
                </a:moveTo>
                <a:cubicBezTo>
                  <a:pt x="2197391" y="110606"/>
                  <a:pt x="2197284" y="110980"/>
                  <a:pt x="2197070" y="111301"/>
                </a:cubicBezTo>
                <a:cubicBezTo>
                  <a:pt x="2196857" y="111622"/>
                  <a:pt x="2196496" y="111889"/>
                  <a:pt x="2195988" y="112103"/>
                </a:cubicBezTo>
                <a:cubicBezTo>
                  <a:pt x="2195480" y="112317"/>
                  <a:pt x="2194772" y="112477"/>
                  <a:pt x="2193863" y="112584"/>
                </a:cubicBezTo>
                <a:cubicBezTo>
                  <a:pt x="2192954" y="112691"/>
                  <a:pt x="2191805" y="112744"/>
                  <a:pt x="2190415" y="112744"/>
                </a:cubicBezTo>
                <a:cubicBezTo>
                  <a:pt x="2188971" y="112744"/>
                  <a:pt x="2187782" y="112704"/>
                  <a:pt x="2186846" y="112624"/>
                </a:cubicBezTo>
                <a:cubicBezTo>
                  <a:pt x="2185911" y="112544"/>
                  <a:pt x="2185122" y="112410"/>
                  <a:pt x="2184481" y="112223"/>
                </a:cubicBezTo>
                <a:cubicBezTo>
                  <a:pt x="2183839" y="112036"/>
                  <a:pt x="2183318" y="111769"/>
                  <a:pt x="2182917" y="111421"/>
                </a:cubicBezTo>
                <a:cubicBezTo>
                  <a:pt x="2182516" y="111074"/>
                  <a:pt x="2182155" y="110659"/>
                  <a:pt x="2181835" y="110178"/>
                </a:cubicBezTo>
                <a:lnTo>
                  <a:pt x="2151363" y="70245"/>
                </a:lnTo>
                <a:lnTo>
                  <a:pt x="2151363" y="110258"/>
                </a:lnTo>
                <a:cubicBezTo>
                  <a:pt x="2151363" y="110686"/>
                  <a:pt x="2151256" y="111047"/>
                  <a:pt x="2151042" y="111341"/>
                </a:cubicBezTo>
                <a:cubicBezTo>
                  <a:pt x="2150829" y="111635"/>
                  <a:pt x="2150481" y="111889"/>
                  <a:pt x="2150000" y="112103"/>
                </a:cubicBezTo>
                <a:cubicBezTo>
                  <a:pt x="2149519" y="112317"/>
                  <a:pt x="2148851" y="112477"/>
                  <a:pt x="2147995" y="112584"/>
                </a:cubicBezTo>
                <a:cubicBezTo>
                  <a:pt x="2147140" y="112691"/>
                  <a:pt x="2146044" y="112744"/>
                  <a:pt x="2144708" y="112744"/>
                </a:cubicBezTo>
                <a:cubicBezTo>
                  <a:pt x="2143425" y="112744"/>
                  <a:pt x="2142355" y="112691"/>
                  <a:pt x="2141500" y="112584"/>
                </a:cubicBezTo>
                <a:cubicBezTo>
                  <a:pt x="2140645" y="112477"/>
                  <a:pt x="2139963" y="112317"/>
                  <a:pt x="2139455" y="112103"/>
                </a:cubicBezTo>
                <a:cubicBezTo>
                  <a:pt x="2138947" y="111889"/>
                  <a:pt x="2138600" y="111635"/>
                  <a:pt x="2138413" y="111341"/>
                </a:cubicBezTo>
                <a:cubicBezTo>
                  <a:pt x="2138226" y="111045"/>
                  <a:pt x="2138132" y="110684"/>
                  <a:pt x="2138132" y="110256"/>
                </a:cubicBezTo>
                <a:lnTo>
                  <a:pt x="2138132" y="3050"/>
                </a:lnTo>
                <a:cubicBezTo>
                  <a:pt x="2138132" y="2622"/>
                  <a:pt x="2138226" y="2248"/>
                  <a:pt x="2138413" y="1927"/>
                </a:cubicBezTo>
                <a:cubicBezTo>
                  <a:pt x="2138600" y="1605"/>
                  <a:pt x="2138947" y="1336"/>
                  <a:pt x="2139455" y="1123"/>
                </a:cubicBezTo>
                <a:cubicBezTo>
                  <a:pt x="2139963" y="909"/>
                  <a:pt x="2140645" y="748"/>
                  <a:pt x="2141500" y="642"/>
                </a:cubicBezTo>
                <a:cubicBezTo>
                  <a:pt x="2142355" y="535"/>
                  <a:pt x="2143425" y="481"/>
                  <a:pt x="2144708" y="481"/>
                </a:cubicBezTo>
                <a:cubicBezTo>
                  <a:pt x="2146044" y="481"/>
                  <a:pt x="2147140" y="535"/>
                  <a:pt x="2147995" y="642"/>
                </a:cubicBezTo>
                <a:cubicBezTo>
                  <a:pt x="2148851" y="748"/>
                  <a:pt x="2149519" y="909"/>
                  <a:pt x="2150000" y="1123"/>
                </a:cubicBezTo>
                <a:cubicBezTo>
                  <a:pt x="2150481" y="1336"/>
                  <a:pt x="2150829" y="1605"/>
                  <a:pt x="2151042" y="1927"/>
                </a:cubicBezTo>
                <a:cubicBezTo>
                  <a:pt x="2151256" y="2248"/>
                  <a:pt x="2151363" y="2622"/>
                  <a:pt x="2151363" y="3050"/>
                </a:cubicBezTo>
                <a:lnTo>
                  <a:pt x="2151363" y="68400"/>
                </a:lnTo>
                <a:lnTo>
                  <a:pt x="2178627" y="38410"/>
                </a:lnTo>
                <a:cubicBezTo>
                  <a:pt x="2179055" y="37875"/>
                  <a:pt x="2179509" y="37434"/>
                  <a:pt x="2179990" y="37087"/>
                </a:cubicBezTo>
                <a:cubicBezTo>
                  <a:pt x="2180471" y="36739"/>
                  <a:pt x="2181046" y="36445"/>
                  <a:pt x="2181714" y="36205"/>
                </a:cubicBezTo>
                <a:cubicBezTo>
                  <a:pt x="2182383" y="35964"/>
                  <a:pt x="2183171" y="35804"/>
                  <a:pt x="2184080" y="35724"/>
                </a:cubicBezTo>
                <a:cubicBezTo>
                  <a:pt x="2184989" y="35644"/>
                  <a:pt x="2186085" y="35603"/>
                  <a:pt x="2187368" y="35603"/>
                </a:cubicBezTo>
                <a:cubicBezTo>
                  <a:pt x="2188704" y="35603"/>
                  <a:pt x="2189827" y="35644"/>
                  <a:pt x="2190735" y="35724"/>
                </a:cubicBezTo>
                <a:cubicBezTo>
                  <a:pt x="2191644" y="35804"/>
                  <a:pt x="2192379" y="35938"/>
                  <a:pt x="2192941" y="36125"/>
                </a:cubicBezTo>
                <a:cubicBezTo>
                  <a:pt x="2193502" y="36312"/>
                  <a:pt x="2193903" y="36552"/>
                  <a:pt x="2194143" y="36846"/>
                </a:cubicBezTo>
                <a:cubicBezTo>
                  <a:pt x="2194384" y="37140"/>
                  <a:pt x="2194504" y="37528"/>
                  <a:pt x="2194504" y="38009"/>
                </a:cubicBezTo>
                <a:cubicBezTo>
                  <a:pt x="2194504" y="38651"/>
                  <a:pt x="2194331" y="39292"/>
                  <a:pt x="2193983" y="39934"/>
                </a:cubicBezTo>
                <a:cubicBezTo>
                  <a:pt x="2193636" y="40575"/>
                  <a:pt x="2193061" y="41324"/>
                  <a:pt x="2192259" y="42179"/>
                </a:cubicBezTo>
                <a:lnTo>
                  <a:pt x="2166118" y="68320"/>
                </a:lnTo>
                <a:lnTo>
                  <a:pt x="2195467" y="106409"/>
                </a:lnTo>
                <a:cubicBezTo>
                  <a:pt x="2196162" y="107318"/>
                  <a:pt x="2196656" y="108053"/>
                  <a:pt x="2196950" y="108615"/>
                </a:cubicBezTo>
                <a:cubicBezTo>
                  <a:pt x="2197244" y="109176"/>
                  <a:pt x="2197391" y="109697"/>
                  <a:pt x="2197391" y="110178"/>
                </a:cubicBezTo>
                <a:close/>
                <a:moveTo>
                  <a:pt x="2253227" y="42820"/>
                </a:moveTo>
                <a:cubicBezTo>
                  <a:pt x="2253227" y="43996"/>
                  <a:pt x="2253200" y="44985"/>
                  <a:pt x="2253147" y="45787"/>
                </a:cubicBezTo>
                <a:cubicBezTo>
                  <a:pt x="2253093" y="46589"/>
                  <a:pt x="2252986" y="47217"/>
                  <a:pt x="2252826" y="47672"/>
                </a:cubicBezTo>
                <a:cubicBezTo>
                  <a:pt x="2252665" y="48126"/>
                  <a:pt x="2252465" y="48474"/>
                  <a:pt x="2252224" y="48714"/>
                </a:cubicBezTo>
                <a:cubicBezTo>
                  <a:pt x="2251984" y="48955"/>
                  <a:pt x="2251650" y="49075"/>
                  <a:pt x="2251222" y="49075"/>
                </a:cubicBezTo>
                <a:cubicBezTo>
                  <a:pt x="2250794" y="49075"/>
                  <a:pt x="2250273" y="48955"/>
                  <a:pt x="2249658" y="48714"/>
                </a:cubicBezTo>
                <a:cubicBezTo>
                  <a:pt x="2249044" y="48474"/>
                  <a:pt x="2248349" y="48233"/>
                  <a:pt x="2247573" y="47992"/>
                </a:cubicBezTo>
                <a:cubicBezTo>
                  <a:pt x="2246798" y="47752"/>
                  <a:pt x="2245930" y="47525"/>
                  <a:pt x="2244967" y="47311"/>
                </a:cubicBezTo>
                <a:cubicBezTo>
                  <a:pt x="2244005" y="47097"/>
                  <a:pt x="2242963" y="46990"/>
                  <a:pt x="2241840" y="46990"/>
                </a:cubicBezTo>
                <a:cubicBezTo>
                  <a:pt x="2240504" y="46990"/>
                  <a:pt x="2239194" y="47257"/>
                  <a:pt x="2237911" y="47792"/>
                </a:cubicBezTo>
                <a:cubicBezTo>
                  <a:pt x="2236628" y="48327"/>
                  <a:pt x="2235278" y="49209"/>
                  <a:pt x="2233861" y="50438"/>
                </a:cubicBezTo>
                <a:cubicBezTo>
                  <a:pt x="2232445" y="51668"/>
                  <a:pt x="2230961" y="53298"/>
                  <a:pt x="2229411" y="55330"/>
                </a:cubicBezTo>
                <a:cubicBezTo>
                  <a:pt x="2227861" y="57361"/>
                  <a:pt x="2226150" y="59847"/>
                  <a:pt x="2224279" y="62787"/>
                </a:cubicBezTo>
                <a:lnTo>
                  <a:pt x="2224279" y="110258"/>
                </a:lnTo>
                <a:cubicBezTo>
                  <a:pt x="2224279" y="110686"/>
                  <a:pt x="2224172" y="111047"/>
                  <a:pt x="2223958" y="111341"/>
                </a:cubicBezTo>
                <a:cubicBezTo>
                  <a:pt x="2223744" y="111635"/>
                  <a:pt x="2223397" y="111889"/>
                  <a:pt x="2222916" y="112103"/>
                </a:cubicBezTo>
                <a:cubicBezTo>
                  <a:pt x="2222435" y="112317"/>
                  <a:pt x="2221766" y="112477"/>
                  <a:pt x="2220911" y="112584"/>
                </a:cubicBezTo>
                <a:cubicBezTo>
                  <a:pt x="2220056" y="112691"/>
                  <a:pt x="2218960" y="112744"/>
                  <a:pt x="2217623" y="112744"/>
                </a:cubicBezTo>
                <a:cubicBezTo>
                  <a:pt x="2216340" y="112744"/>
                  <a:pt x="2215271" y="112691"/>
                  <a:pt x="2214416" y="112584"/>
                </a:cubicBezTo>
                <a:cubicBezTo>
                  <a:pt x="2213560" y="112477"/>
                  <a:pt x="2212879" y="112317"/>
                  <a:pt x="2212371" y="112103"/>
                </a:cubicBezTo>
                <a:cubicBezTo>
                  <a:pt x="2211863" y="111889"/>
                  <a:pt x="2211516" y="111635"/>
                  <a:pt x="2211329" y="111341"/>
                </a:cubicBezTo>
                <a:cubicBezTo>
                  <a:pt x="2211141" y="111047"/>
                  <a:pt x="2211048" y="110686"/>
                  <a:pt x="2211048" y="110258"/>
                </a:cubicBezTo>
                <a:lnTo>
                  <a:pt x="2211048" y="38089"/>
                </a:lnTo>
                <a:cubicBezTo>
                  <a:pt x="2211048" y="37662"/>
                  <a:pt x="2211128" y="37301"/>
                  <a:pt x="2211288" y="37007"/>
                </a:cubicBezTo>
                <a:cubicBezTo>
                  <a:pt x="2211449" y="36713"/>
                  <a:pt x="2211770" y="36445"/>
                  <a:pt x="2212251" y="36205"/>
                </a:cubicBezTo>
                <a:cubicBezTo>
                  <a:pt x="2212732" y="35964"/>
                  <a:pt x="2213347" y="35804"/>
                  <a:pt x="2214095" y="35724"/>
                </a:cubicBezTo>
                <a:cubicBezTo>
                  <a:pt x="2214843" y="35644"/>
                  <a:pt x="2215832" y="35603"/>
                  <a:pt x="2217062" y="35603"/>
                </a:cubicBezTo>
                <a:cubicBezTo>
                  <a:pt x="2218238" y="35603"/>
                  <a:pt x="2219214" y="35644"/>
                  <a:pt x="2219989" y="35724"/>
                </a:cubicBezTo>
                <a:cubicBezTo>
                  <a:pt x="2220764" y="35804"/>
                  <a:pt x="2221365" y="35964"/>
                  <a:pt x="2221793" y="36205"/>
                </a:cubicBezTo>
                <a:cubicBezTo>
                  <a:pt x="2222221" y="36445"/>
                  <a:pt x="2222528" y="36713"/>
                  <a:pt x="2222715" y="37007"/>
                </a:cubicBezTo>
                <a:cubicBezTo>
                  <a:pt x="2222902" y="37301"/>
                  <a:pt x="2222996" y="37662"/>
                  <a:pt x="2222996" y="38089"/>
                </a:cubicBezTo>
                <a:lnTo>
                  <a:pt x="2222996" y="48594"/>
                </a:lnTo>
                <a:cubicBezTo>
                  <a:pt x="2224974" y="45707"/>
                  <a:pt x="2226832" y="43355"/>
                  <a:pt x="2228569" y="41537"/>
                </a:cubicBezTo>
                <a:cubicBezTo>
                  <a:pt x="2230306" y="39720"/>
                  <a:pt x="2231950" y="38290"/>
                  <a:pt x="2233501" y="37247"/>
                </a:cubicBezTo>
                <a:cubicBezTo>
                  <a:pt x="2235051" y="36205"/>
                  <a:pt x="2236588" y="35483"/>
                  <a:pt x="2238111" y="35082"/>
                </a:cubicBezTo>
                <a:cubicBezTo>
                  <a:pt x="2239635" y="34681"/>
                  <a:pt x="2241172" y="34481"/>
                  <a:pt x="2242722" y="34481"/>
                </a:cubicBezTo>
                <a:cubicBezTo>
                  <a:pt x="2243417" y="34481"/>
                  <a:pt x="2244206" y="34521"/>
                  <a:pt x="2245088" y="34601"/>
                </a:cubicBezTo>
                <a:cubicBezTo>
                  <a:pt x="2245970" y="34681"/>
                  <a:pt x="2246892" y="34828"/>
                  <a:pt x="2247854" y="35042"/>
                </a:cubicBezTo>
                <a:cubicBezTo>
                  <a:pt x="2248816" y="35256"/>
                  <a:pt x="2249685" y="35497"/>
                  <a:pt x="2250460" y="35764"/>
                </a:cubicBezTo>
                <a:cubicBezTo>
                  <a:pt x="2251235" y="36031"/>
                  <a:pt x="2251783" y="36298"/>
                  <a:pt x="2252104" y="36566"/>
                </a:cubicBezTo>
                <a:cubicBezTo>
                  <a:pt x="2252425" y="36833"/>
                  <a:pt x="2252639" y="37087"/>
                  <a:pt x="2252746" y="37327"/>
                </a:cubicBezTo>
                <a:cubicBezTo>
                  <a:pt x="2252853" y="37568"/>
                  <a:pt x="2252946" y="37875"/>
                  <a:pt x="2253026" y="38250"/>
                </a:cubicBezTo>
                <a:cubicBezTo>
                  <a:pt x="2253106" y="38624"/>
                  <a:pt x="2253160" y="39172"/>
                  <a:pt x="2253187" y="39893"/>
                </a:cubicBezTo>
                <a:cubicBezTo>
                  <a:pt x="2253213" y="40615"/>
                  <a:pt x="2253227" y="41591"/>
                  <a:pt x="2253227" y="42820"/>
                </a:cubicBezTo>
                <a:close/>
                <a:moveTo>
                  <a:pt x="2327319" y="71047"/>
                </a:moveTo>
                <a:cubicBezTo>
                  <a:pt x="2327319" y="73131"/>
                  <a:pt x="2326798" y="74615"/>
                  <a:pt x="2325756" y="75497"/>
                </a:cubicBezTo>
                <a:cubicBezTo>
                  <a:pt x="2324713" y="76379"/>
                  <a:pt x="2323524" y="76820"/>
                  <a:pt x="2322187" y="76820"/>
                </a:cubicBezTo>
                <a:lnTo>
                  <a:pt x="2274876" y="76820"/>
                </a:lnTo>
                <a:cubicBezTo>
                  <a:pt x="2274876" y="80841"/>
                  <a:pt x="2275277" y="84460"/>
                  <a:pt x="2276079" y="87678"/>
                </a:cubicBezTo>
                <a:cubicBezTo>
                  <a:pt x="2276881" y="90896"/>
                  <a:pt x="2278218" y="93657"/>
                  <a:pt x="2280089" y="95962"/>
                </a:cubicBezTo>
                <a:cubicBezTo>
                  <a:pt x="2281960" y="98268"/>
                  <a:pt x="2284392" y="100038"/>
                  <a:pt x="2287386" y="101272"/>
                </a:cubicBezTo>
                <a:cubicBezTo>
                  <a:pt x="2290379" y="102505"/>
                  <a:pt x="2294041" y="103122"/>
                  <a:pt x="2298371" y="103122"/>
                </a:cubicBezTo>
                <a:cubicBezTo>
                  <a:pt x="2301793" y="103122"/>
                  <a:pt x="2304840" y="102841"/>
                  <a:pt x="2307513" y="102280"/>
                </a:cubicBezTo>
                <a:cubicBezTo>
                  <a:pt x="2310186" y="101718"/>
                  <a:pt x="2312498" y="101090"/>
                  <a:pt x="2314449" y="100395"/>
                </a:cubicBezTo>
                <a:cubicBezTo>
                  <a:pt x="2316400" y="99700"/>
                  <a:pt x="2318004" y="99072"/>
                  <a:pt x="2319260" y="98511"/>
                </a:cubicBezTo>
                <a:cubicBezTo>
                  <a:pt x="2320517" y="97950"/>
                  <a:pt x="2321466" y="97669"/>
                  <a:pt x="2322107" y="97669"/>
                </a:cubicBezTo>
                <a:cubicBezTo>
                  <a:pt x="2322481" y="97669"/>
                  <a:pt x="2322815" y="97762"/>
                  <a:pt x="2323109" y="97950"/>
                </a:cubicBezTo>
                <a:cubicBezTo>
                  <a:pt x="2323403" y="98137"/>
                  <a:pt x="2323631" y="98417"/>
                  <a:pt x="2323791" y="98792"/>
                </a:cubicBezTo>
                <a:cubicBezTo>
                  <a:pt x="2323951" y="99166"/>
                  <a:pt x="2324072" y="99687"/>
                  <a:pt x="2324152" y="100355"/>
                </a:cubicBezTo>
                <a:cubicBezTo>
                  <a:pt x="2324232" y="101023"/>
                  <a:pt x="2324272" y="101839"/>
                  <a:pt x="2324272" y="102801"/>
                </a:cubicBezTo>
                <a:cubicBezTo>
                  <a:pt x="2324272" y="103496"/>
                  <a:pt x="2324245" y="104097"/>
                  <a:pt x="2324192" y="104605"/>
                </a:cubicBezTo>
                <a:cubicBezTo>
                  <a:pt x="2324138" y="105113"/>
                  <a:pt x="2324072" y="105567"/>
                  <a:pt x="2323991" y="105968"/>
                </a:cubicBezTo>
                <a:cubicBezTo>
                  <a:pt x="2323911" y="106369"/>
                  <a:pt x="2323778" y="106730"/>
                  <a:pt x="2323591" y="107051"/>
                </a:cubicBezTo>
                <a:cubicBezTo>
                  <a:pt x="2323403" y="107372"/>
                  <a:pt x="2323163" y="107679"/>
                  <a:pt x="2322869" y="107973"/>
                </a:cubicBezTo>
                <a:cubicBezTo>
                  <a:pt x="2322575" y="108267"/>
                  <a:pt x="2321706" y="108748"/>
                  <a:pt x="2320263" y="109416"/>
                </a:cubicBezTo>
                <a:cubicBezTo>
                  <a:pt x="2318819" y="110085"/>
                  <a:pt x="2316948" y="110740"/>
                  <a:pt x="2314650" y="111381"/>
                </a:cubicBezTo>
                <a:cubicBezTo>
                  <a:pt x="2312351" y="112023"/>
                  <a:pt x="2309691" y="112597"/>
                  <a:pt x="2306671" y="113105"/>
                </a:cubicBezTo>
                <a:cubicBezTo>
                  <a:pt x="2303650" y="113613"/>
                  <a:pt x="2300430" y="113867"/>
                  <a:pt x="2297008" y="113867"/>
                </a:cubicBezTo>
                <a:cubicBezTo>
                  <a:pt x="2291074" y="113867"/>
                  <a:pt x="2285875" y="113037"/>
                  <a:pt x="2281412" y="111379"/>
                </a:cubicBezTo>
                <a:cubicBezTo>
                  <a:pt x="2276948" y="109720"/>
                  <a:pt x="2273192" y="107258"/>
                  <a:pt x="2270145" y="103994"/>
                </a:cubicBezTo>
                <a:cubicBezTo>
                  <a:pt x="2267098" y="100729"/>
                  <a:pt x="2264799" y="96636"/>
                  <a:pt x="2263249" y="91712"/>
                </a:cubicBezTo>
                <a:cubicBezTo>
                  <a:pt x="2261699" y="86789"/>
                  <a:pt x="2260924" y="81063"/>
                  <a:pt x="2260924" y="74535"/>
                </a:cubicBezTo>
                <a:cubicBezTo>
                  <a:pt x="2260924" y="68327"/>
                  <a:pt x="2261726" y="62748"/>
                  <a:pt x="2263329" y="57798"/>
                </a:cubicBezTo>
                <a:cubicBezTo>
                  <a:pt x="2264933" y="52848"/>
                  <a:pt x="2267245" y="48647"/>
                  <a:pt x="2270266" y="45196"/>
                </a:cubicBezTo>
                <a:cubicBezTo>
                  <a:pt x="2273286" y="41745"/>
                  <a:pt x="2276935" y="39096"/>
                  <a:pt x="2281211" y="37250"/>
                </a:cubicBezTo>
                <a:cubicBezTo>
                  <a:pt x="2285488" y="35404"/>
                  <a:pt x="2290272" y="34481"/>
                  <a:pt x="2295565" y="34481"/>
                </a:cubicBezTo>
                <a:cubicBezTo>
                  <a:pt x="2301231" y="34481"/>
                  <a:pt x="2306056" y="35390"/>
                  <a:pt x="2310039" y="37207"/>
                </a:cubicBezTo>
                <a:cubicBezTo>
                  <a:pt x="2314021" y="39025"/>
                  <a:pt x="2317296" y="41471"/>
                  <a:pt x="2319862" y="44544"/>
                </a:cubicBezTo>
                <a:cubicBezTo>
                  <a:pt x="2322428" y="47618"/>
                  <a:pt x="2324312" y="51227"/>
                  <a:pt x="2325515" y="55370"/>
                </a:cubicBezTo>
                <a:cubicBezTo>
                  <a:pt x="2326718" y="59513"/>
                  <a:pt x="2327319" y="63937"/>
                  <a:pt x="2327319" y="68641"/>
                </a:cubicBezTo>
                <a:lnTo>
                  <a:pt x="2327319" y="71047"/>
                </a:lnTo>
                <a:moveTo>
                  <a:pt x="2314008" y="67117"/>
                </a:moveTo>
                <a:cubicBezTo>
                  <a:pt x="2314168" y="60168"/>
                  <a:pt x="2312632" y="54715"/>
                  <a:pt x="2309397" y="50759"/>
                </a:cubicBezTo>
                <a:cubicBezTo>
                  <a:pt x="2306163" y="46803"/>
                  <a:pt x="2301365" y="44825"/>
                  <a:pt x="2295004" y="44825"/>
                </a:cubicBezTo>
                <a:cubicBezTo>
                  <a:pt x="2291743" y="44825"/>
                  <a:pt x="2288883" y="45440"/>
                  <a:pt x="2286423" y="46669"/>
                </a:cubicBezTo>
                <a:cubicBezTo>
                  <a:pt x="2283964" y="47899"/>
                  <a:pt x="2281906" y="49529"/>
                  <a:pt x="2280249" y="51561"/>
                </a:cubicBezTo>
                <a:cubicBezTo>
                  <a:pt x="2278592" y="53592"/>
                  <a:pt x="2277309" y="55958"/>
                  <a:pt x="2276400" y="58657"/>
                </a:cubicBezTo>
                <a:cubicBezTo>
                  <a:pt x="2275491" y="61357"/>
                  <a:pt x="2274983" y="64177"/>
                  <a:pt x="2274876" y="67117"/>
                </a:cubicBezTo>
                <a:lnTo>
                  <a:pt x="2314008" y="67117"/>
                </a:lnTo>
                <a:close/>
                <a:moveTo>
                  <a:pt x="2390034" y="90670"/>
                </a:moveTo>
                <a:cubicBezTo>
                  <a:pt x="2390034" y="94362"/>
                  <a:pt x="2389352" y="97653"/>
                  <a:pt x="2387989" y="100543"/>
                </a:cubicBezTo>
                <a:cubicBezTo>
                  <a:pt x="2386626" y="103432"/>
                  <a:pt x="2384688" y="105866"/>
                  <a:pt x="2382175" y="107848"/>
                </a:cubicBezTo>
                <a:cubicBezTo>
                  <a:pt x="2379663" y="109827"/>
                  <a:pt x="2376669" y="111325"/>
                  <a:pt x="2373194" y="112341"/>
                </a:cubicBezTo>
                <a:cubicBezTo>
                  <a:pt x="2369719" y="113358"/>
                  <a:pt x="2365897" y="113867"/>
                  <a:pt x="2361727" y="113867"/>
                </a:cubicBezTo>
                <a:cubicBezTo>
                  <a:pt x="2359161" y="113867"/>
                  <a:pt x="2356715" y="113666"/>
                  <a:pt x="2354390" y="113265"/>
                </a:cubicBezTo>
                <a:cubicBezTo>
                  <a:pt x="2352065" y="112865"/>
                  <a:pt x="2349980" y="112357"/>
                  <a:pt x="2348135" y="111742"/>
                </a:cubicBezTo>
                <a:cubicBezTo>
                  <a:pt x="2346291" y="111127"/>
                  <a:pt x="2344727" y="110486"/>
                  <a:pt x="2343444" y="109817"/>
                </a:cubicBezTo>
                <a:cubicBezTo>
                  <a:pt x="2342161" y="109149"/>
                  <a:pt x="2341226" y="108548"/>
                  <a:pt x="2340638" y="108013"/>
                </a:cubicBezTo>
                <a:cubicBezTo>
                  <a:pt x="2340050" y="107479"/>
                  <a:pt x="2339622" y="106730"/>
                  <a:pt x="2339355" y="105768"/>
                </a:cubicBezTo>
                <a:cubicBezTo>
                  <a:pt x="2339087" y="104806"/>
                  <a:pt x="2338954" y="103496"/>
                  <a:pt x="2338954" y="101839"/>
                </a:cubicBezTo>
                <a:cubicBezTo>
                  <a:pt x="2338954" y="100823"/>
                  <a:pt x="2339007" y="99968"/>
                  <a:pt x="2339114" y="99273"/>
                </a:cubicBezTo>
                <a:cubicBezTo>
                  <a:pt x="2339221" y="98578"/>
                  <a:pt x="2339355" y="98016"/>
                  <a:pt x="2339515" y="97589"/>
                </a:cubicBezTo>
                <a:cubicBezTo>
                  <a:pt x="2339676" y="97161"/>
                  <a:pt x="2339903" y="96854"/>
                  <a:pt x="2340197" y="96667"/>
                </a:cubicBezTo>
                <a:cubicBezTo>
                  <a:pt x="2340491" y="96479"/>
                  <a:pt x="2340825" y="96386"/>
                  <a:pt x="2341199" y="96386"/>
                </a:cubicBezTo>
                <a:cubicBezTo>
                  <a:pt x="2341787" y="96386"/>
                  <a:pt x="2342656" y="96747"/>
                  <a:pt x="2343805" y="97468"/>
                </a:cubicBezTo>
                <a:cubicBezTo>
                  <a:pt x="2344955" y="98190"/>
                  <a:pt x="2346371" y="98979"/>
                  <a:pt x="2348055" y="99834"/>
                </a:cubicBezTo>
                <a:cubicBezTo>
                  <a:pt x="2349739" y="100689"/>
                  <a:pt x="2351730" y="101478"/>
                  <a:pt x="2354029" y="102200"/>
                </a:cubicBezTo>
                <a:cubicBezTo>
                  <a:pt x="2356328" y="102921"/>
                  <a:pt x="2358974" y="103282"/>
                  <a:pt x="2361968" y="103282"/>
                </a:cubicBezTo>
                <a:cubicBezTo>
                  <a:pt x="2364213" y="103282"/>
                  <a:pt x="2366244" y="103041"/>
                  <a:pt x="2368062" y="102560"/>
                </a:cubicBezTo>
                <a:cubicBezTo>
                  <a:pt x="2369880" y="102078"/>
                  <a:pt x="2371457" y="101368"/>
                  <a:pt x="2372793" y="100430"/>
                </a:cubicBezTo>
                <a:cubicBezTo>
                  <a:pt x="2374130" y="99493"/>
                  <a:pt x="2375159" y="98301"/>
                  <a:pt x="2375880" y="96854"/>
                </a:cubicBezTo>
                <a:cubicBezTo>
                  <a:pt x="2376602" y="95408"/>
                  <a:pt x="2376963" y="93694"/>
                  <a:pt x="2376963" y="91712"/>
                </a:cubicBezTo>
                <a:cubicBezTo>
                  <a:pt x="2376963" y="89679"/>
                  <a:pt x="2376442" y="87967"/>
                  <a:pt x="2375399" y="86575"/>
                </a:cubicBezTo>
                <a:cubicBezTo>
                  <a:pt x="2374357" y="85184"/>
                  <a:pt x="2372980" y="83953"/>
                  <a:pt x="2371270" y="82884"/>
                </a:cubicBezTo>
                <a:cubicBezTo>
                  <a:pt x="2369559" y="81813"/>
                  <a:pt x="2367634" y="80864"/>
                  <a:pt x="2365496" y="80035"/>
                </a:cubicBezTo>
                <a:cubicBezTo>
                  <a:pt x="2363358" y="79205"/>
                  <a:pt x="2361153" y="78335"/>
                  <a:pt x="2358881" y="77426"/>
                </a:cubicBezTo>
                <a:cubicBezTo>
                  <a:pt x="2356609" y="76516"/>
                  <a:pt x="2354390" y="75485"/>
                  <a:pt x="2352225" y="74334"/>
                </a:cubicBezTo>
                <a:cubicBezTo>
                  <a:pt x="2350060" y="73183"/>
                  <a:pt x="2348122" y="71778"/>
                  <a:pt x="2346411" y="70119"/>
                </a:cubicBezTo>
                <a:cubicBezTo>
                  <a:pt x="2344701" y="68460"/>
                  <a:pt x="2343324" y="66481"/>
                  <a:pt x="2342282" y="64180"/>
                </a:cubicBezTo>
                <a:cubicBezTo>
                  <a:pt x="2341239" y="61880"/>
                  <a:pt x="2340718" y="59124"/>
                  <a:pt x="2340718" y="55914"/>
                </a:cubicBezTo>
                <a:cubicBezTo>
                  <a:pt x="2340718" y="53077"/>
                  <a:pt x="2341266" y="50361"/>
                  <a:pt x="2342362" y="47767"/>
                </a:cubicBezTo>
                <a:cubicBezTo>
                  <a:pt x="2343458" y="45171"/>
                  <a:pt x="2345102" y="42896"/>
                  <a:pt x="2347293" y="40943"/>
                </a:cubicBezTo>
                <a:cubicBezTo>
                  <a:pt x="2349485" y="38989"/>
                  <a:pt x="2352225" y="37424"/>
                  <a:pt x="2355513" y="36247"/>
                </a:cubicBezTo>
                <a:cubicBezTo>
                  <a:pt x="2358800" y="35070"/>
                  <a:pt x="2362636" y="34481"/>
                  <a:pt x="2367020" y="34481"/>
                </a:cubicBezTo>
                <a:cubicBezTo>
                  <a:pt x="2368944" y="34481"/>
                  <a:pt x="2370869" y="34644"/>
                  <a:pt x="2372793" y="34969"/>
                </a:cubicBezTo>
                <a:cubicBezTo>
                  <a:pt x="2374718" y="35295"/>
                  <a:pt x="2376455" y="35702"/>
                  <a:pt x="2378005" y="36190"/>
                </a:cubicBezTo>
                <a:cubicBezTo>
                  <a:pt x="2379556" y="36678"/>
                  <a:pt x="2380879" y="37206"/>
                  <a:pt x="2381975" y="37776"/>
                </a:cubicBezTo>
                <a:cubicBezTo>
                  <a:pt x="2383071" y="38346"/>
                  <a:pt x="2383899" y="38848"/>
                  <a:pt x="2384460" y="39282"/>
                </a:cubicBezTo>
                <a:cubicBezTo>
                  <a:pt x="2385022" y="39716"/>
                  <a:pt x="2385396" y="40094"/>
                  <a:pt x="2385583" y="40415"/>
                </a:cubicBezTo>
                <a:cubicBezTo>
                  <a:pt x="2385770" y="40735"/>
                  <a:pt x="2385904" y="41096"/>
                  <a:pt x="2385984" y="41497"/>
                </a:cubicBezTo>
                <a:cubicBezTo>
                  <a:pt x="2386064" y="41898"/>
                  <a:pt x="2386144" y="42393"/>
                  <a:pt x="2386225" y="42981"/>
                </a:cubicBezTo>
                <a:cubicBezTo>
                  <a:pt x="2386305" y="43569"/>
                  <a:pt x="2386345" y="44290"/>
                  <a:pt x="2386345" y="45146"/>
                </a:cubicBezTo>
                <a:cubicBezTo>
                  <a:pt x="2386345" y="46055"/>
                  <a:pt x="2386305" y="46843"/>
                  <a:pt x="2386225" y="47511"/>
                </a:cubicBezTo>
                <a:cubicBezTo>
                  <a:pt x="2386144" y="48180"/>
                  <a:pt x="2386011" y="48728"/>
                  <a:pt x="2385824" y="49155"/>
                </a:cubicBezTo>
                <a:cubicBezTo>
                  <a:pt x="2385637" y="49583"/>
                  <a:pt x="2385409" y="49890"/>
                  <a:pt x="2385142" y="50077"/>
                </a:cubicBezTo>
                <a:cubicBezTo>
                  <a:pt x="2384875" y="50264"/>
                  <a:pt x="2384581" y="50358"/>
                  <a:pt x="2384260" y="50358"/>
                </a:cubicBezTo>
                <a:cubicBezTo>
                  <a:pt x="2383779" y="50358"/>
                  <a:pt x="2383084" y="50060"/>
                  <a:pt x="2382175" y="49463"/>
                </a:cubicBezTo>
                <a:cubicBezTo>
                  <a:pt x="2381266" y="48867"/>
                  <a:pt x="2380090" y="48230"/>
                  <a:pt x="2378647" y="47551"/>
                </a:cubicBezTo>
                <a:cubicBezTo>
                  <a:pt x="2377203" y="46873"/>
                  <a:pt x="2375506" y="46236"/>
                  <a:pt x="2373555" y="45639"/>
                </a:cubicBezTo>
                <a:cubicBezTo>
                  <a:pt x="2371604" y="45043"/>
                  <a:pt x="2369372" y="44745"/>
                  <a:pt x="2366859" y="44745"/>
                </a:cubicBezTo>
                <a:cubicBezTo>
                  <a:pt x="2364614" y="44745"/>
                  <a:pt x="2362636" y="45000"/>
                  <a:pt x="2360925" y="45509"/>
                </a:cubicBezTo>
                <a:cubicBezTo>
                  <a:pt x="2359215" y="46017"/>
                  <a:pt x="2357811" y="46740"/>
                  <a:pt x="2356715" y="47677"/>
                </a:cubicBezTo>
                <a:cubicBezTo>
                  <a:pt x="2355620" y="48614"/>
                  <a:pt x="2354791" y="49726"/>
                  <a:pt x="2354230" y="51012"/>
                </a:cubicBezTo>
                <a:cubicBezTo>
                  <a:pt x="2353668" y="52297"/>
                  <a:pt x="2353388" y="53689"/>
                  <a:pt x="2353388" y="55189"/>
                </a:cubicBezTo>
                <a:cubicBezTo>
                  <a:pt x="2353388" y="57276"/>
                  <a:pt x="2353922" y="59028"/>
                  <a:pt x="2354991" y="60447"/>
                </a:cubicBezTo>
                <a:cubicBezTo>
                  <a:pt x="2356061" y="61865"/>
                  <a:pt x="2357451" y="63110"/>
                  <a:pt x="2359161" y="64180"/>
                </a:cubicBezTo>
                <a:cubicBezTo>
                  <a:pt x="2360872" y="65250"/>
                  <a:pt x="2362823" y="66213"/>
                  <a:pt x="2365015" y="67070"/>
                </a:cubicBezTo>
                <a:cubicBezTo>
                  <a:pt x="2367207" y="67925"/>
                  <a:pt x="2369439" y="68808"/>
                  <a:pt x="2371711" y="69718"/>
                </a:cubicBezTo>
                <a:cubicBezTo>
                  <a:pt x="2373983" y="70627"/>
                  <a:pt x="2376228" y="71644"/>
                  <a:pt x="2378446" y="72768"/>
                </a:cubicBezTo>
                <a:cubicBezTo>
                  <a:pt x="2380665" y="73892"/>
                  <a:pt x="2382630" y="75257"/>
                  <a:pt x="2384340" y="76863"/>
                </a:cubicBezTo>
                <a:cubicBezTo>
                  <a:pt x="2386051" y="78468"/>
                  <a:pt x="2387427" y="80395"/>
                  <a:pt x="2388470" y="82644"/>
                </a:cubicBezTo>
                <a:cubicBezTo>
                  <a:pt x="2389512" y="84891"/>
                  <a:pt x="2390034" y="87566"/>
                  <a:pt x="2390034" y="90670"/>
                </a:cubicBezTo>
                <a:close/>
                <a:moveTo>
                  <a:pt x="2448931" y="105046"/>
                </a:moveTo>
                <a:cubicBezTo>
                  <a:pt x="2448931" y="106596"/>
                  <a:pt x="2448824" y="107826"/>
                  <a:pt x="2448610" y="108735"/>
                </a:cubicBezTo>
                <a:cubicBezTo>
                  <a:pt x="2448396" y="109644"/>
                  <a:pt x="2448075" y="110312"/>
                  <a:pt x="2447648" y="110740"/>
                </a:cubicBezTo>
                <a:cubicBezTo>
                  <a:pt x="2447220" y="111167"/>
                  <a:pt x="2446578" y="111568"/>
                  <a:pt x="2445723" y="111942"/>
                </a:cubicBezTo>
                <a:cubicBezTo>
                  <a:pt x="2444868" y="112317"/>
                  <a:pt x="2443892" y="112624"/>
                  <a:pt x="2442796" y="112865"/>
                </a:cubicBezTo>
                <a:cubicBezTo>
                  <a:pt x="2441700" y="113105"/>
                  <a:pt x="2440538" y="113306"/>
                  <a:pt x="2439308" y="113466"/>
                </a:cubicBezTo>
                <a:cubicBezTo>
                  <a:pt x="2438078" y="113626"/>
                  <a:pt x="2436849" y="113706"/>
                  <a:pt x="2435619" y="113706"/>
                </a:cubicBezTo>
                <a:cubicBezTo>
                  <a:pt x="2431877" y="113706"/>
                  <a:pt x="2428670" y="113211"/>
                  <a:pt x="2425997" y="112221"/>
                </a:cubicBezTo>
                <a:cubicBezTo>
                  <a:pt x="2423324" y="111228"/>
                  <a:pt x="2421132" y="109727"/>
                  <a:pt x="2419421" y="107717"/>
                </a:cubicBezTo>
                <a:cubicBezTo>
                  <a:pt x="2417711" y="105708"/>
                  <a:pt x="2416468" y="103163"/>
                  <a:pt x="2415693" y="100082"/>
                </a:cubicBezTo>
                <a:cubicBezTo>
                  <a:pt x="2414918" y="97002"/>
                  <a:pt x="2414530" y="93371"/>
                  <a:pt x="2414530" y="89192"/>
                </a:cubicBezTo>
                <a:lnTo>
                  <a:pt x="2414530" y="46910"/>
                </a:lnTo>
                <a:lnTo>
                  <a:pt x="2404426" y="46910"/>
                </a:lnTo>
                <a:cubicBezTo>
                  <a:pt x="2403624" y="46910"/>
                  <a:pt x="2402983" y="46482"/>
                  <a:pt x="2402502" y="45627"/>
                </a:cubicBezTo>
                <a:cubicBezTo>
                  <a:pt x="2402021" y="44772"/>
                  <a:pt x="2401780" y="43382"/>
                  <a:pt x="2401780" y="41457"/>
                </a:cubicBezTo>
                <a:cubicBezTo>
                  <a:pt x="2401780" y="40441"/>
                  <a:pt x="2401847" y="39586"/>
                  <a:pt x="2401981" y="38891"/>
                </a:cubicBezTo>
                <a:cubicBezTo>
                  <a:pt x="2402114" y="38196"/>
                  <a:pt x="2402288" y="37622"/>
                  <a:pt x="2402502" y="37167"/>
                </a:cubicBezTo>
                <a:cubicBezTo>
                  <a:pt x="2402716" y="36713"/>
                  <a:pt x="2402996" y="36392"/>
                  <a:pt x="2403344" y="36205"/>
                </a:cubicBezTo>
                <a:cubicBezTo>
                  <a:pt x="2403691" y="36018"/>
                  <a:pt x="2404079" y="35924"/>
                  <a:pt x="2404506" y="35924"/>
                </a:cubicBezTo>
                <a:lnTo>
                  <a:pt x="2414530" y="35924"/>
                </a:lnTo>
                <a:lnTo>
                  <a:pt x="2414530" y="18764"/>
                </a:lnTo>
                <a:cubicBezTo>
                  <a:pt x="2414530" y="18390"/>
                  <a:pt x="2414624" y="18042"/>
                  <a:pt x="2414811" y="17722"/>
                </a:cubicBezTo>
                <a:cubicBezTo>
                  <a:pt x="2414998" y="17401"/>
                  <a:pt x="2415345" y="17120"/>
                  <a:pt x="2415853" y="16880"/>
                </a:cubicBezTo>
                <a:cubicBezTo>
                  <a:pt x="2416361" y="16639"/>
                  <a:pt x="2417043" y="16465"/>
                  <a:pt x="2417898" y="16358"/>
                </a:cubicBezTo>
                <a:cubicBezTo>
                  <a:pt x="2418753" y="16251"/>
                  <a:pt x="2419822" y="16198"/>
                  <a:pt x="2421105" y="16198"/>
                </a:cubicBezTo>
                <a:cubicBezTo>
                  <a:pt x="2422442" y="16198"/>
                  <a:pt x="2423538" y="16251"/>
                  <a:pt x="2424393" y="16358"/>
                </a:cubicBezTo>
                <a:cubicBezTo>
                  <a:pt x="2425248" y="16465"/>
                  <a:pt x="2425917" y="16639"/>
                  <a:pt x="2426398" y="16880"/>
                </a:cubicBezTo>
                <a:cubicBezTo>
                  <a:pt x="2426879" y="17120"/>
                  <a:pt x="2427226" y="17401"/>
                  <a:pt x="2427440" y="17722"/>
                </a:cubicBezTo>
                <a:cubicBezTo>
                  <a:pt x="2427654" y="18042"/>
                  <a:pt x="2427761" y="18390"/>
                  <a:pt x="2427761" y="18764"/>
                </a:cubicBezTo>
                <a:lnTo>
                  <a:pt x="2427761" y="35924"/>
                </a:lnTo>
                <a:lnTo>
                  <a:pt x="2446284" y="35924"/>
                </a:lnTo>
                <a:cubicBezTo>
                  <a:pt x="2446712" y="35924"/>
                  <a:pt x="2447086" y="36018"/>
                  <a:pt x="2447407" y="36205"/>
                </a:cubicBezTo>
                <a:cubicBezTo>
                  <a:pt x="2447728" y="36392"/>
                  <a:pt x="2448008" y="36713"/>
                  <a:pt x="2448249" y="37167"/>
                </a:cubicBezTo>
                <a:cubicBezTo>
                  <a:pt x="2448490" y="37622"/>
                  <a:pt x="2448663" y="38196"/>
                  <a:pt x="2448770" y="38891"/>
                </a:cubicBezTo>
                <a:cubicBezTo>
                  <a:pt x="2448877" y="39586"/>
                  <a:pt x="2448931" y="40441"/>
                  <a:pt x="2448931" y="41457"/>
                </a:cubicBezTo>
                <a:cubicBezTo>
                  <a:pt x="2448931" y="43382"/>
                  <a:pt x="2448690" y="44772"/>
                  <a:pt x="2448209" y="45627"/>
                </a:cubicBezTo>
                <a:cubicBezTo>
                  <a:pt x="2447728" y="46482"/>
                  <a:pt x="2447086" y="46910"/>
                  <a:pt x="2446284" y="46910"/>
                </a:cubicBezTo>
                <a:lnTo>
                  <a:pt x="2427761" y="46910"/>
                </a:lnTo>
                <a:lnTo>
                  <a:pt x="2427761" y="87282"/>
                </a:lnTo>
                <a:cubicBezTo>
                  <a:pt x="2427761" y="92267"/>
                  <a:pt x="2428496" y="96033"/>
                  <a:pt x="2429966" y="98581"/>
                </a:cubicBezTo>
                <a:cubicBezTo>
                  <a:pt x="2431436" y="101127"/>
                  <a:pt x="2434069" y="102400"/>
                  <a:pt x="2437865" y="102400"/>
                </a:cubicBezTo>
                <a:cubicBezTo>
                  <a:pt x="2439094" y="102400"/>
                  <a:pt x="2440190" y="102280"/>
                  <a:pt x="2441152" y="102039"/>
                </a:cubicBezTo>
                <a:cubicBezTo>
                  <a:pt x="2442115" y="101799"/>
                  <a:pt x="2442970" y="101545"/>
                  <a:pt x="2443718" y="101277"/>
                </a:cubicBezTo>
                <a:cubicBezTo>
                  <a:pt x="2444467" y="101010"/>
                  <a:pt x="2445108" y="100756"/>
                  <a:pt x="2445643" y="100516"/>
                </a:cubicBezTo>
                <a:cubicBezTo>
                  <a:pt x="2446177" y="100275"/>
                  <a:pt x="2446659" y="100155"/>
                  <a:pt x="2447086" y="100155"/>
                </a:cubicBezTo>
                <a:cubicBezTo>
                  <a:pt x="2447354" y="100155"/>
                  <a:pt x="2447607" y="100222"/>
                  <a:pt x="2447848" y="100355"/>
                </a:cubicBezTo>
                <a:cubicBezTo>
                  <a:pt x="2448089" y="100489"/>
                  <a:pt x="2448276" y="100743"/>
                  <a:pt x="2448409" y="101117"/>
                </a:cubicBezTo>
                <a:cubicBezTo>
                  <a:pt x="2448543" y="101491"/>
                  <a:pt x="2448663" y="101999"/>
                  <a:pt x="2448770" y="102641"/>
                </a:cubicBezTo>
                <a:cubicBezTo>
                  <a:pt x="2448877" y="103282"/>
                  <a:pt x="2448931" y="104084"/>
                  <a:pt x="2448931" y="105046"/>
                </a:cubicBezTo>
                <a:close/>
                <a:moveTo>
                  <a:pt x="2557079" y="110339"/>
                </a:moveTo>
                <a:cubicBezTo>
                  <a:pt x="2557079" y="110980"/>
                  <a:pt x="2556865" y="111461"/>
                  <a:pt x="2556437" y="111782"/>
                </a:cubicBezTo>
                <a:cubicBezTo>
                  <a:pt x="2556010" y="112103"/>
                  <a:pt x="2555422" y="112343"/>
                  <a:pt x="2554673" y="112504"/>
                </a:cubicBezTo>
                <a:cubicBezTo>
                  <a:pt x="2553925" y="112664"/>
                  <a:pt x="2552829" y="112744"/>
                  <a:pt x="2551386" y="112744"/>
                </a:cubicBezTo>
                <a:cubicBezTo>
                  <a:pt x="2549996" y="112744"/>
                  <a:pt x="2548886" y="112664"/>
                  <a:pt x="2548058" y="112504"/>
                </a:cubicBezTo>
                <a:cubicBezTo>
                  <a:pt x="2547229" y="112343"/>
                  <a:pt x="2546628" y="112103"/>
                  <a:pt x="2546254" y="111782"/>
                </a:cubicBezTo>
                <a:cubicBezTo>
                  <a:pt x="2545879" y="111461"/>
                  <a:pt x="2545692" y="110980"/>
                  <a:pt x="2545692" y="110339"/>
                </a:cubicBezTo>
                <a:lnTo>
                  <a:pt x="2545692" y="103122"/>
                </a:lnTo>
                <a:cubicBezTo>
                  <a:pt x="2542538" y="106490"/>
                  <a:pt x="2539023" y="109122"/>
                  <a:pt x="2535148" y="111020"/>
                </a:cubicBezTo>
                <a:cubicBezTo>
                  <a:pt x="2531272" y="112918"/>
                  <a:pt x="2527169" y="113867"/>
                  <a:pt x="2522839" y="113867"/>
                </a:cubicBezTo>
                <a:cubicBezTo>
                  <a:pt x="2519043" y="113867"/>
                  <a:pt x="2515608" y="113371"/>
                  <a:pt x="2512535" y="112378"/>
                </a:cubicBezTo>
                <a:cubicBezTo>
                  <a:pt x="2509461" y="111386"/>
                  <a:pt x="2506841" y="109951"/>
                  <a:pt x="2504676" y="108073"/>
                </a:cubicBezTo>
                <a:cubicBezTo>
                  <a:pt x="2502511" y="106196"/>
                  <a:pt x="2500827" y="103889"/>
                  <a:pt x="2499624" y="101155"/>
                </a:cubicBezTo>
                <a:cubicBezTo>
                  <a:pt x="2498421" y="98418"/>
                  <a:pt x="2497820" y="95306"/>
                  <a:pt x="2497820" y="91818"/>
                </a:cubicBezTo>
                <a:cubicBezTo>
                  <a:pt x="2497820" y="87741"/>
                  <a:pt x="2498649" y="84202"/>
                  <a:pt x="2500306" y="81198"/>
                </a:cubicBezTo>
                <a:cubicBezTo>
                  <a:pt x="2501963" y="78192"/>
                  <a:pt x="2504342" y="75697"/>
                  <a:pt x="2507443" y="73713"/>
                </a:cubicBezTo>
                <a:cubicBezTo>
                  <a:pt x="2510543" y="71728"/>
                  <a:pt x="2514339" y="70240"/>
                  <a:pt x="2518829" y="69247"/>
                </a:cubicBezTo>
                <a:cubicBezTo>
                  <a:pt x="2523320" y="68255"/>
                  <a:pt x="2528372" y="67759"/>
                  <a:pt x="2533985" y="67759"/>
                </a:cubicBezTo>
                <a:lnTo>
                  <a:pt x="2543928" y="67759"/>
                </a:lnTo>
                <a:lnTo>
                  <a:pt x="2543928" y="62166"/>
                </a:lnTo>
                <a:cubicBezTo>
                  <a:pt x="2543928" y="59396"/>
                  <a:pt x="2543634" y="56946"/>
                  <a:pt x="2543046" y="54816"/>
                </a:cubicBezTo>
                <a:cubicBezTo>
                  <a:pt x="2542458" y="52684"/>
                  <a:pt x="2541509" y="50913"/>
                  <a:pt x="2540199" y="49501"/>
                </a:cubicBezTo>
                <a:cubicBezTo>
                  <a:pt x="2538890" y="48089"/>
                  <a:pt x="2537192" y="47024"/>
                  <a:pt x="2535107" y="46306"/>
                </a:cubicBezTo>
                <a:cubicBezTo>
                  <a:pt x="2533023" y="45586"/>
                  <a:pt x="2530457" y="45226"/>
                  <a:pt x="2527409" y="45226"/>
                </a:cubicBezTo>
                <a:cubicBezTo>
                  <a:pt x="2524148" y="45226"/>
                  <a:pt x="2521222" y="45609"/>
                  <a:pt x="2518629" y="46376"/>
                </a:cubicBezTo>
                <a:cubicBezTo>
                  <a:pt x="2516036" y="47143"/>
                  <a:pt x="2513764" y="47989"/>
                  <a:pt x="2511813" y="48915"/>
                </a:cubicBezTo>
                <a:cubicBezTo>
                  <a:pt x="2509862" y="49840"/>
                  <a:pt x="2508231" y="50686"/>
                  <a:pt x="2506921" y="51453"/>
                </a:cubicBezTo>
                <a:cubicBezTo>
                  <a:pt x="2505612" y="52220"/>
                  <a:pt x="2504636" y="52603"/>
                  <a:pt x="2503994" y="52603"/>
                </a:cubicBezTo>
                <a:cubicBezTo>
                  <a:pt x="2503567" y="52603"/>
                  <a:pt x="2503193" y="52496"/>
                  <a:pt x="2502872" y="52283"/>
                </a:cubicBezTo>
                <a:cubicBezTo>
                  <a:pt x="2502551" y="52069"/>
                  <a:pt x="2502270" y="51748"/>
                  <a:pt x="2502030" y="51320"/>
                </a:cubicBezTo>
                <a:cubicBezTo>
                  <a:pt x="2501789" y="50893"/>
                  <a:pt x="2501616" y="50345"/>
                  <a:pt x="2501509" y="49676"/>
                </a:cubicBezTo>
                <a:cubicBezTo>
                  <a:pt x="2501402" y="49008"/>
                  <a:pt x="2501348" y="48273"/>
                  <a:pt x="2501348" y="47471"/>
                </a:cubicBezTo>
                <a:cubicBezTo>
                  <a:pt x="2501348" y="46135"/>
                  <a:pt x="2501442" y="45079"/>
                  <a:pt x="2501629" y="44304"/>
                </a:cubicBezTo>
                <a:cubicBezTo>
                  <a:pt x="2501816" y="43529"/>
                  <a:pt x="2502270" y="42794"/>
                  <a:pt x="2502992" y="42099"/>
                </a:cubicBezTo>
                <a:cubicBezTo>
                  <a:pt x="2503714" y="41404"/>
                  <a:pt x="2504957" y="40594"/>
                  <a:pt x="2506721" y="39670"/>
                </a:cubicBezTo>
                <a:cubicBezTo>
                  <a:pt x="2508485" y="38745"/>
                  <a:pt x="2510516" y="37900"/>
                  <a:pt x="2512815" y="37135"/>
                </a:cubicBezTo>
                <a:cubicBezTo>
                  <a:pt x="2515114" y="36369"/>
                  <a:pt x="2517626" y="35736"/>
                  <a:pt x="2520353" y="35235"/>
                </a:cubicBezTo>
                <a:cubicBezTo>
                  <a:pt x="2523079" y="34732"/>
                  <a:pt x="2525832" y="34481"/>
                  <a:pt x="2528612" y="34481"/>
                </a:cubicBezTo>
                <a:cubicBezTo>
                  <a:pt x="2533798" y="34481"/>
                  <a:pt x="2538208" y="35069"/>
                  <a:pt x="2541843" y="36245"/>
                </a:cubicBezTo>
                <a:cubicBezTo>
                  <a:pt x="2545478" y="37421"/>
                  <a:pt x="2548419" y="39145"/>
                  <a:pt x="2550664" y="41417"/>
                </a:cubicBezTo>
                <a:cubicBezTo>
                  <a:pt x="2552909" y="43689"/>
                  <a:pt x="2554540" y="46509"/>
                  <a:pt x="2555555" y="49877"/>
                </a:cubicBezTo>
                <a:cubicBezTo>
                  <a:pt x="2556571" y="53245"/>
                  <a:pt x="2557079" y="57174"/>
                  <a:pt x="2557079" y="61665"/>
                </a:cubicBezTo>
                <a:lnTo>
                  <a:pt x="2557079" y="110339"/>
                </a:lnTo>
                <a:moveTo>
                  <a:pt x="2543928" y="77301"/>
                </a:moveTo>
                <a:lnTo>
                  <a:pt x="2532622" y="77301"/>
                </a:lnTo>
                <a:cubicBezTo>
                  <a:pt x="2528986" y="77301"/>
                  <a:pt x="2525832" y="77611"/>
                  <a:pt x="2523159" y="78231"/>
                </a:cubicBezTo>
                <a:cubicBezTo>
                  <a:pt x="2520486" y="78849"/>
                  <a:pt x="2518268" y="79763"/>
                  <a:pt x="2516504" y="80972"/>
                </a:cubicBezTo>
                <a:cubicBezTo>
                  <a:pt x="2514740" y="82182"/>
                  <a:pt x="2513443" y="83634"/>
                  <a:pt x="2512615" y="85330"/>
                </a:cubicBezTo>
                <a:cubicBezTo>
                  <a:pt x="2511786" y="87024"/>
                  <a:pt x="2511372" y="88974"/>
                  <a:pt x="2511372" y="91179"/>
                </a:cubicBezTo>
                <a:cubicBezTo>
                  <a:pt x="2511372" y="94944"/>
                  <a:pt x="2512561" y="97943"/>
                  <a:pt x="2514940" y="100175"/>
                </a:cubicBezTo>
                <a:cubicBezTo>
                  <a:pt x="2517319" y="102407"/>
                  <a:pt x="2520647" y="103523"/>
                  <a:pt x="2524924" y="103523"/>
                </a:cubicBezTo>
                <a:cubicBezTo>
                  <a:pt x="2528398" y="103523"/>
                  <a:pt x="2531619" y="102636"/>
                  <a:pt x="2534586" y="100861"/>
                </a:cubicBezTo>
                <a:cubicBezTo>
                  <a:pt x="2537553" y="99086"/>
                  <a:pt x="2540667" y="96369"/>
                  <a:pt x="2543928" y="92712"/>
                </a:cubicBezTo>
                <a:lnTo>
                  <a:pt x="2543928" y="77301"/>
                </a:lnTo>
                <a:close/>
                <a:moveTo>
                  <a:pt x="2637773" y="110258"/>
                </a:moveTo>
                <a:cubicBezTo>
                  <a:pt x="2637773" y="110686"/>
                  <a:pt x="2637666" y="111047"/>
                  <a:pt x="2637452" y="111341"/>
                </a:cubicBezTo>
                <a:cubicBezTo>
                  <a:pt x="2637238" y="111635"/>
                  <a:pt x="2636891" y="111889"/>
                  <a:pt x="2636410" y="112103"/>
                </a:cubicBezTo>
                <a:cubicBezTo>
                  <a:pt x="2635929" y="112317"/>
                  <a:pt x="2635260" y="112477"/>
                  <a:pt x="2634405" y="112584"/>
                </a:cubicBezTo>
                <a:cubicBezTo>
                  <a:pt x="2633550" y="112691"/>
                  <a:pt x="2632481" y="112744"/>
                  <a:pt x="2631198" y="112744"/>
                </a:cubicBezTo>
                <a:cubicBezTo>
                  <a:pt x="2629861" y="112744"/>
                  <a:pt x="2628765" y="112691"/>
                  <a:pt x="2627910" y="112584"/>
                </a:cubicBezTo>
                <a:cubicBezTo>
                  <a:pt x="2627055" y="112477"/>
                  <a:pt x="2626386" y="112317"/>
                  <a:pt x="2625905" y="112103"/>
                </a:cubicBezTo>
                <a:cubicBezTo>
                  <a:pt x="2625424" y="111889"/>
                  <a:pt x="2625077" y="111635"/>
                  <a:pt x="2624863" y="111341"/>
                </a:cubicBezTo>
                <a:cubicBezTo>
                  <a:pt x="2624649" y="111047"/>
                  <a:pt x="2624542" y="110686"/>
                  <a:pt x="2624542" y="110258"/>
                </a:cubicBezTo>
                <a:lnTo>
                  <a:pt x="2624542" y="67999"/>
                </a:lnTo>
                <a:cubicBezTo>
                  <a:pt x="2624542" y="63883"/>
                  <a:pt x="2624221" y="60569"/>
                  <a:pt x="2623580" y="58056"/>
                </a:cubicBezTo>
                <a:cubicBezTo>
                  <a:pt x="2622938" y="55544"/>
                  <a:pt x="2622003" y="53378"/>
                  <a:pt x="2620773" y="51561"/>
                </a:cubicBezTo>
                <a:cubicBezTo>
                  <a:pt x="2619544" y="49743"/>
                  <a:pt x="2617953" y="48353"/>
                  <a:pt x="2616002" y="47391"/>
                </a:cubicBezTo>
                <a:cubicBezTo>
                  <a:pt x="2614051" y="46429"/>
                  <a:pt x="2611792" y="45948"/>
                  <a:pt x="2609226" y="45948"/>
                </a:cubicBezTo>
                <a:cubicBezTo>
                  <a:pt x="2605912" y="45948"/>
                  <a:pt x="2602597" y="47124"/>
                  <a:pt x="2599283" y="49476"/>
                </a:cubicBezTo>
                <a:cubicBezTo>
                  <a:pt x="2595968" y="51828"/>
                  <a:pt x="2592494" y="55276"/>
                  <a:pt x="2588858" y="59820"/>
                </a:cubicBezTo>
                <a:lnTo>
                  <a:pt x="2588858" y="110258"/>
                </a:lnTo>
                <a:cubicBezTo>
                  <a:pt x="2588858" y="110686"/>
                  <a:pt x="2588751" y="111047"/>
                  <a:pt x="2588538" y="111341"/>
                </a:cubicBezTo>
                <a:cubicBezTo>
                  <a:pt x="2588324" y="111635"/>
                  <a:pt x="2587976" y="111889"/>
                  <a:pt x="2587495" y="112103"/>
                </a:cubicBezTo>
                <a:cubicBezTo>
                  <a:pt x="2587014" y="112317"/>
                  <a:pt x="2586346" y="112477"/>
                  <a:pt x="2585490" y="112584"/>
                </a:cubicBezTo>
                <a:cubicBezTo>
                  <a:pt x="2584635" y="112691"/>
                  <a:pt x="2583539" y="112744"/>
                  <a:pt x="2582203" y="112744"/>
                </a:cubicBezTo>
                <a:cubicBezTo>
                  <a:pt x="2580920" y="112744"/>
                  <a:pt x="2579851" y="112691"/>
                  <a:pt x="2578995" y="112584"/>
                </a:cubicBezTo>
                <a:cubicBezTo>
                  <a:pt x="2578140" y="112477"/>
                  <a:pt x="2577458" y="112317"/>
                  <a:pt x="2576950" y="112103"/>
                </a:cubicBezTo>
                <a:cubicBezTo>
                  <a:pt x="2576443" y="111889"/>
                  <a:pt x="2576095" y="111635"/>
                  <a:pt x="2575908" y="111341"/>
                </a:cubicBezTo>
                <a:cubicBezTo>
                  <a:pt x="2575721" y="111047"/>
                  <a:pt x="2575627" y="110686"/>
                  <a:pt x="2575627" y="110258"/>
                </a:cubicBezTo>
                <a:lnTo>
                  <a:pt x="2575627" y="38089"/>
                </a:lnTo>
                <a:cubicBezTo>
                  <a:pt x="2575627" y="37662"/>
                  <a:pt x="2575708" y="37301"/>
                  <a:pt x="2575868" y="37007"/>
                </a:cubicBezTo>
                <a:cubicBezTo>
                  <a:pt x="2576028" y="36713"/>
                  <a:pt x="2576349" y="36445"/>
                  <a:pt x="2576830" y="36205"/>
                </a:cubicBezTo>
                <a:cubicBezTo>
                  <a:pt x="2577311" y="35964"/>
                  <a:pt x="2577926" y="35804"/>
                  <a:pt x="2578675" y="35724"/>
                </a:cubicBezTo>
                <a:cubicBezTo>
                  <a:pt x="2579423" y="35644"/>
                  <a:pt x="2580412" y="35603"/>
                  <a:pt x="2581641" y="35603"/>
                </a:cubicBezTo>
                <a:cubicBezTo>
                  <a:pt x="2582818" y="35603"/>
                  <a:pt x="2583793" y="35644"/>
                  <a:pt x="2584568" y="35724"/>
                </a:cubicBezTo>
                <a:cubicBezTo>
                  <a:pt x="2585343" y="35804"/>
                  <a:pt x="2585945" y="35964"/>
                  <a:pt x="2586373" y="36205"/>
                </a:cubicBezTo>
                <a:cubicBezTo>
                  <a:pt x="2586800" y="36445"/>
                  <a:pt x="2587108" y="36713"/>
                  <a:pt x="2587295" y="37007"/>
                </a:cubicBezTo>
                <a:cubicBezTo>
                  <a:pt x="2587482" y="37301"/>
                  <a:pt x="2587575" y="37662"/>
                  <a:pt x="2587575" y="38089"/>
                </a:cubicBezTo>
                <a:lnTo>
                  <a:pt x="2587575" y="47632"/>
                </a:lnTo>
                <a:cubicBezTo>
                  <a:pt x="2591638" y="43088"/>
                  <a:pt x="2595688" y="39760"/>
                  <a:pt x="2599724" y="37648"/>
                </a:cubicBezTo>
                <a:cubicBezTo>
                  <a:pt x="2603760" y="35537"/>
                  <a:pt x="2607836" y="34481"/>
                  <a:pt x="2611953" y="34481"/>
                </a:cubicBezTo>
                <a:cubicBezTo>
                  <a:pt x="2616764" y="34481"/>
                  <a:pt x="2620813" y="35296"/>
                  <a:pt x="2624101" y="36927"/>
                </a:cubicBezTo>
                <a:cubicBezTo>
                  <a:pt x="2627389" y="38557"/>
                  <a:pt x="2630048" y="40735"/>
                  <a:pt x="2632080" y="43462"/>
                </a:cubicBezTo>
                <a:cubicBezTo>
                  <a:pt x="2634111" y="46188"/>
                  <a:pt x="2635568" y="49382"/>
                  <a:pt x="2636450" y="53044"/>
                </a:cubicBezTo>
                <a:cubicBezTo>
                  <a:pt x="2637332" y="56706"/>
                  <a:pt x="2637773" y="61103"/>
                  <a:pt x="2637773" y="66235"/>
                </a:cubicBezTo>
                <a:lnTo>
                  <a:pt x="2637773" y="110258"/>
                </a:lnTo>
                <a:close/>
                <a:moveTo>
                  <a:pt x="2722685" y="110256"/>
                </a:moveTo>
                <a:cubicBezTo>
                  <a:pt x="2722685" y="110684"/>
                  <a:pt x="2722592" y="111059"/>
                  <a:pt x="2722405" y="111381"/>
                </a:cubicBezTo>
                <a:cubicBezTo>
                  <a:pt x="2722217" y="111702"/>
                  <a:pt x="2721897" y="111956"/>
                  <a:pt x="2721442" y="112143"/>
                </a:cubicBezTo>
                <a:cubicBezTo>
                  <a:pt x="2720988" y="112330"/>
                  <a:pt x="2720387" y="112477"/>
                  <a:pt x="2719638" y="112584"/>
                </a:cubicBezTo>
                <a:cubicBezTo>
                  <a:pt x="2718890" y="112691"/>
                  <a:pt x="2717981" y="112744"/>
                  <a:pt x="2716912" y="112744"/>
                </a:cubicBezTo>
                <a:cubicBezTo>
                  <a:pt x="2715789" y="112744"/>
                  <a:pt x="2714854" y="112691"/>
                  <a:pt x="2714105" y="112584"/>
                </a:cubicBezTo>
                <a:cubicBezTo>
                  <a:pt x="2713357" y="112479"/>
                  <a:pt x="2712742" y="112333"/>
                  <a:pt x="2712261" y="112148"/>
                </a:cubicBezTo>
                <a:cubicBezTo>
                  <a:pt x="2711780" y="111961"/>
                  <a:pt x="2711432" y="111708"/>
                  <a:pt x="2711218" y="111389"/>
                </a:cubicBezTo>
                <a:cubicBezTo>
                  <a:pt x="2711005" y="111069"/>
                  <a:pt x="2710898" y="110698"/>
                  <a:pt x="2710898" y="110273"/>
                </a:cubicBezTo>
                <a:lnTo>
                  <a:pt x="2710898" y="100784"/>
                </a:lnTo>
                <a:cubicBezTo>
                  <a:pt x="2707102" y="104903"/>
                  <a:pt x="2703159" y="108114"/>
                  <a:pt x="2699070" y="110416"/>
                </a:cubicBezTo>
                <a:cubicBezTo>
                  <a:pt x="2694980" y="112717"/>
                  <a:pt x="2690503" y="113867"/>
                  <a:pt x="2685638" y="113867"/>
                </a:cubicBezTo>
                <a:cubicBezTo>
                  <a:pt x="2680346" y="113867"/>
                  <a:pt x="2675829" y="112837"/>
                  <a:pt x="2672087" y="110777"/>
                </a:cubicBezTo>
                <a:cubicBezTo>
                  <a:pt x="2668345" y="108717"/>
                  <a:pt x="2665311" y="105935"/>
                  <a:pt x="2662985" y="102430"/>
                </a:cubicBezTo>
                <a:cubicBezTo>
                  <a:pt x="2660660" y="98924"/>
                  <a:pt x="2658963" y="94803"/>
                  <a:pt x="2657893" y="90069"/>
                </a:cubicBezTo>
                <a:cubicBezTo>
                  <a:pt x="2656824" y="85332"/>
                  <a:pt x="2656290" y="80342"/>
                  <a:pt x="2656290" y="75096"/>
                </a:cubicBezTo>
                <a:cubicBezTo>
                  <a:pt x="2656290" y="68890"/>
                  <a:pt x="2656958" y="63285"/>
                  <a:pt x="2658294" y="58282"/>
                </a:cubicBezTo>
                <a:cubicBezTo>
                  <a:pt x="2659631" y="53278"/>
                  <a:pt x="2661609" y="49011"/>
                  <a:pt x="2664228" y="45479"/>
                </a:cubicBezTo>
                <a:cubicBezTo>
                  <a:pt x="2666848" y="41946"/>
                  <a:pt x="2670095" y="39229"/>
                  <a:pt x="2673971" y="37330"/>
                </a:cubicBezTo>
                <a:cubicBezTo>
                  <a:pt x="2677847" y="35431"/>
                  <a:pt x="2682324" y="34481"/>
                  <a:pt x="2687403" y="34481"/>
                </a:cubicBezTo>
                <a:cubicBezTo>
                  <a:pt x="2691626" y="34481"/>
                  <a:pt x="2695488" y="35404"/>
                  <a:pt x="2698990" y="37250"/>
                </a:cubicBezTo>
                <a:cubicBezTo>
                  <a:pt x="2702491" y="39096"/>
                  <a:pt x="2705953" y="41811"/>
                  <a:pt x="2709374" y="45396"/>
                </a:cubicBezTo>
                <a:lnTo>
                  <a:pt x="2709374" y="3373"/>
                </a:lnTo>
                <a:cubicBezTo>
                  <a:pt x="2709374" y="2999"/>
                  <a:pt x="2709468" y="2638"/>
                  <a:pt x="2709655" y="2290"/>
                </a:cubicBezTo>
                <a:cubicBezTo>
                  <a:pt x="2709842" y="1941"/>
                  <a:pt x="2710203" y="1673"/>
                  <a:pt x="2710737" y="1486"/>
                </a:cubicBezTo>
                <a:cubicBezTo>
                  <a:pt x="2711272" y="1297"/>
                  <a:pt x="2711953" y="1136"/>
                  <a:pt x="2712782" y="1002"/>
                </a:cubicBezTo>
                <a:cubicBezTo>
                  <a:pt x="2713611" y="869"/>
                  <a:pt x="2714666" y="802"/>
                  <a:pt x="2715949" y="802"/>
                </a:cubicBezTo>
                <a:cubicBezTo>
                  <a:pt x="2717286" y="802"/>
                  <a:pt x="2718382" y="869"/>
                  <a:pt x="2719237" y="1002"/>
                </a:cubicBezTo>
                <a:cubicBezTo>
                  <a:pt x="2720092" y="1136"/>
                  <a:pt x="2720761" y="1296"/>
                  <a:pt x="2721242" y="1483"/>
                </a:cubicBezTo>
                <a:cubicBezTo>
                  <a:pt x="2721723" y="1671"/>
                  <a:pt x="2722084" y="1939"/>
                  <a:pt x="2722324" y="2288"/>
                </a:cubicBezTo>
                <a:cubicBezTo>
                  <a:pt x="2722565" y="2635"/>
                  <a:pt x="2722685" y="2996"/>
                  <a:pt x="2722685" y="3370"/>
                </a:cubicBezTo>
                <a:lnTo>
                  <a:pt x="2722685" y="110256"/>
                </a:lnTo>
                <a:moveTo>
                  <a:pt x="2709374" y="59525"/>
                </a:moveTo>
                <a:cubicBezTo>
                  <a:pt x="2705792" y="55079"/>
                  <a:pt x="2702331" y="51692"/>
                  <a:pt x="2698990" y="49363"/>
                </a:cubicBezTo>
                <a:cubicBezTo>
                  <a:pt x="2695649" y="47033"/>
                  <a:pt x="2692160" y="45867"/>
                  <a:pt x="2688525" y="45867"/>
                </a:cubicBezTo>
                <a:cubicBezTo>
                  <a:pt x="2685157" y="45867"/>
                  <a:pt x="2682297" y="46671"/>
                  <a:pt x="2679945" y="48278"/>
                </a:cubicBezTo>
                <a:cubicBezTo>
                  <a:pt x="2677593" y="49884"/>
                  <a:pt x="2675682" y="51998"/>
                  <a:pt x="2674212" y="54621"/>
                </a:cubicBezTo>
                <a:cubicBezTo>
                  <a:pt x="2672742" y="57243"/>
                  <a:pt x="2671672" y="60214"/>
                  <a:pt x="2671004" y="63534"/>
                </a:cubicBezTo>
                <a:cubicBezTo>
                  <a:pt x="2670336" y="66853"/>
                  <a:pt x="2670002" y="70226"/>
                  <a:pt x="2670002" y="73653"/>
                </a:cubicBezTo>
                <a:cubicBezTo>
                  <a:pt x="2670002" y="77293"/>
                  <a:pt x="2670282" y="80853"/>
                  <a:pt x="2670844" y="84333"/>
                </a:cubicBezTo>
                <a:cubicBezTo>
                  <a:pt x="2671405" y="87812"/>
                  <a:pt x="2672381" y="90904"/>
                  <a:pt x="2673771" y="93607"/>
                </a:cubicBezTo>
                <a:cubicBezTo>
                  <a:pt x="2675161" y="96310"/>
                  <a:pt x="2677005" y="98478"/>
                  <a:pt x="2679304" y="100112"/>
                </a:cubicBezTo>
                <a:cubicBezTo>
                  <a:pt x="2681602" y="101744"/>
                  <a:pt x="2684489" y="102560"/>
                  <a:pt x="2687964" y="102560"/>
                </a:cubicBezTo>
                <a:cubicBezTo>
                  <a:pt x="2689728" y="102560"/>
                  <a:pt x="2691425" y="102320"/>
                  <a:pt x="2693056" y="101839"/>
                </a:cubicBezTo>
                <a:cubicBezTo>
                  <a:pt x="2694686" y="101356"/>
                  <a:pt x="2696357" y="100552"/>
                  <a:pt x="2698068" y="99428"/>
                </a:cubicBezTo>
                <a:cubicBezTo>
                  <a:pt x="2699778" y="98304"/>
                  <a:pt x="2701569" y="96844"/>
                  <a:pt x="2703440" y="95050"/>
                </a:cubicBezTo>
                <a:cubicBezTo>
                  <a:pt x="2705311" y="93256"/>
                  <a:pt x="2707289" y="91047"/>
                  <a:pt x="2709374" y="88422"/>
                </a:cubicBezTo>
                <a:lnTo>
                  <a:pt x="2709374" y="59525"/>
                </a:lnTo>
                <a:close/>
                <a:moveTo>
                  <a:pt x="2836918" y="110339"/>
                </a:moveTo>
                <a:cubicBezTo>
                  <a:pt x="2836918" y="110980"/>
                  <a:pt x="2836705" y="111461"/>
                  <a:pt x="2836277" y="111782"/>
                </a:cubicBezTo>
                <a:cubicBezTo>
                  <a:pt x="2835849" y="112103"/>
                  <a:pt x="2835261" y="112343"/>
                  <a:pt x="2834513" y="112504"/>
                </a:cubicBezTo>
                <a:cubicBezTo>
                  <a:pt x="2833764" y="112664"/>
                  <a:pt x="2832668" y="112744"/>
                  <a:pt x="2831225" y="112744"/>
                </a:cubicBezTo>
                <a:cubicBezTo>
                  <a:pt x="2829835" y="112744"/>
                  <a:pt x="2828726" y="112664"/>
                  <a:pt x="2827897" y="112504"/>
                </a:cubicBezTo>
                <a:cubicBezTo>
                  <a:pt x="2827069" y="112343"/>
                  <a:pt x="2826467" y="112103"/>
                  <a:pt x="2826093" y="111782"/>
                </a:cubicBezTo>
                <a:cubicBezTo>
                  <a:pt x="2825719" y="111461"/>
                  <a:pt x="2825532" y="110980"/>
                  <a:pt x="2825532" y="110339"/>
                </a:cubicBezTo>
                <a:lnTo>
                  <a:pt x="2825532" y="103122"/>
                </a:lnTo>
                <a:cubicBezTo>
                  <a:pt x="2822378" y="106490"/>
                  <a:pt x="2818863" y="109122"/>
                  <a:pt x="2814987" y="111020"/>
                </a:cubicBezTo>
                <a:cubicBezTo>
                  <a:pt x="2811111" y="112918"/>
                  <a:pt x="2807008" y="113867"/>
                  <a:pt x="2802678" y="113867"/>
                </a:cubicBezTo>
                <a:cubicBezTo>
                  <a:pt x="2798883" y="113867"/>
                  <a:pt x="2795448" y="113371"/>
                  <a:pt x="2792374" y="112378"/>
                </a:cubicBezTo>
                <a:cubicBezTo>
                  <a:pt x="2789300" y="111386"/>
                  <a:pt x="2786681" y="109951"/>
                  <a:pt x="2784516" y="108073"/>
                </a:cubicBezTo>
                <a:cubicBezTo>
                  <a:pt x="2782351" y="106196"/>
                  <a:pt x="2780667" y="103889"/>
                  <a:pt x="2779464" y="101155"/>
                </a:cubicBezTo>
                <a:cubicBezTo>
                  <a:pt x="2778261" y="98418"/>
                  <a:pt x="2777660" y="95306"/>
                  <a:pt x="2777660" y="91818"/>
                </a:cubicBezTo>
                <a:cubicBezTo>
                  <a:pt x="2777660" y="87741"/>
                  <a:pt x="2778488" y="84202"/>
                  <a:pt x="2780145" y="81198"/>
                </a:cubicBezTo>
                <a:cubicBezTo>
                  <a:pt x="2781803" y="78192"/>
                  <a:pt x="2784182" y="75697"/>
                  <a:pt x="2787282" y="73713"/>
                </a:cubicBezTo>
                <a:cubicBezTo>
                  <a:pt x="2790383" y="71728"/>
                  <a:pt x="2794178" y="70240"/>
                  <a:pt x="2798669" y="69247"/>
                </a:cubicBezTo>
                <a:cubicBezTo>
                  <a:pt x="2803159" y="68255"/>
                  <a:pt x="2808211" y="67759"/>
                  <a:pt x="2813824" y="67759"/>
                </a:cubicBezTo>
                <a:lnTo>
                  <a:pt x="2823768" y="67759"/>
                </a:lnTo>
                <a:lnTo>
                  <a:pt x="2823768" y="62166"/>
                </a:lnTo>
                <a:cubicBezTo>
                  <a:pt x="2823768" y="59396"/>
                  <a:pt x="2823474" y="56946"/>
                  <a:pt x="2822886" y="54816"/>
                </a:cubicBezTo>
                <a:cubicBezTo>
                  <a:pt x="2822298" y="52684"/>
                  <a:pt x="2821349" y="50913"/>
                  <a:pt x="2820039" y="49501"/>
                </a:cubicBezTo>
                <a:cubicBezTo>
                  <a:pt x="2818729" y="48089"/>
                  <a:pt x="2817032" y="47024"/>
                  <a:pt x="2814947" y="46306"/>
                </a:cubicBezTo>
                <a:cubicBezTo>
                  <a:pt x="2812862" y="45586"/>
                  <a:pt x="2810296" y="45226"/>
                  <a:pt x="2807249" y="45226"/>
                </a:cubicBezTo>
                <a:cubicBezTo>
                  <a:pt x="2803988" y="45226"/>
                  <a:pt x="2801061" y="45609"/>
                  <a:pt x="2798468" y="46376"/>
                </a:cubicBezTo>
                <a:cubicBezTo>
                  <a:pt x="2795876" y="47143"/>
                  <a:pt x="2793604" y="47989"/>
                  <a:pt x="2791652" y="48915"/>
                </a:cubicBezTo>
                <a:cubicBezTo>
                  <a:pt x="2789701" y="49840"/>
                  <a:pt x="2788071" y="50686"/>
                  <a:pt x="2786761" y="51453"/>
                </a:cubicBezTo>
                <a:cubicBezTo>
                  <a:pt x="2785451" y="52220"/>
                  <a:pt x="2784476" y="52603"/>
                  <a:pt x="2783834" y="52603"/>
                </a:cubicBezTo>
                <a:cubicBezTo>
                  <a:pt x="2783406" y="52603"/>
                  <a:pt x="2783032" y="52496"/>
                  <a:pt x="2782711" y="52283"/>
                </a:cubicBezTo>
                <a:cubicBezTo>
                  <a:pt x="2782391" y="52069"/>
                  <a:pt x="2782110" y="51748"/>
                  <a:pt x="2781869" y="51320"/>
                </a:cubicBezTo>
                <a:cubicBezTo>
                  <a:pt x="2781629" y="50893"/>
                  <a:pt x="2781455" y="50345"/>
                  <a:pt x="2781348" y="49676"/>
                </a:cubicBezTo>
                <a:cubicBezTo>
                  <a:pt x="2781241" y="49008"/>
                  <a:pt x="2781188" y="48273"/>
                  <a:pt x="2781188" y="47471"/>
                </a:cubicBezTo>
                <a:cubicBezTo>
                  <a:pt x="2781188" y="46135"/>
                  <a:pt x="2781281" y="45079"/>
                  <a:pt x="2781468" y="44304"/>
                </a:cubicBezTo>
                <a:cubicBezTo>
                  <a:pt x="2781656" y="43529"/>
                  <a:pt x="2782110" y="42794"/>
                  <a:pt x="2782832" y="42099"/>
                </a:cubicBezTo>
                <a:cubicBezTo>
                  <a:pt x="2783553" y="41404"/>
                  <a:pt x="2784796" y="40594"/>
                  <a:pt x="2786560" y="39670"/>
                </a:cubicBezTo>
                <a:cubicBezTo>
                  <a:pt x="2788325" y="38745"/>
                  <a:pt x="2790356" y="37900"/>
                  <a:pt x="2792655" y="37135"/>
                </a:cubicBezTo>
                <a:cubicBezTo>
                  <a:pt x="2794953" y="36369"/>
                  <a:pt x="2797466" y="35736"/>
                  <a:pt x="2800192" y="35235"/>
                </a:cubicBezTo>
                <a:cubicBezTo>
                  <a:pt x="2802919" y="34732"/>
                  <a:pt x="2805672" y="34481"/>
                  <a:pt x="2808452" y="34481"/>
                </a:cubicBezTo>
                <a:cubicBezTo>
                  <a:pt x="2813637" y="34481"/>
                  <a:pt x="2818048" y="35069"/>
                  <a:pt x="2821683" y="36245"/>
                </a:cubicBezTo>
                <a:cubicBezTo>
                  <a:pt x="2825318" y="37421"/>
                  <a:pt x="2828258" y="39145"/>
                  <a:pt x="2830503" y="41417"/>
                </a:cubicBezTo>
                <a:cubicBezTo>
                  <a:pt x="2832749" y="43689"/>
                  <a:pt x="2834379" y="46509"/>
                  <a:pt x="2835395" y="49877"/>
                </a:cubicBezTo>
                <a:cubicBezTo>
                  <a:pt x="2836411" y="53245"/>
                  <a:pt x="2836918" y="57174"/>
                  <a:pt x="2836918" y="61665"/>
                </a:cubicBezTo>
                <a:lnTo>
                  <a:pt x="2836918" y="110339"/>
                </a:lnTo>
                <a:moveTo>
                  <a:pt x="2823768" y="77301"/>
                </a:moveTo>
                <a:lnTo>
                  <a:pt x="2812461" y="77301"/>
                </a:lnTo>
                <a:cubicBezTo>
                  <a:pt x="2808826" y="77301"/>
                  <a:pt x="2805672" y="77611"/>
                  <a:pt x="2802999" y="78231"/>
                </a:cubicBezTo>
                <a:cubicBezTo>
                  <a:pt x="2800326" y="78849"/>
                  <a:pt x="2798107" y="79763"/>
                  <a:pt x="2796343" y="80972"/>
                </a:cubicBezTo>
                <a:cubicBezTo>
                  <a:pt x="2794579" y="82182"/>
                  <a:pt x="2793283" y="83634"/>
                  <a:pt x="2792454" y="85330"/>
                </a:cubicBezTo>
                <a:cubicBezTo>
                  <a:pt x="2791626" y="87024"/>
                  <a:pt x="2791211" y="88974"/>
                  <a:pt x="2791211" y="91179"/>
                </a:cubicBezTo>
                <a:cubicBezTo>
                  <a:pt x="2791211" y="94944"/>
                  <a:pt x="2792401" y="97943"/>
                  <a:pt x="2794780" y="100175"/>
                </a:cubicBezTo>
                <a:cubicBezTo>
                  <a:pt x="2797159" y="102407"/>
                  <a:pt x="2800486" y="103523"/>
                  <a:pt x="2804763" y="103523"/>
                </a:cubicBezTo>
                <a:cubicBezTo>
                  <a:pt x="2808238" y="103523"/>
                  <a:pt x="2811459" y="102636"/>
                  <a:pt x="2814426" y="100861"/>
                </a:cubicBezTo>
                <a:cubicBezTo>
                  <a:pt x="2817393" y="99086"/>
                  <a:pt x="2820507" y="96369"/>
                  <a:pt x="2823768" y="92712"/>
                </a:cubicBezTo>
                <a:lnTo>
                  <a:pt x="2823768" y="77301"/>
                </a:lnTo>
                <a:close/>
                <a:moveTo>
                  <a:pt x="2937862" y="8420"/>
                </a:moveTo>
                <a:cubicBezTo>
                  <a:pt x="2937862" y="9435"/>
                  <a:pt x="2937809" y="10251"/>
                  <a:pt x="2937702" y="10865"/>
                </a:cubicBezTo>
                <a:cubicBezTo>
                  <a:pt x="2937595" y="11480"/>
                  <a:pt x="2937475" y="11975"/>
                  <a:pt x="2937341" y="12349"/>
                </a:cubicBezTo>
                <a:cubicBezTo>
                  <a:pt x="2937207" y="12723"/>
                  <a:pt x="2937034" y="12977"/>
                  <a:pt x="2936820" y="13111"/>
                </a:cubicBezTo>
                <a:cubicBezTo>
                  <a:pt x="2936606" y="13244"/>
                  <a:pt x="2936339" y="13311"/>
                  <a:pt x="2936018" y="13311"/>
                </a:cubicBezTo>
                <a:cubicBezTo>
                  <a:pt x="2935644" y="13311"/>
                  <a:pt x="2935176" y="13191"/>
                  <a:pt x="2934615" y="12950"/>
                </a:cubicBezTo>
                <a:cubicBezTo>
                  <a:pt x="2934053" y="12710"/>
                  <a:pt x="2933372" y="12442"/>
                  <a:pt x="2932570" y="12148"/>
                </a:cubicBezTo>
                <a:cubicBezTo>
                  <a:pt x="2931768" y="11854"/>
                  <a:pt x="2930819" y="11587"/>
                  <a:pt x="2929723" y="11347"/>
                </a:cubicBezTo>
                <a:cubicBezTo>
                  <a:pt x="2928627" y="11106"/>
                  <a:pt x="2927358" y="10986"/>
                  <a:pt x="2925914" y="10986"/>
                </a:cubicBezTo>
                <a:cubicBezTo>
                  <a:pt x="2923936" y="10986"/>
                  <a:pt x="2922252" y="11306"/>
                  <a:pt x="2920862" y="11945"/>
                </a:cubicBezTo>
                <a:cubicBezTo>
                  <a:pt x="2919472" y="12585"/>
                  <a:pt x="2918350" y="13584"/>
                  <a:pt x="2917494" y="14943"/>
                </a:cubicBezTo>
                <a:cubicBezTo>
                  <a:pt x="2916639" y="16301"/>
                  <a:pt x="2916024" y="18059"/>
                  <a:pt x="2915650" y="20217"/>
                </a:cubicBezTo>
                <a:cubicBezTo>
                  <a:pt x="2915276" y="22376"/>
                  <a:pt x="2915089" y="25000"/>
                  <a:pt x="2915089" y="28091"/>
                </a:cubicBezTo>
                <a:lnTo>
                  <a:pt x="2915089" y="35924"/>
                </a:lnTo>
                <a:lnTo>
                  <a:pt x="2931207" y="35924"/>
                </a:lnTo>
                <a:cubicBezTo>
                  <a:pt x="2931634" y="35924"/>
                  <a:pt x="2931995" y="36018"/>
                  <a:pt x="2932289" y="36205"/>
                </a:cubicBezTo>
                <a:cubicBezTo>
                  <a:pt x="2932583" y="36392"/>
                  <a:pt x="2932850" y="36713"/>
                  <a:pt x="2933091" y="37167"/>
                </a:cubicBezTo>
                <a:cubicBezTo>
                  <a:pt x="2933332" y="37622"/>
                  <a:pt x="2933519" y="38196"/>
                  <a:pt x="2933652" y="38891"/>
                </a:cubicBezTo>
                <a:cubicBezTo>
                  <a:pt x="2933786" y="39586"/>
                  <a:pt x="2933853" y="40441"/>
                  <a:pt x="2933853" y="41457"/>
                </a:cubicBezTo>
                <a:cubicBezTo>
                  <a:pt x="2933853" y="43382"/>
                  <a:pt x="2933612" y="44772"/>
                  <a:pt x="2933131" y="45627"/>
                </a:cubicBezTo>
                <a:cubicBezTo>
                  <a:pt x="2932650" y="46482"/>
                  <a:pt x="2932008" y="46910"/>
                  <a:pt x="2931207" y="46910"/>
                </a:cubicBezTo>
                <a:lnTo>
                  <a:pt x="2915089" y="46910"/>
                </a:lnTo>
                <a:lnTo>
                  <a:pt x="2915089" y="110256"/>
                </a:lnTo>
                <a:cubicBezTo>
                  <a:pt x="2915089" y="110684"/>
                  <a:pt x="2914982" y="111045"/>
                  <a:pt x="2914768" y="111341"/>
                </a:cubicBezTo>
                <a:cubicBezTo>
                  <a:pt x="2914554" y="111635"/>
                  <a:pt x="2914193" y="111889"/>
                  <a:pt x="2913685" y="112103"/>
                </a:cubicBezTo>
                <a:cubicBezTo>
                  <a:pt x="2913178" y="112317"/>
                  <a:pt x="2912496" y="112477"/>
                  <a:pt x="2911641" y="112584"/>
                </a:cubicBezTo>
                <a:cubicBezTo>
                  <a:pt x="2910785" y="112691"/>
                  <a:pt x="2909716" y="112744"/>
                  <a:pt x="2908433" y="112744"/>
                </a:cubicBezTo>
                <a:cubicBezTo>
                  <a:pt x="2907150" y="112744"/>
                  <a:pt x="2906081" y="112691"/>
                  <a:pt x="2905226" y="112584"/>
                </a:cubicBezTo>
                <a:cubicBezTo>
                  <a:pt x="2904370" y="112477"/>
                  <a:pt x="2903689" y="112317"/>
                  <a:pt x="2903181" y="112103"/>
                </a:cubicBezTo>
                <a:cubicBezTo>
                  <a:pt x="2902673" y="111889"/>
                  <a:pt x="2902312" y="111635"/>
                  <a:pt x="2902098" y="111341"/>
                </a:cubicBezTo>
                <a:cubicBezTo>
                  <a:pt x="2901885" y="111045"/>
                  <a:pt x="2901778" y="110684"/>
                  <a:pt x="2901778" y="110256"/>
                </a:cubicBezTo>
                <a:lnTo>
                  <a:pt x="2901778" y="46910"/>
                </a:lnTo>
                <a:lnTo>
                  <a:pt x="2891594" y="46910"/>
                </a:lnTo>
                <a:cubicBezTo>
                  <a:pt x="2890738" y="46910"/>
                  <a:pt x="2890097" y="46482"/>
                  <a:pt x="2889669" y="45627"/>
                </a:cubicBezTo>
                <a:cubicBezTo>
                  <a:pt x="2889242" y="44772"/>
                  <a:pt x="2889028" y="43382"/>
                  <a:pt x="2889028" y="41457"/>
                </a:cubicBezTo>
                <a:cubicBezTo>
                  <a:pt x="2889028" y="40441"/>
                  <a:pt x="2889081" y="39586"/>
                  <a:pt x="2889188" y="38891"/>
                </a:cubicBezTo>
                <a:cubicBezTo>
                  <a:pt x="2889295" y="38196"/>
                  <a:pt x="2889455" y="37622"/>
                  <a:pt x="2889669" y="37167"/>
                </a:cubicBezTo>
                <a:cubicBezTo>
                  <a:pt x="2889883" y="36713"/>
                  <a:pt x="2890150" y="36392"/>
                  <a:pt x="2890471" y="36205"/>
                </a:cubicBezTo>
                <a:cubicBezTo>
                  <a:pt x="2890792" y="36018"/>
                  <a:pt x="2891166" y="35924"/>
                  <a:pt x="2891594" y="35924"/>
                </a:cubicBezTo>
                <a:lnTo>
                  <a:pt x="2901778" y="35924"/>
                </a:lnTo>
                <a:lnTo>
                  <a:pt x="2901778" y="28484"/>
                </a:lnTo>
                <a:cubicBezTo>
                  <a:pt x="2901778" y="23469"/>
                  <a:pt x="2902245" y="19162"/>
                  <a:pt x="2903181" y="15561"/>
                </a:cubicBezTo>
                <a:cubicBezTo>
                  <a:pt x="2904116" y="11961"/>
                  <a:pt x="2905546" y="9014"/>
                  <a:pt x="2907471" y="6721"/>
                </a:cubicBezTo>
                <a:cubicBezTo>
                  <a:pt x="2909395" y="4427"/>
                  <a:pt x="2911814" y="2734"/>
                  <a:pt x="2914728" y="1641"/>
                </a:cubicBezTo>
                <a:cubicBezTo>
                  <a:pt x="2917641" y="547"/>
                  <a:pt x="2921076" y="0"/>
                  <a:pt x="2925032" y="0"/>
                </a:cubicBezTo>
                <a:cubicBezTo>
                  <a:pt x="2926903" y="0"/>
                  <a:pt x="2928721" y="174"/>
                  <a:pt x="2930485" y="521"/>
                </a:cubicBezTo>
                <a:cubicBezTo>
                  <a:pt x="2932249" y="869"/>
                  <a:pt x="2933612" y="1243"/>
                  <a:pt x="2934574" y="1644"/>
                </a:cubicBezTo>
                <a:cubicBezTo>
                  <a:pt x="2935537" y="2045"/>
                  <a:pt x="2936178" y="2406"/>
                  <a:pt x="2936499" y="2726"/>
                </a:cubicBezTo>
                <a:cubicBezTo>
                  <a:pt x="2936820" y="3047"/>
                  <a:pt x="2937087" y="3461"/>
                  <a:pt x="2937301" y="3969"/>
                </a:cubicBezTo>
                <a:cubicBezTo>
                  <a:pt x="2937515" y="4477"/>
                  <a:pt x="2937662" y="5092"/>
                  <a:pt x="2937742" y="5814"/>
                </a:cubicBezTo>
                <a:cubicBezTo>
                  <a:pt x="2937822" y="6535"/>
                  <a:pt x="2937862" y="7404"/>
                  <a:pt x="2937862" y="8420"/>
                </a:cubicBezTo>
                <a:close/>
                <a:moveTo>
                  <a:pt x="2960007" y="110256"/>
                </a:moveTo>
                <a:cubicBezTo>
                  <a:pt x="2960007" y="110684"/>
                  <a:pt x="2959900" y="111045"/>
                  <a:pt x="2959686" y="111341"/>
                </a:cubicBezTo>
                <a:cubicBezTo>
                  <a:pt x="2959472" y="111635"/>
                  <a:pt x="2959125" y="111889"/>
                  <a:pt x="2958644" y="112103"/>
                </a:cubicBezTo>
                <a:cubicBezTo>
                  <a:pt x="2958163" y="112317"/>
                  <a:pt x="2957494" y="112477"/>
                  <a:pt x="2956639" y="112584"/>
                </a:cubicBezTo>
                <a:cubicBezTo>
                  <a:pt x="2955784" y="112691"/>
                  <a:pt x="2954688" y="112744"/>
                  <a:pt x="2953351" y="112744"/>
                </a:cubicBezTo>
                <a:cubicBezTo>
                  <a:pt x="2952068" y="112744"/>
                  <a:pt x="2950999" y="112691"/>
                  <a:pt x="2950144" y="112584"/>
                </a:cubicBezTo>
                <a:cubicBezTo>
                  <a:pt x="2949288" y="112477"/>
                  <a:pt x="2948607" y="112317"/>
                  <a:pt x="2948099" y="112103"/>
                </a:cubicBezTo>
                <a:cubicBezTo>
                  <a:pt x="2947591" y="111889"/>
                  <a:pt x="2947244" y="111635"/>
                  <a:pt x="2947056" y="111341"/>
                </a:cubicBezTo>
                <a:cubicBezTo>
                  <a:pt x="2946869" y="111045"/>
                  <a:pt x="2946776" y="110684"/>
                  <a:pt x="2946776" y="110256"/>
                </a:cubicBezTo>
                <a:lnTo>
                  <a:pt x="2946776" y="3050"/>
                </a:lnTo>
                <a:cubicBezTo>
                  <a:pt x="2946776" y="2622"/>
                  <a:pt x="2946869" y="2248"/>
                  <a:pt x="2947056" y="1927"/>
                </a:cubicBezTo>
                <a:cubicBezTo>
                  <a:pt x="2947244" y="1605"/>
                  <a:pt x="2947591" y="1336"/>
                  <a:pt x="2948099" y="1123"/>
                </a:cubicBezTo>
                <a:cubicBezTo>
                  <a:pt x="2948607" y="909"/>
                  <a:pt x="2949288" y="748"/>
                  <a:pt x="2950144" y="642"/>
                </a:cubicBezTo>
                <a:cubicBezTo>
                  <a:pt x="2950999" y="535"/>
                  <a:pt x="2952068" y="481"/>
                  <a:pt x="2953351" y="481"/>
                </a:cubicBezTo>
                <a:cubicBezTo>
                  <a:pt x="2954688" y="481"/>
                  <a:pt x="2955784" y="535"/>
                  <a:pt x="2956639" y="642"/>
                </a:cubicBezTo>
                <a:cubicBezTo>
                  <a:pt x="2957494" y="748"/>
                  <a:pt x="2958163" y="909"/>
                  <a:pt x="2958644" y="1123"/>
                </a:cubicBezTo>
                <a:cubicBezTo>
                  <a:pt x="2959125" y="1336"/>
                  <a:pt x="2959472" y="1605"/>
                  <a:pt x="2959686" y="1927"/>
                </a:cubicBezTo>
                <a:cubicBezTo>
                  <a:pt x="2959900" y="2248"/>
                  <a:pt x="2960007" y="2622"/>
                  <a:pt x="2960007" y="3050"/>
                </a:cubicBezTo>
                <a:lnTo>
                  <a:pt x="2960007" y="110256"/>
                </a:lnTo>
                <a:close/>
                <a:moveTo>
                  <a:pt x="3043513" y="110339"/>
                </a:moveTo>
                <a:cubicBezTo>
                  <a:pt x="3043513" y="110980"/>
                  <a:pt x="3043299" y="111461"/>
                  <a:pt x="3042872" y="111782"/>
                </a:cubicBezTo>
                <a:cubicBezTo>
                  <a:pt x="3042444" y="112103"/>
                  <a:pt x="3041856" y="112343"/>
                  <a:pt x="3041107" y="112504"/>
                </a:cubicBezTo>
                <a:cubicBezTo>
                  <a:pt x="3040359" y="112664"/>
                  <a:pt x="3039263" y="112744"/>
                  <a:pt x="3037820" y="112744"/>
                </a:cubicBezTo>
                <a:cubicBezTo>
                  <a:pt x="3036430" y="112744"/>
                  <a:pt x="3035321" y="112664"/>
                  <a:pt x="3034492" y="112504"/>
                </a:cubicBezTo>
                <a:cubicBezTo>
                  <a:pt x="3033663" y="112343"/>
                  <a:pt x="3033062" y="112103"/>
                  <a:pt x="3032688" y="111782"/>
                </a:cubicBezTo>
                <a:cubicBezTo>
                  <a:pt x="3032314" y="111461"/>
                  <a:pt x="3032126" y="110980"/>
                  <a:pt x="3032126" y="110339"/>
                </a:cubicBezTo>
                <a:lnTo>
                  <a:pt x="3032126" y="103122"/>
                </a:lnTo>
                <a:cubicBezTo>
                  <a:pt x="3028972" y="106490"/>
                  <a:pt x="3025457" y="109122"/>
                  <a:pt x="3021582" y="111020"/>
                </a:cubicBezTo>
                <a:cubicBezTo>
                  <a:pt x="3017706" y="112918"/>
                  <a:pt x="3013603" y="113867"/>
                  <a:pt x="3009273" y="113867"/>
                </a:cubicBezTo>
                <a:cubicBezTo>
                  <a:pt x="3005477" y="113867"/>
                  <a:pt x="3002043" y="113371"/>
                  <a:pt x="2998969" y="112378"/>
                </a:cubicBezTo>
                <a:cubicBezTo>
                  <a:pt x="2995895" y="111386"/>
                  <a:pt x="2993275" y="109951"/>
                  <a:pt x="2991110" y="108073"/>
                </a:cubicBezTo>
                <a:cubicBezTo>
                  <a:pt x="2988945" y="106196"/>
                  <a:pt x="2987261" y="103889"/>
                  <a:pt x="2986058" y="101155"/>
                </a:cubicBezTo>
                <a:cubicBezTo>
                  <a:pt x="2984856" y="98418"/>
                  <a:pt x="2984254" y="95306"/>
                  <a:pt x="2984254" y="91818"/>
                </a:cubicBezTo>
                <a:cubicBezTo>
                  <a:pt x="2984254" y="87741"/>
                  <a:pt x="2985083" y="84202"/>
                  <a:pt x="2986740" y="81198"/>
                </a:cubicBezTo>
                <a:cubicBezTo>
                  <a:pt x="2988397" y="78192"/>
                  <a:pt x="2990776" y="75697"/>
                  <a:pt x="2993877" y="73713"/>
                </a:cubicBezTo>
                <a:cubicBezTo>
                  <a:pt x="2996977" y="71728"/>
                  <a:pt x="3000773" y="70240"/>
                  <a:pt x="3005263" y="69247"/>
                </a:cubicBezTo>
                <a:cubicBezTo>
                  <a:pt x="3009754" y="68255"/>
                  <a:pt x="3014806" y="67759"/>
                  <a:pt x="3020419" y="67759"/>
                </a:cubicBezTo>
                <a:lnTo>
                  <a:pt x="3030362" y="67759"/>
                </a:lnTo>
                <a:lnTo>
                  <a:pt x="3030362" y="62166"/>
                </a:lnTo>
                <a:cubicBezTo>
                  <a:pt x="3030362" y="59396"/>
                  <a:pt x="3030068" y="56946"/>
                  <a:pt x="3029480" y="54816"/>
                </a:cubicBezTo>
                <a:cubicBezTo>
                  <a:pt x="3028892" y="52684"/>
                  <a:pt x="3027943" y="50913"/>
                  <a:pt x="3026634" y="49501"/>
                </a:cubicBezTo>
                <a:cubicBezTo>
                  <a:pt x="3025324" y="48089"/>
                  <a:pt x="3023627" y="47024"/>
                  <a:pt x="3021542" y="46306"/>
                </a:cubicBezTo>
                <a:cubicBezTo>
                  <a:pt x="3019457" y="45586"/>
                  <a:pt x="3016891" y="45226"/>
                  <a:pt x="3013844" y="45226"/>
                </a:cubicBezTo>
                <a:cubicBezTo>
                  <a:pt x="3010583" y="45226"/>
                  <a:pt x="3007656" y="45609"/>
                  <a:pt x="3005063" y="46376"/>
                </a:cubicBezTo>
                <a:cubicBezTo>
                  <a:pt x="3002470" y="47143"/>
                  <a:pt x="3000198" y="47989"/>
                  <a:pt x="2998247" y="48915"/>
                </a:cubicBezTo>
                <a:cubicBezTo>
                  <a:pt x="2996296" y="49840"/>
                  <a:pt x="2994665" y="50686"/>
                  <a:pt x="2993356" y="51453"/>
                </a:cubicBezTo>
                <a:cubicBezTo>
                  <a:pt x="2992046" y="52220"/>
                  <a:pt x="2991070" y="52603"/>
                  <a:pt x="2990429" y="52603"/>
                </a:cubicBezTo>
                <a:cubicBezTo>
                  <a:pt x="2990001" y="52603"/>
                  <a:pt x="2989627" y="52496"/>
                  <a:pt x="2989306" y="52283"/>
                </a:cubicBezTo>
                <a:cubicBezTo>
                  <a:pt x="2988985" y="52069"/>
                  <a:pt x="2988705" y="51748"/>
                  <a:pt x="2988464" y="51320"/>
                </a:cubicBezTo>
                <a:cubicBezTo>
                  <a:pt x="2988224" y="50893"/>
                  <a:pt x="2988050" y="50345"/>
                  <a:pt x="2987943" y="49676"/>
                </a:cubicBezTo>
                <a:cubicBezTo>
                  <a:pt x="2987836" y="49008"/>
                  <a:pt x="2987783" y="48273"/>
                  <a:pt x="2987783" y="47471"/>
                </a:cubicBezTo>
                <a:cubicBezTo>
                  <a:pt x="2987783" y="46135"/>
                  <a:pt x="2987876" y="45079"/>
                  <a:pt x="2988063" y="44304"/>
                </a:cubicBezTo>
                <a:cubicBezTo>
                  <a:pt x="2988250" y="43529"/>
                  <a:pt x="2988705" y="42794"/>
                  <a:pt x="2989426" y="42099"/>
                </a:cubicBezTo>
                <a:cubicBezTo>
                  <a:pt x="2990148" y="41404"/>
                  <a:pt x="2991391" y="40594"/>
                  <a:pt x="2993155" y="39670"/>
                </a:cubicBezTo>
                <a:cubicBezTo>
                  <a:pt x="2994919" y="38745"/>
                  <a:pt x="2996951" y="37900"/>
                  <a:pt x="2999249" y="37135"/>
                </a:cubicBezTo>
                <a:cubicBezTo>
                  <a:pt x="3001548" y="36369"/>
                  <a:pt x="3004061" y="35736"/>
                  <a:pt x="3006787" y="35235"/>
                </a:cubicBezTo>
                <a:cubicBezTo>
                  <a:pt x="3009513" y="34732"/>
                  <a:pt x="3012267" y="34481"/>
                  <a:pt x="3015046" y="34481"/>
                </a:cubicBezTo>
                <a:cubicBezTo>
                  <a:pt x="3020232" y="34481"/>
                  <a:pt x="3024642" y="35069"/>
                  <a:pt x="3028277" y="36245"/>
                </a:cubicBezTo>
                <a:cubicBezTo>
                  <a:pt x="3031913" y="37421"/>
                  <a:pt x="3034853" y="39145"/>
                  <a:pt x="3037098" y="41417"/>
                </a:cubicBezTo>
                <a:cubicBezTo>
                  <a:pt x="3039343" y="43689"/>
                  <a:pt x="3040974" y="46509"/>
                  <a:pt x="3041990" y="49877"/>
                </a:cubicBezTo>
                <a:cubicBezTo>
                  <a:pt x="3043005" y="53245"/>
                  <a:pt x="3043513" y="57174"/>
                  <a:pt x="3043513" y="61665"/>
                </a:cubicBezTo>
                <a:lnTo>
                  <a:pt x="3043513" y="110339"/>
                </a:lnTo>
                <a:moveTo>
                  <a:pt x="3030362" y="77301"/>
                </a:moveTo>
                <a:lnTo>
                  <a:pt x="3019056" y="77301"/>
                </a:lnTo>
                <a:cubicBezTo>
                  <a:pt x="3015421" y="77301"/>
                  <a:pt x="3012267" y="77611"/>
                  <a:pt x="3009594" y="78231"/>
                </a:cubicBezTo>
                <a:cubicBezTo>
                  <a:pt x="3006921" y="78849"/>
                  <a:pt x="3004702" y="79763"/>
                  <a:pt x="3002938" y="80972"/>
                </a:cubicBezTo>
                <a:cubicBezTo>
                  <a:pt x="3001174" y="82182"/>
                  <a:pt x="2999878" y="83634"/>
                  <a:pt x="2999049" y="85330"/>
                </a:cubicBezTo>
                <a:cubicBezTo>
                  <a:pt x="2998220" y="87024"/>
                  <a:pt x="2997806" y="88974"/>
                  <a:pt x="2997806" y="91179"/>
                </a:cubicBezTo>
                <a:cubicBezTo>
                  <a:pt x="2997806" y="94944"/>
                  <a:pt x="2998995" y="97943"/>
                  <a:pt x="3001374" y="100175"/>
                </a:cubicBezTo>
                <a:cubicBezTo>
                  <a:pt x="3003753" y="102407"/>
                  <a:pt x="3007081" y="103523"/>
                  <a:pt x="3011358" y="103523"/>
                </a:cubicBezTo>
                <a:cubicBezTo>
                  <a:pt x="3014833" y="103523"/>
                  <a:pt x="3018053" y="102636"/>
                  <a:pt x="3021020" y="100861"/>
                </a:cubicBezTo>
                <a:cubicBezTo>
                  <a:pt x="3023987" y="99086"/>
                  <a:pt x="3027101" y="96369"/>
                  <a:pt x="3030362" y="92712"/>
                </a:cubicBezTo>
                <a:lnTo>
                  <a:pt x="3030362" y="77301"/>
                </a:lnTo>
                <a:close/>
                <a:moveTo>
                  <a:pt x="3099589" y="105046"/>
                </a:moveTo>
                <a:cubicBezTo>
                  <a:pt x="3099589" y="106596"/>
                  <a:pt x="3099482" y="107826"/>
                  <a:pt x="3099269" y="108735"/>
                </a:cubicBezTo>
                <a:cubicBezTo>
                  <a:pt x="3099055" y="109644"/>
                  <a:pt x="3098734" y="110312"/>
                  <a:pt x="3098306" y="110740"/>
                </a:cubicBezTo>
                <a:cubicBezTo>
                  <a:pt x="3097879" y="111167"/>
                  <a:pt x="3097237" y="111568"/>
                  <a:pt x="3096382" y="111942"/>
                </a:cubicBezTo>
                <a:cubicBezTo>
                  <a:pt x="3095526" y="112317"/>
                  <a:pt x="3094551" y="112624"/>
                  <a:pt x="3093455" y="112865"/>
                </a:cubicBezTo>
                <a:cubicBezTo>
                  <a:pt x="3092359" y="113105"/>
                  <a:pt x="3091196" y="113306"/>
                  <a:pt x="3089967" y="113466"/>
                </a:cubicBezTo>
                <a:cubicBezTo>
                  <a:pt x="3088737" y="113626"/>
                  <a:pt x="3087508" y="113706"/>
                  <a:pt x="3086278" y="113706"/>
                </a:cubicBezTo>
                <a:cubicBezTo>
                  <a:pt x="3082536" y="113706"/>
                  <a:pt x="3079329" y="113211"/>
                  <a:pt x="3076656" y="112221"/>
                </a:cubicBezTo>
                <a:cubicBezTo>
                  <a:pt x="3073983" y="111228"/>
                  <a:pt x="3071791" y="109727"/>
                  <a:pt x="3070080" y="107717"/>
                </a:cubicBezTo>
                <a:cubicBezTo>
                  <a:pt x="3068370" y="105708"/>
                  <a:pt x="3067127" y="103163"/>
                  <a:pt x="3066351" y="100082"/>
                </a:cubicBezTo>
                <a:cubicBezTo>
                  <a:pt x="3065576" y="97002"/>
                  <a:pt x="3065189" y="93371"/>
                  <a:pt x="3065189" y="89192"/>
                </a:cubicBezTo>
                <a:lnTo>
                  <a:pt x="3065189" y="46910"/>
                </a:lnTo>
                <a:lnTo>
                  <a:pt x="3055085" y="46910"/>
                </a:lnTo>
                <a:cubicBezTo>
                  <a:pt x="3054283" y="46910"/>
                  <a:pt x="3053642" y="46482"/>
                  <a:pt x="3053161" y="45627"/>
                </a:cubicBezTo>
                <a:cubicBezTo>
                  <a:pt x="3052679" y="44772"/>
                  <a:pt x="3052439" y="43382"/>
                  <a:pt x="3052439" y="41457"/>
                </a:cubicBezTo>
                <a:cubicBezTo>
                  <a:pt x="3052439" y="40441"/>
                  <a:pt x="3052506" y="39586"/>
                  <a:pt x="3052639" y="38891"/>
                </a:cubicBezTo>
                <a:cubicBezTo>
                  <a:pt x="3052773" y="38196"/>
                  <a:pt x="3052947" y="37622"/>
                  <a:pt x="3053161" y="37167"/>
                </a:cubicBezTo>
                <a:cubicBezTo>
                  <a:pt x="3053374" y="36713"/>
                  <a:pt x="3053655" y="36392"/>
                  <a:pt x="3054003" y="36205"/>
                </a:cubicBezTo>
                <a:cubicBezTo>
                  <a:pt x="3054350" y="36018"/>
                  <a:pt x="3054738" y="35924"/>
                  <a:pt x="3055165" y="35924"/>
                </a:cubicBezTo>
                <a:lnTo>
                  <a:pt x="3065189" y="35924"/>
                </a:lnTo>
                <a:lnTo>
                  <a:pt x="3065189" y="18764"/>
                </a:lnTo>
                <a:cubicBezTo>
                  <a:pt x="3065189" y="18390"/>
                  <a:pt x="3065282" y="18042"/>
                  <a:pt x="3065469" y="17722"/>
                </a:cubicBezTo>
                <a:cubicBezTo>
                  <a:pt x="3065656" y="17401"/>
                  <a:pt x="3066004" y="17120"/>
                  <a:pt x="3066512" y="16880"/>
                </a:cubicBezTo>
                <a:cubicBezTo>
                  <a:pt x="3067020" y="16639"/>
                  <a:pt x="3067701" y="16465"/>
                  <a:pt x="3068557" y="16358"/>
                </a:cubicBezTo>
                <a:cubicBezTo>
                  <a:pt x="3069412" y="16251"/>
                  <a:pt x="3070481" y="16198"/>
                  <a:pt x="3071764" y="16198"/>
                </a:cubicBezTo>
                <a:cubicBezTo>
                  <a:pt x="3073101" y="16198"/>
                  <a:pt x="3074197" y="16251"/>
                  <a:pt x="3075052" y="16358"/>
                </a:cubicBezTo>
                <a:cubicBezTo>
                  <a:pt x="3075907" y="16465"/>
                  <a:pt x="3076575" y="16639"/>
                  <a:pt x="3077057" y="16880"/>
                </a:cubicBezTo>
                <a:cubicBezTo>
                  <a:pt x="3077538" y="17120"/>
                  <a:pt x="3077885" y="17401"/>
                  <a:pt x="3078099" y="17722"/>
                </a:cubicBezTo>
                <a:cubicBezTo>
                  <a:pt x="3078313" y="18042"/>
                  <a:pt x="3078420" y="18390"/>
                  <a:pt x="3078420" y="18764"/>
                </a:cubicBezTo>
                <a:lnTo>
                  <a:pt x="3078420" y="35924"/>
                </a:lnTo>
                <a:lnTo>
                  <a:pt x="3096943" y="35924"/>
                </a:lnTo>
                <a:cubicBezTo>
                  <a:pt x="3097371" y="35924"/>
                  <a:pt x="3097745" y="36018"/>
                  <a:pt x="3098066" y="36205"/>
                </a:cubicBezTo>
                <a:cubicBezTo>
                  <a:pt x="3098387" y="36392"/>
                  <a:pt x="3098667" y="36713"/>
                  <a:pt x="3098908" y="37167"/>
                </a:cubicBezTo>
                <a:cubicBezTo>
                  <a:pt x="3099148" y="37622"/>
                  <a:pt x="3099322" y="38196"/>
                  <a:pt x="3099429" y="38891"/>
                </a:cubicBezTo>
                <a:cubicBezTo>
                  <a:pt x="3099536" y="39586"/>
                  <a:pt x="3099589" y="40441"/>
                  <a:pt x="3099589" y="41457"/>
                </a:cubicBezTo>
                <a:cubicBezTo>
                  <a:pt x="3099589" y="43382"/>
                  <a:pt x="3099349" y="44772"/>
                  <a:pt x="3098868" y="45627"/>
                </a:cubicBezTo>
                <a:cubicBezTo>
                  <a:pt x="3098387" y="46482"/>
                  <a:pt x="3097745" y="46910"/>
                  <a:pt x="3096943" y="46910"/>
                </a:cubicBezTo>
                <a:lnTo>
                  <a:pt x="3078420" y="46910"/>
                </a:lnTo>
                <a:lnTo>
                  <a:pt x="3078420" y="87282"/>
                </a:lnTo>
                <a:cubicBezTo>
                  <a:pt x="3078420" y="92267"/>
                  <a:pt x="3079155" y="96033"/>
                  <a:pt x="3080625" y="98581"/>
                </a:cubicBezTo>
                <a:cubicBezTo>
                  <a:pt x="3082095" y="101127"/>
                  <a:pt x="3084728" y="102400"/>
                  <a:pt x="3088523" y="102400"/>
                </a:cubicBezTo>
                <a:cubicBezTo>
                  <a:pt x="3089753" y="102400"/>
                  <a:pt x="3090849" y="102280"/>
                  <a:pt x="3091811" y="102039"/>
                </a:cubicBezTo>
                <a:cubicBezTo>
                  <a:pt x="3092773" y="101799"/>
                  <a:pt x="3093629" y="101545"/>
                  <a:pt x="3094377" y="101277"/>
                </a:cubicBezTo>
                <a:cubicBezTo>
                  <a:pt x="3095126" y="101010"/>
                  <a:pt x="3095767" y="100756"/>
                  <a:pt x="3096302" y="100516"/>
                </a:cubicBezTo>
                <a:cubicBezTo>
                  <a:pt x="3096836" y="100275"/>
                  <a:pt x="3097317" y="100155"/>
                  <a:pt x="3097745" y="100155"/>
                </a:cubicBezTo>
                <a:cubicBezTo>
                  <a:pt x="3098012" y="100155"/>
                  <a:pt x="3098266" y="100222"/>
                  <a:pt x="3098507" y="100355"/>
                </a:cubicBezTo>
                <a:cubicBezTo>
                  <a:pt x="3098747" y="100489"/>
                  <a:pt x="3098934" y="100743"/>
                  <a:pt x="3099068" y="101117"/>
                </a:cubicBezTo>
                <a:cubicBezTo>
                  <a:pt x="3099202" y="101491"/>
                  <a:pt x="3099322" y="101999"/>
                  <a:pt x="3099429" y="102641"/>
                </a:cubicBezTo>
                <a:cubicBezTo>
                  <a:pt x="3099536" y="103282"/>
                  <a:pt x="3099589" y="104084"/>
                  <a:pt x="3099589" y="105046"/>
                </a:cubicBezTo>
                <a:close/>
                <a:moveTo>
                  <a:pt x="3134558" y="100796"/>
                </a:moveTo>
                <a:cubicBezTo>
                  <a:pt x="3134558" y="102453"/>
                  <a:pt x="3134478" y="103977"/>
                  <a:pt x="3134317" y="105367"/>
                </a:cubicBezTo>
                <a:cubicBezTo>
                  <a:pt x="3134157" y="106757"/>
                  <a:pt x="3133890" y="108067"/>
                  <a:pt x="3133515" y="109296"/>
                </a:cubicBezTo>
                <a:cubicBezTo>
                  <a:pt x="3133141" y="110526"/>
                  <a:pt x="3132647" y="111742"/>
                  <a:pt x="3132032" y="112945"/>
                </a:cubicBezTo>
                <a:cubicBezTo>
                  <a:pt x="3131417" y="114148"/>
                  <a:pt x="3130655" y="115417"/>
                  <a:pt x="3129747" y="116754"/>
                </a:cubicBezTo>
                <a:lnTo>
                  <a:pt x="3118761" y="133272"/>
                </a:lnTo>
                <a:cubicBezTo>
                  <a:pt x="3118493" y="133647"/>
                  <a:pt x="3118186" y="133967"/>
                  <a:pt x="3117839" y="134235"/>
                </a:cubicBezTo>
                <a:cubicBezTo>
                  <a:pt x="3117491" y="134502"/>
                  <a:pt x="3117063" y="134742"/>
                  <a:pt x="3116556" y="134956"/>
                </a:cubicBezTo>
                <a:cubicBezTo>
                  <a:pt x="3116048" y="135170"/>
                  <a:pt x="3115460" y="135317"/>
                  <a:pt x="3114791" y="135397"/>
                </a:cubicBezTo>
                <a:cubicBezTo>
                  <a:pt x="3114123" y="135478"/>
                  <a:pt x="3113281" y="135518"/>
                  <a:pt x="3112266" y="135518"/>
                </a:cubicBezTo>
                <a:cubicBezTo>
                  <a:pt x="3111357" y="135518"/>
                  <a:pt x="3110595" y="135478"/>
                  <a:pt x="3109980" y="135397"/>
                </a:cubicBezTo>
                <a:cubicBezTo>
                  <a:pt x="3109365" y="135317"/>
                  <a:pt x="3108924" y="135183"/>
                  <a:pt x="3108657" y="134996"/>
                </a:cubicBezTo>
                <a:cubicBezTo>
                  <a:pt x="3108390" y="134809"/>
                  <a:pt x="3108243" y="134555"/>
                  <a:pt x="3108216" y="134235"/>
                </a:cubicBezTo>
                <a:cubicBezTo>
                  <a:pt x="3108189" y="133914"/>
                  <a:pt x="3108283" y="133540"/>
                  <a:pt x="3108497" y="133112"/>
                </a:cubicBezTo>
                <a:lnTo>
                  <a:pt x="3119162" y="111060"/>
                </a:lnTo>
                <a:lnTo>
                  <a:pt x="3119162" y="100796"/>
                </a:lnTo>
                <a:cubicBezTo>
                  <a:pt x="3119162" y="99353"/>
                  <a:pt x="3119309" y="98203"/>
                  <a:pt x="3119603" y="97348"/>
                </a:cubicBezTo>
                <a:cubicBezTo>
                  <a:pt x="3119897" y="96493"/>
                  <a:pt x="3120365" y="95851"/>
                  <a:pt x="3121006" y="95424"/>
                </a:cubicBezTo>
                <a:cubicBezTo>
                  <a:pt x="3121648" y="94996"/>
                  <a:pt x="3122449" y="94702"/>
                  <a:pt x="3123412" y="94542"/>
                </a:cubicBezTo>
                <a:cubicBezTo>
                  <a:pt x="3124374" y="94381"/>
                  <a:pt x="3125550" y="94301"/>
                  <a:pt x="3126940" y="94301"/>
                </a:cubicBezTo>
                <a:cubicBezTo>
                  <a:pt x="3128276" y="94301"/>
                  <a:pt x="3129426" y="94381"/>
                  <a:pt x="3130388" y="94542"/>
                </a:cubicBezTo>
                <a:cubicBezTo>
                  <a:pt x="3131350" y="94702"/>
                  <a:pt x="3132139" y="94996"/>
                  <a:pt x="3132754" y="95424"/>
                </a:cubicBezTo>
                <a:cubicBezTo>
                  <a:pt x="3133368" y="95851"/>
                  <a:pt x="3133823" y="96493"/>
                  <a:pt x="3134117" y="97348"/>
                </a:cubicBezTo>
                <a:cubicBezTo>
                  <a:pt x="3134411" y="98203"/>
                  <a:pt x="3134558" y="99353"/>
                  <a:pt x="3134558" y="1007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rectangularseatsupportedbyfoursolid,straightlegs.”">
            <a:extLst xmlns:a="http://schemas.openxmlformats.org/drawingml/2006/main">
              <a:ext uri="{FF2B5EF4-FFF2-40B4-BE49-F238E27FC236}">
                <a16:creationId xmlns:a16="http://schemas.microsoft.com/office/drawing/2014/main" id="{D84DDE4C-DFBC-4134-8D72-BF297465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66" y="2978611"/>
            <a:ext cx="3578989" cy="141787"/>
          </a:xfrm>
          <a:custGeom xmlns:a="http://schemas.openxmlformats.org/drawingml/2006/main">
            <a:pathLst>
              <a:path w="3578989" h="141787">
                <a:moveTo>
                  <a:pt x="42231" y="42873"/>
                </a:moveTo>
                <a:cubicBezTo>
                  <a:pt x="42231" y="44051"/>
                  <a:pt x="42204" y="45041"/>
                  <a:pt x="42151" y="45844"/>
                </a:cubicBezTo>
                <a:cubicBezTo>
                  <a:pt x="42097" y="46647"/>
                  <a:pt x="41990" y="47276"/>
                  <a:pt x="41829" y="47731"/>
                </a:cubicBezTo>
                <a:cubicBezTo>
                  <a:pt x="41669" y="48186"/>
                  <a:pt x="41468" y="48533"/>
                  <a:pt x="41227" y="48774"/>
                </a:cubicBezTo>
                <a:cubicBezTo>
                  <a:pt x="40986" y="49015"/>
                  <a:pt x="40652" y="49136"/>
                  <a:pt x="40224" y="49136"/>
                </a:cubicBezTo>
                <a:cubicBezTo>
                  <a:pt x="39796" y="49136"/>
                  <a:pt x="39274" y="49015"/>
                  <a:pt x="38658" y="48774"/>
                </a:cubicBezTo>
                <a:cubicBezTo>
                  <a:pt x="38043" y="48533"/>
                  <a:pt x="37347" y="48293"/>
                  <a:pt x="36571" y="48052"/>
                </a:cubicBezTo>
                <a:cubicBezTo>
                  <a:pt x="35795" y="47811"/>
                  <a:pt x="34925" y="47583"/>
                  <a:pt x="33961" y="47369"/>
                </a:cubicBezTo>
                <a:cubicBezTo>
                  <a:pt x="32998" y="47155"/>
                  <a:pt x="31954" y="47048"/>
                  <a:pt x="30830" y="47048"/>
                </a:cubicBezTo>
                <a:cubicBezTo>
                  <a:pt x="29492" y="47048"/>
                  <a:pt x="28181" y="47316"/>
                  <a:pt x="26896" y="47851"/>
                </a:cubicBezTo>
                <a:cubicBezTo>
                  <a:pt x="25612" y="48386"/>
                  <a:pt x="24260" y="49269"/>
                  <a:pt x="22842" y="50500"/>
                </a:cubicBezTo>
                <a:cubicBezTo>
                  <a:pt x="21423" y="51732"/>
                  <a:pt x="19938" y="53364"/>
                  <a:pt x="18386" y="55398"/>
                </a:cubicBezTo>
                <a:cubicBezTo>
                  <a:pt x="16833" y="57432"/>
                  <a:pt x="15121" y="59921"/>
                  <a:pt x="13247" y="62865"/>
                </a:cubicBezTo>
                <a:lnTo>
                  <a:pt x="13247" y="110395"/>
                </a:lnTo>
                <a:cubicBezTo>
                  <a:pt x="13247" y="110823"/>
                  <a:pt x="13140" y="111184"/>
                  <a:pt x="12926" y="111478"/>
                </a:cubicBezTo>
                <a:cubicBezTo>
                  <a:pt x="12712" y="111773"/>
                  <a:pt x="12364" y="112027"/>
                  <a:pt x="11882" y="112241"/>
                </a:cubicBezTo>
                <a:cubicBezTo>
                  <a:pt x="11401" y="112455"/>
                  <a:pt x="10732" y="112616"/>
                  <a:pt x="9875" y="112723"/>
                </a:cubicBezTo>
                <a:cubicBezTo>
                  <a:pt x="9019" y="112830"/>
                  <a:pt x="7922" y="112883"/>
                  <a:pt x="6584" y="112883"/>
                </a:cubicBezTo>
                <a:cubicBezTo>
                  <a:pt x="5299" y="112883"/>
                  <a:pt x="4228" y="112830"/>
                  <a:pt x="3372" y="112723"/>
                </a:cubicBezTo>
                <a:cubicBezTo>
                  <a:pt x="2516" y="112616"/>
                  <a:pt x="1833" y="112455"/>
                  <a:pt x="1325" y="112241"/>
                </a:cubicBezTo>
                <a:cubicBezTo>
                  <a:pt x="816" y="112027"/>
                  <a:pt x="468" y="111773"/>
                  <a:pt x="281" y="111478"/>
                </a:cubicBezTo>
                <a:cubicBezTo>
                  <a:pt x="94" y="111184"/>
                  <a:pt x="0" y="110823"/>
                  <a:pt x="0" y="110395"/>
                </a:cubicBezTo>
                <a:lnTo>
                  <a:pt x="0" y="38136"/>
                </a:lnTo>
                <a:cubicBezTo>
                  <a:pt x="0" y="37708"/>
                  <a:pt x="80" y="37347"/>
                  <a:pt x="241" y="37052"/>
                </a:cubicBezTo>
                <a:cubicBezTo>
                  <a:pt x="401" y="36758"/>
                  <a:pt x="723" y="36490"/>
                  <a:pt x="1204" y="36250"/>
                </a:cubicBezTo>
                <a:cubicBezTo>
                  <a:pt x="1686" y="36009"/>
                  <a:pt x="2302" y="35848"/>
                  <a:pt x="3051" y="35768"/>
                </a:cubicBezTo>
                <a:cubicBezTo>
                  <a:pt x="3800" y="35688"/>
                  <a:pt x="4790" y="35647"/>
                  <a:pt x="6022" y="35647"/>
                </a:cubicBezTo>
                <a:cubicBezTo>
                  <a:pt x="7199" y="35647"/>
                  <a:pt x="8176" y="35688"/>
                  <a:pt x="8952" y="35768"/>
                </a:cubicBezTo>
                <a:cubicBezTo>
                  <a:pt x="9728" y="35848"/>
                  <a:pt x="10330" y="36009"/>
                  <a:pt x="10758" y="36250"/>
                </a:cubicBezTo>
                <a:cubicBezTo>
                  <a:pt x="11187" y="36490"/>
                  <a:pt x="11494" y="36758"/>
                  <a:pt x="11682" y="37052"/>
                </a:cubicBezTo>
                <a:cubicBezTo>
                  <a:pt x="11869" y="37347"/>
                  <a:pt x="11963" y="37708"/>
                  <a:pt x="11963" y="38136"/>
                </a:cubicBezTo>
                <a:lnTo>
                  <a:pt x="11963" y="48654"/>
                </a:lnTo>
                <a:cubicBezTo>
                  <a:pt x="13943" y="45764"/>
                  <a:pt x="15803" y="43408"/>
                  <a:pt x="17543" y="41589"/>
                </a:cubicBezTo>
                <a:cubicBezTo>
                  <a:pt x="19282" y="39769"/>
                  <a:pt x="20928" y="38337"/>
                  <a:pt x="22480" y="37293"/>
                </a:cubicBezTo>
                <a:cubicBezTo>
                  <a:pt x="24033" y="36250"/>
                  <a:pt x="25571" y="35527"/>
                  <a:pt x="27097" y="35126"/>
                </a:cubicBezTo>
                <a:cubicBezTo>
                  <a:pt x="28622" y="34724"/>
                  <a:pt x="30161" y="34523"/>
                  <a:pt x="31713" y="34523"/>
                </a:cubicBezTo>
                <a:cubicBezTo>
                  <a:pt x="32409" y="34523"/>
                  <a:pt x="33199" y="34564"/>
                  <a:pt x="34082" y="34644"/>
                </a:cubicBezTo>
                <a:cubicBezTo>
                  <a:pt x="34965" y="34724"/>
                  <a:pt x="35888" y="34871"/>
                  <a:pt x="36852" y="35085"/>
                </a:cubicBezTo>
                <a:cubicBezTo>
                  <a:pt x="37815" y="35299"/>
                  <a:pt x="38685" y="35540"/>
                  <a:pt x="39461" y="35808"/>
                </a:cubicBezTo>
                <a:cubicBezTo>
                  <a:pt x="40237" y="36076"/>
                  <a:pt x="40786" y="36343"/>
                  <a:pt x="41107" y="36611"/>
                </a:cubicBezTo>
                <a:cubicBezTo>
                  <a:pt x="41428" y="36878"/>
                  <a:pt x="41642" y="37133"/>
                  <a:pt x="41749" y="37374"/>
                </a:cubicBezTo>
                <a:cubicBezTo>
                  <a:pt x="41856" y="37614"/>
                  <a:pt x="41950" y="37922"/>
                  <a:pt x="42030" y="38297"/>
                </a:cubicBezTo>
                <a:cubicBezTo>
                  <a:pt x="42110" y="38672"/>
                  <a:pt x="42164" y="39220"/>
                  <a:pt x="42191" y="39943"/>
                </a:cubicBezTo>
                <a:cubicBezTo>
                  <a:pt x="42218" y="40665"/>
                  <a:pt x="42231" y="41642"/>
                  <a:pt x="42231" y="42873"/>
                </a:cubicBezTo>
                <a:close/>
                <a:moveTo>
                  <a:pt x="116415" y="71134"/>
                </a:moveTo>
                <a:cubicBezTo>
                  <a:pt x="116415" y="73222"/>
                  <a:pt x="115893" y="74707"/>
                  <a:pt x="114849" y="75590"/>
                </a:cubicBezTo>
                <a:cubicBezTo>
                  <a:pt x="113805" y="76473"/>
                  <a:pt x="112614" y="76915"/>
                  <a:pt x="111276" y="76915"/>
                </a:cubicBezTo>
                <a:lnTo>
                  <a:pt x="63907" y="76915"/>
                </a:lnTo>
                <a:cubicBezTo>
                  <a:pt x="63907" y="80941"/>
                  <a:pt x="64309" y="84565"/>
                  <a:pt x="65111" y="87786"/>
                </a:cubicBezTo>
                <a:cubicBezTo>
                  <a:pt x="65914" y="91008"/>
                  <a:pt x="67252" y="93773"/>
                  <a:pt x="69126" y="96081"/>
                </a:cubicBezTo>
                <a:cubicBezTo>
                  <a:pt x="70999" y="98389"/>
                  <a:pt x="73434" y="100161"/>
                  <a:pt x="76432" y="101397"/>
                </a:cubicBezTo>
                <a:cubicBezTo>
                  <a:pt x="79429" y="102632"/>
                  <a:pt x="83096" y="103249"/>
                  <a:pt x="87431" y="103249"/>
                </a:cubicBezTo>
                <a:cubicBezTo>
                  <a:pt x="90857" y="103249"/>
                  <a:pt x="93908" y="102968"/>
                  <a:pt x="96584" y="102406"/>
                </a:cubicBezTo>
                <a:cubicBezTo>
                  <a:pt x="99260" y="101844"/>
                  <a:pt x="101575" y="101215"/>
                  <a:pt x="103529" y="100519"/>
                </a:cubicBezTo>
                <a:cubicBezTo>
                  <a:pt x="105482" y="99823"/>
                  <a:pt x="107088" y="99195"/>
                  <a:pt x="108346" y="98632"/>
                </a:cubicBezTo>
                <a:cubicBezTo>
                  <a:pt x="109604" y="98070"/>
                  <a:pt x="110554" y="97789"/>
                  <a:pt x="111196" y="97789"/>
                </a:cubicBezTo>
                <a:cubicBezTo>
                  <a:pt x="111571" y="97789"/>
                  <a:pt x="111905" y="97883"/>
                  <a:pt x="112200" y="98070"/>
                </a:cubicBezTo>
                <a:cubicBezTo>
                  <a:pt x="112494" y="98258"/>
                  <a:pt x="112722" y="98539"/>
                  <a:pt x="112882" y="98914"/>
                </a:cubicBezTo>
                <a:cubicBezTo>
                  <a:pt x="113043" y="99288"/>
                  <a:pt x="113163" y="99810"/>
                  <a:pt x="113243" y="100479"/>
                </a:cubicBezTo>
                <a:cubicBezTo>
                  <a:pt x="113324" y="101148"/>
                  <a:pt x="113364" y="101964"/>
                  <a:pt x="113364" y="102928"/>
                </a:cubicBezTo>
                <a:cubicBezTo>
                  <a:pt x="113364" y="103624"/>
                  <a:pt x="113337" y="104226"/>
                  <a:pt x="113284" y="104734"/>
                </a:cubicBezTo>
                <a:cubicBezTo>
                  <a:pt x="113230" y="105243"/>
                  <a:pt x="113163" y="105698"/>
                  <a:pt x="113083" y="106099"/>
                </a:cubicBezTo>
                <a:cubicBezTo>
                  <a:pt x="113003" y="106501"/>
                  <a:pt x="112869" y="106862"/>
                  <a:pt x="112681" y="107183"/>
                </a:cubicBezTo>
                <a:cubicBezTo>
                  <a:pt x="112494" y="107504"/>
                  <a:pt x="112253" y="107812"/>
                  <a:pt x="111959" y="108106"/>
                </a:cubicBezTo>
                <a:cubicBezTo>
                  <a:pt x="111664" y="108401"/>
                  <a:pt x="110795" y="108882"/>
                  <a:pt x="109349" y="109552"/>
                </a:cubicBezTo>
                <a:cubicBezTo>
                  <a:pt x="107904" y="110221"/>
                  <a:pt x="106031" y="110876"/>
                  <a:pt x="103729" y="111519"/>
                </a:cubicBezTo>
                <a:cubicBezTo>
                  <a:pt x="101428" y="112161"/>
                  <a:pt x="98765" y="112736"/>
                  <a:pt x="95741" y="113245"/>
                </a:cubicBezTo>
                <a:cubicBezTo>
                  <a:pt x="92717" y="113753"/>
                  <a:pt x="89492" y="114007"/>
                  <a:pt x="86066" y="114007"/>
                </a:cubicBezTo>
                <a:cubicBezTo>
                  <a:pt x="80125" y="114007"/>
                  <a:pt x="74920" y="113177"/>
                  <a:pt x="70450" y="111516"/>
                </a:cubicBezTo>
                <a:cubicBezTo>
                  <a:pt x="65981" y="109855"/>
                  <a:pt x="62221" y="107390"/>
                  <a:pt x="59170" y="104122"/>
                </a:cubicBezTo>
                <a:cubicBezTo>
                  <a:pt x="56119" y="100854"/>
                  <a:pt x="53818" y="96755"/>
                  <a:pt x="52265" y="91826"/>
                </a:cubicBezTo>
                <a:cubicBezTo>
                  <a:pt x="50713" y="86896"/>
                  <a:pt x="49937" y="81163"/>
                  <a:pt x="49937" y="74627"/>
                </a:cubicBezTo>
                <a:cubicBezTo>
                  <a:pt x="49937" y="68411"/>
                  <a:pt x="50740" y="62825"/>
                  <a:pt x="52346" y="57869"/>
                </a:cubicBezTo>
                <a:cubicBezTo>
                  <a:pt x="53951" y="52913"/>
                  <a:pt x="56266" y="48707"/>
                  <a:pt x="59291" y="45252"/>
                </a:cubicBezTo>
                <a:cubicBezTo>
                  <a:pt x="62315" y="41796"/>
                  <a:pt x="65968" y="39144"/>
                  <a:pt x="70250" y="37296"/>
                </a:cubicBezTo>
                <a:cubicBezTo>
                  <a:pt x="74532" y="35448"/>
                  <a:pt x="79322" y="34523"/>
                  <a:pt x="84621" y="34523"/>
                </a:cubicBezTo>
                <a:cubicBezTo>
                  <a:pt x="90295" y="34523"/>
                  <a:pt x="95125" y="35433"/>
                  <a:pt x="99113" y="37253"/>
                </a:cubicBezTo>
                <a:cubicBezTo>
                  <a:pt x="103100" y="39073"/>
                  <a:pt x="106379" y="41522"/>
                  <a:pt x="108948" y="44599"/>
                </a:cubicBezTo>
                <a:cubicBezTo>
                  <a:pt x="111517" y="47677"/>
                  <a:pt x="113404" y="51290"/>
                  <a:pt x="114608" y="55438"/>
                </a:cubicBezTo>
                <a:cubicBezTo>
                  <a:pt x="115813" y="59586"/>
                  <a:pt x="116415" y="64015"/>
                  <a:pt x="116415" y="68726"/>
                </a:cubicBezTo>
                <a:lnTo>
                  <a:pt x="116415" y="71134"/>
                </a:lnTo>
                <a:moveTo>
                  <a:pt x="103087" y="67200"/>
                </a:moveTo>
                <a:cubicBezTo>
                  <a:pt x="103248" y="60242"/>
                  <a:pt x="101709" y="54782"/>
                  <a:pt x="98471" y="50822"/>
                </a:cubicBezTo>
                <a:cubicBezTo>
                  <a:pt x="95232" y="46861"/>
                  <a:pt x="90429" y="44880"/>
                  <a:pt x="84059" y="44880"/>
                </a:cubicBezTo>
                <a:cubicBezTo>
                  <a:pt x="80794" y="44880"/>
                  <a:pt x="77931" y="45496"/>
                  <a:pt x="75468" y="46727"/>
                </a:cubicBezTo>
                <a:cubicBezTo>
                  <a:pt x="73006" y="47958"/>
                  <a:pt x="70946" y="49591"/>
                  <a:pt x="69286" y="51625"/>
                </a:cubicBezTo>
                <a:cubicBezTo>
                  <a:pt x="67627" y="53658"/>
                  <a:pt x="66342" y="56027"/>
                  <a:pt x="65433" y="58730"/>
                </a:cubicBezTo>
                <a:cubicBezTo>
                  <a:pt x="64523" y="61433"/>
                  <a:pt x="64014" y="64256"/>
                  <a:pt x="63907" y="67200"/>
                </a:cubicBezTo>
                <a:lnTo>
                  <a:pt x="103087" y="67200"/>
                </a:lnTo>
                <a:close/>
                <a:moveTo>
                  <a:pt x="185790" y="99476"/>
                </a:moveTo>
                <a:cubicBezTo>
                  <a:pt x="185790" y="100385"/>
                  <a:pt x="185763" y="101175"/>
                  <a:pt x="185709" y="101844"/>
                </a:cubicBezTo>
                <a:cubicBezTo>
                  <a:pt x="185656" y="102513"/>
                  <a:pt x="185562" y="103075"/>
                  <a:pt x="185428" y="103530"/>
                </a:cubicBezTo>
                <a:cubicBezTo>
                  <a:pt x="185295" y="103985"/>
                  <a:pt x="185134" y="104386"/>
                  <a:pt x="184947" y="104734"/>
                </a:cubicBezTo>
                <a:cubicBezTo>
                  <a:pt x="184759" y="105082"/>
                  <a:pt x="184331" y="105591"/>
                  <a:pt x="183662" y="106260"/>
                </a:cubicBezTo>
                <a:cubicBezTo>
                  <a:pt x="182993" y="106929"/>
                  <a:pt x="181856" y="107758"/>
                  <a:pt x="180250" y="108749"/>
                </a:cubicBezTo>
                <a:cubicBezTo>
                  <a:pt x="178644" y="109739"/>
                  <a:pt x="176838" y="110622"/>
                  <a:pt x="174831" y="111398"/>
                </a:cubicBezTo>
                <a:cubicBezTo>
                  <a:pt x="172823" y="112174"/>
                  <a:pt x="170642" y="112803"/>
                  <a:pt x="168287" y="113285"/>
                </a:cubicBezTo>
                <a:cubicBezTo>
                  <a:pt x="165932" y="113767"/>
                  <a:pt x="163497" y="114007"/>
                  <a:pt x="160981" y="114007"/>
                </a:cubicBezTo>
                <a:cubicBezTo>
                  <a:pt x="155789" y="114007"/>
                  <a:pt x="151186" y="113149"/>
                  <a:pt x="147172" y="111433"/>
                </a:cubicBezTo>
                <a:cubicBezTo>
                  <a:pt x="143157" y="109717"/>
                  <a:pt x="139799" y="107210"/>
                  <a:pt x="137096" y="103911"/>
                </a:cubicBezTo>
                <a:cubicBezTo>
                  <a:pt x="134393" y="100613"/>
                  <a:pt x="132332" y="96563"/>
                  <a:pt x="130914" y="91763"/>
                </a:cubicBezTo>
                <a:cubicBezTo>
                  <a:pt x="129495" y="86962"/>
                  <a:pt x="128786" y="81425"/>
                  <a:pt x="128786" y="75151"/>
                </a:cubicBezTo>
                <a:cubicBezTo>
                  <a:pt x="128786" y="68017"/>
                  <a:pt x="129656" y="61890"/>
                  <a:pt x="131395" y="56768"/>
                </a:cubicBezTo>
                <a:cubicBezTo>
                  <a:pt x="133135" y="51646"/>
                  <a:pt x="135517" y="47450"/>
                  <a:pt x="138541" y="44178"/>
                </a:cubicBezTo>
                <a:cubicBezTo>
                  <a:pt x="141565" y="40906"/>
                  <a:pt x="145124" y="38479"/>
                  <a:pt x="149219" y="36897"/>
                </a:cubicBezTo>
                <a:cubicBezTo>
                  <a:pt x="153314" y="35315"/>
                  <a:pt x="157743" y="34523"/>
                  <a:pt x="162507" y="34523"/>
                </a:cubicBezTo>
                <a:cubicBezTo>
                  <a:pt x="164808" y="34523"/>
                  <a:pt x="167043" y="34737"/>
                  <a:pt x="169210" y="35166"/>
                </a:cubicBezTo>
                <a:cubicBezTo>
                  <a:pt x="171378" y="35594"/>
                  <a:pt x="173372" y="36156"/>
                  <a:pt x="175192" y="36852"/>
                </a:cubicBezTo>
                <a:cubicBezTo>
                  <a:pt x="177012" y="37548"/>
                  <a:pt x="178631" y="38350"/>
                  <a:pt x="180049" y="39260"/>
                </a:cubicBezTo>
                <a:cubicBezTo>
                  <a:pt x="181468" y="40170"/>
                  <a:pt x="182498" y="40946"/>
                  <a:pt x="183140" y="41589"/>
                </a:cubicBezTo>
                <a:cubicBezTo>
                  <a:pt x="183783" y="42231"/>
                  <a:pt x="184224" y="42739"/>
                  <a:pt x="184465" y="43114"/>
                </a:cubicBezTo>
                <a:cubicBezTo>
                  <a:pt x="184706" y="43489"/>
                  <a:pt x="184907" y="43930"/>
                  <a:pt x="185067" y="44439"/>
                </a:cubicBezTo>
                <a:cubicBezTo>
                  <a:pt x="185228" y="44947"/>
                  <a:pt x="185335" y="45523"/>
                  <a:pt x="185388" y="46165"/>
                </a:cubicBezTo>
                <a:cubicBezTo>
                  <a:pt x="185442" y="46807"/>
                  <a:pt x="185469" y="47610"/>
                  <a:pt x="185469" y="48574"/>
                </a:cubicBezTo>
                <a:cubicBezTo>
                  <a:pt x="185469" y="50661"/>
                  <a:pt x="185228" y="52120"/>
                  <a:pt x="184746" y="52949"/>
                </a:cubicBezTo>
                <a:cubicBezTo>
                  <a:pt x="184264" y="53779"/>
                  <a:pt x="183676" y="54194"/>
                  <a:pt x="182980" y="54194"/>
                </a:cubicBezTo>
                <a:cubicBezTo>
                  <a:pt x="182177" y="54194"/>
                  <a:pt x="181254" y="53752"/>
                  <a:pt x="180210" y="52869"/>
                </a:cubicBezTo>
                <a:cubicBezTo>
                  <a:pt x="179166" y="51986"/>
                  <a:pt x="177841" y="51009"/>
                  <a:pt x="176236" y="49938"/>
                </a:cubicBezTo>
                <a:cubicBezTo>
                  <a:pt x="174630" y="48868"/>
                  <a:pt x="172690" y="47891"/>
                  <a:pt x="170415" y="47008"/>
                </a:cubicBezTo>
                <a:cubicBezTo>
                  <a:pt x="168140" y="46125"/>
                  <a:pt x="165450" y="45683"/>
                  <a:pt x="162346" y="45683"/>
                </a:cubicBezTo>
                <a:cubicBezTo>
                  <a:pt x="155977" y="45683"/>
                  <a:pt x="151092" y="48140"/>
                  <a:pt x="147694" y="53052"/>
                </a:cubicBezTo>
                <a:cubicBezTo>
                  <a:pt x="144295" y="57963"/>
                  <a:pt x="142595" y="65088"/>
                  <a:pt x="142595" y="74426"/>
                </a:cubicBezTo>
                <a:cubicBezTo>
                  <a:pt x="142595" y="79096"/>
                  <a:pt x="143037" y="83189"/>
                  <a:pt x="143920" y="86705"/>
                </a:cubicBezTo>
                <a:cubicBezTo>
                  <a:pt x="144803" y="90221"/>
                  <a:pt x="146101" y="93160"/>
                  <a:pt x="147814" y="95521"/>
                </a:cubicBezTo>
                <a:cubicBezTo>
                  <a:pt x="149527" y="97883"/>
                  <a:pt x="151628" y="99641"/>
                  <a:pt x="154117" y="100795"/>
                </a:cubicBezTo>
                <a:cubicBezTo>
                  <a:pt x="156605" y="101949"/>
                  <a:pt x="159456" y="102526"/>
                  <a:pt x="162667" y="102526"/>
                </a:cubicBezTo>
                <a:cubicBezTo>
                  <a:pt x="165718" y="102526"/>
                  <a:pt x="168394" y="102045"/>
                  <a:pt x="170696" y="101081"/>
                </a:cubicBezTo>
                <a:cubicBezTo>
                  <a:pt x="172997" y="100118"/>
                  <a:pt x="174991" y="99061"/>
                  <a:pt x="176677" y="97910"/>
                </a:cubicBezTo>
                <a:cubicBezTo>
                  <a:pt x="178363" y="96759"/>
                  <a:pt x="179782" y="95715"/>
                  <a:pt x="180932" y="94779"/>
                </a:cubicBezTo>
                <a:cubicBezTo>
                  <a:pt x="182083" y="93842"/>
                  <a:pt x="182980" y="93374"/>
                  <a:pt x="183622" y="93374"/>
                </a:cubicBezTo>
                <a:cubicBezTo>
                  <a:pt x="183997" y="93374"/>
                  <a:pt x="184318" y="93481"/>
                  <a:pt x="184585" y="93695"/>
                </a:cubicBezTo>
                <a:cubicBezTo>
                  <a:pt x="184853" y="93909"/>
                  <a:pt x="185081" y="94270"/>
                  <a:pt x="185268" y="94779"/>
                </a:cubicBezTo>
                <a:cubicBezTo>
                  <a:pt x="185455" y="95287"/>
                  <a:pt x="185589" y="95930"/>
                  <a:pt x="185669" y="96706"/>
                </a:cubicBezTo>
                <a:cubicBezTo>
                  <a:pt x="185750" y="97482"/>
                  <a:pt x="185790" y="98405"/>
                  <a:pt x="185790" y="99476"/>
                </a:cubicBezTo>
                <a:close/>
                <a:moveTo>
                  <a:pt x="244260" y="105176"/>
                </a:moveTo>
                <a:cubicBezTo>
                  <a:pt x="244260" y="106728"/>
                  <a:pt x="244153" y="107959"/>
                  <a:pt x="243939" y="108869"/>
                </a:cubicBezTo>
                <a:cubicBezTo>
                  <a:pt x="243725" y="109779"/>
                  <a:pt x="243403" y="110448"/>
                  <a:pt x="242975" y="110876"/>
                </a:cubicBezTo>
                <a:cubicBezTo>
                  <a:pt x="242547" y="111304"/>
                  <a:pt x="241905" y="111706"/>
                  <a:pt x="241048" y="112081"/>
                </a:cubicBezTo>
                <a:cubicBezTo>
                  <a:pt x="240192" y="112455"/>
                  <a:pt x="239215" y="112763"/>
                  <a:pt x="238118" y="113004"/>
                </a:cubicBezTo>
                <a:cubicBezTo>
                  <a:pt x="237021" y="113245"/>
                  <a:pt x="235856" y="113445"/>
                  <a:pt x="234625" y="113606"/>
                </a:cubicBezTo>
                <a:cubicBezTo>
                  <a:pt x="233394" y="113767"/>
                  <a:pt x="232163" y="113847"/>
                  <a:pt x="230932" y="113847"/>
                </a:cubicBezTo>
                <a:cubicBezTo>
                  <a:pt x="227185" y="113847"/>
                  <a:pt x="223974" y="113351"/>
                  <a:pt x="221298" y="112359"/>
                </a:cubicBezTo>
                <a:cubicBezTo>
                  <a:pt x="218621" y="111366"/>
                  <a:pt x="216427" y="109863"/>
                  <a:pt x="214714" y="107850"/>
                </a:cubicBezTo>
                <a:cubicBezTo>
                  <a:pt x="213001" y="105838"/>
                  <a:pt x="211757" y="103290"/>
                  <a:pt x="210981" y="100206"/>
                </a:cubicBezTo>
                <a:cubicBezTo>
                  <a:pt x="210205" y="97121"/>
                  <a:pt x="209817" y="93487"/>
                  <a:pt x="209817" y="89302"/>
                </a:cubicBezTo>
                <a:lnTo>
                  <a:pt x="209817" y="46968"/>
                </a:lnTo>
                <a:lnTo>
                  <a:pt x="199701" y="46968"/>
                </a:lnTo>
                <a:cubicBezTo>
                  <a:pt x="198898" y="46968"/>
                  <a:pt x="198255" y="46540"/>
                  <a:pt x="197774" y="45683"/>
                </a:cubicBezTo>
                <a:cubicBezTo>
                  <a:pt x="197292" y="44827"/>
                  <a:pt x="197051" y="43435"/>
                  <a:pt x="197051" y="41508"/>
                </a:cubicBezTo>
                <a:cubicBezTo>
                  <a:pt x="197051" y="40491"/>
                  <a:pt x="197118" y="39635"/>
                  <a:pt x="197252" y="38939"/>
                </a:cubicBezTo>
                <a:cubicBezTo>
                  <a:pt x="197386" y="38243"/>
                  <a:pt x="197560" y="37668"/>
                  <a:pt x="197774" y="37213"/>
                </a:cubicBezTo>
                <a:cubicBezTo>
                  <a:pt x="197988" y="36758"/>
                  <a:pt x="198269" y="36437"/>
                  <a:pt x="198617" y="36250"/>
                </a:cubicBezTo>
                <a:cubicBezTo>
                  <a:pt x="198965" y="36062"/>
                  <a:pt x="199353" y="35969"/>
                  <a:pt x="199781" y="35969"/>
                </a:cubicBezTo>
                <a:lnTo>
                  <a:pt x="209817" y="35969"/>
                </a:lnTo>
                <a:lnTo>
                  <a:pt x="209817" y="18787"/>
                </a:lnTo>
                <a:cubicBezTo>
                  <a:pt x="209817" y="18412"/>
                  <a:pt x="209910" y="18065"/>
                  <a:pt x="210098" y="17743"/>
                </a:cubicBezTo>
                <a:cubicBezTo>
                  <a:pt x="210285" y="17422"/>
                  <a:pt x="210633" y="17141"/>
                  <a:pt x="211141" y="16900"/>
                </a:cubicBezTo>
                <a:cubicBezTo>
                  <a:pt x="211650" y="16660"/>
                  <a:pt x="212332" y="16486"/>
                  <a:pt x="213189" y="16379"/>
                </a:cubicBezTo>
                <a:cubicBezTo>
                  <a:pt x="214045" y="16271"/>
                  <a:pt x="215116" y="16218"/>
                  <a:pt x="216400" y="16218"/>
                </a:cubicBezTo>
                <a:cubicBezTo>
                  <a:pt x="217738" y="16218"/>
                  <a:pt x="218836" y="16271"/>
                  <a:pt x="219692" y="16379"/>
                </a:cubicBezTo>
                <a:cubicBezTo>
                  <a:pt x="220548" y="16486"/>
                  <a:pt x="221217" y="16660"/>
                  <a:pt x="221699" y="16900"/>
                </a:cubicBezTo>
                <a:cubicBezTo>
                  <a:pt x="222181" y="17141"/>
                  <a:pt x="222529" y="17422"/>
                  <a:pt x="222743" y="17743"/>
                </a:cubicBezTo>
                <a:cubicBezTo>
                  <a:pt x="222957" y="18065"/>
                  <a:pt x="223064" y="18412"/>
                  <a:pt x="223064" y="18787"/>
                </a:cubicBezTo>
                <a:lnTo>
                  <a:pt x="223064" y="35969"/>
                </a:lnTo>
                <a:lnTo>
                  <a:pt x="241610" y="35969"/>
                </a:lnTo>
                <a:cubicBezTo>
                  <a:pt x="242039" y="35969"/>
                  <a:pt x="242413" y="36062"/>
                  <a:pt x="242734" y="36250"/>
                </a:cubicBezTo>
                <a:cubicBezTo>
                  <a:pt x="243055" y="36437"/>
                  <a:pt x="243336" y="36758"/>
                  <a:pt x="243577" y="37213"/>
                </a:cubicBezTo>
                <a:cubicBezTo>
                  <a:pt x="243818" y="37668"/>
                  <a:pt x="243992" y="38243"/>
                  <a:pt x="244099" y="38939"/>
                </a:cubicBezTo>
                <a:cubicBezTo>
                  <a:pt x="244206" y="39635"/>
                  <a:pt x="244260" y="40491"/>
                  <a:pt x="244260" y="41508"/>
                </a:cubicBezTo>
                <a:cubicBezTo>
                  <a:pt x="244260" y="43435"/>
                  <a:pt x="244019" y="44827"/>
                  <a:pt x="243537" y="45683"/>
                </a:cubicBezTo>
                <a:cubicBezTo>
                  <a:pt x="243055" y="46540"/>
                  <a:pt x="242413" y="46968"/>
                  <a:pt x="241610" y="46968"/>
                </a:cubicBezTo>
                <a:lnTo>
                  <a:pt x="223064" y="46968"/>
                </a:lnTo>
                <a:lnTo>
                  <a:pt x="223064" y="87390"/>
                </a:lnTo>
                <a:cubicBezTo>
                  <a:pt x="223064" y="92381"/>
                  <a:pt x="223800" y="96152"/>
                  <a:pt x="225272" y="98703"/>
                </a:cubicBezTo>
                <a:cubicBezTo>
                  <a:pt x="226744" y="101252"/>
                  <a:pt x="229380" y="102526"/>
                  <a:pt x="233180" y="102526"/>
                </a:cubicBezTo>
                <a:cubicBezTo>
                  <a:pt x="234411" y="102526"/>
                  <a:pt x="235509" y="102406"/>
                  <a:pt x="236472" y="102165"/>
                </a:cubicBezTo>
                <a:cubicBezTo>
                  <a:pt x="237435" y="101924"/>
                  <a:pt x="238292" y="101670"/>
                  <a:pt x="239041" y="101402"/>
                </a:cubicBezTo>
                <a:cubicBezTo>
                  <a:pt x="239790" y="101135"/>
                  <a:pt x="240433" y="100881"/>
                  <a:pt x="240968" y="100640"/>
                </a:cubicBezTo>
                <a:cubicBezTo>
                  <a:pt x="241503" y="100399"/>
                  <a:pt x="241985" y="100278"/>
                  <a:pt x="242413" y="100278"/>
                </a:cubicBezTo>
                <a:cubicBezTo>
                  <a:pt x="242681" y="100278"/>
                  <a:pt x="242935" y="100345"/>
                  <a:pt x="243176" y="100479"/>
                </a:cubicBezTo>
                <a:cubicBezTo>
                  <a:pt x="243417" y="100613"/>
                  <a:pt x="243604" y="100867"/>
                  <a:pt x="243738" y="101242"/>
                </a:cubicBezTo>
                <a:cubicBezTo>
                  <a:pt x="243872" y="101616"/>
                  <a:pt x="243992" y="102125"/>
                  <a:pt x="244099" y="102767"/>
                </a:cubicBezTo>
                <a:cubicBezTo>
                  <a:pt x="244206" y="103410"/>
                  <a:pt x="244260" y="104212"/>
                  <a:pt x="244260" y="105176"/>
                </a:cubicBezTo>
                <a:close/>
                <a:moveTo>
                  <a:pt x="309791" y="110475"/>
                </a:moveTo>
                <a:cubicBezTo>
                  <a:pt x="309791" y="111117"/>
                  <a:pt x="309577" y="111599"/>
                  <a:pt x="309148" y="111920"/>
                </a:cubicBezTo>
                <a:cubicBezTo>
                  <a:pt x="308720" y="112241"/>
                  <a:pt x="308131" y="112482"/>
                  <a:pt x="307382" y="112643"/>
                </a:cubicBezTo>
                <a:cubicBezTo>
                  <a:pt x="306633" y="112803"/>
                  <a:pt x="305535" y="112883"/>
                  <a:pt x="304090" y="112883"/>
                </a:cubicBezTo>
                <a:cubicBezTo>
                  <a:pt x="302699" y="112883"/>
                  <a:pt x="301588" y="112803"/>
                  <a:pt x="300758" y="112643"/>
                </a:cubicBezTo>
                <a:cubicBezTo>
                  <a:pt x="299929" y="112482"/>
                  <a:pt x="299327" y="112241"/>
                  <a:pt x="298952" y="111920"/>
                </a:cubicBezTo>
                <a:cubicBezTo>
                  <a:pt x="298577" y="111599"/>
                  <a:pt x="298390" y="111117"/>
                  <a:pt x="298390" y="110475"/>
                </a:cubicBezTo>
                <a:lnTo>
                  <a:pt x="298390" y="103249"/>
                </a:lnTo>
                <a:cubicBezTo>
                  <a:pt x="295232" y="106621"/>
                  <a:pt x="291713" y="109257"/>
                  <a:pt x="287832" y="111157"/>
                </a:cubicBezTo>
                <a:cubicBezTo>
                  <a:pt x="283952" y="113057"/>
                  <a:pt x="279844" y="114007"/>
                  <a:pt x="275508" y="114007"/>
                </a:cubicBezTo>
                <a:cubicBezTo>
                  <a:pt x="271708" y="114007"/>
                  <a:pt x="268269" y="113511"/>
                  <a:pt x="265191" y="112517"/>
                </a:cubicBezTo>
                <a:cubicBezTo>
                  <a:pt x="262114" y="111524"/>
                  <a:pt x="259491" y="110087"/>
                  <a:pt x="257323" y="108207"/>
                </a:cubicBezTo>
                <a:cubicBezTo>
                  <a:pt x="255155" y="106327"/>
                  <a:pt x="253469" y="104018"/>
                  <a:pt x="252265" y="101279"/>
                </a:cubicBezTo>
                <a:cubicBezTo>
                  <a:pt x="251061" y="98540"/>
                  <a:pt x="250459" y="95424"/>
                  <a:pt x="250459" y="91931"/>
                </a:cubicBezTo>
                <a:cubicBezTo>
                  <a:pt x="250459" y="87850"/>
                  <a:pt x="251288" y="84305"/>
                  <a:pt x="252947" y="81298"/>
                </a:cubicBezTo>
                <a:cubicBezTo>
                  <a:pt x="254607" y="78289"/>
                  <a:pt x="256989" y="75791"/>
                  <a:pt x="260093" y="73804"/>
                </a:cubicBezTo>
                <a:cubicBezTo>
                  <a:pt x="263197" y="71817"/>
                  <a:pt x="266998" y="70326"/>
                  <a:pt x="271494" y="69333"/>
                </a:cubicBezTo>
                <a:cubicBezTo>
                  <a:pt x="275990" y="68339"/>
                  <a:pt x="281048" y="67842"/>
                  <a:pt x="286668" y="67842"/>
                </a:cubicBezTo>
                <a:lnTo>
                  <a:pt x="296624" y="67842"/>
                </a:lnTo>
                <a:lnTo>
                  <a:pt x="296624" y="62242"/>
                </a:lnTo>
                <a:cubicBezTo>
                  <a:pt x="296624" y="59469"/>
                  <a:pt x="296329" y="57016"/>
                  <a:pt x="295740" y="54884"/>
                </a:cubicBezTo>
                <a:cubicBezTo>
                  <a:pt x="295152" y="52749"/>
                  <a:pt x="294202" y="50976"/>
                  <a:pt x="292890" y="49562"/>
                </a:cubicBezTo>
                <a:cubicBezTo>
                  <a:pt x="291579" y="48149"/>
                  <a:pt x="289879" y="47082"/>
                  <a:pt x="287792" y="46363"/>
                </a:cubicBezTo>
                <a:cubicBezTo>
                  <a:pt x="285705" y="45642"/>
                  <a:pt x="283135" y="45282"/>
                  <a:pt x="280084" y="45282"/>
                </a:cubicBezTo>
                <a:cubicBezTo>
                  <a:pt x="276819" y="45282"/>
                  <a:pt x="273889" y="45666"/>
                  <a:pt x="271293" y="46433"/>
                </a:cubicBezTo>
                <a:cubicBezTo>
                  <a:pt x="268697" y="47201"/>
                  <a:pt x="266422" y="48048"/>
                  <a:pt x="264469" y="48975"/>
                </a:cubicBezTo>
                <a:cubicBezTo>
                  <a:pt x="262515" y="49902"/>
                  <a:pt x="260882" y="50749"/>
                  <a:pt x="259571" y="51517"/>
                </a:cubicBezTo>
                <a:cubicBezTo>
                  <a:pt x="258260" y="52284"/>
                  <a:pt x="257283" y="52668"/>
                  <a:pt x="256641" y="52668"/>
                </a:cubicBezTo>
                <a:cubicBezTo>
                  <a:pt x="256212" y="52668"/>
                  <a:pt x="255838" y="52561"/>
                  <a:pt x="255517" y="52347"/>
                </a:cubicBezTo>
                <a:cubicBezTo>
                  <a:pt x="255195" y="52133"/>
                  <a:pt x="254914" y="51812"/>
                  <a:pt x="254674" y="51384"/>
                </a:cubicBezTo>
                <a:cubicBezTo>
                  <a:pt x="254433" y="50955"/>
                  <a:pt x="254259" y="50407"/>
                  <a:pt x="254152" y="49738"/>
                </a:cubicBezTo>
                <a:cubicBezTo>
                  <a:pt x="254045" y="49069"/>
                  <a:pt x="253991" y="48333"/>
                  <a:pt x="253991" y="47530"/>
                </a:cubicBezTo>
                <a:cubicBezTo>
                  <a:pt x="253991" y="46192"/>
                  <a:pt x="254085" y="45135"/>
                  <a:pt x="254272" y="44359"/>
                </a:cubicBezTo>
                <a:cubicBezTo>
                  <a:pt x="254460" y="43582"/>
                  <a:pt x="254914" y="42846"/>
                  <a:pt x="255637" y="42151"/>
                </a:cubicBezTo>
                <a:cubicBezTo>
                  <a:pt x="256360" y="41455"/>
                  <a:pt x="257604" y="40644"/>
                  <a:pt x="259370" y="39719"/>
                </a:cubicBezTo>
                <a:cubicBezTo>
                  <a:pt x="261137" y="38793"/>
                  <a:pt x="263171" y="37946"/>
                  <a:pt x="265472" y="37180"/>
                </a:cubicBezTo>
                <a:cubicBezTo>
                  <a:pt x="267774" y="36414"/>
                  <a:pt x="270289" y="35780"/>
                  <a:pt x="273019" y="35279"/>
                </a:cubicBezTo>
                <a:cubicBezTo>
                  <a:pt x="275749" y="34775"/>
                  <a:pt x="278505" y="34523"/>
                  <a:pt x="281289" y="34523"/>
                </a:cubicBezTo>
                <a:cubicBezTo>
                  <a:pt x="286481" y="34523"/>
                  <a:pt x="290896" y="35112"/>
                  <a:pt x="294536" y="36290"/>
                </a:cubicBezTo>
                <a:cubicBezTo>
                  <a:pt x="298176" y="37467"/>
                  <a:pt x="301120" y="39193"/>
                  <a:pt x="303368" y="41468"/>
                </a:cubicBezTo>
                <a:cubicBezTo>
                  <a:pt x="305616" y="43743"/>
                  <a:pt x="307248" y="46566"/>
                  <a:pt x="308265" y="49938"/>
                </a:cubicBezTo>
                <a:cubicBezTo>
                  <a:pt x="309282" y="53311"/>
                  <a:pt x="309791" y="57245"/>
                  <a:pt x="309791" y="61741"/>
                </a:cubicBezTo>
                <a:lnTo>
                  <a:pt x="309791" y="110475"/>
                </a:lnTo>
                <a:moveTo>
                  <a:pt x="296624" y="77397"/>
                </a:moveTo>
                <a:lnTo>
                  <a:pt x="285303" y="77397"/>
                </a:lnTo>
                <a:cubicBezTo>
                  <a:pt x="281663" y="77397"/>
                  <a:pt x="278505" y="77707"/>
                  <a:pt x="275829" y="78327"/>
                </a:cubicBezTo>
                <a:cubicBezTo>
                  <a:pt x="273153" y="78946"/>
                  <a:pt x="270932" y="79861"/>
                  <a:pt x="269165" y="81072"/>
                </a:cubicBezTo>
                <a:cubicBezTo>
                  <a:pt x="267399" y="82283"/>
                  <a:pt x="266101" y="83738"/>
                  <a:pt x="265272" y="85435"/>
                </a:cubicBezTo>
                <a:cubicBezTo>
                  <a:pt x="264442" y="87131"/>
                  <a:pt x="264027" y="89083"/>
                  <a:pt x="264027" y="91291"/>
                </a:cubicBezTo>
                <a:cubicBezTo>
                  <a:pt x="264027" y="95061"/>
                  <a:pt x="265218" y="98064"/>
                  <a:pt x="267600" y="100298"/>
                </a:cubicBezTo>
                <a:cubicBezTo>
                  <a:pt x="269982" y="102533"/>
                  <a:pt x="273314" y="103650"/>
                  <a:pt x="277596" y="103650"/>
                </a:cubicBezTo>
                <a:cubicBezTo>
                  <a:pt x="281075" y="103650"/>
                  <a:pt x="284300" y="102762"/>
                  <a:pt x="287270" y="100986"/>
                </a:cubicBezTo>
                <a:cubicBezTo>
                  <a:pt x="290241" y="99208"/>
                  <a:pt x="293359" y="96488"/>
                  <a:pt x="296624" y="92827"/>
                </a:cubicBezTo>
                <a:lnTo>
                  <a:pt x="296624" y="77397"/>
                </a:lnTo>
                <a:close/>
                <a:moveTo>
                  <a:pt x="396339" y="110395"/>
                </a:moveTo>
                <a:cubicBezTo>
                  <a:pt x="396339" y="110823"/>
                  <a:pt x="396232" y="111184"/>
                  <a:pt x="396018" y="111478"/>
                </a:cubicBezTo>
                <a:cubicBezTo>
                  <a:pt x="395804" y="111773"/>
                  <a:pt x="395456" y="112027"/>
                  <a:pt x="394974" y="112241"/>
                </a:cubicBezTo>
                <a:cubicBezTo>
                  <a:pt x="394493" y="112455"/>
                  <a:pt x="393824" y="112616"/>
                  <a:pt x="392967" y="112723"/>
                </a:cubicBezTo>
                <a:cubicBezTo>
                  <a:pt x="392111" y="112830"/>
                  <a:pt x="391040" y="112883"/>
                  <a:pt x="389756" y="112883"/>
                </a:cubicBezTo>
                <a:cubicBezTo>
                  <a:pt x="388418" y="112883"/>
                  <a:pt x="387320" y="112830"/>
                  <a:pt x="386464" y="112723"/>
                </a:cubicBezTo>
                <a:cubicBezTo>
                  <a:pt x="385608" y="112616"/>
                  <a:pt x="384938" y="112455"/>
                  <a:pt x="384457" y="112241"/>
                </a:cubicBezTo>
                <a:cubicBezTo>
                  <a:pt x="383975" y="112027"/>
                  <a:pt x="383627" y="111773"/>
                  <a:pt x="383413" y="111478"/>
                </a:cubicBezTo>
                <a:cubicBezTo>
                  <a:pt x="383199" y="111184"/>
                  <a:pt x="383092" y="110823"/>
                  <a:pt x="383092" y="110395"/>
                </a:cubicBezTo>
                <a:lnTo>
                  <a:pt x="383092" y="68083"/>
                </a:lnTo>
                <a:cubicBezTo>
                  <a:pt x="383092" y="63962"/>
                  <a:pt x="382771" y="60643"/>
                  <a:pt x="382128" y="58128"/>
                </a:cubicBezTo>
                <a:cubicBezTo>
                  <a:pt x="381486" y="55612"/>
                  <a:pt x="380549" y="53444"/>
                  <a:pt x="379318" y="51625"/>
                </a:cubicBezTo>
                <a:cubicBezTo>
                  <a:pt x="378087" y="49805"/>
                  <a:pt x="376495" y="48413"/>
                  <a:pt x="374541" y="47450"/>
                </a:cubicBezTo>
                <a:cubicBezTo>
                  <a:pt x="372588" y="46486"/>
                  <a:pt x="370326" y="46004"/>
                  <a:pt x="367757" y="46004"/>
                </a:cubicBezTo>
                <a:cubicBezTo>
                  <a:pt x="364439" y="46004"/>
                  <a:pt x="361120" y="47182"/>
                  <a:pt x="357801" y="49537"/>
                </a:cubicBezTo>
                <a:cubicBezTo>
                  <a:pt x="354483" y="51892"/>
                  <a:pt x="351004" y="55344"/>
                  <a:pt x="347364" y="59894"/>
                </a:cubicBezTo>
                <a:lnTo>
                  <a:pt x="347364" y="110395"/>
                </a:lnTo>
                <a:cubicBezTo>
                  <a:pt x="347364" y="110823"/>
                  <a:pt x="347257" y="111184"/>
                  <a:pt x="347043" y="111478"/>
                </a:cubicBezTo>
                <a:cubicBezTo>
                  <a:pt x="346829" y="111773"/>
                  <a:pt x="346481" y="112027"/>
                  <a:pt x="345999" y="112241"/>
                </a:cubicBezTo>
                <a:cubicBezTo>
                  <a:pt x="345518" y="112455"/>
                  <a:pt x="344849" y="112616"/>
                  <a:pt x="343992" y="112723"/>
                </a:cubicBezTo>
                <a:cubicBezTo>
                  <a:pt x="343136" y="112830"/>
                  <a:pt x="342038" y="112883"/>
                  <a:pt x="340700" y="112883"/>
                </a:cubicBezTo>
                <a:cubicBezTo>
                  <a:pt x="339416" y="112883"/>
                  <a:pt x="338345" y="112830"/>
                  <a:pt x="337489" y="112723"/>
                </a:cubicBezTo>
                <a:cubicBezTo>
                  <a:pt x="336633" y="112616"/>
                  <a:pt x="335950" y="112455"/>
                  <a:pt x="335442" y="112241"/>
                </a:cubicBezTo>
                <a:cubicBezTo>
                  <a:pt x="334933" y="112027"/>
                  <a:pt x="334585" y="111773"/>
                  <a:pt x="334398" y="111478"/>
                </a:cubicBezTo>
                <a:cubicBezTo>
                  <a:pt x="334211" y="111184"/>
                  <a:pt x="334117" y="110823"/>
                  <a:pt x="334117" y="110395"/>
                </a:cubicBezTo>
                <a:lnTo>
                  <a:pt x="334117" y="38136"/>
                </a:lnTo>
                <a:cubicBezTo>
                  <a:pt x="334117" y="37708"/>
                  <a:pt x="334197" y="37347"/>
                  <a:pt x="334358" y="37052"/>
                </a:cubicBezTo>
                <a:cubicBezTo>
                  <a:pt x="334518" y="36758"/>
                  <a:pt x="334839" y="36490"/>
                  <a:pt x="335321" y="36250"/>
                </a:cubicBezTo>
                <a:cubicBezTo>
                  <a:pt x="335803" y="36009"/>
                  <a:pt x="336418" y="35848"/>
                  <a:pt x="337168" y="35768"/>
                </a:cubicBezTo>
                <a:cubicBezTo>
                  <a:pt x="337917" y="35688"/>
                  <a:pt x="338907" y="35647"/>
                  <a:pt x="340138" y="35647"/>
                </a:cubicBezTo>
                <a:cubicBezTo>
                  <a:pt x="341316" y="35647"/>
                  <a:pt x="342293" y="35688"/>
                  <a:pt x="343069" y="35768"/>
                </a:cubicBezTo>
                <a:cubicBezTo>
                  <a:pt x="343845" y="35848"/>
                  <a:pt x="344447" y="36009"/>
                  <a:pt x="344875" y="36250"/>
                </a:cubicBezTo>
                <a:cubicBezTo>
                  <a:pt x="345303" y="36490"/>
                  <a:pt x="345611" y="36758"/>
                  <a:pt x="345799" y="37052"/>
                </a:cubicBezTo>
                <a:cubicBezTo>
                  <a:pt x="345986" y="37347"/>
                  <a:pt x="346080" y="37708"/>
                  <a:pt x="346080" y="38136"/>
                </a:cubicBezTo>
                <a:lnTo>
                  <a:pt x="346080" y="47690"/>
                </a:lnTo>
                <a:cubicBezTo>
                  <a:pt x="350147" y="43141"/>
                  <a:pt x="354202" y="39809"/>
                  <a:pt x="358243" y="37695"/>
                </a:cubicBezTo>
                <a:cubicBezTo>
                  <a:pt x="362284" y="35580"/>
                  <a:pt x="366365" y="34523"/>
                  <a:pt x="370487" y="34523"/>
                </a:cubicBezTo>
                <a:cubicBezTo>
                  <a:pt x="375304" y="34523"/>
                  <a:pt x="379359" y="35340"/>
                  <a:pt x="382650" y="36972"/>
                </a:cubicBezTo>
                <a:cubicBezTo>
                  <a:pt x="385942" y="38605"/>
                  <a:pt x="388605" y="40786"/>
                  <a:pt x="390639" y="43516"/>
                </a:cubicBezTo>
                <a:cubicBezTo>
                  <a:pt x="392673" y="46245"/>
                  <a:pt x="394131" y="49443"/>
                  <a:pt x="395014" y="53110"/>
                </a:cubicBezTo>
                <a:cubicBezTo>
                  <a:pt x="395898" y="56776"/>
                  <a:pt x="396339" y="61179"/>
                  <a:pt x="396339" y="66317"/>
                </a:cubicBezTo>
                <a:lnTo>
                  <a:pt x="396339" y="110395"/>
                </a:lnTo>
                <a:close/>
                <a:moveTo>
                  <a:pt x="479995" y="41348"/>
                </a:moveTo>
                <a:cubicBezTo>
                  <a:pt x="479995" y="43221"/>
                  <a:pt x="479741" y="44573"/>
                  <a:pt x="479232" y="45402"/>
                </a:cubicBezTo>
                <a:cubicBezTo>
                  <a:pt x="478724" y="46232"/>
                  <a:pt x="478068" y="46647"/>
                  <a:pt x="477265" y="46647"/>
                </a:cubicBezTo>
                <a:lnTo>
                  <a:pt x="466908" y="46647"/>
                </a:lnTo>
                <a:cubicBezTo>
                  <a:pt x="468782" y="48579"/>
                  <a:pt x="470093" y="50713"/>
                  <a:pt x="470842" y="53050"/>
                </a:cubicBezTo>
                <a:cubicBezTo>
                  <a:pt x="471592" y="55385"/>
                  <a:pt x="471966" y="57813"/>
                  <a:pt x="471966" y="60336"/>
                </a:cubicBezTo>
                <a:cubicBezTo>
                  <a:pt x="471966" y="64504"/>
                  <a:pt x="471297" y="68191"/>
                  <a:pt x="469959" y="71398"/>
                </a:cubicBezTo>
                <a:cubicBezTo>
                  <a:pt x="468621" y="74604"/>
                  <a:pt x="466708" y="77316"/>
                  <a:pt x="464219" y="79534"/>
                </a:cubicBezTo>
                <a:cubicBezTo>
                  <a:pt x="461730" y="81752"/>
                  <a:pt x="458773" y="83449"/>
                  <a:pt x="455347" y="84625"/>
                </a:cubicBezTo>
                <a:cubicBezTo>
                  <a:pt x="451921" y="85801"/>
                  <a:pt x="448121" y="86389"/>
                  <a:pt x="443946" y="86389"/>
                </a:cubicBezTo>
                <a:cubicBezTo>
                  <a:pt x="441002" y="86389"/>
                  <a:pt x="438206" y="86002"/>
                  <a:pt x="435556" y="85227"/>
                </a:cubicBezTo>
                <a:cubicBezTo>
                  <a:pt x="432907" y="84453"/>
                  <a:pt x="430859" y="83478"/>
                  <a:pt x="429414" y="82302"/>
                </a:cubicBezTo>
                <a:cubicBezTo>
                  <a:pt x="428451" y="83265"/>
                  <a:pt x="427661" y="84362"/>
                  <a:pt x="427046" y="85593"/>
                </a:cubicBezTo>
                <a:cubicBezTo>
                  <a:pt x="426430" y="86823"/>
                  <a:pt x="426122" y="88240"/>
                  <a:pt x="426122" y="89844"/>
                </a:cubicBezTo>
                <a:cubicBezTo>
                  <a:pt x="426122" y="91717"/>
                  <a:pt x="426992" y="93269"/>
                  <a:pt x="428732" y="94500"/>
                </a:cubicBezTo>
                <a:cubicBezTo>
                  <a:pt x="430471" y="95730"/>
                  <a:pt x="432786" y="96398"/>
                  <a:pt x="435677" y="96505"/>
                </a:cubicBezTo>
                <a:lnTo>
                  <a:pt x="454544" y="97310"/>
                </a:lnTo>
                <a:cubicBezTo>
                  <a:pt x="458130" y="97417"/>
                  <a:pt x="461422" y="97914"/>
                  <a:pt x="464419" y="98801"/>
                </a:cubicBezTo>
                <a:cubicBezTo>
                  <a:pt x="467417" y="99687"/>
                  <a:pt x="470013" y="100950"/>
                  <a:pt x="472207" y="102589"/>
                </a:cubicBezTo>
                <a:cubicBezTo>
                  <a:pt x="474402" y="104227"/>
                  <a:pt x="476114" y="106241"/>
                  <a:pt x="477346" y="108631"/>
                </a:cubicBezTo>
                <a:cubicBezTo>
                  <a:pt x="478577" y="111021"/>
                  <a:pt x="479192" y="113801"/>
                  <a:pt x="479192" y="116971"/>
                </a:cubicBezTo>
                <a:cubicBezTo>
                  <a:pt x="479192" y="120301"/>
                  <a:pt x="478496" y="123470"/>
                  <a:pt x="477105" y="126477"/>
                </a:cubicBezTo>
                <a:cubicBezTo>
                  <a:pt x="475713" y="129486"/>
                  <a:pt x="473585" y="132131"/>
                  <a:pt x="470722" y="134413"/>
                </a:cubicBezTo>
                <a:cubicBezTo>
                  <a:pt x="467858" y="136696"/>
                  <a:pt x="464205" y="138496"/>
                  <a:pt x="459763" y="139812"/>
                </a:cubicBezTo>
                <a:cubicBezTo>
                  <a:pt x="455320" y="141129"/>
                  <a:pt x="450075" y="141787"/>
                  <a:pt x="444026" y="141787"/>
                </a:cubicBezTo>
                <a:cubicBezTo>
                  <a:pt x="438192" y="141787"/>
                  <a:pt x="433228" y="141291"/>
                  <a:pt x="429133" y="140299"/>
                </a:cubicBezTo>
                <a:cubicBezTo>
                  <a:pt x="425039" y="139309"/>
                  <a:pt x="421680" y="137956"/>
                  <a:pt x="419057" y="136242"/>
                </a:cubicBezTo>
                <a:cubicBezTo>
                  <a:pt x="416435" y="134529"/>
                  <a:pt x="414534" y="132481"/>
                  <a:pt x="413357" y="130097"/>
                </a:cubicBezTo>
                <a:cubicBezTo>
                  <a:pt x="412179" y="127714"/>
                  <a:pt x="411591" y="125129"/>
                  <a:pt x="411591" y="122342"/>
                </a:cubicBezTo>
                <a:cubicBezTo>
                  <a:pt x="411591" y="120576"/>
                  <a:pt x="411805" y="118862"/>
                  <a:pt x="412233" y="117201"/>
                </a:cubicBezTo>
                <a:cubicBezTo>
                  <a:pt x="412661" y="115540"/>
                  <a:pt x="413317" y="113960"/>
                  <a:pt x="414200" y="112459"/>
                </a:cubicBezTo>
                <a:cubicBezTo>
                  <a:pt x="415083" y="110961"/>
                  <a:pt x="416180" y="109529"/>
                  <a:pt x="417492" y="108164"/>
                </a:cubicBezTo>
                <a:cubicBezTo>
                  <a:pt x="418803" y="106798"/>
                  <a:pt x="420315" y="105444"/>
                  <a:pt x="422028" y="104105"/>
                </a:cubicBezTo>
                <a:cubicBezTo>
                  <a:pt x="419405" y="102761"/>
                  <a:pt x="417465" y="101069"/>
                  <a:pt x="416207" y="99026"/>
                </a:cubicBezTo>
                <a:cubicBezTo>
                  <a:pt x="414949" y="96982"/>
                  <a:pt x="414320" y="94778"/>
                  <a:pt x="414320" y="92413"/>
                </a:cubicBezTo>
                <a:cubicBezTo>
                  <a:pt x="414320" y="89134"/>
                  <a:pt x="414989" y="86205"/>
                  <a:pt x="416327" y="83624"/>
                </a:cubicBezTo>
                <a:cubicBezTo>
                  <a:pt x="417666" y="81043"/>
                  <a:pt x="419325" y="78731"/>
                  <a:pt x="421305" y="76689"/>
                </a:cubicBezTo>
                <a:cubicBezTo>
                  <a:pt x="419646" y="74712"/>
                  <a:pt x="418335" y="72481"/>
                  <a:pt x="417371" y="69995"/>
                </a:cubicBezTo>
                <a:cubicBezTo>
                  <a:pt x="416408" y="67510"/>
                  <a:pt x="415926" y="64504"/>
                  <a:pt x="415926" y="60978"/>
                </a:cubicBezTo>
                <a:cubicBezTo>
                  <a:pt x="415926" y="56863"/>
                  <a:pt x="416622" y="53176"/>
                  <a:pt x="418014" y="49916"/>
                </a:cubicBezTo>
                <a:cubicBezTo>
                  <a:pt x="419405" y="46656"/>
                  <a:pt x="421332" y="43904"/>
                  <a:pt x="423794" y="41659"/>
                </a:cubicBezTo>
                <a:cubicBezTo>
                  <a:pt x="426256" y="39414"/>
                  <a:pt x="429214" y="37691"/>
                  <a:pt x="432666" y="36488"/>
                </a:cubicBezTo>
                <a:cubicBezTo>
                  <a:pt x="436118" y="35285"/>
                  <a:pt x="439878" y="34684"/>
                  <a:pt x="443946" y="34684"/>
                </a:cubicBezTo>
                <a:cubicBezTo>
                  <a:pt x="446141" y="34684"/>
                  <a:pt x="448188" y="34798"/>
                  <a:pt x="450088" y="35025"/>
                </a:cubicBezTo>
                <a:cubicBezTo>
                  <a:pt x="451988" y="35251"/>
                  <a:pt x="453768" y="35565"/>
                  <a:pt x="455427" y="35969"/>
                </a:cubicBezTo>
                <a:lnTo>
                  <a:pt x="477265" y="35969"/>
                </a:lnTo>
                <a:cubicBezTo>
                  <a:pt x="478175" y="35969"/>
                  <a:pt x="478858" y="36410"/>
                  <a:pt x="479313" y="37293"/>
                </a:cubicBezTo>
                <a:cubicBezTo>
                  <a:pt x="479768" y="38176"/>
                  <a:pt x="479995" y="39528"/>
                  <a:pt x="479995" y="41348"/>
                </a:cubicBezTo>
                <a:moveTo>
                  <a:pt x="459281" y="60416"/>
                </a:moveTo>
                <a:cubicBezTo>
                  <a:pt x="459281" y="55505"/>
                  <a:pt x="457930" y="51675"/>
                  <a:pt x="455227" y="48925"/>
                </a:cubicBezTo>
                <a:cubicBezTo>
                  <a:pt x="452524" y="46175"/>
                  <a:pt x="448683" y="44800"/>
                  <a:pt x="443705" y="44800"/>
                </a:cubicBezTo>
                <a:cubicBezTo>
                  <a:pt x="441136" y="44800"/>
                  <a:pt x="438901" y="45227"/>
                  <a:pt x="437001" y="46082"/>
                </a:cubicBezTo>
                <a:cubicBezTo>
                  <a:pt x="435101" y="46935"/>
                  <a:pt x="433522" y="48109"/>
                  <a:pt x="432264" y="49605"/>
                </a:cubicBezTo>
                <a:cubicBezTo>
                  <a:pt x="431007" y="51100"/>
                  <a:pt x="430070" y="52822"/>
                  <a:pt x="429454" y="54771"/>
                </a:cubicBezTo>
                <a:cubicBezTo>
                  <a:pt x="428839" y="56719"/>
                  <a:pt x="428531" y="58762"/>
                  <a:pt x="428531" y="60898"/>
                </a:cubicBezTo>
                <a:cubicBezTo>
                  <a:pt x="428531" y="65648"/>
                  <a:pt x="429883" y="69385"/>
                  <a:pt x="432586" y="72108"/>
                </a:cubicBezTo>
                <a:cubicBezTo>
                  <a:pt x="435289" y="74831"/>
                  <a:pt x="439075" y="76192"/>
                  <a:pt x="443946" y="76192"/>
                </a:cubicBezTo>
                <a:cubicBezTo>
                  <a:pt x="446569" y="76192"/>
                  <a:pt x="448844" y="75779"/>
                  <a:pt x="450771" y="74953"/>
                </a:cubicBezTo>
                <a:cubicBezTo>
                  <a:pt x="452697" y="74125"/>
                  <a:pt x="454290" y="72977"/>
                  <a:pt x="455548" y="71508"/>
                </a:cubicBezTo>
                <a:cubicBezTo>
                  <a:pt x="456805" y="70039"/>
                  <a:pt x="457742" y="68344"/>
                  <a:pt x="458358" y="66422"/>
                </a:cubicBezTo>
                <a:cubicBezTo>
                  <a:pt x="458973" y="64501"/>
                  <a:pt x="459281" y="62498"/>
                  <a:pt x="459281" y="60416"/>
                </a:cubicBezTo>
                <a:moveTo>
                  <a:pt x="465945" y="117691"/>
                </a:moveTo>
                <a:cubicBezTo>
                  <a:pt x="465945" y="114564"/>
                  <a:pt x="464674" y="112153"/>
                  <a:pt x="462131" y="110457"/>
                </a:cubicBezTo>
                <a:cubicBezTo>
                  <a:pt x="459589" y="108760"/>
                  <a:pt x="456150" y="107857"/>
                  <a:pt x="451814" y="107750"/>
                </a:cubicBezTo>
                <a:lnTo>
                  <a:pt x="433107" y="107103"/>
                </a:lnTo>
                <a:cubicBezTo>
                  <a:pt x="431395" y="108449"/>
                  <a:pt x="429990" y="109729"/>
                  <a:pt x="428892" y="110941"/>
                </a:cubicBezTo>
                <a:cubicBezTo>
                  <a:pt x="427795" y="112154"/>
                  <a:pt x="426925" y="113312"/>
                  <a:pt x="426283" y="114416"/>
                </a:cubicBezTo>
                <a:cubicBezTo>
                  <a:pt x="425641" y="115520"/>
                  <a:pt x="425199" y="116611"/>
                  <a:pt x="424958" y="117688"/>
                </a:cubicBezTo>
                <a:cubicBezTo>
                  <a:pt x="424717" y="118767"/>
                  <a:pt x="424597" y="119872"/>
                  <a:pt x="424597" y="121002"/>
                </a:cubicBezTo>
                <a:cubicBezTo>
                  <a:pt x="424597" y="124505"/>
                  <a:pt x="426363" y="127159"/>
                  <a:pt x="429896" y="128963"/>
                </a:cubicBezTo>
                <a:cubicBezTo>
                  <a:pt x="433429" y="130768"/>
                  <a:pt x="438353" y="131671"/>
                  <a:pt x="444669" y="131671"/>
                </a:cubicBezTo>
                <a:cubicBezTo>
                  <a:pt x="448683" y="131671"/>
                  <a:pt x="452042" y="131280"/>
                  <a:pt x="454745" y="130499"/>
                </a:cubicBezTo>
                <a:cubicBezTo>
                  <a:pt x="457448" y="129718"/>
                  <a:pt x="459629" y="128681"/>
                  <a:pt x="461288" y="127388"/>
                </a:cubicBezTo>
                <a:cubicBezTo>
                  <a:pt x="462947" y="126095"/>
                  <a:pt x="464138" y="124613"/>
                  <a:pt x="464861" y="122942"/>
                </a:cubicBezTo>
                <a:cubicBezTo>
                  <a:pt x="465584" y="121273"/>
                  <a:pt x="465945" y="119522"/>
                  <a:pt x="465945" y="117691"/>
                </a:cubicBezTo>
                <a:close/>
                <a:moveTo>
                  <a:pt x="560446" y="110395"/>
                </a:moveTo>
                <a:cubicBezTo>
                  <a:pt x="560446" y="110823"/>
                  <a:pt x="560352" y="111184"/>
                  <a:pt x="560165" y="111478"/>
                </a:cubicBezTo>
                <a:cubicBezTo>
                  <a:pt x="559977" y="111773"/>
                  <a:pt x="559643" y="112027"/>
                  <a:pt x="559161" y="112241"/>
                </a:cubicBezTo>
                <a:cubicBezTo>
                  <a:pt x="558679" y="112455"/>
                  <a:pt x="558050" y="112616"/>
                  <a:pt x="557274" y="112723"/>
                </a:cubicBezTo>
                <a:cubicBezTo>
                  <a:pt x="556498" y="112830"/>
                  <a:pt x="555548" y="112883"/>
                  <a:pt x="554424" y="112883"/>
                </a:cubicBezTo>
                <a:cubicBezTo>
                  <a:pt x="553193" y="112883"/>
                  <a:pt x="552190" y="112830"/>
                  <a:pt x="551413" y="112723"/>
                </a:cubicBezTo>
                <a:cubicBezTo>
                  <a:pt x="550637" y="112616"/>
                  <a:pt x="550022" y="112455"/>
                  <a:pt x="549567" y="112241"/>
                </a:cubicBezTo>
                <a:cubicBezTo>
                  <a:pt x="549112" y="112027"/>
                  <a:pt x="548804" y="111773"/>
                  <a:pt x="548644" y="111478"/>
                </a:cubicBezTo>
                <a:cubicBezTo>
                  <a:pt x="548483" y="111184"/>
                  <a:pt x="548403" y="110823"/>
                  <a:pt x="548403" y="110395"/>
                </a:cubicBezTo>
                <a:lnTo>
                  <a:pt x="548403" y="100840"/>
                </a:lnTo>
                <a:cubicBezTo>
                  <a:pt x="544281" y="105418"/>
                  <a:pt x="540213" y="108758"/>
                  <a:pt x="536199" y="110859"/>
                </a:cubicBezTo>
                <a:cubicBezTo>
                  <a:pt x="532185" y="112958"/>
                  <a:pt x="528117" y="114007"/>
                  <a:pt x="523995" y="114007"/>
                </a:cubicBezTo>
                <a:cubicBezTo>
                  <a:pt x="519178" y="114007"/>
                  <a:pt x="515124" y="113204"/>
                  <a:pt x="511832" y="111596"/>
                </a:cubicBezTo>
                <a:cubicBezTo>
                  <a:pt x="508540" y="109989"/>
                  <a:pt x="505877" y="107806"/>
                  <a:pt x="503843" y="105048"/>
                </a:cubicBezTo>
                <a:cubicBezTo>
                  <a:pt x="501809" y="102288"/>
                  <a:pt x="500351" y="99073"/>
                  <a:pt x="499468" y="95403"/>
                </a:cubicBezTo>
                <a:cubicBezTo>
                  <a:pt x="498585" y="91732"/>
                  <a:pt x="498143" y="87271"/>
                  <a:pt x="498143" y="82021"/>
                </a:cubicBezTo>
                <a:lnTo>
                  <a:pt x="498143" y="38139"/>
                </a:lnTo>
                <a:cubicBezTo>
                  <a:pt x="498143" y="37711"/>
                  <a:pt x="498237" y="37349"/>
                  <a:pt x="498424" y="37055"/>
                </a:cubicBezTo>
                <a:cubicBezTo>
                  <a:pt x="498611" y="36759"/>
                  <a:pt x="498973" y="36490"/>
                  <a:pt x="499508" y="36250"/>
                </a:cubicBezTo>
                <a:cubicBezTo>
                  <a:pt x="500043" y="36009"/>
                  <a:pt x="500739" y="35848"/>
                  <a:pt x="501595" y="35768"/>
                </a:cubicBezTo>
                <a:cubicBezTo>
                  <a:pt x="502452" y="35688"/>
                  <a:pt x="503522" y="35647"/>
                  <a:pt x="504807" y="35647"/>
                </a:cubicBezTo>
                <a:cubicBezTo>
                  <a:pt x="506091" y="35647"/>
                  <a:pt x="507162" y="35688"/>
                  <a:pt x="508018" y="35768"/>
                </a:cubicBezTo>
                <a:cubicBezTo>
                  <a:pt x="508875" y="35848"/>
                  <a:pt x="509557" y="36009"/>
                  <a:pt x="510066" y="36250"/>
                </a:cubicBezTo>
                <a:cubicBezTo>
                  <a:pt x="510574" y="36490"/>
                  <a:pt x="510935" y="36759"/>
                  <a:pt x="511150" y="37055"/>
                </a:cubicBezTo>
                <a:cubicBezTo>
                  <a:pt x="511364" y="37349"/>
                  <a:pt x="511471" y="37711"/>
                  <a:pt x="511471" y="38139"/>
                </a:cubicBezTo>
                <a:lnTo>
                  <a:pt x="511471" y="80259"/>
                </a:lnTo>
                <a:cubicBezTo>
                  <a:pt x="511471" y="84493"/>
                  <a:pt x="511778" y="87882"/>
                  <a:pt x="512394" y="90428"/>
                </a:cubicBezTo>
                <a:cubicBezTo>
                  <a:pt x="513010" y="92974"/>
                  <a:pt x="513946" y="95145"/>
                  <a:pt x="515204" y="96941"/>
                </a:cubicBezTo>
                <a:cubicBezTo>
                  <a:pt x="516462" y="98736"/>
                  <a:pt x="518054" y="100130"/>
                  <a:pt x="519981" y="101121"/>
                </a:cubicBezTo>
                <a:cubicBezTo>
                  <a:pt x="521908" y="102112"/>
                  <a:pt x="524156" y="102607"/>
                  <a:pt x="526725" y="102607"/>
                </a:cubicBezTo>
                <a:cubicBezTo>
                  <a:pt x="530044" y="102607"/>
                  <a:pt x="533349" y="101422"/>
                  <a:pt x="536641" y="99054"/>
                </a:cubicBezTo>
                <a:cubicBezTo>
                  <a:pt x="539932" y="96686"/>
                  <a:pt x="543425" y="93213"/>
                  <a:pt x="547118" y="88637"/>
                </a:cubicBezTo>
                <a:lnTo>
                  <a:pt x="547118" y="38136"/>
                </a:lnTo>
                <a:cubicBezTo>
                  <a:pt x="547118" y="37708"/>
                  <a:pt x="547212" y="37347"/>
                  <a:pt x="547399" y="37052"/>
                </a:cubicBezTo>
                <a:cubicBezTo>
                  <a:pt x="547586" y="36758"/>
                  <a:pt x="547948" y="36490"/>
                  <a:pt x="548483" y="36250"/>
                </a:cubicBezTo>
                <a:cubicBezTo>
                  <a:pt x="549018" y="36009"/>
                  <a:pt x="549701" y="35848"/>
                  <a:pt x="550530" y="35768"/>
                </a:cubicBezTo>
                <a:cubicBezTo>
                  <a:pt x="551360" y="35688"/>
                  <a:pt x="552444" y="35647"/>
                  <a:pt x="553782" y="35647"/>
                </a:cubicBezTo>
                <a:cubicBezTo>
                  <a:pt x="555066" y="35647"/>
                  <a:pt x="556137" y="35688"/>
                  <a:pt x="556993" y="35768"/>
                </a:cubicBezTo>
                <a:cubicBezTo>
                  <a:pt x="557850" y="35848"/>
                  <a:pt x="558519" y="36009"/>
                  <a:pt x="559001" y="36250"/>
                </a:cubicBezTo>
                <a:cubicBezTo>
                  <a:pt x="559482" y="36490"/>
                  <a:pt x="559844" y="36758"/>
                  <a:pt x="560084" y="37052"/>
                </a:cubicBezTo>
                <a:cubicBezTo>
                  <a:pt x="560325" y="37347"/>
                  <a:pt x="560446" y="37708"/>
                  <a:pt x="560446" y="38136"/>
                </a:cubicBezTo>
                <a:lnTo>
                  <a:pt x="560446" y="110395"/>
                </a:lnTo>
                <a:close/>
                <a:moveTo>
                  <a:pt x="596965" y="110392"/>
                </a:moveTo>
                <a:cubicBezTo>
                  <a:pt x="596965" y="110820"/>
                  <a:pt x="596858" y="111182"/>
                  <a:pt x="596644" y="111478"/>
                </a:cubicBezTo>
                <a:cubicBezTo>
                  <a:pt x="596430" y="111773"/>
                  <a:pt x="596082" y="112027"/>
                  <a:pt x="595601" y="112241"/>
                </a:cubicBezTo>
                <a:cubicBezTo>
                  <a:pt x="595119" y="112455"/>
                  <a:pt x="594450" y="112616"/>
                  <a:pt x="593593" y="112723"/>
                </a:cubicBezTo>
                <a:cubicBezTo>
                  <a:pt x="592737" y="112830"/>
                  <a:pt x="591640" y="112883"/>
                  <a:pt x="590302" y="112883"/>
                </a:cubicBezTo>
                <a:cubicBezTo>
                  <a:pt x="589017" y="112883"/>
                  <a:pt x="587947" y="112830"/>
                  <a:pt x="587090" y="112723"/>
                </a:cubicBezTo>
                <a:cubicBezTo>
                  <a:pt x="586234" y="112616"/>
                  <a:pt x="585551" y="112455"/>
                  <a:pt x="585043" y="112241"/>
                </a:cubicBezTo>
                <a:cubicBezTo>
                  <a:pt x="584534" y="112027"/>
                  <a:pt x="584186" y="111773"/>
                  <a:pt x="583999" y="111478"/>
                </a:cubicBezTo>
                <a:cubicBezTo>
                  <a:pt x="583812" y="111182"/>
                  <a:pt x="583718" y="110820"/>
                  <a:pt x="583718" y="110392"/>
                </a:cubicBezTo>
                <a:lnTo>
                  <a:pt x="583718" y="3053"/>
                </a:lnTo>
                <a:cubicBezTo>
                  <a:pt x="583718" y="2625"/>
                  <a:pt x="583812" y="2251"/>
                  <a:pt x="583999" y="1929"/>
                </a:cubicBezTo>
                <a:cubicBezTo>
                  <a:pt x="584186" y="1607"/>
                  <a:pt x="584534" y="1338"/>
                  <a:pt x="585043" y="1124"/>
                </a:cubicBezTo>
                <a:cubicBezTo>
                  <a:pt x="585551" y="910"/>
                  <a:pt x="586234" y="749"/>
                  <a:pt x="587090" y="642"/>
                </a:cubicBezTo>
                <a:cubicBezTo>
                  <a:pt x="587947" y="535"/>
                  <a:pt x="589017" y="482"/>
                  <a:pt x="590302" y="482"/>
                </a:cubicBezTo>
                <a:cubicBezTo>
                  <a:pt x="591640" y="482"/>
                  <a:pt x="592737" y="535"/>
                  <a:pt x="593593" y="642"/>
                </a:cubicBezTo>
                <a:cubicBezTo>
                  <a:pt x="594450" y="749"/>
                  <a:pt x="595119" y="910"/>
                  <a:pt x="595601" y="1124"/>
                </a:cubicBezTo>
                <a:cubicBezTo>
                  <a:pt x="596082" y="1338"/>
                  <a:pt x="596430" y="1607"/>
                  <a:pt x="596644" y="1929"/>
                </a:cubicBezTo>
                <a:cubicBezTo>
                  <a:pt x="596858" y="2251"/>
                  <a:pt x="596965" y="2625"/>
                  <a:pt x="596965" y="3053"/>
                </a:cubicBezTo>
                <a:lnTo>
                  <a:pt x="596965" y="110392"/>
                </a:lnTo>
                <a:close/>
                <a:moveTo>
                  <a:pt x="674656" y="110475"/>
                </a:moveTo>
                <a:cubicBezTo>
                  <a:pt x="674656" y="111117"/>
                  <a:pt x="674441" y="111599"/>
                  <a:pt x="674013" y="111920"/>
                </a:cubicBezTo>
                <a:cubicBezTo>
                  <a:pt x="673585" y="112241"/>
                  <a:pt x="672996" y="112482"/>
                  <a:pt x="672247" y="112643"/>
                </a:cubicBezTo>
                <a:cubicBezTo>
                  <a:pt x="671498" y="112803"/>
                  <a:pt x="670400" y="112883"/>
                  <a:pt x="668955" y="112883"/>
                </a:cubicBezTo>
                <a:cubicBezTo>
                  <a:pt x="667564" y="112883"/>
                  <a:pt x="666453" y="112803"/>
                  <a:pt x="665623" y="112643"/>
                </a:cubicBezTo>
                <a:cubicBezTo>
                  <a:pt x="664794" y="112482"/>
                  <a:pt x="664191" y="112241"/>
                  <a:pt x="663817" y="111920"/>
                </a:cubicBezTo>
                <a:cubicBezTo>
                  <a:pt x="663442" y="111599"/>
                  <a:pt x="663255" y="111117"/>
                  <a:pt x="663255" y="110475"/>
                </a:cubicBezTo>
                <a:lnTo>
                  <a:pt x="663255" y="103249"/>
                </a:lnTo>
                <a:cubicBezTo>
                  <a:pt x="660097" y="106621"/>
                  <a:pt x="656578" y="109257"/>
                  <a:pt x="652697" y="111157"/>
                </a:cubicBezTo>
                <a:cubicBezTo>
                  <a:pt x="648817" y="113057"/>
                  <a:pt x="644709" y="114007"/>
                  <a:pt x="640373" y="114007"/>
                </a:cubicBezTo>
                <a:cubicBezTo>
                  <a:pt x="636573" y="114007"/>
                  <a:pt x="633134" y="113511"/>
                  <a:pt x="630056" y="112517"/>
                </a:cubicBezTo>
                <a:cubicBezTo>
                  <a:pt x="626978" y="111524"/>
                  <a:pt x="624356" y="110087"/>
                  <a:pt x="622188" y="108207"/>
                </a:cubicBezTo>
                <a:cubicBezTo>
                  <a:pt x="620020" y="106327"/>
                  <a:pt x="618334" y="104018"/>
                  <a:pt x="617130" y="101279"/>
                </a:cubicBezTo>
                <a:cubicBezTo>
                  <a:pt x="615926" y="98540"/>
                  <a:pt x="615324" y="95424"/>
                  <a:pt x="615324" y="91931"/>
                </a:cubicBezTo>
                <a:cubicBezTo>
                  <a:pt x="615324" y="87850"/>
                  <a:pt x="616153" y="84305"/>
                  <a:pt x="617812" y="81298"/>
                </a:cubicBezTo>
                <a:cubicBezTo>
                  <a:pt x="619472" y="78289"/>
                  <a:pt x="621854" y="75791"/>
                  <a:pt x="624958" y="73804"/>
                </a:cubicBezTo>
                <a:cubicBezTo>
                  <a:pt x="628062" y="71817"/>
                  <a:pt x="631863" y="70326"/>
                  <a:pt x="636359" y="69333"/>
                </a:cubicBezTo>
                <a:cubicBezTo>
                  <a:pt x="640855" y="68339"/>
                  <a:pt x="645913" y="67842"/>
                  <a:pt x="651533" y="67842"/>
                </a:cubicBezTo>
                <a:lnTo>
                  <a:pt x="661488" y="67842"/>
                </a:lnTo>
                <a:lnTo>
                  <a:pt x="661488" y="62242"/>
                </a:lnTo>
                <a:cubicBezTo>
                  <a:pt x="661488" y="59469"/>
                  <a:pt x="661194" y="57016"/>
                  <a:pt x="660605" y="54884"/>
                </a:cubicBezTo>
                <a:cubicBezTo>
                  <a:pt x="660017" y="52749"/>
                  <a:pt x="659067" y="50976"/>
                  <a:pt x="657755" y="49562"/>
                </a:cubicBezTo>
                <a:cubicBezTo>
                  <a:pt x="656444" y="48149"/>
                  <a:pt x="654744" y="47082"/>
                  <a:pt x="652657" y="46363"/>
                </a:cubicBezTo>
                <a:cubicBezTo>
                  <a:pt x="650569" y="45642"/>
                  <a:pt x="648000" y="45282"/>
                  <a:pt x="644949" y="45282"/>
                </a:cubicBezTo>
                <a:cubicBezTo>
                  <a:pt x="641684" y="45282"/>
                  <a:pt x="638754" y="45666"/>
                  <a:pt x="636158" y="46433"/>
                </a:cubicBezTo>
                <a:cubicBezTo>
                  <a:pt x="633562" y="47201"/>
                  <a:pt x="631287" y="48048"/>
                  <a:pt x="629334" y="48975"/>
                </a:cubicBezTo>
                <a:cubicBezTo>
                  <a:pt x="627380" y="49902"/>
                  <a:pt x="625747" y="50749"/>
                  <a:pt x="624436" y="51517"/>
                </a:cubicBezTo>
                <a:cubicBezTo>
                  <a:pt x="623125" y="52284"/>
                  <a:pt x="622148" y="52668"/>
                  <a:pt x="621506" y="52668"/>
                </a:cubicBezTo>
                <a:cubicBezTo>
                  <a:pt x="621077" y="52668"/>
                  <a:pt x="620703" y="52561"/>
                  <a:pt x="620382" y="52347"/>
                </a:cubicBezTo>
                <a:cubicBezTo>
                  <a:pt x="620060" y="52133"/>
                  <a:pt x="619779" y="51812"/>
                  <a:pt x="619539" y="51384"/>
                </a:cubicBezTo>
                <a:cubicBezTo>
                  <a:pt x="619298" y="50955"/>
                  <a:pt x="619124" y="50407"/>
                  <a:pt x="619017" y="49738"/>
                </a:cubicBezTo>
                <a:cubicBezTo>
                  <a:pt x="618910" y="49069"/>
                  <a:pt x="618856" y="48333"/>
                  <a:pt x="618856" y="47530"/>
                </a:cubicBezTo>
                <a:cubicBezTo>
                  <a:pt x="618856" y="46192"/>
                  <a:pt x="618950" y="45135"/>
                  <a:pt x="619137" y="44359"/>
                </a:cubicBezTo>
                <a:cubicBezTo>
                  <a:pt x="619324" y="43582"/>
                  <a:pt x="619779" y="42846"/>
                  <a:pt x="620502" y="42151"/>
                </a:cubicBezTo>
                <a:cubicBezTo>
                  <a:pt x="621225" y="41455"/>
                  <a:pt x="622469" y="40644"/>
                  <a:pt x="624235" y="39719"/>
                </a:cubicBezTo>
                <a:cubicBezTo>
                  <a:pt x="626002" y="38793"/>
                  <a:pt x="628036" y="37946"/>
                  <a:pt x="630337" y="37180"/>
                </a:cubicBezTo>
                <a:cubicBezTo>
                  <a:pt x="632639" y="36414"/>
                  <a:pt x="635154" y="35780"/>
                  <a:pt x="637884" y="35279"/>
                </a:cubicBezTo>
                <a:cubicBezTo>
                  <a:pt x="640614" y="34775"/>
                  <a:pt x="643370" y="34523"/>
                  <a:pt x="646154" y="34523"/>
                </a:cubicBezTo>
                <a:cubicBezTo>
                  <a:pt x="651346" y="34523"/>
                  <a:pt x="655761" y="35112"/>
                  <a:pt x="659401" y="36290"/>
                </a:cubicBezTo>
                <a:cubicBezTo>
                  <a:pt x="663041" y="37467"/>
                  <a:pt x="665985" y="39193"/>
                  <a:pt x="668233" y="41468"/>
                </a:cubicBezTo>
                <a:cubicBezTo>
                  <a:pt x="670481" y="43743"/>
                  <a:pt x="672113" y="46566"/>
                  <a:pt x="673130" y="49938"/>
                </a:cubicBezTo>
                <a:cubicBezTo>
                  <a:pt x="674147" y="53311"/>
                  <a:pt x="674656" y="57245"/>
                  <a:pt x="674656" y="61741"/>
                </a:cubicBezTo>
                <a:lnTo>
                  <a:pt x="674656" y="110475"/>
                </a:lnTo>
                <a:moveTo>
                  <a:pt x="661488" y="77397"/>
                </a:moveTo>
                <a:lnTo>
                  <a:pt x="650168" y="77397"/>
                </a:lnTo>
                <a:cubicBezTo>
                  <a:pt x="646528" y="77397"/>
                  <a:pt x="643370" y="77707"/>
                  <a:pt x="640694" y="78327"/>
                </a:cubicBezTo>
                <a:cubicBezTo>
                  <a:pt x="638018" y="78946"/>
                  <a:pt x="635797" y="79861"/>
                  <a:pt x="634030" y="81072"/>
                </a:cubicBezTo>
                <a:cubicBezTo>
                  <a:pt x="632264" y="82283"/>
                  <a:pt x="630966" y="83738"/>
                  <a:pt x="630136" y="85435"/>
                </a:cubicBezTo>
                <a:cubicBezTo>
                  <a:pt x="629307" y="87131"/>
                  <a:pt x="628892" y="89083"/>
                  <a:pt x="628892" y="91291"/>
                </a:cubicBezTo>
                <a:cubicBezTo>
                  <a:pt x="628892" y="95061"/>
                  <a:pt x="630083" y="98064"/>
                  <a:pt x="632465" y="100298"/>
                </a:cubicBezTo>
                <a:cubicBezTo>
                  <a:pt x="634847" y="102533"/>
                  <a:pt x="638179" y="103650"/>
                  <a:pt x="642460" y="103650"/>
                </a:cubicBezTo>
                <a:cubicBezTo>
                  <a:pt x="645940" y="103650"/>
                  <a:pt x="649164" y="102762"/>
                  <a:pt x="652135" y="100986"/>
                </a:cubicBezTo>
                <a:cubicBezTo>
                  <a:pt x="655106" y="99208"/>
                  <a:pt x="658223" y="96488"/>
                  <a:pt x="661488" y="92827"/>
                </a:cubicBezTo>
                <a:lnTo>
                  <a:pt x="661488" y="77397"/>
                </a:lnTo>
                <a:close/>
                <a:moveTo>
                  <a:pt x="741213" y="42873"/>
                </a:moveTo>
                <a:cubicBezTo>
                  <a:pt x="741213" y="44051"/>
                  <a:pt x="741186" y="45041"/>
                  <a:pt x="741132" y="45844"/>
                </a:cubicBezTo>
                <a:cubicBezTo>
                  <a:pt x="741079" y="46647"/>
                  <a:pt x="740972" y="47276"/>
                  <a:pt x="740811" y="47731"/>
                </a:cubicBezTo>
                <a:cubicBezTo>
                  <a:pt x="740651" y="48186"/>
                  <a:pt x="740450" y="48533"/>
                  <a:pt x="740209" y="48774"/>
                </a:cubicBezTo>
                <a:cubicBezTo>
                  <a:pt x="739968" y="49015"/>
                  <a:pt x="739634" y="49136"/>
                  <a:pt x="739206" y="49136"/>
                </a:cubicBezTo>
                <a:cubicBezTo>
                  <a:pt x="738777" y="49136"/>
                  <a:pt x="738255" y="49015"/>
                  <a:pt x="737640" y="48774"/>
                </a:cubicBezTo>
                <a:cubicBezTo>
                  <a:pt x="737024" y="48533"/>
                  <a:pt x="736329" y="48293"/>
                  <a:pt x="735552" y="48052"/>
                </a:cubicBezTo>
                <a:cubicBezTo>
                  <a:pt x="734776" y="47811"/>
                  <a:pt x="733907" y="47583"/>
                  <a:pt x="732943" y="47369"/>
                </a:cubicBezTo>
                <a:cubicBezTo>
                  <a:pt x="731980" y="47155"/>
                  <a:pt x="730936" y="47048"/>
                  <a:pt x="729812" y="47048"/>
                </a:cubicBezTo>
                <a:cubicBezTo>
                  <a:pt x="728474" y="47048"/>
                  <a:pt x="727163" y="47316"/>
                  <a:pt x="725878" y="47851"/>
                </a:cubicBezTo>
                <a:cubicBezTo>
                  <a:pt x="724593" y="48386"/>
                  <a:pt x="723242" y="49269"/>
                  <a:pt x="721823" y="50500"/>
                </a:cubicBezTo>
                <a:cubicBezTo>
                  <a:pt x="720405" y="51732"/>
                  <a:pt x="718920" y="53364"/>
                  <a:pt x="717368" y="55398"/>
                </a:cubicBezTo>
                <a:cubicBezTo>
                  <a:pt x="715815" y="57432"/>
                  <a:pt x="714103" y="59921"/>
                  <a:pt x="712229" y="62865"/>
                </a:cubicBezTo>
                <a:lnTo>
                  <a:pt x="712229" y="110395"/>
                </a:lnTo>
                <a:cubicBezTo>
                  <a:pt x="712229" y="110823"/>
                  <a:pt x="712122" y="111184"/>
                  <a:pt x="711908" y="111478"/>
                </a:cubicBezTo>
                <a:cubicBezTo>
                  <a:pt x="711694" y="111773"/>
                  <a:pt x="711346" y="112027"/>
                  <a:pt x="710864" y="112241"/>
                </a:cubicBezTo>
                <a:cubicBezTo>
                  <a:pt x="710383" y="112455"/>
                  <a:pt x="709713" y="112616"/>
                  <a:pt x="708857" y="112723"/>
                </a:cubicBezTo>
                <a:cubicBezTo>
                  <a:pt x="708001" y="112830"/>
                  <a:pt x="706903" y="112883"/>
                  <a:pt x="705565" y="112883"/>
                </a:cubicBezTo>
                <a:cubicBezTo>
                  <a:pt x="704281" y="112883"/>
                  <a:pt x="703210" y="112830"/>
                  <a:pt x="702354" y="112723"/>
                </a:cubicBezTo>
                <a:cubicBezTo>
                  <a:pt x="701497" y="112616"/>
                  <a:pt x="700815" y="112455"/>
                  <a:pt x="700307" y="112241"/>
                </a:cubicBezTo>
                <a:cubicBezTo>
                  <a:pt x="699798" y="112027"/>
                  <a:pt x="699450" y="111773"/>
                  <a:pt x="699263" y="111478"/>
                </a:cubicBezTo>
                <a:cubicBezTo>
                  <a:pt x="699075" y="111184"/>
                  <a:pt x="698982" y="110823"/>
                  <a:pt x="698982" y="110395"/>
                </a:cubicBezTo>
                <a:lnTo>
                  <a:pt x="698982" y="38136"/>
                </a:lnTo>
                <a:cubicBezTo>
                  <a:pt x="698982" y="37708"/>
                  <a:pt x="699062" y="37347"/>
                  <a:pt x="699223" y="37052"/>
                </a:cubicBezTo>
                <a:cubicBezTo>
                  <a:pt x="699383" y="36758"/>
                  <a:pt x="699704" y="36490"/>
                  <a:pt x="700186" y="36250"/>
                </a:cubicBezTo>
                <a:cubicBezTo>
                  <a:pt x="700668" y="36009"/>
                  <a:pt x="701283" y="35848"/>
                  <a:pt x="702033" y="35768"/>
                </a:cubicBezTo>
                <a:cubicBezTo>
                  <a:pt x="702782" y="35688"/>
                  <a:pt x="703772" y="35647"/>
                  <a:pt x="705003" y="35647"/>
                </a:cubicBezTo>
                <a:cubicBezTo>
                  <a:pt x="706181" y="35647"/>
                  <a:pt x="707158" y="35688"/>
                  <a:pt x="707934" y="35768"/>
                </a:cubicBezTo>
                <a:cubicBezTo>
                  <a:pt x="708710" y="35848"/>
                  <a:pt x="709312" y="36009"/>
                  <a:pt x="709740" y="36250"/>
                </a:cubicBezTo>
                <a:cubicBezTo>
                  <a:pt x="710168" y="36490"/>
                  <a:pt x="710476" y="36758"/>
                  <a:pt x="710664" y="37052"/>
                </a:cubicBezTo>
                <a:cubicBezTo>
                  <a:pt x="710851" y="37347"/>
                  <a:pt x="710945" y="37708"/>
                  <a:pt x="710945" y="38136"/>
                </a:cubicBezTo>
                <a:lnTo>
                  <a:pt x="710945" y="48654"/>
                </a:lnTo>
                <a:cubicBezTo>
                  <a:pt x="712925" y="45764"/>
                  <a:pt x="714785" y="43408"/>
                  <a:pt x="716524" y="41589"/>
                </a:cubicBezTo>
                <a:cubicBezTo>
                  <a:pt x="718264" y="39769"/>
                  <a:pt x="719910" y="38337"/>
                  <a:pt x="721462" y="37293"/>
                </a:cubicBezTo>
                <a:cubicBezTo>
                  <a:pt x="723014" y="36250"/>
                  <a:pt x="724553" y="35527"/>
                  <a:pt x="726079" y="35126"/>
                </a:cubicBezTo>
                <a:cubicBezTo>
                  <a:pt x="727604" y="34724"/>
                  <a:pt x="729143" y="34523"/>
                  <a:pt x="730695" y="34523"/>
                </a:cubicBezTo>
                <a:cubicBezTo>
                  <a:pt x="731391" y="34523"/>
                  <a:pt x="732180" y="34564"/>
                  <a:pt x="733064" y="34644"/>
                </a:cubicBezTo>
                <a:cubicBezTo>
                  <a:pt x="733947" y="34724"/>
                  <a:pt x="734870" y="34871"/>
                  <a:pt x="735833" y="35085"/>
                </a:cubicBezTo>
                <a:cubicBezTo>
                  <a:pt x="736797" y="35299"/>
                  <a:pt x="737667" y="35540"/>
                  <a:pt x="738443" y="35808"/>
                </a:cubicBezTo>
                <a:cubicBezTo>
                  <a:pt x="739219" y="36076"/>
                  <a:pt x="739768" y="36343"/>
                  <a:pt x="740089" y="36611"/>
                </a:cubicBezTo>
                <a:cubicBezTo>
                  <a:pt x="740410" y="36878"/>
                  <a:pt x="740624" y="37133"/>
                  <a:pt x="740731" y="37374"/>
                </a:cubicBezTo>
                <a:cubicBezTo>
                  <a:pt x="740838" y="37614"/>
                  <a:pt x="740932" y="37922"/>
                  <a:pt x="741012" y="38297"/>
                </a:cubicBezTo>
                <a:cubicBezTo>
                  <a:pt x="741092" y="38672"/>
                  <a:pt x="741146" y="39220"/>
                  <a:pt x="741173" y="39943"/>
                </a:cubicBezTo>
                <a:cubicBezTo>
                  <a:pt x="741199" y="40665"/>
                  <a:pt x="741213" y="41642"/>
                  <a:pt x="741213" y="42873"/>
                </a:cubicBezTo>
                <a:close/>
                <a:moveTo>
                  <a:pt x="835930" y="90782"/>
                </a:moveTo>
                <a:cubicBezTo>
                  <a:pt x="835930" y="94478"/>
                  <a:pt x="835248" y="97774"/>
                  <a:pt x="833883" y="100667"/>
                </a:cubicBezTo>
                <a:cubicBezTo>
                  <a:pt x="832518" y="103559"/>
                  <a:pt x="830578" y="105997"/>
                  <a:pt x="828062" y="107981"/>
                </a:cubicBezTo>
                <a:cubicBezTo>
                  <a:pt x="825546" y="109963"/>
                  <a:pt x="822549" y="111463"/>
                  <a:pt x="819070" y="112479"/>
                </a:cubicBezTo>
                <a:cubicBezTo>
                  <a:pt x="815591" y="113498"/>
                  <a:pt x="811764" y="114007"/>
                  <a:pt x="807589" y="114007"/>
                </a:cubicBezTo>
                <a:cubicBezTo>
                  <a:pt x="805020" y="114007"/>
                  <a:pt x="802571" y="113807"/>
                  <a:pt x="800243" y="113405"/>
                </a:cubicBezTo>
                <a:cubicBezTo>
                  <a:pt x="797914" y="113004"/>
                  <a:pt x="795827" y="112495"/>
                  <a:pt x="793980" y="111880"/>
                </a:cubicBezTo>
                <a:cubicBezTo>
                  <a:pt x="792134" y="111264"/>
                  <a:pt x="790568" y="110622"/>
                  <a:pt x="789284" y="109953"/>
                </a:cubicBezTo>
                <a:cubicBezTo>
                  <a:pt x="787999" y="109284"/>
                  <a:pt x="787062" y="108682"/>
                  <a:pt x="786473" y="108146"/>
                </a:cubicBezTo>
                <a:cubicBezTo>
                  <a:pt x="785885" y="107611"/>
                  <a:pt x="785457" y="106862"/>
                  <a:pt x="785189" y="105898"/>
                </a:cubicBezTo>
                <a:cubicBezTo>
                  <a:pt x="784921" y="104935"/>
                  <a:pt x="784787" y="103624"/>
                  <a:pt x="784787" y="101964"/>
                </a:cubicBezTo>
                <a:cubicBezTo>
                  <a:pt x="784787" y="100947"/>
                  <a:pt x="784841" y="100091"/>
                  <a:pt x="784948" y="99395"/>
                </a:cubicBezTo>
                <a:cubicBezTo>
                  <a:pt x="785055" y="98699"/>
                  <a:pt x="785189" y="98137"/>
                  <a:pt x="785349" y="97709"/>
                </a:cubicBezTo>
                <a:cubicBezTo>
                  <a:pt x="785510" y="97281"/>
                  <a:pt x="785738" y="96973"/>
                  <a:pt x="786032" y="96786"/>
                </a:cubicBezTo>
                <a:cubicBezTo>
                  <a:pt x="786326" y="96599"/>
                  <a:pt x="786661" y="96505"/>
                  <a:pt x="787036" y="96505"/>
                </a:cubicBezTo>
                <a:cubicBezTo>
                  <a:pt x="787624" y="96505"/>
                  <a:pt x="788494" y="96866"/>
                  <a:pt x="789645" y="97589"/>
                </a:cubicBezTo>
                <a:cubicBezTo>
                  <a:pt x="790796" y="98311"/>
                  <a:pt x="792214" y="99101"/>
                  <a:pt x="793900" y="99957"/>
                </a:cubicBezTo>
                <a:cubicBezTo>
                  <a:pt x="795586" y="100814"/>
                  <a:pt x="797580" y="101603"/>
                  <a:pt x="799881" y="102326"/>
                </a:cubicBezTo>
                <a:cubicBezTo>
                  <a:pt x="802183" y="103048"/>
                  <a:pt x="804832" y="103410"/>
                  <a:pt x="807830" y="103410"/>
                </a:cubicBezTo>
                <a:cubicBezTo>
                  <a:pt x="810078" y="103410"/>
                  <a:pt x="812112" y="103169"/>
                  <a:pt x="813932" y="102687"/>
                </a:cubicBezTo>
                <a:cubicBezTo>
                  <a:pt x="815751" y="102204"/>
                  <a:pt x="817330" y="101493"/>
                  <a:pt x="818669" y="100554"/>
                </a:cubicBezTo>
                <a:cubicBezTo>
                  <a:pt x="820007" y="99616"/>
                  <a:pt x="821037" y="98423"/>
                  <a:pt x="821760" y="96974"/>
                </a:cubicBezTo>
                <a:cubicBezTo>
                  <a:pt x="822482" y="95526"/>
                  <a:pt x="822843" y="93809"/>
                  <a:pt x="822843" y="91826"/>
                </a:cubicBezTo>
                <a:cubicBezTo>
                  <a:pt x="822843" y="89790"/>
                  <a:pt x="822322" y="88076"/>
                  <a:pt x="821278" y="86682"/>
                </a:cubicBezTo>
                <a:cubicBezTo>
                  <a:pt x="820234" y="85289"/>
                  <a:pt x="818856" y="84057"/>
                  <a:pt x="817143" y="82987"/>
                </a:cubicBezTo>
                <a:cubicBezTo>
                  <a:pt x="815430" y="81914"/>
                  <a:pt x="813503" y="80964"/>
                  <a:pt x="811362" y="80134"/>
                </a:cubicBezTo>
                <a:cubicBezTo>
                  <a:pt x="809221" y="79303"/>
                  <a:pt x="807014" y="78432"/>
                  <a:pt x="804739" y="77522"/>
                </a:cubicBezTo>
                <a:cubicBezTo>
                  <a:pt x="802464" y="76610"/>
                  <a:pt x="800243" y="75578"/>
                  <a:pt x="798075" y="74426"/>
                </a:cubicBezTo>
                <a:cubicBezTo>
                  <a:pt x="795907" y="73274"/>
                  <a:pt x="793967" y="71867"/>
                  <a:pt x="792254" y="70206"/>
                </a:cubicBezTo>
                <a:cubicBezTo>
                  <a:pt x="790541" y="68545"/>
                  <a:pt x="789163" y="66563"/>
                  <a:pt x="788119" y="64260"/>
                </a:cubicBezTo>
                <a:cubicBezTo>
                  <a:pt x="787076" y="61956"/>
                  <a:pt x="786554" y="59197"/>
                  <a:pt x="786554" y="55983"/>
                </a:cubicBezTo>
                <a:cubicBezTo>
                  <a:pt x="786554" y="53142"/>
                  <a:pt x="787102" y="50424"/>
                  <a:pt x="788200" y="47826"/>
                </a:cubicBezTo>
                <a:cubicBezTo>
                  <a:pt x="789297" y="45227"/>
                  <a:pt x="790943" y="42949"/>
                  <a:pt x="793137" y="40994"/>
                </a:cubicBezTo>
                <a:cubicBezTo>
                  <a:pt x="795332" y="39037"/>
                  <a:pt x="798075" y="37470"/>
                  <a:pt x="801367" y="36292"/>
                </a:cubicBezTo>
                <a:cubicBezTo>
                  <a:pt x="804658" y="35113"/>
                  <a:pt x="808499" y="34523"/>
                  <a:pt x="812888" y="34523"/>
                </a:cubicBezTo>
                <a:cubicBezTo>
                  <a:pt x="814815" y="34523"/>
                  <a:pt x="816742" y="34686"/>
                  <a:pt x="818669" y="35013"/>
                </a:cubicBezTo>
                <a:cubicBezTo>
                  <a:pt x="820595" y="35339"/>
                  <a:pt x="822335" y="35746"/>
                  <a:pt x="823887" y="36234"/>
                </a:cubicBezTo>
                <a:cubicBezTo>
                  <a:pt x="825439" y="36723"/>
                  <a:pt x="826764" y="37252"/>
                  <a:pt x="827861" y="37823"/>
                </a:cubicBezTo>
                <a:cubicBezTo>
                  <a:pt x="828959" y="38393"/>
                  <a:pt x="829788" y="38896"/>
                  <a:pt x="830350" y="39331"/>
                </a:cubicBezTo>
                <a:cubicBezTo>
                  <a:pt x="830912" y="39765"/>
                  <a:pt x="831287" y="40143"/>
                  <a:pt x="831474" y="40465"/>
                </a:cubicBezTo>
                <a:cubicBezTo>
                  <a:pt x="831662" y="40786"/>
                  <a:pt x="831795" y="41147"/>
                  <a:pt x="831876" y="41548"/>
                </a:cubicBezTo>
                <a:cubicBezTo>
                  <a:pt x="831956" y="41950"/>
                  <a:pt x="832036" y="42445"/>
                  <a:pt x="832117" y="43034"/>
                </a:cubicBezTo>
                <a:cubicBezTo>
                  <a:pt x="832197" y="43623"/>
                  <a:pt x="832237" y="44345"/>
                  <a:pt x="832237" y="45202"/>
                </a:cubicBezTo>
                <a:cubicBezTo>
                  <a:pt x="832237" y="46111"/>
                  <a:pt x="832197" y="46901"/>
                  <a:pt x="832117" y="47570"/>
                </a:cubicBezTo>
                <a:cubicBezTo>
                  <a:pt x="832036" y="48239"/>
                  <a:pt x="831903" y="48788"/>
                  <a:pt x="831715" y="49216"/>
                </a:cubicBezTo>
                <a:cubicBezTo>
                  <a:pt x="831528" y="49644"/>
                  <a:pt x="831300" y="49952"/>
                  <a:pt x="831033" y="50139"/>
                </a:cubicBezTo>
                <a:cubicBezTo>
                  <a:pt x="830765" y="50327"/>
                  <a:pt x="830471" y="50420"/>
                  <a:pt x="830150" y="50420"/>
                </a:cubicBezTo>
                <a:cubicBezTo>
                  <a:pt x="829668" y="50420"/>
                  <a:pt x="828972" y="50122"/>
                  <a:pt x="828062" y="49524"/>
                </a:cubicBezTo>
                <a:cubicBezTo>
                  <a:pt x="827152" y="48927"/>
                  <a:pt x="825975" y="48289"/>
                  <a:pt x="824530" y="47610"/>
                </a:cubicBezTo>
                <a:cubicBezTo>
                  <a:pt x="823084" y="46931"/>
                  <a:pt x="821385" y="46293"/>
                  <a:pt x="819431" y="45696"/>
                </a:cubicBezTo>
                <a:cubicBezTo>
                  <a:pt x="817478" y="45099"/>
                  <a:pt x="815243" y="44800"/>
                  <a:pt x="812727" y="44800"/>
                </a:cubicBezTo>
                <a:cubicBezTo>
                  <a:pt x="810479" y="44800"/>
                  <a:pt x="808499" y="45055"/>
                  <a:pt x="806786" y="45565"/>
                </a:cubicBezTo>
                <a:cubicBezTo>
                  <a:pt x="805073" y="46074"/>
                  <a:pt x="803668" y="46797"/>
                  <a:pt x="802571" y="47736"/>
                </a:cubicBezTo>
                <a:cubicBezTo>
                  <a:pt x="801474" y="48674"/>
                  <a:pt x="800644" y="49787"/>
                  <a:pt x="800082" y="51075"/>
                </a:cubicBezTo>
                <a:cubicBezTo>
                  <a:pt x="799520" y="52361"/>
                  <a:pt x="799239" y="53755"/>
                  <a:pt x="799239" y="55257"/>
                </a:cubicBezTo>
                <a:cubicBezTo>
                  <a:pt x="799239" y="57347"/>
                  <a:pt x="799774" y="59101"/>
                  <a:pt x="800845" y="60521"/>
                </a:cubicBezTo>
                <a:cubicBezTo>
                  <a:pt x="801915" y="61941"/>
                  <a:pt x="803307" y="63187"/>
                  <a:pt x="805020" y="64260"/>
                </a:cubicBezTo>
                <a:cubicBezTo>
                  <a:pt x="806733" y="65330"/>
                  <a:pt x="808686" y="66294"/>
                  <a:pt x="810881" y="67152"/>
                </a:cubicBezTo>
                <a:cubicBezTo>
                  <a:pt x="813075" y="68009"/>
                  <a:pt x="815310" y="68893"/>
                  <a:pt x="817585" y="69804"/>
                </a:cubicBezTo>
                <a:cubicBezTo>
                  <a:pt x="819859" y="70714"/>
                  <a:pt x="822108" y="71732"/>
                  <a:pt x="824329" y="72858"/>
                </a:cubicBezTo>
                <a:cubicBezTo>
                  <a:pt x="826550" y="73984"/>
                  <a:pt x="828517" y="75350"/>
                  <a:pt x="830230" y="76958"/>
                </a:cubicBezTo>
                <a:cubicBezTo>
                  <a:pt x="831943" y="78565"/>
                  <a:pt x="833321" y="80494"/>
                  <a:pt x="834365" y="82746"/>
                </a:cubicBezTo>
                <a:cubicBezTo>
                  <a:pt x="835408" y="84995"/>
                  <a:pt x="835930" y="87674"/>
                  <a:pt x="835930" y="90782"/>
                </a:cubicBezTo>
                <a:close/>
                <a:moveTo>
                  <a:pt x="918986" y="71134"/>
                </a:moveTo>
                <a:cubicBezTo>
                  <a:pt x="918986" y="73222"/>
                  <a:pt x="918464" y="74707"/>
                  <a:pt x="917420" y="75590"/>
                </a:cubicBezTo>
                <a:cubicBezTo>
                  <a:pt x="916377" y="76473"/>
                  <a:pt x="915186" y="76915"/>
                  <a:pt x="913848" y="76915"/>
                </a:cubicBezTo>
                <a:lnTo>
                  <a:pt x="866478" y="76915"/>
                </a:lnTo>
                <a:cubicBezTo>
                  <a:pt x="866478" y="80941"/>
                  <a:pt x="866880" y="84565"/>
                  <a:pt x="867683" y="87786"/>
                </a:cubicBezTo>
                <a:cubicBezTo>
                  <a:pt x="868486" y="91008"/>
                  <a:pt x="869824" y="93773"/>
                  <a:pt x="871697" y="96081"/>
                </a:cubicBezTo>
                <a:cubicBezTo>
                  <a:pt x="873570" y="98389"/>
                  <a:pt x="876006" y="100161"/>
                  <a:pt x="879003" y="101397"/>
                </a:cubicBezTo>
                <a:cubicBezTo>
                  <a:pt x="882001" y="102632"/>
                  <a:pt x="885667" y="103249"/>
                  <a:pt x="890002" y="103249"/>
                </a:cubicBezTo>
                <a:cubicBezTo>
                  <a:pt x="893428" y="103249"/>
                  <a:pt x="896479" y="102968"/>
                  <a:pt x="899155" y="102406"/>
                </a:cubicBezTo>
                <a:cubicBezTo>
                  <a:pt x="901831" y="101844"/>
                  <a:pt x="904146" y="101215"/>
                  <a:pt x="906100" y="100519"/>
                </a:cubicBezTo>
                <a:cubicBezTo>
                  <a:pt x="908054" y="99823"/>
                  <a:pt x="909659" y="99195"/>
                  <a:pt x="910917" y="98632"/>
                </a:cubicBezTo>
                <a:cubicBezTo>
                  <a:pt x="912175" y="98070"/>
                  <a:pt x="913125" y="97789"/>
                  <a:pt x="913767" y="97789"/>
                </a:cubicBezTo>
                <a:cubicBezTo>
                  <a:pt x="914142" y="97789"/>
                  <a:pt x="914477" y="97883"/>
                  <a:pt x="914771" y="98070"/>
                </a:cubicBezTo>
                <a:cubicBezTo>
                  <a:pt x="915065" y="98258"/>
                  <a:pt x="915293" y="98539"/>
                  <a:pt x="915453" y="98914"/>
                </a:cubicBezTo>
                <a:cubicBezTo>
                  <a:pt x="915614" y="99288"/>
                  <a:pt x="915734" y="99810"/>
                  <a:pt x="915815" y="100479"/>
                </a:cubicBezTo>
                <a:cubicBezTo>
                  <a:pt x="915895" y="101148"/>
                  <a:pt x="915935" y="101964"/>
                  <a:pt x="915935" y="102928"/>
                </a:cubicBezTo>
                <a:cubicBezTo>
                  <a:pt x="915935" y="103624"/>
                  <a:pt x="915908" y="104226"/>
                  <a:pt x="915855" y="104734"/>
                </a:cubicBezTo>
                <a:cubicBezTo>
                  <a:pt x="915801" y="105243"/>
                  <a:pt x="915734" y="105698"/>
                  <a:pt x="915654" y="106099"/>
                </a:cubicBezTo>
                <a:cubicBezTo>
                  <a:pt x="915574" y="106501"/>
                  <a:pt x="915440" y="106862"/>
                  <a:pt x="915253" y="107183"/>
                </a:cubicBezTo>
                <a:cubicBezTo>
                  <a:pt x="915065" y="107504"/>
                  <a:pt x="914825" y="107812"/>
                  <a:pt x="914530" y="108106"/>
                </a:cubicBezTo>
                <a:cubicBezTo>
                  <a:pt x="914236" y="108401"/>
                  <a:pt x="913366" y="108882"/>
                  <a:pt x="911921" y="109552"/>
                </a:cubicBezTo>
                <a:cubicBezTo>
                  <a:pt x="910476" y="110221"/>
                  <a:pt x="908602" y="110876"/>
                  <a:pt x="906301" y="111519"/>
                </a:cubicBezTo>
                <a:cubicBezTo>
                  <a:pt x="903999" y="112161"/>
                  <a:pt x="901336" y="112736"/>
                  <a:pt x="898312" y="113245"/>
                </a:cubicBezTo>
                <a:cubicBezTo>
                  <a:pt x="895288" y="113753"/>
                  <a:pt x="892063" y="114007"/>
                  <a:pt x="888638" y="114007"/>
                </a:cubicBezTo>
                <a:cubicBezTo>
                  <a:pt x="882696" y="114007"/>
                  <a:pt x="877491" y="113177"/>
                  <a:pt x="873022" y="111516"/>
                </a:cubicBezTo>
                <a:cubicBezTo>
                  <a:pt x="868552" y="109855"/>
                  <a:pt x="864792" y="107390"/>
                  <a:pt x="861741" y="104122"/>
                </a:cubicBezTo>
                <a:cubicBezTo>
                  <a:pt x="858691" y="100854"/>
                  <a:pt x="856389" y="96755"/>
                  <a:pt x="854837" y="91826"/>
                </a:cubicBezTo>
                <a:cubicBezTo>
                  <a:pt x="853285" y="86896"/>
                  <a:pt x="852508" y="81163"/>
                  <a:pt x="852508" y="74627"/>
                </a:cubicBezTo>
                <a:cubicBezTo>
                  <a:pt x="852508" y="68411"/>
                  <a:pt x="853311" y="62825"/>
                  <a:pt x="854917" y="57869"/>
                </a:cubicBezTo>
                <a:cubicBezTo>
                  <a:pt x="856523" y="52913"/>
                  <a:pt x="858838" y="48707"/>
                  <a:pt x="861862" y="45252"/>
                </a:cubicBezTo>
                <a:cubicBezTo>
                  <a:pt x="864886" y="41796"/>
                  <a:pt x="868539" y="39144"/>
                  <a:pt x="872821" y="37296"/>
                </a:cubicBezTo>
                <a:cubicBezTo>
                  <a:pt x="877103" y="35448"/>
                  <a:pt x="881894" y="34523"/>
                  <a:pt x="887192" y="34523"/>
                </a:cubicBezTo>
                <a:cubicBezTo>
                  <a:pt x="892866" y="34523"/>
                  <a:pt x="897697" y="35433"/>
                  <a:pt x="901684" y="37253"/>
                </a:cubicBezTo>
                <a:cubicBezTo>
                  <a:pt x="905672" y="39073"/>
                  <a:pt x="908950" y="41522"/>
                  <a:pt x="911519" y="44599"/>
                </a:cubicBezTo>
                <a:cubicBezTo>
                  <a:pt x="914089" y="47677"/>
                  <a:pt x="915975" y="51290"/>
                  <a:pt x="917180" y="55438"/>
                </a:cubicBezTo>
                <a:cubicBezTo>
                  <a:pt x="918384" y="59586"/>
                  <a:pt x="918986" y="64015"/>
                  <a:pt x="918986" y="68726"/>
                </a:cubicBezTo>
                <a:lnTo>
                  <a:pt x="918986" y="71134"/>
                </a:lnTo>
                <a:moveTo>
                  <a:pt x="905658" y="67200"/>
                </a:moveTo>
                <a:cubicBezTo>
                  <a:pt x="905819" y="60242"/>
                  <a:pt x="904280" y="54782"/>
                  <a:pt x="901042" y="50822"/>
                </a:cubicBezTo>
                <a:cubicBezTo>
                  <a:pt x="897804" y="46861"/>
                  <a:pt x="893000" y="44880"/>
                  <a:pt x="886630" y="44880"/>
                </a:cubicBezTo>
                <a:cubicBezTo>
                  <a:pt x="883365" y="44880"/>
                  <a:pt x="880502" y="45496"/>
                  <a:pt x="878040" y="46727"/>
                </a:cubicBezTo>
                <a:cubicBezTo>
                  <a:pt x="875578" y="47958"/>
                  <a:pt x="873517" y="49591"/>
                  <a:pt x="871858" y="51625"/>
                </a:cubicBezTo>
                <a:cubicBezTo>
                  <a:pt x="870198" y="53658"/>
                  <a:pt x="868914" y="56027"/>
                  <a:pt x="868004" y="58730"/>
                </a:cubicBezTo>
                <a:cubicBezTo>
                  <a:pt x="867094" y="61433"/>
                  <a:pt x="866585" y="64256"/>
                  <a:pt x="866478" y="67200"/>
                </a:cubicBezTo>
                <a:lnTo>
                  <a:pt x="905658" y="67200"/>
                </a:lnTo>
                <a:close/>
                <a:moveTo>
                  <a:pt x="990850" y="110475"/>
                </a:moveTo>
                <a:cubicBezTo>
                  <a:pt x="990850" y="111117"/>
                  <a:pt x="990636" y="111599"/>
                  <a:pt x="990208" y="111920"/>
                </a:cubicBezTo>
                <a:cubicBezTo>
                  <a:pt x="989779" y="112241"/>
                  <a:pt x="989191" y="112482"/>
                  <a:pt x="988441" y="112643"/>
                </a:cubicBezTo>
                <a:cubicBezTo>
                  <a:pt x="987692" y="112803"/>
                  <a:pt x="986595" y="112883"/>
                  <a:pt x="985149" y="112883"/>
                </a:cubicBezTo>
                <a:cubicBezTo>
                  <a:pt x="983758" y="112883"/>
                  <a:pt x="982647" y="112803"/>
                  <a:pt x="981818" y="112643"/>
                </a:cubicBezTo>
                <a:cubicBezTo>
                  <a:pt x="980988" y="112482"/>
                  <a:pt x="980386" y="112241"/>
                  <a:pt x="980011" y="111920"/>
                </a:cubicBezTo>
                <a:cubicBezTo>
                  <a:pt x="979636" y="111599"/>
                  <a:pt x="979449" y="111117"/>
                  <a:pt x="979449" y="110475"/>
                </a:cubicBezTo>
                <a:lnTo>
                  <a:pt x="979449" y="103249"/>
                </a:lnTo>
                <a:cubicBezTo>
                  <a:pt x="976291" y="106621"/>
                  <a:pt x="972772" y="109257"/>
                  <a:pt x="968891" y="111157"/>
                </a:cubicBezTo>
                <a:cubicBezTo>
                  <a:pt x="965011" y="113057"/>
                  <a:pt x="960903" y="114007"/>
                  <a:pt x="956567" y="114007"/>
                </a:cubicBezTo>
                <a:cubicBezTo>
                  <a:pt x="952767" y="114007"/>
                  <a:pt x="949328" y="113511"/>
                  <a:pt x="946250" y="112517"/>
                </a:cubicBezTo>
                <a:cubicBezTo>
                  <a:pt x="943173" y="111524"/>
                  <a:pt x="940550" y="110087"/>
                  <a:pt x="938382" y="108207"/>
                </a:cubicBezTo>
                <a:cubicBezTo>
                  <a:pt x="936215" y="106327"/>
                  <a:pt x="934529" y="104018"/>
                  <a:pt x="933324" y="101279"/>
                </a:cubicBezTo>
                <a:cubicBezTo>
                  <a:pt x="932120" y="98540"/>
                  <a:pt x="931518" y="95424"/>
                  <a:pt x="931518" y="91931"/>
                </a:cubicBezTo>
                <a:cubicBezTo>
                  <a:pt x="931518" y="87850"/>
                  <a:pt x="932347" y="84305"/>
                  <a:pt x="934007" y="81298"/>
                </a:cubicBezTo>
                <a:cubicBezTo>
                  <a:pt x="935666" y="78289"/>
                  <a:pt x="938048" y="75791"/>
                  <a:pt x="941152" y="73804"/>
                </a:cubicBezTo>
                <a:cubicBezTo>
                  <a:pt x="944257" y="71817"/>
                  <a:pt x="948057" y="70326"/>
                  <a:pt x="952553" y="69333"/>
                </a:cubicBezTo>
                <a:cubicBezTo>
                  <a:pt x="957049" y="68339"/>
                  <a:pt x="962107" y="67842"/>
                  <a:pt x="967727" y="67842"/>
                </a:cubicBezTo>
                <a:lnTo>
                  <a:pt x="977683" y="67842"/>
                </a:lnTo>
                <a:lnTo>
                  <a:pt x="977683" y="62242"/>
                </a:lnTo>
                <a:cubicBezTo>
                  <a:pt x="977683" y="59469"/>
                  <a:pt x="977388" y="57016"/>
                  <a:pt x="976800" y="54884"/>
                </a:cubicBezTo>
                <a:cubicBezTo>
                  <a:pt x="976211" y="52749"/>
                  <a:pt x="975261" y="50976"/>
                  <a:pt x="973949" y="49562"/>
                </a:cubicBezTo>
                <a:cubicBezTo>
                  <a:pt x="972638" y="48149"/>
                  <a:pt x="970939" y="47082"/>
                  <a:pt x="968851" y="46363"/>
                </a:cubicBezTo>
                <a:cubicBezTo>
                  <a:pt x="966764" y="45642"/>
                  <a:pt x="964195" y="45282"/>
                  <a:pt x="961144" y="45282"/>
                </a:cubicBezTo>
                <a:cubicBezTo>
                  <a:pt x="957879" y="45282"/>
                  <a:pt x="954948" y="45666"/>
                  <a:pt x="952352" y="46433"/>
                </a:cubicBezTo>
                <a:cubicBezTo>
                  <a:pt x="949756" y="47201"/>
                  <a:pt x="947482" y="48048"/>
                  <a:pt x="945528" y="48975"/>
                </a:cubicBezTo>
                <a:cubicBezTo>
                  <a:pt x="943574" y="49902"/>
                  <a:pt x="941942" y="50749"/>
                  <a:pt x="940630" y="51517"/>
                </a:cubicBezTo>
                <a:cubicBezTo>
                  <a:pt x="939319" y="52284"/>
                  <a:pt x="938342" y="52668"/>
                  <a:pt x="937700" y="52668"/>
                </a:cubicBezTo>
                <a:cubicBezTo>
                  <a:pt x="937272" y="52668"/>
                  <a:pt x="936897" y="52561"/>
                  <a:pt x="936576" y="52347"/>
                </a:cubicBezTo>
                <a:cubicBezTo>
                  <a:pt x="936255" y="52133"/>
                  <a:pt x="935974" y="51812"/>
                  <a:pt x="935733" y="51384"/>
                </a:cubicBezTo>
                <a:cubicBezTo>
                  <a:pt x="935492" y="50955"/>
                  <a:pt x="935318" y="50407"/>
                  <a:pt x="935211" y="49738"/>
                </a:cubicBezTo>
                <a:cubicBezTo>
                  <a:pt x="935104" y="49069"/>
                  <a:pt x="935050" y="48333"/>
                  <a:pt x="935050" y="47530"/>
                </a:cubicBezTo>
                <a:cubicBezTo>
                  <a:pt x="935050" y="46192"/>
                  <a:pt x="935144" y="45135"/>
                  <a:pt x="935331" y="44359"/>
                </a:cubicBezTo>
                <a:cubicBezTo>
                  <a:pt x="935519" y="43582"/>
                  <a:pt x="935974" y="42846"/>
                  <a:pt x="936696" y="42151"/>
                </a:cubicBezTo>
                <a:cubicBezTo>
                  <a:pt x="937419" y="41455"/>
                  <a:pt x="938663" y="40644"/>
                  <a:pt x="940430" y="39719"/>
                </a:cubicBezTo>
                <a:cubicBezTo>
                  <a:pt x="942196" y="38793"/>
                  <a:pt x="944230" y="37946"/>
                  <a:pt x="946531" y="37180"/>
                </a:cubicBezTo>
                <a:cubicBezTo>
                  <a:pt x="948833" y="36414"/>
                  <a:pt x="951349" y="35780"/>
                  <a:pt x="954078" y="35279"/>
                </a:cubicBezTo>
                <a:cubicBezTo>
                  <a:pt x="956808" y="34775"/>
                  <a:pt x="959565" y="34523"/>
                  <a:pt x="962348" y="34523"/>
                </a:cubicBezTo>
                <a:cubicBezTo>
                  <a:pt x="967540" y="34523"/>
                  <a:pt x="971956" y="35112"/>
                  <a:pt x="975595" y="36290"/>
                </a:cubicBezTo>
                <a:cubicBezTo>
                  <a:pt x="979235" y="37467"/>
                  <a:pt x="982179" y="39193"/>
                  <a:pt x="984427" y="41468"/>
                </a:cubicBezTo>
                <a:cubicBezTo>
                  <a:pt x="986675" y="43743"/>
                  <a:pt x="988307" y="46566"/>
                  <a:pt x="989324" y="49938"/>
                </a:cubicBezTo>
                <a:cubicBezTo>
                  <a:pt x="990341" y="53311"/>
                  <a:pt x="990850" y="57245"/>
                  <a:pt x="990850" y="61741"/>
                </a:cubicBezTo>
                <a:lnTo>
                  <a:pt x="990850" y="110475"/>
                </a:lnTo>
                <a:moveTo>
                  <a:pt x="977683" y="77397"/>
                </a:moveTo>
                <a:lnTo>
                  <a:pt x="966362" y="77397"/>
                </a:lnTo>
                <a:cubicBezTo>
                  <a:pt x="962723" y="77397"/>
                  <a:pt x="959565" y="77707"/>
                  <a:pt x="956888" y="78327"/>
                </a:cubicBezTo>
                <a:cubicBezTo>
                  <a:pt x="954212" y="78946"/>
                  <a:pt x="951991" y="79861"/>
                  <a:pt x="950225" y="81072"/>
                </a:cubicBezTo>
                <a:cubicBezTo>
                  <a:pt x="948458" y="82283"/>
                  <a:pt x="947160" y="83738"/>
                  <a:pt x="946331" y="85435"/>
                </a:cubicBezTo>
                <a:cubicBezTo>
                  <a:pt x="945501" y="87131"/>
                  <a:pt x="945086" y="89083"/>
                  <a:pt x="945086" y="91291"/>
                </a:cubicBezTo>
                <a:cubicBezTo>
                  <a:pt x="945086" y="95061"/>
                  <a:pt x="946277" y="98064"/>
                  <a:pt x="948659" y="100298"/>
                </a:cubicBezTo>
                <a:cubicBezTo>
                  <a:pt x="951041" y="102533"/>
                  <a:pt x="954373" y="103650"/>
                  <a:pt x="958655" y="103650"/>
                </a:cubicBezTo>
                <a:cubicBezTo>
                  <a:pt x="962134" y="103650"/>
                  <a:pt x="965359" y="102762"/>
                  <a:pt x="968329" y="100986"/>
                </a:cubicBezTo>
                <a:cubicBezTo>
                  <a:pt x="971300" y="99208"/>
                  <a:pt x="974418" y="96488"/>
                  <a:pt x="977683" y="92827"/>
                </a:cubicBezTo>
                <a:lnTo>
                  <a:pt x="977683" y="77397"/>
                </a:lnTo>
                <a:close/>
                <a:moveTo>
                  <a:pt x="1046996" y="105176"/>
                </a:moveTo>
                <a:cubicBezTo>
                  <a:pt x="1046996" y="106728"/>
                  <a:pt x="1046888" y="107959"/>
                  <a:pt x="1046674" y="108869"/>
                </a:cubicBezTo>
                <a:cubicBezTo>
                  <a:pt x="1046460" y="109779"/>
                  <a:pt x="1046139" y="110448"/>
                  <a:pt x="1045711" y="110876"/>
                </a:cubicBezTo>
                <a:cubicBezTo>
                  <a:pt x="1045283" y="111304"/>
                  <a:pt x="1044640" y="111706"/>
                  <a:pt x="1043784" y="112081"/>
                </a:cubicBezTo>
                <a:cubicBezTo>
                  <a:pt x="1042928" y="112455"/>
                  <a:pt x="1041951" y="112763"/>
                  <a:pt x="1040854" y="113004"/>
                </a:cubicBezTo>
                <a:cubicBezTo>
                  <a:pt x="1039756" y="113245"/>
                  <a:pt x="1038592" y="113445"/>
                  <a:pt x="1037361" y="113606"/>
                </a:cubicBezTo>
                <a:cubicBezTo>
                  <a:pt x="1036130" y="113767"/>
                  <a:pt x="1034899" y="113847"/>
                  <a:pt x="1033668" y="113847"/>
                </a:cubicBezTo>
                <a:cubicBezTo>
                  <a:pt x="1029921" y="113847"/>
                  <a:pt x="1026710" y="113351"/>
                  <a:pt x="1024033" y="112359"/>
                </a:cubicBezTo>
                <a:cubicBezTo>
                  <a:pt x="1021357" y="111366"/>
                  <a:pt x="1019163" y="109863"/>
                  <a:pt x="1017450" y="107850"/>
                </a:cubicBezTo>
                <a:cubicBezTo>
                  <a:pt x="1015737" y="105838"/>
                  <a:pt x="1014493" y="103290"/>
                  <a:pt x="1013717" y="100206"/>
                </a:cubicBezTo>
                <a:cubicBezTo>
                  <a:pt x="1012940" y="97121"/>
                  <a:pt x="1012552" y="93487"/>
                  <a:pt x="1012552" y="89302"/>
                </a:cubicBezTo>
                <a:lnTo>
                  <a:pt x="1012552" y="46968"/>
                </a:lnTo>
                <a:lnTo>
                  <a:pt x="1002436" y="46968"/>
                </a:lnTo>
                <a:cubicBezTo>
                  <a:pt x="1001633" y="46968"/>
                  <a:pt x="1000991" y="46540"/>
                  <a:pt x="1000509" y="45683"/>
                </a:cubicBezTo>
                <a:cubicBezTo>
                  <a:pt x="1000028" y="44827"/>
                  <a:pt x="999787" y="43435"/>
                  <a:pt x="999787" y="41508"/>
                </a:cubicBezTo>
                <a:cubicBezTo>
                  <a:pt x="999787" y="40491"/>
                  <a:pt x="999854" y="39635"/>
                  <a:pt x="999988" y="38939"/>
                </a:cubicBezTo>
                <a:cubicBezTo>
                  <a:pt x="1000121" y="38243"/>
                  <a:pt x="1000295" y="37668"/>
                  <a:pt x="1000509" y="37213"/>
                </a:cubicBezTo>
                <a:cubicBezTo>
                  <a:pt x="1000723" y="36758"/>
                  <a:pt x="1001004" y="36437"/>
                  <a:pt x="1001352" y="36250"/>
                </a:cubicBezTo>
                <a:cubicBezTo>
                  <a:pt x="1001700" y="36062"/>
                  <a:pt x="1002088" y="35969"/>
                  <a:pt x="1002517" y="35969"/>
                </a:cubicBezTo>
                <a:lnTo>
                  <a:pt x="1012552" y="35969"/>
                </a:lnTo>
                <a:lnTo>
                  <a:pt x="1012552" y="18787"/>
                </a:lnTo>
                <a:cubicBezTo>
                  <a:pt x="1012552" y="18412"/>
                  <a:pt x="1012646" y="18065"/>
                  <a:pt x="1012833" y="17743"/>
                </a:cubicBezTo>
                <a:cubicBezTo>
                  <a:pt x="1013021" y="17422"/>
                  <a:pt x="1013369" y="17141"/>
                  <a:pt x="1013877" y="16900"/>
                </a:cubicBezTo>
                <a:cubicBezTo>
                  <a:pt x="1014386" y="16660"/>
                  <a:pt x="1015068" y="16486"/>
                  <a:pt x="1015924" y="16379"/>
                </a:cubicBezTo>
                <a:cubicBezTo>
                  <a:pt x="1016781" y="16271"/>
                  <a:pt x="1017851" y="16218"/>
                  <a:pt x="1019136" y="16218"/>
                </a:cubicBezTo>
                <a:cubicBezTo>
                  <a:pt x="1020474" y="16218"/>
                  <a:pt x="1021571" y="16271"/>
                  <a:pt x="1022428" y="16379"/>
                </a:cubicBezTo>
                <a:cubicBezTo>
                  <a:pt x="1023284" y="16486"/>
                  <a:pt x="1023953" y="16660"/>
                  <a:pt x="1024435" y="16900"/>
                </a:cubicBezTo>
                <a:cubicBezTo>
                  <a:pt x="1024917" y="17141"/>
                  <a:pt x="1025265" y="17422"/>
                  <a:pt x="1025479" y="17743"/>
                </a:cubicBezTo>
                <a:cubicBezTo>
                  <a:pt x="1025693" y="18065"/>
                  <a:pt x="1025800" y="18412"/>
                  <a:pt x="1025800" y="18787"/>
                </a:cubicBezTo>
                <a:lnTo>
                  <a:pt x="1025800" y="35969"/>
                </a:lnTo>
                <a:lnTo>
                  <a:pt x="1044346" y="35969"/>
                </a:lnTo>
                <a:cubicBezTo>
                  <a:pt x="1044774" y="35969"/>
                  <a:pt x="1045149" y="36062"/>
                  <a:pt x="1045470" y="36250"/>
                </a:cubicBezTo>
                <a:cubicBezTo>
                  <a:pt x="1045791" y="36437"/>
                  <a:pt x="1046072" y="36758"/>
                  <a:pt x="1046313" y="37213"/>
                </a:cubicBezTo>
                <a:cubicBezTo>
                  <a:pt x="1046554" y="37668"/>
                  <a:pt x="1046728" y="38243"/>
                  <a:pt x="1046835" y="38939"/>
                </a:cubicBezTo>
                <a:cubicBezTo>
                  <a:pt x="1046942" y="39635"/>
                  <a:pt x="1046996" y="40491"/>
                  <a:pt x="1046996" y="41508"/>
                </a:cubicBezTo>
                <a:cubicBezTo>
                  <a:pt x="1046996" y="43435"/>
                  <a:pt x="1046755" y="44827"/>
                  <a:pt x="1046273" y="45683"/>
                </a:cubicBezTo>
                <a:cubicBezTo>
                  <a:pt x="1045791" y="46540"/>
                  <a:pt x="1045149" y="46968"/>
                  <a:pt x="1044346" y="46968"/>
                </a:cubicBezTo>
                <a:lnTo>
                  <a:pt x="1025800" y="46968"/>
                </a:lnTo>
                <a:lnTo>
                  <a:pt x="1025800" y="87390"/>
                </a:lnTo>
                <a:cubicBezTo>
                  <a:pt x="1025800" y="92381"/>
                  <a:pt x="1026536" y="96152"/>
                  <a:pt x="1028008" y="98703"/>
                </a:cubicBezTo>
                <a:cubicBezTo>
                  <a:pt x="1029480" y="101252"/>
                  <a:pt x="1032116" y="102526"/>
                  <a:pt x="1035916" y="102526"/>
                </a:cubicBezTo>
                <a:cubicBezTo>
                  <a:pt x="1037147" y="102526"/>
                  <a:pt x="1038244" y="102406"/>
                  <a:pt x="1039208" y="102165"/>
                </a:cubicBezTo>
                <a:cubicBezTo>
                  <a:pt x="1040171" y="101924"/>
                  <a:pt x="1041028" y="101670"/>
                  <a:pt x="1041777" y="101402"/>
                </a:cubicBezTo>
                <a:cubicBezTo>
                  <a:pt x="1042526" y="101135"/>
                  <a:pt x="1043168" y="100881"/>
                  <a:pt x="1043704" y="100640"/>
                </a:cubicBezTo>
                <a:cubicBezTo>
                  <a:pt x="1044239" y="100399"/>
                  <a:pt x="1044721" y="100278"/>
                  <a:pt x="1045149" y="100278"/>
                </a:cubicBezTo>
                <a:cubicBezTo>
                  <a:pt x="1045417" y="100278"/>
                  <a:pt x="1045671" y="100345"/>
                  <a:pt x="1045912" y="100479"/>
                </a:cubicBezTo>
                <a:cubicBezTo>
                  <a:pt x="1046152" y="100613"/>
                  <a:pt x="1046340" y="100867"/>
                  <a:pt x="1046474" y="101242"/>
                </a:cubicBezTo>
                <a:cubicBezTo>
                  <a:pt x="1046607" y="101616"/>
                  <a:pt x="1046728" y="102125"/>
                  <a:pt x="1046835" y="102767"/>
                </a:cubicBezTo>
                <a:cubicBezTo>
                  <a:pt x="1046942" y="103410"/>
                  <a:pt x="1046996" y="104212"/>
                  <a:pt x="1046996" y="105176"/>
                </a:cubicBezTo>
                <a:close/>
                <a:moveTo>
                  <a:pt x="1146041" y="90782"/>
                </a:moveTo>
                <a:cubicBezTo>
                  <a:pt x="1146041" y="94478"/>
                  <a:pt x="1145358" y="97774"/>
                  <a:pt x="1143993" y="100667"/>
                </a:cubicBezTo>
                <a:cubicBezTo>
                  <a:pt x="1142629" y="103559"/>
                  <a:pt x="1140688" y="105997"/>
                  <a:pt x="1138173" y="107981"/>
                </a:cubicBezTo>
                <a:cubicBezTo>
                  <a:pt x="1135657" y="109963"/>
                  <a:pt x="1132660" y="111463"/>
                  <a:pt x="1129181" y="112479"/>
                </a:cubicBezTo>
                <a:cubicBezTo>
                  <a:pt x="1125701" y="113498"/>
                  <a:pt x="1121874" y="114007"/>
                  <a:pt x="1117699" y="114007"/>
                </a:cubicBezTo>
                <a:cubicBezTo>
                  <a:pt x="1115130" y="114007"/>
                  <a:pt x="1112682" y="113807"/>
                  <a:pt x="1110353" y="113405"/>
                </a:cubicBezTo>
                <a:cubicBezTo>
                  <a:pt x="1108025" y="113004"/>
                  <a:pt x="1105937" y="112495"/>
                  <a:pt x="1104091" y="111880"/>
                </a:cubicBezTo>
                <a:cubicBezTo>
                  <a:pt x="1102244" y="111264"/>
                  <a:pt x="1100679" y="110622"/>
                  <a:pt x="1099394" y="109953"/>
                </a:cubicBezTo>
                <a:cubicBezTo>
                  <a:pt x="1098109" y="109284"/>
                  <a:pt x="1097173" y="108682"/>
                  <a:pt x="1096584" y="108146"/>
                </a:cubicBezTo>
                <a:cubicBezTo>
                  <a:pt x="1095995" y="107611"/>
                  <a:pt x="1095567" y="106862"/>
                  <a:pt x="1095299" y="105898"/>
                </a:cubicBezTo>
                <a:cubicBezTo>
                  <a:pt x="1095032" y="104935"/>
                  <a:pt x="1094898" y="103624"/>
                  <a:pt x="1094898" y="101964"/>
                </a:cubicBezTo>
                <a:cubicBezTo>
                  <a:pt x="1094898" y="100947"/>
                  <a:pt x="1094952" y="100091"/>
                  <a:pt x="1095059" y="99395"/>
                </a:cubicBezTo>
                <a:cubicBezTo>
                  <a:pt x="1095166" y="98699"/>
                  <a:pt x="1095299" y="98137"/>
                  <a:pt x="1095460" y="97709"/>
                </a:cubicBezTo>
                <a:cubicBezTo>
                  <a:pt x="1095621" y="97281"/>
                  <a:pt x="1095848" y="96973"/>
                  <a:pt x="1096142" y="96786"/>
                </a:cubicBezTo>
                <a:cubicBezTo>
                  <a:pt x="1096437" y="96599"/>
                  <a:pt x="1096771" y="96505"/>
                  <a:pt x="1097146" y="96505"/>
                </a:cubicBezTo>
                <a:cubicBezTo>
                  <a:pt x="1097735" y="96505"/>
                  <a:pt x="1098605" y="96866"/>
                  <a:pt x="1099755" y="97589"/>
                </a:cubicBezTo>
                <a:cubicBezTo>
                  <a:pt x="1100906" y="98311"/>
                  <a:pt x="1102325" y="99101"/>
                  <a:pt x="1104011" y="99957"/>
                </a:cubicBezTo>
                <a:cubicBezTo>
                  <a:pt x="1105697" y="100814"/>
                  <a:pt x="1107690" y="101603"/>
                  <a:pt x="1109992" y="102326"/>
                </a:cubicBezTo>
                <a:cubicBezTo>
                  <a:pt x="1112294" y="103048"/>
                  <a:pt x="1114943" y="103410"/>
                  <a:pt x="1117940" y="103410"/>
                </a:cubicBezTo>
                <a:cubicBezTo>
                  <a:pt x="1120188" y="103410"/>
                  <a:pt x="1122222" y="103169"/>
                  <a:pt x="1124042" y="102687"/>
                </a:cubicBezTo>
                <a:cubicBezTo>
                  <a:pt x="1125862" y="102204"/>
                  <a:pt x="1127441" y="101493"/>
                  <a:pt x="1128779" y="100554"/>
                </a:cubicBezTo>
                <a:cubicBezTo>
                  <a:pt x="1130117" y="99616"/>
                  <a:pt x="1131148" y="98423"/>
                  <a:pt x="1131870" y="96974"/>
                </a:cubicBezTo>
                <a:cubicBezTo>
                  <a:pt x="1132593" y="95526"/>
                  <a:pt x="1132954" y="93809"/>
                  <a:pt x="1132954" y="91826"/>
                </a:cubicBezTo>
                <a:cubicBezTo>
                  <a:pt x="1132954" y="89790"/>
                  <a:pt x="1132432" y="88076"/>
                  <a:pt x="1131388" y="86682"/>
                </a:cubicBezTo>
                <a:cubicBezTo>
                  <a:pt x="1130345" y="85289"/>
                  <a:pt x="1128966" y="84057"/>
                  <a:pt x="1127254" y="82987"/>
                </a:cubicBezTo>
                <a:cubicBezTo>
                  <a:pt x="1125541" y="81914"/>
                  <a:pt x="1123614" y="80964"/>
                  <a:pt x="1121473" y="80134"/>
                </a:cubicBezTo>
                <a:cubicBezTo>
                  <a:pt x="1119332" y="79303"/>
                  <a:pt x="1117124" y="78432"/>
                  <a:pt x="1114849" y="77522"/>
                </a:cubicBezTo>
                <a:cubicBezTo>
                  <a:pt x="1112575" y="76610"/>
                  <a:pt x="1110353" y="75578"/>
                  <a:pt x="1108185" y="74426"/>
                </a:cubicBezTo>
                <a:cubicBezTo>
                  <a:pt x="1106018" y="73274"/>
                  <a:pt x="1104077" y="71867"/>
                  <a:pt x="1102365" y="70206"/>
                </a:cubicBezTo>
                <a:cubicBezTo>
                  <a:pt x="1100652" y="68545"/>
                  <a:pt x="1099274" y="66563"/>
                  <a:pt x="1098230" y="64260"/>
                </a:cubicBezTo>
                <a:cubicBezTo>
                  <a:pt x="1097186" y="61956"/>
                  <a:pt x="1096664" y="59197"/>
                  <a:pt x="1096664" y="55983"/>
                </a:cubicBezTo>
                <a:cubicBezTo>
                  <a:pt x="1096664" y="53142"/>
                  <a:pt x="1097213" y="50424"/>
                  <a:pt x="1098310" y="47826"/>
                </a:cubicBezTo>
                <a:cubicBezTo>
                  <a:pt x="1099407" y="45227"/>
                  <a:pt x="1101053" y="42949"/>
                  <a:pt x="1103248" y="40994"/>
                </a:cubicBezTo>
                <a:cubicBezTo>
                  <a:pt x="1105442" y="39037"/>
                  <a:pt x="1108185" y="37470"/>
                  <a:pt x="1111477" y="36292"/>
                </a:cubicBezTo>
                <a:cubicBezTo>
                  <a:pt x="1114769" y="35113"/>
                  <a:pt x="1118609" y="34523"/>
                  <a:pt x="1122998" y="34523"/>
                </a:cubicBezTo>
                <a:cubicBezTo>
                  <a:pt x="1124925" y="34523"/>
                  <a:pt x="1126852" y="34686"/>
                  <a:pt x="1128779" y="35013"/>
                </a:cubicBezTo>
                <a:cubicBezTo>
                  <a:pt x="1130706" y="35339"/>
                  <a:pt x="1132446" y="35746"/>
                  <a:pt x="1133998" y="36234"/>
                </a:cubicBezTo>
                <a:cubicBezTo>
                  <a:pt x="1135550" y="36723"/>
                  <a:pt x="1136875" y="37252"/>
                  <a:pt x="1137972" y="37823"/>
                </a:cubicBezTo>
                <a:cubicBezTo>
                  <a:pt x="1139069" y="38393"/>
                  <a:pt x="1139899" y="38896"/>
                  <a:pt x="1140461" y="39331"/>
                </a:cubicBezTo>
                <a:cubicBezTo>
                  <a:pt x="1141023" y="39765"/>
                  <a:pt x="1141398" y="40143"/>
                  <a:pt x="1141585" y="40465"/>
                </a:cubicBezTo>
                <a:cubicBezTo>
                  <a:pt x="1141772" y="40786"/>
                  <a:pt x="1141906" y="41147"/>
                  <a:pt x="1141986" y="41548"/>
                </a:cubicBezTo>
                <a:cubicBezTo>
                  <a:pt x="1142067" y="41950"/>
                  <a:pt x="1142147" y="42445"/>
                  <a:pt x="1142227" y="43034"/>
                </a:cubicBezTo>
                <a:cubicBezTo>
                  <a:pt x="1142307" y="43623"/>
                  <a:pt x="1142348" y="44345"/>
                  <a:pt x="1142348" y="45202"/>
                </a:cubicBezTo>
                <a:cubicBezTo>
                  <a:pt x="1142348" y="46111"/>
                  <a:pt x="1142307" y="46901"/>
                  <a:pt x="1142227" y="47570"/>
                </a:cubicBezTo>
                <a:cubicBezTo>
                  <a:pt x="1142147" y="48239"/>
                  <a:pt x="1142013" y="48788"/>
                  <a:pt x="1141826" y="49216"/>
                </a:cubicBezTo>
                <a:cubicBezTo>
                  <a:pt x="1141638" y="49644"/>
                  <a:pt x="1141411" y="49952"/>
                  <a:pt x="1141143" y="50139"/>
                </a:cubicBezTo>
                <a:cubicBezTo>
                  <a:pt x="1140876" y="50327"/>
                  <a:pt x="1140581" y="50420"/>
                  <a:pt x="1140260" y="50420"/>
                </a:cubicBezTo>
                <a:cubicBezTo>
                  <a:pt x="1139778" y="50420"/>
                  <a:pt x="1139083" y="50122"/>
                  <a:pt x="1138173" y="49524"/>
                </a:cubicBezTo>
                <a:cubicBezTo>
                  <a:pt x="1137263" y="48927"/>
                  <a:pt x="1136085" y="48289"/>
                  <a:pt x="1134640" y="47610"/>
                </a:cubicBezTo>
                <a:cubicBezTo>
                  <a:pt x="1133195" y="46931"/>
                  <a:pt x="1131495" y="46293"/>
                  <a:pt x="1129542" y="45696"/>
                </a:cubicBezTo>
                <a:cubicBezTo>
                  <a:pt x="1127588" y="45099"/>
                  <a:pt x="1125354" y="44800"/>
                  <a:pt x="1122838" y="44800"/>
                </a:cubicBezTo>
                <a:cubicBezTo>
                  <a:pt x="1120590" y="44800"/>
                  <a:pt x="1118609" y="45055"/>
                  <a:pt x="1116897" y="45565"/>
                </a:cubicBezTo>
                <a:cubicBezTo>
                  <a:pt x="1115184" y="46074"/>
                  <a:pt x="1113779" y="46797"/>
                  <a:pt x="1112682" y="47736"/>
                </a:cubicBezTo>
                <a:cubicBezTo>
                  <a:pt x="1111584" y="48674"/>
                  <a:pt x="1110755" y="49787"/>
                  <a:pt x="1110193" y="51075"/>
                </a:cubicBezTo>
                <a:cubicBezTo>
                  <a:pt x="1109631" y="52361"/>
                  <a:pt x="1109350" y="53755"/>
                  <a:pt x="1109350" y="55257"/>
                </a:cubicBezTo>
                <a:cubicBezTo>
                  <a:pt x="1109350" y="57347"/>
                  <a:pt x="1109885" y="59101"/>
                  <a:pt x="1110955" y="60521"/>
                </a:cubicBezTo>
                <a:cubicBezTo>
                  <a:pt x="1112026" y="61941"/>
                  <a:pt x="1113418" y="63187"/>
                  <a:pt x="1115130" y="64260"/>
                </a:cubicBezTo>
                <a:cubicBezTo>
                  <a:pt x="1116843" y="65330"/>
                  <a:pt x="1118797" y="66294"/>
                  <a:pt x="1120991" y="67152"/>
                </a:cubicBezTo>
                <a:cubicBezTo>
                  <a:pt x="1123186" y="68009"/>
                  <a:pt x="1125420" y="68893"/>
                  <a:pt x="1127695" y="69804"/>
                </a:cubicBezTo>
                <a:cubicBezTo>
                  <a:pt x="1129970" y="70714"/>
                  <a:pt x="1132218" y="71732"/>
                  <a:pt x="1134439" y="72858"/>
                </a:cubicBezTo>
                <a:cubicBezTo>
                  <a:pt x="1136661" y="73984"/>
                  <a:pt x="1138628" y="75350"/>
                  <a:pt x="1140340" y="76958"/>
                </a:cubicBezTo>
                <a:cubicBezTo>
                  <a:pt x="1142053" y="78565"/>
                  <a:pt x="1143431" y="80494"/>
                  <a:pt x="1144475" y="82746"/>
                </a:cubicBezTo>
                <a:cubicBezTo>
                  <a:pt x="1145519" y="84995"/>
                  <a:pt x="1146041" y="87674"/>
                  <a:pt x="1146041" y="90782"/>
                </a:cubicBezTo>
                <a:close/>
                <a:moveTo>
                  <a:pt x="1229337" y="110395"/>
                </a:moveTo>
                <a:cubicBezTo>
                  <a:pt x="1229337" y="110823"/>
                  <a:pt x="1229244" y="111184"/>
                  <a:pt x="1229056" y="111478"/>
                </a:cubicBezTo>
                <a:cubicBezTo>
                  <a:pt x="1228869" y="111773"/>
                  <a:pt x="1228535" y="112027"/>
                  <a:pt x="1228053" y="112241"/>
                </a:cubicBezTo>
                <a:cubicBezTo>
                  <a:pt x="1227571" y="112455"/>
                  <a:pt x="1226942" y="112616"/>
                  <a:pt x="1226166" y="112723"/>
                </a:cubicBezTo>
                <a:cubicBezTo>
                  <a:pt x="1225390" y="112830"/>
                  <a:pt x="1224440" y="112883"/>
                  <a:pt x="1223316" y="112883"/>
                </a:cubicBezTo>
                <a:cubicBezTo>
                  <a:pt x="1222085" y="112883"/>
                  <a:pt x="1221081" y="112830"/>
                  <a:pt x="1220305" y="112723"/>
                </a:cubicBezTo>
                <a:cubicBezTo>
                  <a:pt x="1219529" y="112616"/>
                  <a:pt x="1218913" y="112455"/>
                  <a:pt x="1218459" y="112241"/>
                </a:cubicBezTo>
                <a:cubicBezTo>
                  <a:pt x="1218004" y="112027"/>
                  <a:pt x="1217696" y="111773"/>
                  <a:pt x="1217535" y="111478"/>
                </a:cubicBezTo>
                <a:cubicBezTo>
                  <a:pt x="1217375" y="111184"/>
                  <a:pt x="1217294" y="110823"/>
                  <a:pt x="1217294" y="110395"/>
                </a:cubicBezTo>
                <a:lnTo>
                  <a:pt x="1217294" y="100840"/>
                </a:lnTo>
                <a:cubicBezTo>
                  <a:pt x="1213173" y="105418"/>
                  <a:pt x="1209105" y="108758"/>
                  <a:pt x="1205091" y="110859"/>
                </a:cubicBezTo>
                <a:cubicBezTo>
                  <a:pt x="1201076" y="112958"/>
                  <a:pt x="1197009" y="114007"/>
                  <a:pt x="1192887" y="114007"/>
                </a:cubicBezTo>
                <a:cubicBezTo>
                  <a:pt x="1188070" y="114007"/>
                  <a:pt x="1184015" y="113204"/>
                  <a:pt x="1180724" y="111596"/>
                </a:cubicBezTo>
                <a:cubicBezTo>
                  <a:pt x="1177432" y="109989"/>
                  <a:pt x="1174769" y="107806"/>
                  <a:pt x="1172735" y="105048"/>
                </a:cubicBezTo>
                <a:cubicBezTo>
                  <a:pt x="1170701" y="102288"/>
                  <a:pt x="1169243" y="99073"/>
                  <a:pt x="1168359" y="95403"/>
                </a:cubicBezTo>
                <a:cubicBezTo>
                  <a:pt x="1167476" y="91732"/>
                  <a:pt x="1167035" y="87271"/>
                  <a:pt x="1167035" y="82021"/>
                </a:cubicBezTo>
                <a:lnTo>
                  <a:pt x="1167035" y="38139"/>
                </a:lnTo>
                <a:cubicBezTo>
                  <a:pt x="1167035" y="37711"/>
                  <a:pt x="1167128" y="37349"/>
                  <a:pt x="1167316" y="37055"/>
                </a:cubicBezTo>
                <a:cubicBezTo>
                  <a:pt x="1167503" y="36759"/>
                  <a:pt x="1167864" y="36490"/>
                  <a:pt x="1168400" y="36250"/>
                </a:cubicBezTo>
                <a:cubicBezTo>
                  <a:pt x="1168935" y="36009"/>
                  <a:pt x="1169631" y="35848"/>
                  <a:pt x="1170487" y="35768"/>
                </a:cubicBezTo>
                <a:cubicBezTo>
                  <a:pt x="1171343" y="35688"/>
                  <a:pt x="1172414" y="35647"/>
                  <a:pt x="1173699" y="35647"/>
                </a:cubicBezTo>
                <a:cubicBezTo>
                  <a:pt x="1174983" y="35647"/>
                  <a:pt x="1176054" y="35688"/>
                  <a:pt x="1176910" y="35768"/>
                </a:cubicBezTo>
                <a:cubicBezTo>
                  <a:pt x="1177766" y="35848"/>
                  <a:pt x="1178449" y="36009"/>
                  <a:pt x="1178957" y="36250"/>
                </a:cubicBezTo>
                <a:cubicBezTo>
                  <a:pt x="1179466" y="36490"/>
                  <a:pt x="1179827" y="36759"/>
                  <a:pt x="1180041" y="37055"/>
                </a:cubicBezTo>
                <a:cubicBezTo>
                  <a:pt x="1180255" y="37349"/>
                  <a:pt x="1180362" y="37711"/>
                  <a:pt x="1180362" y="38139"/>
                </a:cubicBezTo>
                <a:lnTo>
                  <a:pt x="1180362" y="80259"/>
                </a:lnTo>
                <a:cubicBezTo>
                  <a:pt x="1180362" y="84493"/>
                  <a:pt x="1180670" y="87882"/>
                  <a:pt x="1181286" y="90428"/>
                </a:cubicBezTo>
                <a:cubicBezTo>
                  <a:pt x="1181901" y="92974"/>
                  <a:pt x="1182838" y="95145"/>
                  <a:pt x="1184096" y="96941"/>
                </a:cubicBezTo>
                <a:cubicBezTo>
                  <a:pt x="1185354" y="98736"/>
                  <a:pt x="1186946" y="100130"/>
                  <a:pt x="1188873" y="101121"/>
                </a:cubicBezTo>
                <a:cubicBezTo>
                  <a:pt x="1190800" y="102112"/>
                  <a:pt x="1193048" y="102607"/>
                  <a:pt x="1195617" y="102607"/>
                </a:cubicBezTo>
                <a:cubicBezTo>
                  <a:pt x="1198935" y="102607"/>
                  <a:pt x="1202241" y="101422"/>
                  <a:pt x="1205532" y="99054"/>
                </a:cubicBezTo>
                <a:cubicBezTo>
                  <a:pt x="1208824" y="96686"/>
                  <a:pt x="1212317" y="93213"/>
                  <a:pt x="1216010" y="88637"/>
                </a:cubicBezTo>
                <a:lnTo>
                  <a:pt x="1216010" y="38136"/>
                </a:lnTo>
                <a:cubicBezTo>
                  <a:pt x="1216010" y="37708"/>
                  <a:pt x="1216103" y="37347"/>
                  <a:pt x="1216291" y="37052"/>
                </a:cubicBezTo>
                <a:cubicBezTo>
                  <a:pt x="1216478" y="36758"/>
                  <a:pt x="1216839" y="36490"/>
                  <a:pt x="1217375" y="36250"/>
                </a:cubicBezTo>
                <a:cubicBezTo>
                  <a:pt x="1217910" y="36009"/>
                  <a:pt x="1218592" y="35848"/>
                  <a:pt x="1219422" y="35768"/>
                </a:cubicBezTo>
                <a:cubicBezTo>
                  <a:pt x="1220252" y="35688"/>
                  <a:pt x="1221335" y="35647"/>
                  <a:pt x="1222674" y="35647"/>
                </a:cubicBezTo>
                <a:cubicBezTo>
                  <a:pt x="1223958" y="35647"/>
                  <a:pt x="1225029" y="35688"/>
                  <a:pt x="1225885" y="35768"/>
                </a:cubicBezTo>
                <a:cubicBezTo>
                  <a:pt x="1226741" y="35848"/>
                  <a:pt x="1227411" y="36009"/>
                  <a:pt x="1227892" y="36250"/>
                </a:cubicBezTo>
                <a:cubicBezTo>
                  <a:pt x="1228374" y="36490"/>
                  <a:pt x="1228735" y="36758"/>
                  <a:pt x="1228976" y="37052"/>
                </a:cubicBezTo>
                <a:cubicBezTo>
                  <a:pt x="1229217" y="37347"/>
                  <a:pt x="1229337" y="37708"/>
                  <a:pt x="1229337" y="38136"/>
                </a:cubicBezTo>
                <a:lnTo>
                  <a:pt x="1229337" y="110395"/>
                </a:lnTo>
                <a:close/>
                <a:moveTo>
                  <a:pt x="1319087" y="73182"/>
                </a:moveTo>
                <a:cubicBezTo>
                  <a:pt x="1319087" y="79502"/>
                  <a:pt x="1318405" y="85181"/>
                  <a:pt x="1317040" y="90217"/>
                </a:cubicBezTo>
                <a:cubicBezTo>
                  <a:pt x="1315675" y="95254"/>
                  <a:pt x="1313668" y="99527"/>
                  <a:pt x="1311019" y="103038"/>
                </a:cubicBezTo>
                <a:cubicBezTo>
                  <a:pt x="1308369" y="106547"/>
                  <a:pt x="1305091" y="109253"/>
                  <a:pt x="1301183" y="111155"/>
                </a:cubicBezTo>
                <a:cubicBezTo>
                  <a:pt x="1297276" y="113057"/>
                  <a:pt x="1292807" y="114007"/>
                  <a:pt x="1287775" y="114007"/>
                </a:cubicBezTo>
                <a:cubicBezTo>
                  <a:pt x="1285634" y="114007"/>
                  <a:pt x="1283654" y="113793"/>
                  <a:pt x="1281834" y="113365"/>
                </a:cubicBezTo>
                <a:cubicBezTo>
                  <a:pt x="1280014" y="112937"/>
                  <a:pt x="1278235" y="112268"/>
                  <a:pt x="1276495" y="111358"/>
                </a:cubicBezTo>
                <a:cubicBezTo>
                  <a:pt x="1274756" y="110446"/>
                  <a:pt x="1273029" y="109294"/>
                  <a:pt x="1271317" y="107901"/>
                </a:cubicBezTo>
                <a:cubicBezTo>
                  <a:pt x="1269604" y="106507"/>
                  <a:pt x="1267784" y="104873"/>
                  <a:pt x="1265857" y="102998"/>
                </a:cubicBezTo>
                <a:lnTo>
                  <a:pt x="1265857" y="139062"/>
                </a:lnTo>
                <a:cubicBezTo>
                  <a:pt x="1265857" y="139489"/>
                  <a:pt x="1265750" y="139862"/>
                  <a:pt x="1265536" y="140183"/>
                </a:cubicBezTo>
                <a:cubicBezTo>
                  <a:pt x="1265322" y="140505"/>
                  <a:pt x="1264974" y="140771"/>
                  <a:pt x="1264492" y="140984"/>
                </a:cubicBezTo>
                <a:cubicBezTo>
                  <a:pt x="1264011" y="141198"/>
                  <a:pt x="1263341" y="141359"/>
                  <a:pt x="1262485" y="141466"/>
                </a:cubicBezTo>
                <a:cubicBezTo>
                  <a:pt x="1261629" y="141573"/>
                  <a:pt x="1260531" y="141626"/>
                  <a:pt x="1259193" y="141626"/>
                </a:cubicBezTo>
                <a:cubicBezTo>
                  <a:pt x="1257909" y="141626"/>
                  <a:pt x="1256838" y="141573"/>
                  <a:pt x="1255982" y="141466"/>
                </a:cubicBezTo>
                <a:cubicBezTo>
                  <a:pt x="1255125" y="141359"/>
                  <a:pt x="1254443" y="141198"/>
                  <a:pt x="1253935" y="140984"/>
                </a:cubicBezTo>
                <a:cubicBezTo>
                  <a:pt x="1253426" y="140770"/>
                  <a:pt x="1253078" y="140502"/>
                  <a:pt x="1252891" y="140181"/>
                </a:cubicBezTo>
                <a:cubicBezTo>
                  <a:pt x="1252703" y="139860"/>
                  <a:pt x="1252610" y="139485"/>
                  <a:pt x="1252610" y="139057"/>
                </a:cubicBezTo>
                <a:lnTo>
                  <a:pt x="1252610" y="38136"/>
                </a:lnTo>
                <a:cubicBezTo>
                  <a:pt x="1252610" y="37655"/>
                  <a:pt x="1252690" y="37267"/>
                  <a:pt x="1252851" y="36972"/>
                </a:cubicBezTo>
                <a:cubicBezTo>
                  <a:pt x="1253011" y="36678"/>
                  <a:pt x="1253332" y="36424"/>
                  <a:pt x="1253814" y="36209"/>
                </a:cubicBezTo>
                <a:cubicBezTo>
                  <a:pt x="1254296" y="35995"/>
                  <a:pt x="1254911" y="35848"/>
                  <a:pt x="1255661" y="35768"/>
                </a:cubicBezTo>
                <a:cubicBezTo>
                  <a:pt x="1256410" y="35688"/>
                  <a:pt x="1257320" y="35647"/>
                  <a:pt x="1258390" y="35647"/>
                </a:cubicBezTo>
                <a:cubicBezTo>
                  <a:pt x="1259514" y="35647"/>
                  <a:pt x="1260438" y="35688"/>
                  <a:pt x="1261160" y="35768"/>
                </a:cubicBezTo>
                <a:cubicBezTo>
                  <a:pt x="1261883" y="35848"/>
                  <a:pt x="1262485" y="35995"/>
                  <a:pt x="1262967" y="36209"/>
                </a:cubicBezTo>
                <a:cubicBezTo>
                  <a:pt x="1263449" y="36424"/>
                  <a:pt x="1263783" y="36679"/>
                  <a:pt x="1263970" y="36975"/>
                </a:cubicBezTo>
                <a:cubicBezTo>
                  <a:pt x="1264158" y="37269"/>
                  <a:pt x="1264251" y="37657"/>
                  <a:pt x="1264251" y="38139"/>
                </a:cubicBezTo>
                <a:lnTo>
                  <a:pt x="1264251" y="47864"/>
                </a:lnTo>
                <a:cubicBezTo>
                  <a:pt x="1266446" y="45614"/>
                  <a:pt x="1268560" y="43659"/>
                  <a:pt x="1270594" y="41998"/>
                </a:cubicBezTo>
                <a:cubicBezTo>
                  <a:pt x="1272628" y="40337"/>
                  <a:pt x="1274675" y="38958"/>
                  <a:pt x="1276736" y="37860"/>
                </a:cubicBezTo>
                <a:cubicBezTo>
                  <a:pt x="1278797" y="36761"/>
                  <a:pt x="1280911" y="35931"/>
                  <a:pt x="1283079" y="35369"/>
                </a:cubicBezTo>
                <a:cubicBezTo>
                  <a:pt x="1285246" y="34805"/>
                  <a:pt x="1287535" y="34523"/>
                  <a:pt x="1289943" y="34523"/>
                </a:cubicBezTo>
                <a:cubicBezTo>
                  <a:pt x="1295189" y="34523"/>
                  <a:pt x="1299658" y="35541"/>
                  <a:pt x="1303351" y="37577"/>
                </a:cubicBezTo>
                <a:cubicBezTo>
                  <a:pt x="1307044" y="39612"/>
                  <a:pt x="1310055" y="42399"/>
                  <a:pt x="1312383" y="45937"/>
                </a:cubicBezTo>
                <a:cubicBezTo>
                  <a:pt x="1314712" y="49473"/>
                  <a:pt x="1316411" y="53585"/>
                  <a:pt x="1317482" y="58273"/>
                </a:cubicBezTo>
                <a:cubicBezTo>
                  <a:pt x="1318552" y="62960"/>
                  <a:pt x="1319087" y="67929"/>
                  <a:pt x="1319087" y="73182"/>
                </a:cubicBezTo>
                <a:moveTo>
                  <a:pt x="1305117" y="74707"/>
                </a:moveTo>
                <a:cubicBezTo>
                  <a:pt x="1305117" y="71009"/>
                  <a:pt x="1304836" y="67431"/>
                  <a:pt x="1304274" y="63974"/>
                </a:cubicBezTo>
                <a:cubicBezTo>
                  <a:pt x="1303712" y="60516"/>
                  <a:pt x="1302749" y="57448"/>
                  <a:pt x="1301384" y="54768"/>
                </a:cubicBezTo>
                <a:cubicBezTo>
                  <a:pt x="1300019" y="52089"/>
                  <a:pt x="1298186" y="49945"/>
                  <a:pt x="1295884" y="48338"/>
                </a:cubicBezTo>
                <a:cubicBezTo>
                  <a:pt x="1293583" y="46729"/>
                  <a:pt x="1290719" y="45924"/>
                  <a:pt x="1287294" y="45924"/>
                </a:cubicBezTo>
                <a:cubicBezTo>
                  <a:pt x="1285581" y="45924"/>
                  <a:pt x="1283895" y="46179"/>
                  <a:pt x="1282236" y="46689"/>
                </a:cubicBezTo>
                <a:cubicBezTo>
                  <a:pt x="1280576" y="47198"/>
                  <a:pt x="1278890" y="48002"/>
                  <a:pt x="1277178" y="49100"/>
                </a:cubicBezTo>
                <a:cubicBezTo>
                  <a:pt x="1275465" y="50199"/>
                  <a:pt x="1273672" y="51647"/>
                  <a:pt x="1271798" y="53443"/>
                </a:cubicBezTo>
                <a:cubicBezTo>
                  <a:pt x="1269925" y="55240"/>
                  <a:pt x="1267945" y="57452"/>
                  <a:pt x="1265857" y="60080"/>
                </a:cubicBezTo>
                <a:lnTo>
                  <a:pt x="1265857" y="88853"/>
                </a:lnTo>
                <a:cubicBezTo>
                  <a:pt x="1269497" y="93303"/>
                  <a:pt x="1272949" y="96709"/>
                  <a:pt x="1276214" y="99069"/>
                </a:cubicBezTo>
                <a:cubicBezTo>
                  <a:pt x="1279479" y="101427"/>
                  <a:pt x="1282905" y="102607"/>
                  <a:pt x="1286491" y="102607"/>
                </a:cubicBezTo>
                <a:cubicBezTo>
                  <a:pt x="1289809" y="102607"/>
                  <a:pt x="1292660" y="101803"/>
                  <a:pt x="1295041" y="100196"/>
                </a:cubicBezTo>
                <a:cubicBezTo>
                  <a:pt x="1297423" y="98586"/>
                  <a:pt x="1299350" y="96442"/>
                  <a:pt x="1300822" y="93763"/>
                </a:cubicBezTo>
                <a:cubicBezTo>
                  <a:pt x="1302294" y="91083"/>
                  <a:pt x="1303378" y="88081"/>
                  <a:pt x="1304074" y="84758"/>
                </a:cubicBezTo>
                <a:cubicBezTo>
                  <a:pt x="1304770" y="81434"/>
                  <a:pt x="1305117" y="78084"/>
                  <a:pt x="1305117" y="74707"/>
                </a:cubicBezTo>
                <a:close/>
                <a:moveTo>
                  <a:pt x="1404261" y="73182"/>
                </a:moveTo>
                <a:cubicBezTo>
                  <a:pt x="1404261" y="79502"/>
                  <a:pt x="1403579" y="85181"/>
                  <a:pt x="1402214" y="90217"/>
                </a:cubicBezTo>
                <a:cubicBezTo>
                  <a:pt x="1400849" y="95254"/>
                  <a:pt x="1398842" y="99527"/>
                  <a:pt x="1396192" y="103038"/>
                </a:cubicBezTo>
                <a:cubicBezTo>
                  <a:pt x="1393543" y="106547"/>
                  <a:pt x="1390264" y="109253"/>
                  <a:pt x="1386357" y="111155"/>
                </a:cubicBezTo>
                <a:cubicBezTo>
                  <a:pt x="1382450" y="113057"/>
                  <a:pt x="1377980" y="114007"/>
                  <a:pt x="1372949" y="114007"/>
                </a:cubicBezTo>
                <a:cubicBezTo>
                  <a:pt x="1370808" y="114007"/>
                  <a:pt x="1368828" y="113793"/>
                  <a:pt x="1367008" y="113365"/>
                </a:cubicBezTo>
                <a:cubicBezTo>
                  <a:pt x="1365188" y="112937"/>
                  <a:pt x="1363408" y="112268"/>
                  <a:pt x="1361669" y="111358"/>
                </a:cubicBezTo>
                <a:cubicBezTo>
                  <a:pt x="1359929" y="110446"/>
                  <a:pt x="1358203" y="109294"/>
                  <a:pt x="1356490" y="107901"/>
                </a:cubicBezTo>
                <a:cubicBezTo>
                  <a:pt x="1354778" y="106507"/>
                  <a:pt x="1352958" y="104873"/>
                  <a:pt x="1351031" y="102998"/>
                </a:cubicBezTo>
                <a:lnTo>
                  <a:pt x="1351031" y="139062"/>
                </a:lnTo>
                <a:cubicBezTo>
                  <a:pt x="1351031" y="139489"/>
                  <a:pt x="1350924" y="139862"/>
                  <a:pt x="1350710" y="140183"/>
                </a:cubicBezTo>
                <a:cubicBezTo>
                  <a:pt x="1350496" y="140505"/>
                  <a:pt x="1350148" y="140771"/>
                  <a:pt x="1349666" y="140984"/>
                </a:cubicBezTo>
                <a:cubicBezTo>
                  <a:pt x="1349184" y="141198"/>
                  <a:pt x="1348515" y="141359"/>
                  <a:pt x="1347659" y="141466"/>
                </a:cubicBezTo>
                <a:cubicBezTo>
                  <a:pt x="1346802" y="141573"/>
                  <a:pt x="1345705" y="141626"/>
                  <a:pt x="1344367" y="141626"/>
                </a:cubicBezTo>
                <a:cubicBezTo>
                  <a:pt x="1343082" y="141626"/>
                  <a:pt x="1342012" y="141573"/>
                  <a:pt x="1341155" y="141466"/>
                </a:cubicBezTo>
                <a:cubicBezTo>
                  <a:pt x="1340299" y="141359"/>
                  <a:pt x="1339617" y="141198"/>
                  <a:pt x="1339108" y="140984"/>
                </a:cubicBezTo>
                <a:cubicBezTo>
                  <a:pt x="1338600" y="140770"/>
                  <a:pt x="1338252" y="140502"/>
                  <a:pt x="1338064" y="140181"/>
                </a:cubicBezTo>
                <a:cubicBezTo>
                  <a:pt x="1337877" y="139860"/>
                  <a:pt x="1337783" y="139485"/>
                  <a:pt x="1337783" y="139057"/>
                </a:cubicBezTo>
                <a:lnTo>
                  <a:pt x="1337783" y="38136"/>
                </a:lnTo>
                <a:cubicBezTo>
                  <a:pt x="1337783" y="37655"/>
                  <a:pt x="1337864" y="37267"/>
                  <a:pt x="1338024" y="36972"/>
                </a:cubicBezTo>
                <a:cubicBezTo>
                  <a:pt x="1338185" y="36678"/>
                  <a:pt x="1338506" y="36424"/>
                  <a:pt x="1338988" y="36209"/>
                </a:cubicBezTo>
                <a:cubicBezTo>
                  <a:pt x="1339469" y="35995"/>
                  <a:pt x="1340085" y="35848"/>
                  <a:pt x="1340834" y="35768"/>
                </a:cubicBezTo>
                <a:cubicBezTo>
                  <a:pt x="1341584" y="35688"/>
                  <a:pt x="1342494" y="35647"/>
                  <a:pt x="1343564" y="35647"/>
                </a:cubicBezTo>
                <a:cubicBezTo>
                  <a:pt x="1344688" y="35647"/>
                  <a:pt x="1345611" y="35688"/>
                  <a:pt x="1346334" y="35768"/>
                </a:cubicBezTo>
                <a:cubicBezTo>
                  <a:pt x="1347057" y="35848"/>
                  <a:pt x="1347659" y="35995"/>
                  <a:pt x="1348140" y="36209"/>
                </a:cubicBezTo>
                <a:cubicBezTo>
                  <a:pt x="1348622" y="36424"/>
                  <a:pt x="1348957" y="36679"/>
                  <a:pt x="1349144" y="36975"/>
                </a:cubicBezTo>
                <a:cubicBezTo>
                  <a:pt x="1349331" y="37269"/>
                  <a:pt x="1349425" y="37657"/>
                  <a:pt x="1349425" y="38139"/>
                </a:cubicBezTo>
                <a:lnTo>
                  <a:pt x="1349425" y="47864"/>
                </a:lnTo>
                <a:cubicBezTo>
                  <a:pt x="1351620" y="45614"/>
                  <a:pt x="1353734" y="43659"/>
                  <a:pt x="1355768" y="41998"/>
                </a:cubicBezTo>
                <a:cubicBezTo>
                  <a:pt x="1357802" y="40337"/>
                  <a:pt x="1359849" y="38958"/>
                  <a:pt x="1361910" y="37860"/>
                </a:cubicBezTo>
                <a:cubicBezTo>
                  <a:pt x="1363970" y="36761"/>
                  <a:pt x="1366085" y="35931"/>
                  <a:pt x="1368252" y="35369"/>
                </a:cubicBezTo>
                <a:cubicBezTo>
                  <a:pt x="1370420" y="34805"/>
                  <a:pt x="1372708" y="34523"/>
                  <a:pt x="1375117" y="34523"/>
                </a:cubicBezTo>
                <a:cubicBezTo>
                  <a:pt x="1380362" y="34523"/>
                  <a:pt x="1384832" y="35541"/>
                  <a:pt x="1388525" y="37577"/>
                </a:cubicBezTo>
                <a:cubicBezTo>
                  <a:pt x="1392218" y="39612"/>
                  <a:pt x="1395229" y="42399"/>
                  <a:pt x="1397557" y="45937"/>
                </a:cubicBezTo>
                <a:cubicBezTo>
                  <a:pt x="1399885" y="49473"/>
                  <a:pt x="1401585" y="53585"/>
                  <a:pt x="1402655" y="58273"/>
                </a:cubicBezTo>
                <a:cubicBezTo>
                  <a:pt x="1403726" y="62960"/>
                  <a:pt x="1404261" y="67929"/>
                  <a:pt x="1404261" y="73182"/>
                </a:cubicBezTo>
                <a:moveTo>
                  <a:pt x="1390291" y="74707"/>
                </a:moveTo>
                <a:cubicBezTo>
                  <a:pt x="1390291" y="71009"/>
                  <a:pt x="1390010" y="67431"/>
                  <a:pt x="1389448" y="63974"/>
                </a:cubicBezTo>
                <a:cubicBezTo>
                  <a:pt x="1388886" y="60516"/>
                  <a:pt x="1387923" y="57448"/>
                  <a:pt x="1386558" y="54768"/>
                </a:cubicBezTo>
                <a:cubicBezTo>
                  <a:pt x="1385193" y="52089"/>
                  <a:pt x="1383360" y="49945"/>
                  <a:pt x="1381058" y="48338"/>
                </a:cubicBezTo>
                <a:cubicBezTo>
                  <a:pt x="1378757" y="46729"/>
                  <a:pt x="1375893" y="45924"/>
                  <a:pt x="1372467" y="45924"/>
                </a:cubicBezTo>
                <a:cubicBezTo>
                  <a:pt x="1370755" y="45924"/>
                  <a:pt x="1369069" y="46179"/>
                  <a:pt x="1367409" y="46689"/>
                </a:cubicBezTo>
                <a:cubicBezTo>
                  <a:pt x="1365750" y="47198"/>
                  <a:pt x="1364064" y="48002"/>
                  <a:pt x="1362351" y="49100"/>
                </a:cubicBezTo>
                <a:cubicBezTo>
                  <a:pt x="1360638" y="50199"/>
                  <a:pt x="1358845" y="51647"/>
                  <a:pt x="1356972" y="53443"/>
                </a:cubicBezTo>
                <a:cubicBezTo>
                  <a:pt x="1355099" y="55240"/>
                  <a:pt x="1353118" y="57452"/>
                  <a:pt x="1351031" y="60080"/>
                </a:cubicBezTo>
                <a:lnTo>
                  <a:pt x="1351031" y="88853"/>
                </a:lnTo>
                <a:cubicBezTo>
                  <a:pt x="1354670" y="93303"/>
                  <a:pt x="1358123" y="96709"/>
                  <a:pt x="1361388" y="99069"/>
                </a:cubicBezTo>
                <a:cubicBezTo>
                  <a:pt x="1364653" y="101427"/>
                  <a:pt x="1368078" y="102607"/>
                  <a:pt x="1371665" y="102607"/>
                </a:cubicBezTo>
                <a:cubicBezTo>
                  <a:pt x="1374983" y="102607"/>
                  <a:pt x="1377833" y="101803"/>
                  <a:pt x="1380215" y="100196"/>
                </a:cubicBezTo>
                <a:cubicBezTo>
                  <a:pt x="1382597" y="98586"/>
                  <a:pt x="1384524" y="96442"/>
                  <a:pt x="1385996" y="93763"/>
                </a:cubicBezTo>
                <a:cubicBezTo>
                  <a:pt x="1387468" y="91083"/>
                  <a:pt x="1388552" y="88081"/>
                  <a:pt x="1389247" y="84758"/>
                </a:cubicBezTo>
                <a:cubicBezTo>
                  <a:pt x="1389943" y="81434"/>
                  <a:pt x="1390291" y="78084"/>
                  <a:pt x="1390291" y="74707"/>
                </a:cubicBezTo>
                <a:close/>
                <a:moveTo>
                  <a:pt x="1490157" y="73503"/>
                </a:moveTo>
                <a:cubicBezTo>
                  <a:pt x="1490157" y="79395"/>
                  <a:pt x="1489381" y="84820"/>
                  <a:pt x="1487829" y="89776"/>
                </a:cubicBezTo>
                <a:cubicBezTo>
                  <a:pt x="1486277" y="94732"/>
                  <a:pt x="1483962" y="99005"/>
                  <a:pt x="1480884" y="102597"/>
                </a:cubicBezTo>
                <a:cubicBezTo>
                  <a:pt x="1477806" y="106186"/>
                  <a:pt x="1473953" y="108985"/>
                  <a:pt x="1469323" y="110994"/>
                </a:cubicBezTo>
                <a:cubicBezTo>
                  <a:pt x="1464693" y="113003"/>
                  <a:pt x="1459327" y="114007"/>
                  <a:pt x="1453225" y="114007"/>
                </a:cubicBezTo>
                <a:cubicBezTo>
                  <a:pt x="1447284" y="114007"/>
                  <a:pt x="1442105" y="113123"/>
                  <a:pt x="1437690" y="111355"/>
                </a:cubicBezTo>
                <a:cubicBezTo>
                  <a:pt x="1433274" y="109587"/>
                  <a:pt x="1429594" y="107016"/>
                  <a:pt x="1426650" y="103640"/>
                </a:cubicBezTo>
                <a:cubicBezTo>
                  <a:pt x="1423706" y="100265"/>
                  <a:pt x="1421512" y="96166"/>
                  <a:pt x="1420067" y="91344"/>
                </a:cubicBezTo>
                <a:cubicBezTo>
                  <a:pt x="1418621" y="86522"/>
                  <a:pt x="1417899" y="81056"/>
                  <a:pt x="1417899" y="74948"/>
                </a:cubicBezTo>
                <a:cubicBezTo>
                  <a:pt x="1417899" y="69055"/>
                  <a:pt x="1418662" y="63631"/>
                  <a:pt x="1420187" y="58675"/>
                </a:cubicBezTo>
                <a:cubicBezTo>
                  <a:pt x="1421713" y="53719"/>
                  <a:pt x="1424014" y="49446"/>
                  <a:pt x="1427092" y="45856"/>
                </a:cubicBezTo>
                <a:cubicBezTo>
                  <a:pt x="1430169" y="42265"/>
                  <a:pt x="1434010" y="39479"/>
                  <a:pt x="1438613" y="37497"/>
                </a:cubicBezTo>
                <a:cubicBezTo>
                  <a:pt x="1443216" y="35514"/>
                  <a:pt x="1448595" y="34523"/>
                  <a:pt x="1454751" y="34523"/>
                </a:cubicBezTo>
                <a:cubicBezTo>
                  <a:pt x="1460692" y="34523"/>
                  <a:pt x="1465870" y="35407"/>
                  <a:pt x="1470286" y="37175"/>
                </a:cubicBezTo>
                <a:cubicBezTo>
                  <a:pt x="1474702" y="38943"/>
                  <a:pt x="1478382" y="41515"/>
                  <a:pt x="1481326" y="44890"/>
                </a:cubicBezTo>
                <a:cubicBezTo>
                  <a:pt x="1484269" y="48266"/>
                  <a:pt x="1486477" y="52365"/>
                  <a:pt x="1487949" y="57187"/>
                </a:cubicBezTo>
                <a:cubicBezTo>
                  <a:pt x="1489421" y="62009"/>
                  <a:pt x="1490157" y="67448"/>
                  <a:pt x="1490157" y="73503"/>
                </a:cubicBezTo>
                <a:moveTo>
                  <a:pt x="1476187" y="74386"/>
                </a:moveTo>
                <a:cubicBezTo>
                  <a:pt x="1476187" y="70474"/>
                  <a:pt x="1475826" y="66775"/>
                  <a:pt x="1475103" y="63291"/>
                </a:cubicBezTo>
                <a:cubicBezTo>
                  <a:pt x="1474381" y="59807"/>
                  <a:pt x="1473190" y="56752"/>
                  <a:pt x="1471531" y="54126"/>
                </a:cubicBezTo>
                <a:cubicBezTo>
                  <a:pt x="1469871" y="51500"/>
                  <a:pt x="1467623" y="49423"/>
                  <a:pt x="1464786" y="47896"/>
                </a:cubicBezTo>
                <a:cubicBezTo>
                  <a:pt x="1461950" y="46367"/>
                  <a:pt x="1458417" y="45603"/>
                  <a:pt x="1454189" y="45603"/>
                </a:cubicBezTo>
                <a:cubicBezTo>
                  <a:pt x="1450281" y="45603"/>
                  <a:pt x="1446923" y="46300"/>
                  <a:pt x="1444113" y="47693"/>
                </a:cubicBezTo>
                <a:cubicBezTo>
                  <a:pt x="1441303" y="49086"/>
                  <a:pt x="1438988" y="51057"/>
                  <a:pt x="1437168" y="53604"/>
                </a:cubicBezTo>
                <a:cubicBezTo>
                  <a:pt x="1435348" y="56150"/>
                  <a:pt x="1433996" y="59165"/>
                  <a:pt x="1433113" y="62649"/>
                </a:cubicBezTo>
                <a:cubicBezTo>
                  <a:pt x="1432230" y="66131"/>
                  <a:pt x="1431789" y="69937"/>
                  <a:pt x="1431789" y="74065"/>
                </a:cubicBezTo>
                <a:cubicBezTo>
                  <a:pt x="1431789" y="78031"/>
                  <a:pt x="1432150" y="81756"/>
                  <a:pt x="1432872" y="85240"/>
                </a:cubicBezTo>
                <a:cubicBezTo>
                  <a:pt x="1433595" y="88724"/>
                  <a:pt x="1434799" y="91765"/>
                  <a:pt x="1436485" y="94365"/>
                </a:cubicBezTo>
                <a:cubicBezTo>
                  <a:pt x="1438171" y="96964"/>
                  <a:pt x="1440433" y="99028"/>
                  <a:pt x="1443270" y="100557"/>
                </a:cubicBezTo>
                <a:cubicBezTo>
                  <a:pt x="1446106" y="102084"/>
                  <a:pt x="1449639" y="102848"/>
                  <a:pt x="1453867" y="102848"/>
                </a:cubicBezTo>
                <a:cubicBezTo>
                  <a:pt x="1457721" y="102848"/>
                  <a:pt x="1461066" y="102151"/>
                  <a:pt x="1463903" y="100758"/>
                </a:cubicBezTo>
                <a:cubicBezTo>
                  <a:pt x="1466740" y="99364"/>
                  <a:pt x="1469068" y="97408"/>
                  <a:pt x="1470888" y="94889"/>
                </a:cubicBezTo>
                <a:cubicBezTo>
                  <a:pt x="1472708" y="92368"/>
                  <a:pt x="1474046" y="89367"/>
                  <a:pt x="1474903" y="85884"/>
                </a:cubicBezTo>
                <a:cubicBezTo>
                  <a:pt x="1475759" y="82400"/>
                  <a:pt x="1476187" y="78567"/>
                  <a:pt x="1476187" y="74386"/>
                </a:cubicBezTo>
                <a:close/>
                <a:moveTo>
                  <a:pt x="1550361" y="42873"/>
                </a:moveTo>
                <a:cubicBezTo>
                  <a:pt x="1550361" y="44051"/>
                  <a:pt x="1550335" y="45041"/>
                  <a:pt x="1550281" y="45844"/>
                </a:cubicBezTo>
                <a:cubicBezTo>
                  <a:pt x="1550228" y="46647"/>
                  <a:pt x="1550121" y="47276"/>
                  <a:pt x="1549960" y="47731"/>
                </a:cubicBezTo>
                <a:cubicBezTo>
                  <a:pt x="1549799" y="48186"/>
                  <a:pt x="1549599" y="48533"/>
                  <a:pt x="1549358" y="48774"/>
                </a:cubicBezTo>
                <a:cubicBezTo>
                  <a:pt x="1549117" y="49015"/>
                  <a:pt x="1548782" y="49136"/>
                  <a:pt x="1548354" y="49136"/>
                </a:cubicBezTo>
                <a:cubicBezTo>
                  <a:pt x="1547926" y="49136"/>
                  <a:pt x="1547404" y="49015"/>
                  <a:pt x="1546789" y="48774"/>
                </a:cubicBezTo>
                <a:cubicBezTo>
                  <a:pt x="1546173" y="48533"/>
                  <a:pt x="1545477" y="48293"/>
                  <a:pt x="1544701" y="48052"/>
                </a:cubicBezTo>
                <a:cubicBezTo>
                  <a:pt x="1543925" y="47811"/>
                  <a:pt x="1543055" y="47583"/>
                  <a:pt x="1542092" y="47369"/>
                </a:cubicBezTo>
                <a:cubicBezTo>
                  <a:pt x="1541128" y="47155"/>
                  <a:pt x="1540085" y="47048"/>
                  <a:pt x="1538961" y="47048"/>
                </a:cubicBezTo>
                <a:cubicBezTo>
                  <a:pt x="1537623" y="47048"/>
                  <a:pt x="1536311" y="47316"/>
                  <a:pt x="1535027" y="47851"/>
                </a:cubicBezTo>
                <a:cubicBezTo>
                  <a:pt x="1533742" y="48386"/>
                  <a:pt x="1532390" y="49269"/>
                  <a:pt x="1530972" y="50500"/>
                </a:cubicBezTo>
                <a:cubicBezTo>
                  <a:pt x="1529554" y="51732"/>
                  <a:pt x="1528068" y="53364"/>
                  <a:pt x="1526516" y="55398"/>
                </a:cubicBezTo>
                <a:cubicBezTo>
                  <a:pt x="1524964" y="57432"/>
                  <a:pt x="1523251" y="59921"/>
                  <a:pt x="1521378" y="62865"/>
                </a:cubicBezTo>
                <a:lnTo>
                  <a:pt x="1521378" y="110395"/>
                </a:lnTo>
                <a:cubicBezTo>
                  <a:pt x="1521378" y="110823"/>
                  <a:pt x="1521271" y="111184"/>
                  <a:pt x="1521057" y="111478"/>
                </a:cubicBezTo>
                <a:cubicBezTo>
                  <a:pt x="1520843" y="111773"/>
                  <a:pt x="1520495" y="112027"/>
                  <a:pt x="1520013" y="112241"/>
                </a:cubicBezTo>
                <a:cubicBezTo>
                  <a:pt x="1519531" y="112455"/>
                  <a:pt x="1518862" y="112616"/>
                  <a:pt x="1518006" y="112723"/>
                </a:cubicBezTo>
                <a:cubicBezTo>
                  <a:pt x="1517149" y="112830"/>
                  <a:pt x="1516052" y="112883"/>
                  <a:pt x="1514714" y="112883"/>
                </a:cubicBezTo>
                <a:cubicBezTo>
                  <a:pt x="1513429" y="112883"/>
                  <a:pt x="1512359" y="112830"/>
                  <a:pt x="1511502" y="112723"/>
                </a:cubicBezTo>
                <a:cubicBezTo>
                  <a:pt x="1510646" y="112616"/>
                  <a:pt x="1509964" y="112455"/>
                  <a:pt x="1509455" y="112241"/>
                </a:cubicBezTo>
                <a:cubicBezTo>
                  <a:pt x="1508947" y="112027"/>
                  <a:pt x="1508599" y="111773"/>
                  <a:pt x="1508411" y="111478"/>
                </a:cubicBezTo>
                <a:cubicBezTo>
                  <a:pt x="1508224" y="111184"/>
                  <a:pt x="1508130" y="110823"/>
                  <a:pt x="1508130" y="110395"/>
                </a:cubicBezTo>
                <a:lnTo>
                  <a:pt x="1508130" y="38136"/>
                </a:lnTo>
                <a:cubicBezTo>
                  <a:pt x="1508130" y="37708"/>
                  <a:pt x="1508211" y="37347"/>
                  <a:pt x="1508371" y="37052"/>
                </a:cubicBezTo>
                <a:cubicBezTo>
                  <a:pt x="1508532" y="36758"/>
                  <a:pt x="1508853" y="36490"/>
                  <a:pt x="1509335" y="36250"/>
                </a:cubicBezTo>
                <a:cubicBezTo>
                  <a:pt x="1509816" y="36009"/>
                  <a:pt x="1510432" y="35848"/>
                  <a:pt x="1511181" y="35768"/>
                </a:cubicBezTo>
                <a:cubicBezTo>
                  <a:pt x="1511931" y="35688"/>
                  <a:pt x="1512921" y="35647"/>
                  <a:pt x="1514152" y="35647"/>
                </a:cubicBezTo>
                <a:cubicBezTo>
                  <a:pt x="1515330" y="35647"/>
                  <a:pt x="1516306" y="35688"/>
                  <a:pt x="1517082" y="35768"/>
                </a:cubicBezTo>
                <a:cubicBezTo>
                  <a:pt x="1517859" y="35848"/>
                  <a:pt x="1518461" y="36009"/>
                  <a:pt x="1518889" y="36250"/>
                </a:cubicBezTo>
                <a:cubicBezTo>
                  <a:pt x="1519317" y="36490"/>
                  <a:pt x="1519625" y="36758"/>
                  <a:pt x="1519812" y="37052"/>
                </a:cubicBezTo>
                <a:cubicBezTo>
                  <a:pt x="1520000" y="37347"/>
                  <a:pt x="1520093" y="37708"/>
                  <a:pt x="1520093" y="38136"/>
                </a:cubicBezTo>
                <a:lnTo>
                  <a:pt x="1520093" y="48654"/>
                </a:lnTo>
                <a:cubicBezTo>
                  <a:pt x="1522074" y="45764"/>
                  <a:pt x="1523934" y="43408"/>
                  <a:pt x="1525673" y="41589"/>
                </a:cubicBezTo>
                <a:cubicBezTo>
                  <a:pt x="1527413" y="39769"/>
                  <a:pt x="1529059" y="38337"/>
                  <a:pt x="1530611" y="37293"/>
                </a:cubicBezTo>
                <a:cubicBezTo>
                  <a:pt x="1532163" y="36250"/>
                  <a:pt x="1533702" y="35527"/>
                  <a:pt x="1535227" y="35126"/>
                </a:cubicBezTo>
                <a:cubicBezTo>
                  <a:pt x="1536753" y="34724"/>
                  <a:pt x="1538292" y="34523"/>
                  <a:pt x="1539844" y="34523"/>
                </a:cubicBezTo>
                <a:cubicBezTo>
                  <a:pt x="1540540" y="34523"/>
                  <a:pt x="1541329" y="34564"/>
                  <a:pt x="1542212" y="34644"/>
                </a:cubicBezTo>
                <a:cubicBezTo>
                  <a:pt x="1543095" y="34724"/>
                  <a:pt x="1544019" y="34871"/>
                  <a:pt x="1544982" y="35085"/>
                </a:cubicBezTo>
                <a:cubicBezTo>
                  <a:pt x="1545946" y="35299"/>
                  <a:pt x="1546815" y="35540"/>
                  <a:pt x="1547591" y="35808"/>
                </a:cubicBezTo>
                <a:cubicBezTo>
                  <a:pt x="1548368" y="36076"/>
                  <a:pt x="1548916" y="36343"/>
                  <a:pt x="1549237" y="36611"/>
                </a:cubicBezTo>
                <a:cubicBezTo>
                  <a:pt x="1549558" y="36878"/>
                  <a:pt x="1549773" y="37133"/>
                  <a:pt x="1549880" y="37374"/>
                </a:cubicBezTo>
                <a:cubicBezTo>
                  <a:pt x="1549987" y="37614"/>
                  <a:pt x="1550080" y="37922"/>
                  <a:pt x="1550161" y="38297"/>
                </a:cubicBezTo>
                <a:cubicBezTo>
                  <a:pt x="1550241" y="38672"/>
                  <a:pt x="1550294" y="39220"/>
                  <a:pt x="1550321" y="39943"/>
                </a:cubicBezTo>
                <a:cubicBezTo>
                  <a:pt x="1550348" y="40665"/>
                  <a:pt x="1550361" y="41642"/>
                  <a:pt x="1550361" y="42873"/>
                </a:cubicBezTo>
                <a:close/>
                <a:moveTo>
                  <a:pt x="1600459" y="105176"/>
                </a:moveTo>
                <a:cubicBezTo>
                  <a:pt x="1600459" y="106728"/>
                  <a:pt x="1600352" y="107959"/>
                  <a:pt x="1600138" y="108869"/>
                </a:cubicBezTo>
                <a:cubicBezTo>
                  <a:pt x="1599924" y="109779"/>
                  <a:pt x="1599603" y="110448"/>
                  <a:pt x="1599174" y="110876"/>
                </a:cubicBezTo>
                <a:cubicBezTo>
                  <a:pt x="1598746" y="111304"/>
                  <a:pt x="1598104" y="111706"/>
                  <a:pt x="1597248" y="112081"/>
                </a:cubicBezTo>
                <a:cubicBezTo>
                  <a:pt x="1596391" y="112455"/>
                  <a:pt x="1595414" y="112763"/>
                  <a:pt x="1594317" y="113004"/>
                </a:cubicBezTo>
                <a:cubicBezTo>
                  <a:pt x="1593220" y="113245"/>
                  <a:pt x="1592056" y="113445"/>
                  <a:pt x="1590825" y="113606"/>
                </a:cubicBezTo>
                <a:cubicBezTo>
                  <a:pt x="1589593" y="113767"/>
                  <a:pt x="1588362" y="113847"/>
                  <a:pt x="1587131" y="113847"/>
                </a:cubicBezTo>
                <a:cubicBezTo>
                  <a:pt x="1583385" y="113847"/>
                  <a:pt x="1580173" y="113351"/>
                  <a:pt x="1577497" y="112359"/>
                </a:cubicBezTo>
                <a:cubicBezTo>
                  <a:pt x="1574821" y="111366"/>
                  <a:pt x="1572626" y="109863"/>
                  <a:pt x="1570913" y="107850"/>
                </a:cubicBezTo>
                <a:cubicBezTo>
                  <a:pt x="1569201" y="105838"/>
                  <a:pt x="1567956" y="103290"/>
                  <a:pt x="1567180" y="100206"/>
                </a:cubicBezTo>
                <a:cubicBezTo>
                  <a:pt x="1566404" y="97121"/>
                  <a:pt x="1566016" y="93487"/>
                  <a:pt x="1566016" y="89302"/>
                </a:cubicBezTo>
                <a:lnTo>
                  <a:pt x="1566016" y="46968"/>
                </a:lnTo>
                <a:lnTo>
                  <a:pt x="1555900" y="46968"/>
                </a:lnTo>
                <a:cubicBezTo>
                  <a:pt x="1555097" y="46968"/>
                  <a:pt x="1554455" y="46540"/>
                  <a:pt x="1553973" y="45683"/>
                </a:cubicBezTo>
                <a:cubicBezTo>
                  <a:pt x="1553491" y="44827"/>
                  <a:pt x="1553250" y="43435"/>
                  <a:pt x="1553250" y="41508"/>
                </a:cubicBezTo>
                <a:cubicBezTo>
                  <a:pt x="1553250" y="40491"/>
                  <a:pt x="1553317" y="39635"/>
                  <a:pt x="1553451" y="38939"/>
                </a:cubicBezTo>
                <a:cubicBezTo>
                  <a:pt x="1553585" y="38243"/>
                  <a:pt x="1553759" y="37668"/>
                  <a:pt x="1553973" y="37213"/>
                </a:cubicBezTo>
                <a:cubicBezTo>
                  <a:pt x="1554187" y="36758"/>
                  <a:pt x="1554468" y="36437"/>
                  <a:pt x="1554816" y="36250"/>
                </a:cubicBezTo>
                <a:cubicBezTo>
                  <a:pt x="1555164" y="36062"/>
                  <a:pt x="1555552" y="35969"/>
                  <a:pt x="1555980" y="35969"/>
                </a:cubicBezTo>
                <a:lnTo>
                  <a:pt x="1566016" y="35969"/>
                </a:lnTo>
                <a:lnTo>
                  <a:pt x="1566016" y="18787"/>
                </a:lnTo>
                <a:cubicBezTo>
                  <a:pt x="1566016" y="18412"/>
                  <a:pt x="1566110" y="18065"/>
                  <a:pt x="1566297" y="17743"/>
                </a:cubicBezTo>
                <a:cubicBezTo>
                  <a:pt x="1566484" y="17422"/>
                  <a:pt x="1566832" y="17141"/>
                  <a:pt x="1567341" y="16900"/>
                </a:cubicBezTo>
                <a:cubicBezTo>
                  <a:pt x="1567849" y="16660"/>
                  <a:pt x="1568532" y="16486"/>
                  <a:pt x="1569388" y="16379"/>
                </a:cubicBezTo>
                <a:cubicBezTo>
                  <a:pt x="1570244" y="16271"/>
                  <a:pt x="1571315" y="16218"/>
                  <a:pt x="1572599" y="16218"/>
                </a:cubicBezTo>
                <a:cubicBezTo>
                  <a:pt x="1573938" y="16218"/>
                  <a:pt x="1575035" y="16271"/>
                  <a:pt x="1575891" y="16379"/>
                </a:cubicBezTo>
                <a:cubicBezTo>
                  <a:pt x="1576748" y="16486"/>
                  <a:pt x="1577417" y="16660"/>
                  <a:pt x="1577898" y="16900"/>
                </a:cubicBezTo>
                <a:cubicBezTo>
                  <a:pt x="1578380" y="17141"/>
                  <a:pt x="1578728" y="17422"/>
                  <a:pt x="1578942" y="17743"/>
                </a:cubicBezTo>
                <a:cubicBezTo>
                  <a:pt x="1579156" y="18065"/>
                  <a:pt x="1579263" y="18412"/>
                  <a:pt x="1579263" y="18787"/>
                </a:cubicBezTo>
                <a:lnTo>
                  <a:pt x="1579263" y="35969"/>
                </a:lnTo>
                <a:lnTo>
                  <a:pt x="1597810" y="35969"/>
                </a:lnTo>
                <a:cubicBezTo>
                  <a:pt x="1598238" y="35969"/>
                  <a:pt x="1598612" y="36062"/>
                  <a:pt x="1598934" y="36250"/>
                </a:cubicBezTo>
                <a:cubicBezTo>
                  <a:pt x="1599255" y="36437"/>
                  <a:pt x="1599536" y="36758"/>
                  <a:pt x="1599777" y="37213"/>
                </a:cubicBezTo>
                <a:cubicBezTo>
                  <a:pt x="1600017" y="37668"/>
                  <a:pt x="1600191" y="38243"/>
                  <a:pt x="1600298" y="38939"/>
                </a:cubicBezTo>
                <a:cubicBezTo>
                  <a:pt x="1600405" y="39635"/>
                  <a:pt x="1600459" y="40491"/>
                  <a:pt x="1600459" y="41508"/>
                </a:cubicBezTo>
                <a:cubicBezTo>
                  <a:pt x="1600459" y="43435"/>
                  <a:pt x="1600218" y="44827"/>
                  <a:pt x="1599736" y="45683"/>
                </a:cubicBezTo>
                <a:cubicBezTo>
                  <a:pt x="1599255" y="46540"/>
                  <a:pt x="1598612" y="46968"/>
                  <a:pt x="1597810" y="46968"/>
                </a:cubicBezTo>
                <a:lnTo>
                  <a:pt x="1579263" y="46968"/>
                </a:lnTo>
                <a:lnTo>
                  <a:pt x="1579263" y="87390"/>
                </a:lnTo>
                <a:cubicBezTo>
                  <a:pt x="1579263" y="92381"/>
                  <a:pt x="1579999" y="96152"/>
                  <a:pt x="1581471" y="98703"/>
                </a:cubicBezTo>
                <a:cubicBezTo>
                  <a:pt x="1582943" y="101252"/>
                  <a:pt x="1585579" y="102526"/>
                  <a:pt x="1589379" y="102526"/>
                </a:cubicBezTo>
                <a:cubicBezTo>
                  <a:pt x="1590610" y="102526"/>
                  <a:pt x="1591708" y="102406"/>
                  <a:pt x="1592671" y="102165"/>
                </a:cubicBezTo>
                <a:cubicBezTo>
                  <a:pt x="1593635" y="101924"/>
                  <a:pt x="1594491" y="101670"/>
                  <a:pt x="1595240" y="101402"/>
                </a:cubicBezTo>
                <a:cubicBezTo>
                  <a:pt x="1595990" y="101135"/>
                  <a:pt x="1596632" y="100881"/>
                  <a:pt x="1597167" y="100640"/>
                </a:cubicBezTo>
                <a:cubicBezTo>
                  <a:pt x="1597702" y="100399"/>
                  <a:pt x="1598184" y="100278"/>
                  <a:pt x="1598612" y="100278"/>
                </a:cubicBezTo>
                <a:cubicBezTo>
                  <a:pt x="1598880" y="100278"/>
                  <a:pt x="1599134" y="100345"/>
                  <a:pt x="1599375" y="100479"/>
                </a:cubicBezTo>
                <a:cubicBezTo>
                  <a:pt x="1599616" y="100613"/>
                  <a:pt x="1599803" y="100867"/>
                  <a:pt x="1599937" y="101242"/>
                </a:cubicBezTo>
                <a:cubicBezTo>
                  <a:pt x="1600071" y="101616"/>
                  <a:pt x="1600191" y="102125"/>
                  <a:pt x="1600298" y="102767"/>
                </a:cubicBezTo>
                <a:cubicBezTo>
                  <a:pt x="1600405" y="103410"/>
                  <a:pt x="1600459" y="104212"/>
                  <a:pt x="1600459" y="105176"/>
                </a:cubicBezTo>
                <a:close/>
                <a:moveTo>
                  <a:pt x="1679628" y="71134"/>
                </a:moveTo>
                <a:cubicBezTo>
                  <a:pt x="1679628" y="73222"/>
                  <a:pt x="1679106" y="74707"/>
                  <a:pt x="1678063" y="75590"/>
                </a:cubicBezTo>
                <a:cubicBezTo>
                  <a:pt x="1677019" y="76473"/>
                  <a:pt x="1675828" y="76915"/>
                  <a:pt x="1674490" y="76915"/>
                </a:cubicBezTo>
                <a:lnTo>
                  <a:pt x="1627121" y="76915"/>
                </a:lnTo>
                <a:cubicBezTo>
                  <a:pt x="1627121" y="80941"/>
                  <a:pt x="1627522" y="84565"/>
                  <a:pt x="1628325" y="87786"/>
                </a:cubicBezTo>
                <a:cubicBezTo>
                  <a:pt x="1629128" y="91008"/>
                  <a:pt x="1630466" y="93773"/>
                  <a:pt x="1632339" y="96081"/>
                </a:cubicBezTo>
                <a:cubicBezTo>
                  <a:pt x="1634213" y="98389"/>
                  <a:pt x="1636648" y="100161"/>
                  <a:pt x="1639645" y="101397"/>
                </a:cubicBezTo>
                <a:cubicBezTo>
                  <a:pt x="1642643" y="102632"/>
                  <a:pt x="1646309" y="103249"/>
                  <a:pt x="1650645" y="103249"/>
                </a:cubicBezTo>
                <a:cubicBezTo>
                  <a:pt x="1654070" y="103249"/>
                  <a:pt x="1657121" y="102968"/>
                  <a:pt x="1659797" y="102406"/>
                </a:cubicBezTo>
                <a:cubicBezTo>
                  <a:pt x="1662474" y="101844"/>
                  <a:pt x="1664789" y="101215"/>
                  <a:pt x="1666742" y="100519"/>
                </a:cubicBezTo>
                <a:cubicBezTo>
                  <a:pt x="1668696" y="99823"/>
                  <a:pt x="1670302" y="99195"/>
                  <a:pt x="1671559" y="98632"/>
                </a:cubicBezTo>
                <a:cubicBezTo>
                  <a:pt x="1672817" y="98070"/>
                  <a:pt x="1673767" y="97789"/>
                  <a:pt x="1674410" y="97789"/>
                </a:cubicBezTo>
                <a:cubicBezTo>
                  <a:pt x="1674784" y="97789"/>
                  <a:pt x="1675119" y="97883"/>
                  <a:pt x="1675413" y="98070"/>
                </a:cubicBezTo>
                <a:cubicBezTo>
                  <a:pt x="1675708" y="98258"/>
                  <a:pt x="1675935" y="98539"/>
                  <a:pt x="1676096" y="98914"/>
                </a:cubicBezTo>
                <a:cubicBezTo>
                  <a:pt x="1676256" y="99288"/>
                  <a:pt x="1676377" y="99810"/>
                  <a:pt x="1676457" y="100479"/>
                </a:cubicBezTo>
                <a:cubicBezTo>
                  <a:pt x="1676537" y="101148"/>
                  <a:pt x="1676577" y="101964"/>
                  <a:pt x="1676577" y="102928"/>
                </a:cubicBezTo>
                <a:cubicBezTo>
                  <a:pt x="1676577" y="103624"/>
                  <a:pt x="1676551" y="104226"/>
                  <a:pt x="1676497" y="104734"/>
                </a:cubicBezTo>
                <a:cubicBezTo>
                  <a:pt x="1676444" y="105243"/>
                  <a:pt x="1676377" y="105698"/>
                  <a:pt x="1676296" y="106099"/>
                </a:cubicBezTo>
                <a:cubicBezTo>
                  <a:pt x="1676216" y="106501"/>
                  <a:pt x="1676082" y="106862"/>
                  <a:pt x="1675895" y="107183"/>
                </a:cubicBezTo>
                <a:cubicBezTo>
                  <a:pt x="1675708" y="107504"/>
                  <a:pt x="1675467" y="107812"/>
                  <a:pt x="1675172" y="108106"/>
                </a:cubicBezTo>
                <a:cubicBezTo>
                  <a:pt x="1674878" y="108401"/>
                  <a:pt x="1674008" y="108882"/>
                  <a:pt x="1672563" y="109552"/>
                </a:cubicBezTo>
                <a:cubicBezTo>
                  <a:pt x="1671118" y="110221"/>
                  <a:pt x="1669245" y="110876"/>
                  <a:pt x="1666943" y="111519"/>
                </a:cubicBezTo>
                <a:cubicBezTo>
                  <a:pt x="1664641" y="112161"/>
                  <a:pt x="1661979" y="112736"/>
                  <a:pt x="1658954" y="113245"/>
                </a:cubicBezTo>
                <a:cubicBezTo>
                  <a:pt x="1655930" y="113753"/>
                  <a:pt x="1652705" y="114007"/>
                  <a:pt x="1649280" y="114007"/>
                </a:cubicBezTo>
                <a:cubicBezTo>
                  <a:pt x="1643339" y="114007"/>
                  <a:pt x="1638133" y="113177"/>
                  <a:pt x="1633664" y="111516"/>
                </a:cubicBezTo>
                <a:cubicBezTo>
                  <a:pt x="1629195" y="109855"/>
                  <a:pt x="1625435" y="107390"/>
                  <a:pt x="1622384" y="104122"/>
                </a:cubicBezTo>
                <a:cubicBezTo>
                  <a:pt x="1619333" y="100854"/>
                  <a:pt x="1617031" y="96755"/>
                  <a:pt x="1615479" y="91826"/>
                </a:cubicBezTo>
                <a:cubicBezTo>
                  <a:pt x="1613927" y="86896"/>
                  <a:pt x="1613151" y="81163"/>
                  <a:pt x="1613151" y="74627"/>
                </a:cubicBezTo>
                <a:cubicBezTo>
                  <a:pt x="1613151" y="68411"/>
                  <a:pt x="1613954" y="62825"/>
                  <a:pt x="1615559" y="57869"/>
                </a:cubicBezTo>
                <a:cubicBezTo>
                  <a:pt x="1617165" y="52913"/>
                  <a:pt x="1619480" y="48707"/>
                  <a:pt x="1622504" y="45252"/>
                </a:cubicBezTo>
                <a:cubicBezTo>
                  <a:pt x="1625528" y="41796"/>
                  <a:pt x="1629181" y="39144"/>
                  <a:pt x="1633463" y="37296"/>
                </a:cubicBezTo>
                <a:cubicBezTo>
                  <a:pt x="1637745" y="35448"/>
                  <a:pt x="1642536" y="34523"/>
                  <a:pt x="1647835" y="34523"/>
                </a:cubicBezTo>
                <a:cubicBezTo>
                  <a:pt x="1653508" y="34523"/>
                  <a:pt x="1658339" y="35433"/>
                  <a:pt x="1662326" y="37253"/>
                </a:cubicBezTo>
                <a:cubicBezTo>
                  <a:pt x="1666314" y="39073"/>
                  <a:pt x="1669592" y="41522"/>
                  <a:pt x="1672162" y="44599"/>
                </a:cubicBezTo>
                <a:cubicBezTo>
                  <a:pt x="1674731" y="47677"/>
                  <a:pt x="1676618" y="51290"/>
                  <a:pt x="1677822" y="55438"/>
                </a:cubicBezTo>
                <a:cubicBezTo>
                  <a:pt x="1679026" y="59586"/>
                  <a:pt x="1679628" y="64015"/>
                  <a:pt x="1679628" y="68726"/>
                </a:cubicBezTo>
                <a:lnTo>
                  <a:pt x="1679628" y="71134"/>
                </a:lnTo>
                <a:moveTo>
                  <a:pt x="1666301" y="67200"/>
                </a:moveTo>
                <a:cubicBezTo>
                  <a:pt x="1666461" y="60242"/>
                  <a:pt x="1664922" y="54782"/>
                  <a:pt x="1661684" y="50822"/>
                </a:cubicBezTo>
                <a:cubicBezTo>
                  <a:pt x="1658446" y="46861"/>
                  <a:pt x="1653642" y="44880"/>
                  <a:pt x="1647273" y="44880"/>
                </a:cubicBezTo>
                <a:cubicBezTo>
                  <a:pt x="1644008" y="44880"/>
                  <a:pt x="1641144" y="45496"/>
                  <a:pt x="1638682" y="46727"/>
                </a:cubicBezTo>
                <a:cubicBezTo>
                  <a:pt x="1636220" y="47958"/>
                  <a:pt x="1634159" y="49591"/>
                  <a:pt x="1632500" y="51625"/>
                </a:cubicBezTo>
                <a:cubicBezTo>
                  <a:pt x="1630841" y="53658"/>
                  <a:pt x="1629556" y="56027"/>
                  <a:pt x="1628646" y="58730"/>
                </a:cubicBezTo>
                <a:cubicBezTo>
                  <a:pt x="1627736" y="61433"/>
                  <a:pt x="1627228" y="64256"/>
                  <a:pt x="1627121" y="67200"/>
                </a:cubicBezTo>
                <a:lnTo>
                  <a:pt x="1666301" y="67200"/>
                </a:lnTo>
                <a:close/>
                <a:moveTo>
                  <a:pt x="1758630" y="110392"/>
                </a:moveTo>
                <a:cubicBezTo>
                  <a:pt x="1758630" y="110820"/>
                  <a:pt x="1758536" y="111196"/>
                  <a:pt x="1758349" y="111519"/>
                </a:cubicBezTo>
                <a:cubicBezTo>
                  <a:pt x="1758162" y="111840"/>
                  <a:pt x="1757841" y="112094"/>
                  <a:pt x="1757386" y="112281"/>
                </a:cubicBezTo>
                <a:cubicBezTo>
                  <a:pt x="1756931" y="112469"/>
                  <a:pt x="1756329" y="112616"/>
                  <a:pt x="1755579" y="112723"/>
                </a:cubicBezTo>
                <a:cubicBezTo>
                  <a:pt x="1754830" y="112830"/>
                  <a:pt x="1753920" y="112883"/>
                  <a:pt x="1752849" y="112883"/>
                </a:cubicBezTo>
                <a:cubicBezTo>
                  <a:pt x="1751725" y="112883"/>
                  <a:pt x="1750789" y="112830"/>
                  <a:pt x="1750039" y="112723"/>
                </a:cubicBezTo>
                <a:cubicBezTo>
                  <a:pt x="1749290" y="112617"/>
                  <a:pt x="1748675" y="112472"/>
                  <a:pt x="1748193" y="112286"/>
                </a:cubicBezTo>
                <a:cubicBezTo>
                  <a:pt x="1747711" y="112099"/>
                  <a:pt x="1747363" y="111846"/>
                  <a:pt x="1747149" y="111526"/>
                </a:cubicBezTo>
                <a:cubicBezTo>
                  <a:pt x="1746935" y="111207"/>
                  <a:pt x="1746828" y="110834"/>
                  <a:pt x="1746828" y="110410"/>
                </a:cubicBezTo>
                <a:lnTo>
                  <a:pt x="1746828" y="100908"/>
                </a:lnTo>
                <a:cubicBezTo>
                  <a:pt x="1743028" y="105033"/>
                  <a:pt x="1739080" y="108248"/>
                  <a:pt x="1734986" y="110553"/>
                </a:cubicBezTo>
                <a:cubicBezTo>
                  <a:pt x="1730891" y="112856"/>
                  <a:pt x="1726408" y="114007"/>
                  <a:pt x="1721538" y="114007"/>
                </a:cubicBezTo>
                <a:cubicBezTo>
                  <a:pt x="1716239" y="114007"/>
                  <a:pt x="1711716" y="112976"/>
                  <a:pt x="1707969" y="110914"/>
                </a:cubicBezTo>
                <a:cubicBezTo>
                  <a:pt x="1704222" y="108852"/>
                  <a:pt x="1701185" y="106066"/>
                  <a:pt x="1698857" y="102557"/>
                </a:cubicBezTo>
                <a:cubicBezTo>
                  <a:pt x="1696528" y="99046"/>
                  <a:pt x="1694829" y="94920"/>
                  <a:pt x="1693758" y="90180"/>
                </a:cubicBezTo>
                <a:cubicBezTo>
                  <a:pt x="1692688" y="85438"/>
                  <a:pt x="1692153" y="80441"/>
                  <a:pt x="1692153" y="75189"/>
                </a:cubicBezTo>
                <a:cubicBezTo>
                  <a:pt x="1692153" y="68975"/>
                  <a:pt x="1692822" y="63363"/>
                  <a:pt x="1694160" y="58354"/>
                </a:cubicBezTo>
                <a:cubicBezTo>
                  <a:pt x="1695498" y="53344"/>
                  <a:pt x="1697478" y="49071"/>
                  <a:pt x="1700101" y="45535"/>
                </a:cubicBezTo>
                <a:cubicBezTo>
                  <a:pt x="1702724" y="41998"/>
                  <a:pt x="1705975" y="39278"/>
                  <a:pt x="1709856" y="37376"/>
                </a:cubicBezTo>
                <a:cubicBezTo>
                  <a:pt x="1713736" y="35474"/>
                  <a:pt x="1718219" y="34523"/>
                  <a:pt x="1723304" y="34523"/>
                </a:cubicBezTo>
                <a:cubicBezTo>
                  <a:pt x="1727532" y="34523"/>
                  <a:pt x="1731399" y="35448"/>
                  <a:pt x="1734905" y="37296"/>
                </a:cubicBezTo>
                <a:cubicBezTo>
                  <a:pt x="1738411" y="39144"/>
                  <a:pt x="1741877" y="41863"/>
                  <a:pt x="1745302" y="45452"/>
                </a:cubicBezTo>
                <a:lnTo>
                  <a:pt x="1745302" y="3377"/>
                </a:lnTo>
                <a:cubicBezTo>
                  <a:pt x="1745302" y="3002"/>
                  <a:pt x="1745396" y="2641"/>
                  <a:pt x="1745583" y="2293"/>
                </a:cubicBezTo>
                <a:cubicBezTo>
                  <a:pt x="1745771" y="1944"/>
                  <a:pt x="1746132" y="1675"/>
                  <a:pt x="1746667" y="1488"/>
                </a:cubicBezTo>
                <a:cubicBezTo>
                  <a:pt x="1747203" y="1299"/>
                  <a:pt x="1747885" y="1137"/>
                  <a:pt x="1748715" y="1004"/>
                </a:cubicBezTo>
                <a:cubicBezTo>
                  <a:pt x="1749544" y="870"/>
                  <a:pt x="1750601" y="803"/>
                  <a:pt x="1751886" y="803"/>
                </a:cubicBezTo>
                <a:cubicBezTo>
                  <a:pt x="1753224" y="803"/>
                  <a:pt x="1754321" y="870"/>
                  <a:pt x="1755178" y="1004"/>
                </a:cubicBezTo>
                <a:cubicBezTo>
                  <a:pt x="1756034" y="1137"/>
                  <a:pt x="1756703" y="1298"/>
                  <a:pt x="1757185" y="1485"/>
                </a:cubicBezTo>
                <a:cubicBezTo>
                  <a:pt x="1757667" y="1673"/>
                  <a:pt x="1758028" y="1941"/>
                  <a:pt x="1758269" y="2291"/>
                </a:cubicBezTo>
                <a:cubicBezTo>
                  <a:pt x="1758510" y="2639"/>
                  <a:pt x="1758630" y="3000"/>
                  <a:pt x="1758630" y="3375"/>
                </a:cubicBezTo>
                <a:lnTo>
                  <a:pt x="1758630" y="110392"/>
                </a:lnTo>
                <a:moveTo>
                  <a:pt x="1745302" y="59598"/>
                </a:moveTo>
                <a:cubicBezTo>
                  <a:pt x="1741716" y="55147"/>
                  <a:pt x="1738251" y="51756"/>
                  <a:pt x="1734905" y="49424"/>
                </a:cubicBezTo>
                <a:cubicBezTo>
                  <a:pt x="1731560" y="47091"/>
                  <a:pt x="1728068" y="45924"/>
                  <a:pt x="1724428" y="45924"/>
                </a:cubicBezTo>
                <a:cubicBezTo>
                  <a:pt x="1721056" y="45924"/>
                  <a:pt x="1718192" y="46729"/>
                  <a:pt x="1715837" y="48338"/>
                </a:cubicBezTo>
                <a:cubicBezTo>
                  <a:pt x="1713482" y="49945"/>
                  <a:pt x="1711569" y="52062"/>
                  <a:pt x="1710097" y="54688"/>
                </a:cubicBezTo>
                <a:cubicBezTo>
                  <a:pt x="1708625" y="57314"/>
                  <a:pt x="1707554" y="60289"/>
                  <a:pt x="1706885" y="63612"/>
                </a:cubicBezTo>
                <a:cubicBezTo>
                  <a:pt x="1706216" y="66936"/>
                  <a:pt x="1705882" y="70313"/>
                  <a:pt x="1705882" y="73744"/>
                </a:cubicBezTo>
                <a:cubicBezTo>
                  <a:pt x="1705882" y="77388"/>
                  <a:pt x="1706163" y="80953"/>
                  <a:pt x="1706725" y="84437"/>
                </a:cubicBezTo>
                <a:cubicBezTo>
                  <a:pt x="1707287" y="87921"/>
                  <a:pt x="1708263" y="91016"/>
                  <a:pt x="1709655" y="93722"/>
                </a:cubicBezTo>
                <a:cubicBezTo>
                  <a:pt x="1711047" y="96429"/>
                  <a:pt x="1712893" y="98600"/>
                  <a:pt x="1715195" y="100236"/>
                </a:cubicBezTo>
                <a:cubicBezTo>
                  <a:pt x="1717496" y="101870"/>
                  <a:pt x="1720387" y="102687"/>
                  <a:pt x="1723866" y="102687"/>
                </a:cubicBezTo>
                <a:cubicBezTo>
                  <a:pt x="1725632" y="102687"/>
                  <a:pt x="1727332" y="102446"/>
                  <a:pt x="1728964" y="101964"/>
                </a:cubicBezTo>
                <a:cubicBezTo>
                  <a:pt x="1730597" y="101481"/>
                  <a:pt x="1732269" y="100676"/>
                  <a:pt x="1733982" y="99551"/>
                </a:cubicBezTo>
                <a:cubicBezTo>
                  <a:pt x="1735695" y="98425"/>
                  <a:pt x="1737488" y="96964"/>
                  <a:pt x="1739361" y="95168"/>
                </a:cubicBezTo>
                <a:cubicBezTo>
                  <a:pt x="1741235" y="93371"/>
                  <a:pt x="1743215" y="91159"/>
                  <a:pt x="1745302" y="88531"/>
                </a:cubicBezTo>
                <a:lnTo>
                  <a:pt x="1745302" y="59598"/>
                </a:lnTo>
                <a:close/>
                <a:moveTo>
                  <a:pt x="1884883" y="73342"/>
                </a:moveTo>
                <a:cubicBezTo>
                  <a:pt x="1884883" y="79610"/>
                  <a:pt x="1884200" y="85248"/>
                  <a:pt x="1882836" y="90258"/>
                </a:cubicBezTo>
                <a:cubicBezTo>
                  <a:pt x="1881471" y="95267"/>
                  <a:pt x="1879463" y="99541"/>
                  <a:pt x="1876814" y="103078"/>
                </a:cubicBezTo>
                <a:cubicBezTo>
                  <a:pt x="1874165" y="106614"/>
                  <a:pt x="1870913" y="109320"/>
                  <a:pt x="1867059" y="111195"/>
                </a:cubicBezTo>
                <a:cubicBezTo>
                  <a:pt x="1863205" y="113070"/>
                  <a:pt x="1858790" y="114007"/>
                  <a:pt x="1853812" y="114007"/>
                </a:cubicBezTo>
                <a:cubicBezTo>
                  <a:pt x="1851510" y="114007"/>
                  <a:pt x="1849383" y="113779"/>
                  <a:pt x="1847429" y="113322"/>
                </a:cubicBezTo>
                <a:cubicBezTo>
                  <a:pt x="1845475" y="112868"/>
                  <a:pt x="1843562" y="112132"/>
                  <a:pt x="1841688" y="111115"/>
                </a:cubicBezTo>
                <a:cubicBezTo>
                  <a:pt x="1839815" y="110096"/>
                  <a:pt x="1837942" y="108810"/>
                  <a:pt x="1836068" y="107256"/>
                </a:cubicBezTo>
                <a:cubicBezTo>
                  <a:pt x="1834195" y="105702"/>
                  <a:pt x="1832215" y="103827"/>
                  <a:pt x="1830127" y="101631"/>
                </a:cubicBezTo>
                <a:lnTo>
                  <a:pt x="1830127" y="110410"/>
                </a:lnTo>
                <a:cubicBezTo>
                  <a:pt x="1830127" y="110834"/>
                  <a:pt x="1830020" y="111207"/>
                  <a:pt x="1829806" y="111526"/>
                </a:cubicBezTo>
                <a:cubicBezTo>
                  <a:pt x="1829592" y="111846"/>
                  <a:pt x="1829244" y="112099"/>
                  <a:pt x="1828762" y="112286"/>
                </a:cubicBezTo>
                <a:cubicBezTo>
                  <a:pt x="1828281" y="112472"/>
                  <a:pt x="1827678" y="112617"/>
                  <a:pt x="1826956" y="112723"/>
                </a:cubicBezTo>
                <a:cubicBezTo>
                  <a:pt x="1826233" y="112830"/>
                  <a:pt x="1825310" y="112883"/>
                  <a:pt x="1824186" y="112883"/>
                </a:cubicBezTo>
                <a:cubicBezTo>
                  <a:pt x="1823115" y="112883"/>
                  <a:pt x="1822205" y="112830"/>
                  <a:pt x="1821456" y="112723"/>
                </a:cubicBezTo>
                <a:cubicBezTo>
                  <a:pt x="1820707" y="112616"/>
                  <a:pt x="1820091" y="112469"/>
                  <a:pt x="1819610" y="112281"/>
                </a:cubicBezTo>
                <a:cubicBezTo>
                  <a:pt x="1819128" y="112094"/>
                  <a:pt x="1818807" y="111840"/>
                  <a:pt x="1818646" y="111519"/>
                </a:cubicBezTo>
                <a:cubicBezTo>
                  <a:pt x="1818486" y="111196"/>
                  <a:pt x="1818405" y="110820"/>
                  <a:pt x="1818405" y="110392"/>
                </a:cubicBezTo>
                <a:lnTo>
                  <a:pt x="1818405" y="3053"/>
                </a:lnTo>
                <a:cubicBezTo>
                  <a:pt x="1818405" y="2625"/>
                  <a:pt x="1818499" y="2251"/>
                  <a:pt x="1818686" y="1929"/>
                </a:cubicBezTo>
                <a:cubicBezTo>
                  <a:pt x="1818874" y="1607"/>
                  <a:pt x="1819222" y="1338"/>
                  <a:pt x="1819730" y="1124"/>
                </a:cubicBezTo>
                <a:cubicBezTo>
                  <a:pt x="1820238" y="910"/>
                  <a:pt x="1820921" y="749"/>
                  <a:pt x="1821777" y="642"/>
                </a:cubicBezTo>
                <a:cubicBezTo>
                  <a:pt x="1822634" y="535"/>
                  <a:pt x="1823704" y="482"/>
                  <a:pt x="1824989" y="482"/>
                </a:cubicBezTo>
                <a:cubicBezTo>
                  <a:pt x="1826327" y="482"/>
                  <a:pt x="1827424" y="535"/>
                  <a:pt x="1828281" y="642"/>
                </a:cubicBezTo>
                <a:cubicBezTo>
                  <a:pt x="1829137" y="749"/>
                  <a:pt x="1829806" y="911"/>
                  <a:pt x="1830288" y="1127"/>
                </a:cubicBezTo>
                <a:cubicBezTo>
                  <a:pt x="1830769" y="1341"/>
                  <a:pt x="1831117" y="1609"/>
                  <a:pt x="1831331" y="1932"/>
                </a:cubicBezTo>
                <a:cubicBezTo>
                  <a:pt x="1831546" y="2253"/>
                  <a:pt x="1831653" y="2628"/>
                  <a:pt x="1831653" y="3056"/>
                </a:cubicBezTo>
                <a:lnTo>
                  <a:pt x="1831653" y="46418"/>
                </a:lnTo>
                <a:cubicBezTo>
                  <a:pt x="1833794" y="44222"/>
                  <a:pt x="1835868" y="42374"/>
                  <a:pt x="1837875" y="40874"/>
                </a:cubicBezTo>
                <a:cubicBezTo>
                  <a:pt x="1839882" y="39373"/>
                  <a:pt x="1841849" y="38155"/>
                  <a:pt x="1843776" y="37218"/>
                </a:cubicBezTo>
                <a:cubicBezTo>
                  <a:pt x="1845703" y="36280"/>
                  <a:pt x="1847630" y="35596"/>
                  <a:pt x="1849557" y="35168"/>
                </a:cubicBezTo>
                <a:cubicBezTo>
                  <a:pt x="1851483" y="34738"/>
                  <a:pt x="1853517" y="34523"/>
                  <a:pt x="1855658" y="34523"/>
                </a:cubicBezTo>
                <a:cubicBezTo>
                  <a:pt x="1860904" y="34523"/>
                  <a:pt x="1865386" y="35569"/>
                  <a:pt x="1869106" y="37660"/>
                </a:cubicBezTo>
                <a:cubicBezTo>
                  <a:pt x="1872826" y="39749"/>
                  <a:pt x="1875851" y="42548"/>
                  <a:pt x="1878179" y="46057"/>
                </a:cubicBezTo>
                <a:cubicBezTo>
                  <a:pt x="1880507" y="49566"/>
                  <a:pt x="1882207" y="53679"/>
                  <a:pt x="1883277" y="58394"/>
                </a:cubicBezTo>
                <a:cubicBezTo>
                  <a:pt x="1884348" y="63107"/>
                  <a:pt x="1884883" y="68090"/>
                  <a:pt x="1884883" y="73342"/>
                </a:cubicBezTo>
                <a:moveTo>
                  <a:pt x="1870913" y="74868"/>
                </a:moveTo>
                <a:cubicBezTo>
                  <a:pt x="1870913" y="71169"/>
                  <a:pt x="1870632" y="67578"/>
                  <a:pt x="1870070" y="64094"/>
                </a:cubicBezTo>
                <a:cubicBezTo>
                  <a:pt x="1869508" y="60610"/>
                  <a:pt x="1868531" y="57528"/>
                  <a:pt x="1867139" y="54849"/>
                </a:cubicBezTo>
                <a:cubicBezTo>
                  <a:pt x="1865748" y="52169"/>
                  <a:pt x="1863901" y="50012"/>
                  <a:pt x="1861600" y="48378"/>
                </a:cubicBezTo>
                <a:cubicBezTo>
                  <a:pt x="1859298" y="46742"/>
                  <a:pt x="1856434" y="45924"/>
                  <a:pt x="1853009" y="45924"/>
                </a:cubicBezTo>
                <a:cubicBezTo>
                  <a:pt x="1851296" y="45924"/>
                  <a:pt x="1849610" y="46166"/>
                  <a:pt x="1847951" y="46649"/>
                </a:cubicBezTo>
                <a:cubicBezTo>
                  <a:pt x="1846292" y="47131"/>
                  <a:pt x="1844606" y="47935"/>
                  <a:pt x="1842893" y="49060"/>
                </a:cubicBezTo>
                <a:cubicBezTo>
                  <a:pt x="1841180" y="50186"/>
                  <a:pt x="1839400" y="51634"/>
                  <a:pt x="1837554" y="53403"/>
                </a:cubicBezTo>
                <a:cubicBezTo>
                  <a:pt x="1835707" y="55173"/>
                  <a:pt x="1833740" y="57398"/>
                  <a:pt x="1831653" y="60080"/>
                </a:cubicBezTo>
                <a:lnTo>
                  <a:pt x="1831653" y="88933"/>
                </a:lnTo>
                <a:cubicBezTo>
                  <a:pt x="1835292" y="93384"/>
                  <a:pt x="1838771" y="96776"/>
                  <a:pt x="1842090" y="99109"/>
                </a:cubicBezTo>
                <a:cubicBezTo>
                  <a:pt x="1845408" y="101441"/>
                  <a:pt x="1848861" y="102607"/>
                  <a:pt x="1852447" y="102607"/>
                </a:cubicBezTo>
                <a:cubicBezTo>
                  <a:pt x="1855765" y="102607"/>
                  <a:pt x="1858602" y="101803"/>
                  <a:pt x="1860957" y="100196"/>
                </a:cubicBezTo>
                <a:cubicBezTo>
                  <a:pt x="1863312" y="98586"/>
                  <a:pt x="1865226" y="96456"/>
                  <a:pt x="1866698" y="93803"/>
                </a:cubicBezTo>
                <a:cubicBezTo>
                  <a:pt x="1868170" y="91150"/>
                  <a:pt x="1869240" y="88175"/>
                  <a:pt x="1869909" y="84878"/>
                </a:cubicBezTo>
                <a:cubicBezTo>
                  <a:pt x="1870578" y="81582"/>
                  <a:pt x="1870913" y="78245"/>
                  <a:pt x="1870913" y="74868"/>
                </a:cubicBezTo>
                <a:close/>
                <a:moveTo>
                  <a:pt x="1936496" y="112402"/>
                </a:moveTo>
                <a:lnTo>
                  <a:pt x="1926862" y="138977"/>
                </a:lnTo>
                <a:cubicBezTo>
                  <a:pt x="1926541" y="139833"/>
                  <a:pt x="1925725" y="140489"/>
                  <a:pt x="1924413" y="140944"/>
                </a:cubicBezTo>
                <a:cubicBezTo>
                  <a:pt x="1923102" y="141399"/>
                  <a:pt x="1921108" y="141626"/>
                  <a:pt x="1918432" y="141626"/>
                </a:cubicBezTo>
                <a:cubicBezTo>
                  <a:pt x="1917040" y="141626"/>
                  <a:pt x="1915916" y="141559"/>
                  <a:pt x="1915060" y="141425"/>
                </a:cubicBezTo>
                <a:cubicBezTo>
                  <a:pt x="1914203" y="141292"/>
                  <a:pt x="1913548" y="141064"/>
                  <a:pt x="1913093" y="140743"/>
                </a:cubicBezTo>
                <a:cubicBezTo>
                  <a:pt x="1912638" y="140422"/>
                  <a:pt x="1912384" y="139994"/>
                  <a:pt x="1912330" y="139458"/>
                </a:cubicBezTo>
                <a:cubicBezTo>
                  <a:pt x="1912276" y="138923"/>
                  <a:pt x="1912410" y="138281"/>
                  <a:pt x="1912731" y="137532"/>
                </a:cubicBezTo>
                <a:lnTo>
                  <a:pt x="1922687" y="112402"/>
                </a:lnTo>
                <a:cubicBezTo>
                  <a:pt x="1922205" y="112188"/>
                  <a:pt x="1921750" y="111840"/>
                  <a:pt x="1921322" y="111358"/>
                </a:cubicBezTo>
                <a:cubicBezTo>
                  <a:pt x="1920894" y="110876"/>
                  <a:pt x="1920600" y="110368"/>
                  <a:pt x="1920439" y="109833"/>
                </a:cubicBezTo>
                <a:lnTo>
                  <a:pt x="1894667" y="40786"/>
                </a:lnTo>
                <a:cubicBezTo>
                  <a:pt x="1894239" y="39662"/>
                  <a:pt x="1894025" y="38779"/>
                  <a:pt x="1894025" y="38136"/>
                </a:cubicBezTo>
                <a:cubicBezTo>
                  <a:pt x="1894025" y="37494"/>
                  <a:pt x="1894239" y="36986"/>
                  <a:pt x="1894667" y="36611"/>
                </a:cubicBezTo>
                <a:cubicBezTo>
                  <a:pt x="1895095" y="36236"/>
                  <a:pt x="1895791" y="35982"/>
                  <a:pt x="1896754" y="35848"/>
                </a:cubicBezTo>
                <a:cubicBezTo>
                  <a:pt x="1897718" y="35714"/>
                  <a:pt x="1899002" y="35647"/>
                  <a:pt x="1900608" y="35647"/>
                </a:cubicBezTo>
                <a:cubicBezTo>
                  <a:pt x="1902214" y="35647"/>
                  <a:pt x="1903472" y="35688"/>
                  <a:pt x="1904382" y="35768"/>
                </a:cubicBezTo>
                <a:cubicBezTo>
                  <a:pt x="1905292" y="35848"/>
                  <a:pt x="1906014" y="35995"/>
                  <a:pt x="1906549" y="36209"/>
                </a:cubicBezTo>
                <a:cubicBezTo>
                  <a:pt x="1907085" y="36424"/>
                  <a:pt x="1907473" y="36731"/>
                  <a:pt x="1907714" y="37133"/>
                </a:cubicBezTo>
                <a:cubicBezTo>
                  <a:pt x="1907954" y="37534"/>
                  <a:pt x="1908209" y="38083"/>
                  <a:pt x="1908476" y="38779"/>
                </a:cubicBezTo>
                <a:lnTo>
                  <a:pt x="1929110" y="96746"/>
                </a:lnTo>
                <a:lnTo>
                  <a:pt x="1929351" y="96746"/>
                </a:lnTo>
                <a:lnTo>
                  <a:pt x="1949262" y="38457"/>
                </a:lnTo>
                <a:cubicBezTo>
                  <a:pt x="1949583" y="37440"/>
                  <a:pt x="1949971" y="36785"/>
                  <a:pt x="1950426" y="36490"/>
                </a:cubicBezTo>
                <a:cubicBezTo>
                  <a:pt x="1950881" y="36196"/>
                  <a:pt x="1951564" y="35982"/>
                  <a:pt x="1952473" y="35848"/>
                </a:cubicBezTo>
                <a:cubicBezTo>
                  <a:pt x="1953383" y="35714"/>
                  <a:pt x="1954695" y="35647"/>
                  <a:pt x="1956408" y="35647"/>
                </a:cubicBezTo>
                <a:cubicBezTo>
                  <a:pt x="1957906" y="35647"/>
                  <a:pt x="1959137" y="35714"/>
                  <a:pt x="1960101" y="35848"/>
                </a:cubicBezTo>
                <a:cubicBezTo>
                  <a:pt x="1961064" y="35982"/>
                  <a:pt x="1961773" y="36236"/>
                  <a:pt x="1962228" y="36611"/>
                </a:cubicBezTo>
                <a:cubicBezTo>
                  <a:pt x="1962683" y="36986"/>
                  <a:pt x="1962911" y="37494"/>
                  <a:pt x="1962911" y="38136"/>
                </a:cubicBezTo>
                <a:cubicBezTo>
                  <a:pt x="1962911" y="38779"/>
                  <a:pt x="1962750" y="39581"/>
                  <a:pt x="1962429" y="40545"/>
                </a:cubicBezTo>
                <a:lnTo>
                  <a:pt x="1936496" y="112402"/>
                </a:lnTo>
                <a:close/>
                <a:moveTo>
                  <a:pt x="2052669" y="8430"/>
                </a:moveTo>
                <a:cubicBezTo>
                  <a:pt x="2052669" y="9447"/>
                  <a:pt x="2052616" y="10263"/>
                  <a:pt x="2052508" y="10879"/>
                </a:cubicBezTo>
                <a:cubicBezTo>
                  <a:pt x="2052401" y="11494"/>
                  <a:pt x="2052281" y="11990"/>
                  <a:pt x="2052147" y="12364"/>
                </a:cubicBezTo>
                <a:cubicBezTo>
                  <a:pt x="2052013" y="12739"/>
                  <a:pt x="2051839" y="12993"/>
                  <a:pt x="2051625" y="13127"/>
                </a:cubicBezTo>
                <a:cubicBezTo>
                  <a:pt x="2051411" y="13261"/>
                  <a:pt x="2051144" y="13328"/>
                  <a:pt x="2050822" y="13328"/>
                </a:cubicBezTo>
                <a:cubicBezTo>
                  <a:pt x="2050448" y="13328"/>
                  <a:pt x="2049979" y="13207"/>
                  <a:pt x="2049417" y="12966"/>
                </a:cubicBezTo>
                <a:cubicBezTo>
                  <a:pt x="2048855" y="12725"/>
                  <a:pt x="2048173" y="12458"/>
                  <a:pt x="2047370" y="12163"/>
                </a:cubicBezTo>
                <a:cubicBezTo>
                  <a:pt x="2046567" y="11869"/>
                  <a:pt x="2045617" y="11601"/>
                  <a:pt x="2044520" y="11361"/>
                </a:cubicBezTo>
                <a:cubicBezTo>
                  <a:pt x="2043423" y="11120"/>
                  <a:pt x="2042151" y="10999"/>
                  <a:pt x="2040706" y="10999"/>
                </a:cubicBezTo>
                <a:cubicBezTo>
                  <a:pt x="2038726" y="10999"/>
                  <a:pt x="2037040" y="11320"/>
                  <a:pt x="2035648" y="11960"/>
                </a:cubicBezTo>
                <a:cubicBezTo>
                  <a:pt x="2034257" y="12601"/>
                  <a:pt x="2033133" y="13601"/>
                  <a:pt x="2032276" y="14961"/>
                </a:cubicBezTo>
                <a:cubicBezTo>
                  <a:pt x="2031420" y="16321"/>
                  <a:pt x="2030804" y="18081"/>
                  <a:pt x="2030430" y="20242"/>
                </a:cubicBezTo>
                <a:cubicBezTo>
                  <a:pt x="2030055" y="22403"/>
                  <a:pt x="2029868" y="25031"/>
                  <a:pt x="2029868" y="28126"/>
                </a:cubicBezTo>
                <a:lnTo>
                  <a:pt x="2029868" y="35969"/>
                </a:lnTo>
                <a:lnTo>
                  <a:pt x="2046005" y="35969"/>
                </a:lnTo>
                <a:cubicBezTo>
                  <a:pt x="2046433" y="35969"/>
                  <a:pt x="2046795" y="36062"/>
                  <a:pt x="2047089" y="36250"/>
                </a:cubicBezTo>
                <a:cubicBezTo>
                  <a:pt x="2047383" y="36437"/>
                  <a:pt x="2047651" y="36758"/>
                  <a:pt x="2047892" y="37213"/>
                </a:cubicBezTo>
                <a:cubicBezTo>
                  <a:pt x="2048133" y="37668"/>
                  <a:pt x="2048320" y="38243"/>
                  <a:pt x="2048454" y="38939"/>
                </a:cubicBezTo>
                <a:cubicBezTo>
                  <a:pt x="2048588" y="39635"/>
                  <a:pt x="2048655" y="40491"/>
                  <a:pt x="2048655" y="41508"/>
                </a:cubicBezTo>
                <a:cubicBezTo>
                  <a:pt x="2048655" y="43435"/>
                  <a:pt x="2048414" y="44827"/>
                  <a:pt x="2047932" y="45683"/>
                </a:cubicBezTo>
                <a:cubicBezTo>
                  <a:pt x="2047450" y="46540"/>
                  <a:pt x="2046808" y="46968"/>
                  <a:pt x="2046005" y="46968"/>
                </a:cubicBezTo>
                <a:lnTo>
                  <a:pt x="2029868" y="46968"/>
                </a:lnTo>
                <a:lnTo>
                  <a:pt x="2029868" y="110392"/>
                </a:lnTo>
                <a:cubicBezTo>
                  <a:pt x="2029868" y="110820"/>
                  <a:pt x="2029761" y="111182"/>
                  <a:pt x="2029546" y="111478"/>
                </a:cubicBezTo>
                <a:cubicBezTo>
                  <a:pt x="2029332" y="111773"/>
                  <a:pt x="2028971" y="112027"/>
                  <a:pt x="2028463" y="112241"/>
                </a:cubicBezTo>
                <a:cubicBezTo>
                  <a:pt x="2027954" y="112455"/>
                  <a:pt x="2027272" y="112616"/>
                  <a:pt x="2026415" y="112723"/>
                </a:cubicBezTo>
                <a:cubicBezTo>
                  <a:pt x="2025559" y="112830"/>
                  <a:pt x="2024488" y="112883"/>
                  <a:pt x="2023204" y="112883"/>
                </a:cubicBezTo>
                <a:cubicBezTo>
                  <a:pt x="2021919" y="112883"/>
                  <a:pt x="2020849" y="112830"/>
                  <a:pt x="2019992" y="112723"/>
                </a:cubicBezTo>
                <a:cubicBezTo>
                  <a:pt x="2019136" y="112616"/>
                  <a:pt x="2018453" y="112455"/>
                  <a:pt x="2017945" y="112241"/>
                </a:cubicBezTo>
                <a:cubicBezTo>
                  <a:pt x="2017436" y="112027"/>
                  <a:pt x="2017075" y="111773"/>
                  <a:pt x="2016861" y="111478"/>
                </a:cubicBezTo>
                <a:cubicBezTo>
                  <a:pt x="2016647" y="111182"/>
                  <a:pt x="2016540" y="110820"/>
                  <a:pt x="2016540" y="110392"/>
                </a:cubicBezTo>
                <a:lnTo>
                  <a:pt x="2016540" y="46968"/>
                </a:lnTo>
                <a:lnTo>
                  <a:pt x="2006343" y="46968"/>
                </a:lnTo>
                <a:cubicBezTo>
                  <a:pt x="2005487" y="46968"/>
                  <a:pt x="2004845" y="46540"/>
                  <a:pt x="2004417" y="45683"/>
                </a:cubicBezTo>
                <a:cubicBezTo>
                  <a:pt x="2003988" y="44827"/>
                  <a:pt x="2003774" y="43435"/>
                  <a:pt x="2003774" y="41508"/>
                </a:cubicBezTo>
                <a:cubicBezTo>
                  <a:pt x="2003774" y="40491"/>
                  <a:pt x="2003828" y="39635"/>
                  <a:pt x="2003935" y="38939"/>
                </a:cubicBezTo>
                <a:cubicBezTo>
                  <a:pt x="2004042" y="38243"/>
                  <a:pt x="2004202" y="37668"/>
                  <a:pt x="2004417" y="37213"/>
                </a:cubicBezTo>
                <a:cubicBezTo>
                  <a:pt x="2004631" y="36758"/>
                  <a:pt x="2004898" y="36437"/>
                  <a:pt x="2005219" y="36250"/>
                </a:cubicBezTo>
                <a:cubicBezTo>
                  <a:pt x="2005541" y="36062"/>
                  <a:pt x="2005915" y="35969"/>
                  <a:pt x="2006343" y="35969"/>
                </a:cubicBezTo>
                <a:lnTo>
                  <a:pt x="2016540" y="35969"/>
                </a:lnTo>
                <a:lnTo>
                  <a:pt x="2016540" y="28519"/>
                </a:lnTo>
                <a:cubicBezTo>
                  <a:pt x="2016540" y="23498"/>
                  <a:pt x="2017008" y="19185"/>
                  <a:pt x="2017945" y="15581"/>
                </a:cubicBezTo>
                <a:cubicBezTo>
                  <a:pt x="2018882" y="11976"/>
                  <a:pt x="2020313" y="9026"/>
                  <a:pt x="2022240" y="6729"/>
                </a:cubicBezTo>
                <a:cubicBezTo>
                  <a:pt x="2024167" y="4433"/>
                  <a:pt x="2026589" y="2737"/>
                  <a:pt x="2029506" y="1643"/>
                </a:cubicBezTo>
                <a:cubicBezTo>
                  <a:pt x="2032423" y="548"/>
                  <a:pt x="2035862" y="0"/>
                  <a:pt x="2039823" y="0"/>
                </a:cubicBezTo>
                <a:cubicBezTo>
                  <a:pt x="2041696" y="0"/>
                  <a:pt x="2043516" y="174"/>
                  <a:pt x="2045283" y="522"/>
                </a:cubicBezTo>
                <a:cubicBezTo>
                  <a:pt x="2047049" y="870"/>
                  <a:pt x="2048414" y="1244"/>
                  <a:pt x="2049377" y="1646"/>
                </a:cubicBezTo>
                <a:cubicBezTo>
                  <a:pt x="2050341" y="2047"/>
                  <a:pt x="2050983" y="2409"/>
                  <a:pt x="2051304" y="2730"/>
                </a:cubicBezTo>
                <a:cubicBezTo>
                  <a:pt x="2051625" y="3051"/>
                  <a:pt x="2051893" y="3466"/>
                  <a:pt x="2052107" y="3974"/>
                </a:cubicBezTo>
                <a:cubicBezTo>
                  <a:pt x="2052321" y="4483"/>
                  <a:pt x="2052468" y="5098"/>
                  <a:pt x="2052549" y="5821"/>
                </a:cubicBezTo>
                <a:cubicBezTo>
                  <a:pt x="2052629" y="6543"/>
                  <a:pt x="2052669" y="7413"/>
                  <a:pt x="2052669" y="8430"/>
                </a:cubicBezTo>
                <a:close/>
                <a:moveTo>
                  <a:pt x="2128959" y="73503"/>
                </a:moveTo>
                <a:cubicBezTo>
                  <a:pt x="2128959" y="79395"/>
                  <a:pt x="2128183" y="84820"/>
                  <a:pt x="2126630" y="89776"/>
                </a:cubicBezTo>
                <a:cubicBezTo>
                  <a:pt x="2125078" y="94732"/>
                  <a:pt x="2122763" y="99005"/>
                  <a:pt x="2119685" y="102597"/>
                </a:cubicBezTo>
                <a:cubicBezTo>
                  <a:pt x="2116608" y="106186"/>
                  <a:pt x="2112754" y="108985"/>
                  <a:pt x="2108124" y="110994"/>
                </a:cubicBezTo>
                <a:cubicBezTo>
                  <a:pt x="2103494" y="113003"/>
                  <a:pt x="2098128" y="114007"/>
                  <a:pt x="2092027" y="114007"/>
                </a:cubicBezTo>
                <a:cubicBezTo>
                  <a:pt x="2086085" y="114007"/>
                  <a:pt x="2080907" y="113123"/>
                  <a:pt x="2076491" y="111355"/>
                </a:cubicBezTo>
                <a:cubicBezTo>
                  <a:pt x="2072075" y="109587"/>
                  <a:pt x="2068396" y="107016"/>
                  <a:pt x="2065452" y="103640"/>
                </a:cubicBezTo>
                <a:cubicBezTo>
                  <a:pt x="2062508" y="100265"/>
                  <a:pt x="2060313" y="96166"/>
                  <a:pt x="2058868" y="91344"/>
                </a:cubicBezTo>
                <a:cubicBezTo>
                  <a:pt x="2057423" y="86522"/>
                  <a:pt x="2056700" y="81056"/>
                  <a:pt x="2056700" y="74948"/>
                </a:cubicBezTo>
                <a:cubicBezTo>
                  <a:pt x="2056700" y="69055"/>
                  <a:pt x="2057463" y="63631"/>
                  <a:pt x="2058989" y="58675"/>
                </a:cubicBezTo>
                <a:cubicBezTo>
                  <a:pt x="2060514" y="53719"/>
                  <a:pt x="2062816" y="49446"/>
                  <a:pt x="2065893" y="45856"/>
                </a:cubicBezTo>
                <a:cubicBezTo>
                  <a:pt x="2068971" y="42265"/>
                  <a:pt x="2072811" y="39479"/>
                  <a:pt x="2077414" y="37497"/>
                </a:cubicBezTo>
                <a:cubicBezTo>
                  <a:pt x="2082018" y="35514"/>
                  <a:pt x="2087397" y="34523"/>
                  <a:pt x="2093552" y="34523"/>
                </a:cubicBezTo>
                <a:cubicBezTo>
                  <a:pt x="2099493" y="34523"/>
                  <a:pt x="2104672" y="35407"/>
                  <a:pt x="2109088" y="37175"/>
                </a:cubicBezTo>
                <a:cubicBezTo>
                  <a:pt x="2113503" y="38943"/>
                  <a:pt x="2117183" y="41515"/>
                  <a:pt x="2120127" y="44890"/>
                </a:cubicBezTo>
                <a:cubicBezTo>
                  <a:pt x="2123071" y="48266"/>
                  <a:pt x="2125279" y="52365"/>
                  <a:pt x="2126751" y="57187"/>
                </a:cubicBezTo>
                <a:cubicBezTo>
                  <a:pt x="2128223" y="62009"/>
                  <a:pt x="2128959" y="67448"/>
                  <a:pt x="2128959" y="73503"/>
                </a:cubicBezTo>
                <a:moveTo>
                  <a:pt x="2114989" y="74386"/>
                </a:moveTo>
                <a:cubicBezTo>
                  <a:pt x="2114989" y="70474"/>
                  <a:pt x="2114627" y="66775"/>
                  <a:pt x="2113905" y="63291"/>
                </a:cubicBezTo>
                <a:cubicBezTo>
                  <a:pt x="2113182" y="59807"/>
                  <a:pt x="2111991" y="56752"/>
                  <a:pt x="2110332" y="54126"/>
                </a:cubicBezTo>
                <a:cubicBezTo>
                  <a:pt x="2108673" y="51500"/>
                  <a:pt x="2106425" y="49423"/>
                  <a:pt x="2103588" y="47896"/>
                </a:cubicBezTo>
                <a:cubicBezTo>
                  <a:pt x="2100751" y="46367"/>
                  <a:pt x="2097219" y="45603"/>
                  <a:pt x="2092990" y="45603"/>
                </a:cubicBezTo>
                <a:cubicBezTo>
                  <a:pt x="2089083" y="45603"/>
                  <a:pt x="2085724" y="46300"/>
                  <a:pt x="2082914" y="47693"/>
                </a:cubicBezTo>
                <a:cubicBezTo>
                  <a:pt x="2080104" y="49086"/>
                  <a:pt x="2077789" y="51057"/>
                  <a:pt x="2075969" y="53604"/>
                </a:cubicBezTo>
                <a:cubicBezTo>
                  <a:pt x="2074149" y="56150"/>
                  <a:pt x="2072798" y="59165"/>
                  <a:pt x="2071915" y="62649"/>
                </a:cubicBezTo>
                <a:cubicBezTo>
                  <a:pt x="2071032" y="66131"/>
                  <a:pt x="2070590" y="69937"/>
                  <a:pt x="2070590" y="74065"/>
                </a:cubicBezTo>
                <a:cubicBezTo>
                  <a:pt x="2070590" y="78031"/>
                  <a:pt x="2070951" y="81756"/>
                  <a:pt x="2071674" y="85240"/>
                </a:cubicBezTo>
                <a:cubicBezTo>
                  <a:pt x="2072396" y="88724"/>
                  <a:pt x="2073601" y="91765"/>
                  <a:pt x="2075287" y="94365"/>
                </a:cubicBezTo>
                <a:cubicBezTo>
                  <a:pt x="2076973" y="96964"/>
                  <a:pt x="2079234" y="99028"/>
                  <a:pt x="2082071" y="100557"/>
                </a:cubicBezTo>
                <a:cubicBezTo>
                  <a:pt x="2084908" y="102084"/>
                  <a:pt x="2088440" y="102848"/>
                  <a:pt x="2092669" y="102848"/>
                </a:cubicBezTo>
                <a:cubicBezTo>
                  <a:pt x="2096523" y="102848"/>
                  <a:pt x="2099868" y="102151"/>
                  <a:pt x="2102705" y="100758"/>
                </a:cubicBezTo>
                <a:cubicBezTo>
                  <a:pt x="2105542" y="99364"/>
                  <a:pt x="2107870" y="97408"/>
                  <a:pt x="2109690" y="94889"/>
                </a:cubicBezTo>
                <a:cubicBezTo>
                  <a:pt x="2111510" y="92368"/>
                  <a:pt x="2112848" y="89367"/>
                  <a:pt x="2113704" y="85884"/>
                </a:cubicBezTo>
                <a:cubicBezTo>
                  <a:pt x="2114561" y="82400"/>
                  <a:pt x="2114989" y="78567"/>
                  <a:pt x="2114989" y="74386"/>
                </a:cubicBezTo>
                <a:close/>
                <a:moveTo>
                  <a:pt x="2208833" y="110395"/>
                </a:moveTo>
                <a:cubicBezTo>
                  <a:pt x="2208833" y="110823"/>
                  <a:pt x="2208740" y="111184"/>
                  <a:pt x="2208552" y="111478"/>
                </a:cubicBezTo>
                <a:cubicBezTo>
                  <a:pt x="2208365" y="111773"/>
                  <a:pt x="2208030" y="112027"/>
                  <a:pt x="2207549" y="112241"/>
                </a:cubicBezTo>
                <a:cubicBezTo>
                  <a:pt x="2207067" y="112455"/>
                  <a:pt x="2206438" y="112616"/>
                  <a:pt x="2205662" y="112723"/>
                </a:cubicBezTo>
                <a:cubicBezTo>
                  <a:pt x="2204886" y="112830"/>
                  <a:pt x="2203936" y="112883"/>
                  <a:pt x="2202812" y="112883"/>
                </a:cubicBezTo>
                <a:cubicBezTo>
                  <a:pt x="2201581" y="112883"/>
                  <a:pt x="2200577" y="112830"/>
                  <a:pt x="2199801" y="112723"/>
                </a:cubicBezTo>
                <a:cubicBezTo>
                  <a:pt x="2199025" y="112616"/>
                  <a:pt x="2198409" y="112455"/>
                  <a:pt x="2197954" y="112241"/>
                </a:cubicBezTo>
                <a:cubicBezTo>
                  <a:pt x="2197499" y="112027"/>
                  <a:pt x="2197192" y="111773"/>
                  <a:pt x="2197031" y="111478"/>
                </a:cubicBezTo>
                <a:cubicBezTo>
                  <a:pt x="2196870" y="111184"/>
                  <a:pt x="2196790" y="110823"/>
                  <a:pt x="2196790" y="110395"/>
                </a:cubicBezTo>
                <a:lnTo>
                  <a:pt x="2196790" y="100840"/>
                </a:lnTo>
                <a:cubicBezTo>
                  <a:pt x="2192669" y="105418"/>
                  <a:pt x="2188601" y="108758"/>
                  <a:pt x="2184587" y="110859"/>
                </a:cubicBezTo>
                <a:cubicBezTo>
                  <a:pt x="2180572" y="112958"/>
                  <a:pt x="2176504" y="114007"/>
                  <a:pt x="2172383" y="114007"/>
                </a:cubicBezTo>
                <a:cubicBezTo>
                  <a:pt x="2167566" y="114007"/>
                  <a:pt x="2163511" y="113204"/>
                  <a:pt x="2160220" y="111596"/>
                </a:cubicBezTo>
                <a:cubicBezTo>
                  <a:pt x="2156928" y="109989"/>
                  <a:pt x="2154265" y="107806"/>
                  <a:pt x="2152231" y="105048"/>
                </a:cubicBezTo>
                <a:cubicBezTo>
                  <a:pt x="2150197" y="102288"/>
                  <a:pt x="2148738" y="99073"/>
                  <a:pt x="2147855" y="95403"/>
                </a:cubicBezTo>
                <a:cubicBezTo>
                  <a:pt x="2146972" y="91732"/>
                  <a:pt x="2146531" y="87271"/>
                  <a:pt x="2146531" y="82021"/>
                </a:cubicBezTo>
                <a:lnTo>
                  <a:pt x="2146531" y="38139"/>
                </a:lnTo>
                <a:cubicBezTo>
                  <a:pt x="2146531" y="37711"/>
                  <a:pt x="2146624" y="37349"/>
                  <a:pt x="2146812" y="37055"/>
                </a:cubicBezTo>
                <a:cubicBezTo>
                  <a:pt x="2146999" y="36759"/>
                  <a:pt x="2147360" y="36490"/>
                  <a:pt x="2147895" y="36250"/>
                </a:cubicBezTo>
                <a:cubicBezTo>
                  <a:pt x="2148431" y="36009"/>
                  <a:pt x="2149127" y="35848"/>
                  <a:pt x="2149983" y="35768"/>
                </a:cubicBezTo>
                <a:cubicBezTo>
                  <a:pt x="2150839" y="35688"/>
                  <a:pt x="2151910" y="35647"/>
                  <a:pt x="2153194" y="35647"/>
                </a:cubicBezTo>
                <a:cubicBezTo>
                  <a:pt x="2154479" y="35647"/>
                  <a:pt x="2155549" y="35688"/>
                  <a:pt x="2156406" y="35768"/>
                </a:cubicBezTo>
                <a:cubicBezTo>
                  <a:pt x="2157262" y="35848"/>
                  <a:pt x="2157945" y="36009"/>
                  <a:pt x="2158453" y="36250"/>
                </a:cubicBezTo>
                <a:cubicBezTo>
                  <a:pt x="2158962" y="36490"/>
                  <a:pt x="2159323" y="36759"/>
                  <a:pt x="2159537" y="37055"/>
                </a:cubicBezTo>
                <a:cubicBezTo>
                  <a:pt x="2159751" y="37349"/>
                  <a:pt x="2159858" y="37711"/>
                  <a:pt x="2159858" y="38139"/>
                </a:cubicBezTo>
                <a:lnTo>
                  <a:pt x="2159858" y="80259"/>
                </a:lnTo>
                <a:cubicBezTo>
                  <a:pt x="2159858" y="84493"/>
                  <a:pt x="2160166" y="87882"/>
                  <a:pt x="2160782" y="90428"/>
                </a:cubicBezTo>
                <a:cubicBezTo>
                  <a:pt x="2161397" y="92974"/>
                  <a:pt x="2162334" y="95145"/>
                  <a:pt x="2163592" y="96941"/>
                </a:cubicBezTo>
                <a:cubicBezTo>
                  <a:pt x="2164849" y="98736"/>
                  <a:pt x="2166442" y="100130"/>
                  <a:pt x="2168369" y="101121"/>
                </a:cubicBezTo>
                <a:cubicBezTo>
                  <a:pt x="2170296" y="102112"/>
                  <a:pt x="2172544" y="102607"/>
                  <a:pt x="2175113" y="102607"/>
                </a:cubicBezTo>
                <a:cubicBezTo>
                  <a:pt x="2178431" y="102607"/>
                  <a:pt x="2181736" y="101422"/>
                  <a:pt x="2185028" y="99054"/>
                </a:cubicBezTo>
                <a:cubicBezTo>
                  <a:pt x="2188320" y="96686"/>
                  <a:pt x="2191812" y="93213"/>
                  <a:pt x="2195506" y="88637"/>
                </a:cubicBezTo>
                <a:lnTo>
                  <a:pt x="2195506" y="38136"/>
                </a:lnTo>
                <a:cubicBezTo>
                  <a:pt x="2195506" y="37708"/>
                  <a:pt x="2195599" y="37347"/>
                  <a:pt x="2195787" y="37052"/>
                </a:cubicBezTo>
                <a:cubicBezTo>
                  <a:pt x="2195974" y="36758"/>
                  <a:pt x="2196335" y="36490"/>
                  <a:pt x="2196870" y="36250"/>
                </a:cubicBezTo>
                <a:cubicBezTo>
                  <a:pt x="2197406" y="36009"/>
                  <a:pt x="2198088" y="35848"/>
                  <a:pt x="2198918" y="35768"/>
                </a:cubicBezTo>
                <a:cubicBezTo>
                  <a:pt x="2199747" y="35688"/>
                  <a:pt x="2200831" y="35647"/>
                  <a:pt x="2202169" y="35647"/>
                </a:cubicBezTo>
                <a:cubicBezTo>
                  <a:pt x="2203454" y="35647"/>
                  <a:pt x="2204525" y="35688"/>
                  <a:pt x="2205381" y="35768"/>
                </a:cubicBezTo>
                <a:cubicBezTo>
                  <a:pt x="2206237" y="35848"/>
                  <a:pt x="2206906" y="36009"/>
                  <a:pt x="2207388" y="36250"/>
                </a:cubicBezTo>
                <a:cubicBezTo>
                  <a:pt x="2207870" y="36490"/>
                  <a:pt x="2208231" y="36758"/>
                  <a:pt x="2208472" y="37052"/>
                </a:cubicBezTo>
                <a:cubicBezTo>
                  <a:pt x="2208713" y="37347"/>
                  <a:pt x="2208833" y="37708"/>
                  <a:pt x="2208833" y="38136"/>
                </a:cubicBezTo>
                <a:lnTo>
                  <a:pt x="2208833" y="110395"/>
                </a:lnTo>
                <a:close/>
                <a:moveTo>
                  <a:pt x="2274336" y="42873"/>
                </a:moveTo>
                <a:cubicBezTo>
                  <a:pt x="2274336" y="44051"/>
                  <a:pt x="2274310" y="45041"/>
                  <a:pt x="2274256" y="45844"/>
                </a:cubicBezTo>
                <a:cubicBezTo>
                  <a:pt x="2274203" y="46647"/>
                  <a:pt x="2274096" y="47276"/>
                  <a:pt x="2273935" y="47731"/>
                </a:cubicBezTo>
                <a:cubicBezTo>
                  <a:pt x="2273774" y="48186"/>
                  <a:pt x="2273574" y="48533"/>
                  <a:pt x="2273333" y="48774"/>
                </a:cubicBezTo>
                <a:cubicBezTo>
                  <a:pt x="2273092" y="49015"/>
                  <a:pt x="2272757" y="49136"/>
                  <a:pt x="2272329" y="49136"/>
                </a:cubicBezTo>
                <a:cubicBezTo>
                  <a:pt x="2271901" y="49136"/>
                  <a:pt x="2271379" y="49015"/>
                  <a:pt x="2270764" y="48774"/>
                </a:cubicBezTo>
                <a:cubicBezTo>
                  <a:pt x="2270148" y="48533"/>
                  <a:pt x="2269452" y="48293"/>
                  <a:pt x="2268676" y="48052"/>
                </a:cubicBezTo>
                <a:cubicBezTo>
                  <a:pt x="2267900" y="47811"/>
                  <a:pt x="2267030" y="47583"/>
                  <a:pt x="2266067" y="47369"/>
                </a:cubicBezTo>
                <a:cubicBezTo>
                  <a:pt x="2265103" y="47155"/>
                  <a:pt x="2264060" y="47048"/>
                  <a:pt x="2262936" y="47048"/>
                </a:cubicBezTo>
                <a:cubicBezTo>
                  <a:pt x="2261598" y="47048"/>
                  <a:pt x="2260286" y="47316"/>
                  <a:pt x="2259002" y="47851"/>
                </a:cubicBezTo>
                <a:cubicBezTo>
                  <a:pt x="2257717" y="48386"/>
                  <a:pt x="2256366" y="49269"/>
                  <a:pt x="2254947" y="50500"/>
                </a:cubicBezTo>
                <a:cubicBezTo>
                  <a:pt x="2253529" y="51732"/>
                  <a:pt x="2252043" y="53364"/>
                  <a:pt x="2250491" y="55398"/>
                </a:cubicBezTo>
                <a:cubicBezTo>
                  <a:pt x="2248939" y="57432"/>
                  <a:pt x="2247226" y="59921"/>
                  <a:pt x="2245353" y="62865"/>
                </a:cubicBezTo>
                <a:lnTo>
                  <a:pt x="2245353" y="110395"/>
                </a:lnTo>
                <a:cubicBezTo>
                  <a:pt x="2245353" y="110823"/>
                  <a:pt x="2245246" y="111184"/>
                  <a:pt x="2245032" y="111478"/>
                </a:cubicBezTo>
                <a:cubicBezTo>
                  <a:pt x="2244818" y="111773"/>
                  <a:pt x="2244470" y="112027"/>
                  <a:pt x="2243988" y="112241"/>
                </a:cubicBezTo>
                <a:cubicBezTo>
                  <a:pt x="2243506" y="112455"/>
                  <a:pt x="2242837" y="112616"/>
                  <a:pt x="2241981" y="112723"/>
                </a:cubicBezTo>
                <a:cubicBezTo>
                  <a:pt x="2241124" y="112830"/>
                  <a:pt x="2240027" y="112883"/>
                  <a:pt x="2238689" y="112883"/>
                </a:cubicBezTo>
                <a:cubicBezTo>
                  <a:pt x="2237404" y="112883"/>
                  <a:pt x="2236334" y="112830"/>
                  <a:pt x="2235478" y="112723"/>
                </a:cubicBezTo>
                <a:cubicBezTo>
                  <a:pt x="2234621" y="112616"/>
                  <a:pt x="2233939" y="112455"/>
                  <a:pt x="2233430" y="112241"/>
                </a:cubicBezTo>
                <a:cubicBezTo>
                  <a:pt x="2232922" y="112027"/>
                  <a:pt x="2232574" y="111773"/>
                  <a:pt x="2232387" y="111478"/>
                </a:cubicBezTo>
                <a:cubicBezTo>
                  <a:pt x="2232199" y="111184"/>
                  <a:pt x="2232106" y="110823"/>
                  <a:pt x="2232106" y="110395"/>
                </a:cubicBezTo>
                <a:lnTo>
                  <a:pt x="2232106" y="38136"/>
                </a:lnTo>
                <a:cubicBezTo>
                  <a:pt x="2232106" y="37708"/>
                  <a:pt x="2232186" y="37347"/>
                  <a:pt x="2232346" y="37052"/>
                </a:cubicBezTo>
                <a:cubicBezTo>
                  <a:pt x="2232507" y="36758"/>
                  <a:pt x="2232828" y="36490"/>
                  <a:pt x="2233310" y="36250"/>
                </a:cubicBezTo>
                <a:cubicBezTo>
                  <a:pt x="2233792" y="36009"/>
                  <a:pt x="2234407" y="35848"/>
                  <a:pt x="2235156" y="35768"/>
                </a:cubicBezTo>
                <a:cubicBezTo>
                  <a:pt x="2235906" y="35688"/>
                  <a:pt x="2236896" y="35647"/>
                  <a:pt x="2238127" y="35647"/>
                </a:cubicBezTo>
                <a:cubicBezTo>
                  <a:pt x="2239305" y="35647"/>
                  <a:pt x="2240281" y="35688"/>
                  <a:pt x="2241058" y="35768"/>
                </a:cubicBezTo>
                <a:cubicBezTo>
                  <a:pt x="2241834" y="35848"/>
                  <a:pt x="2242436" y="36009"/>
                  <a:pt x="2242864" y="36250"/>
                </a:cubicBezTo>
                <a:cubicBezTo>
                  <a:pt x="2243292" y="36490"/>
                  <a:pt x="2243600" y="36758"/>
                  <a:pt x="2243787" y="37052"/>
                </a:cubicBezTo>
                <a:cubicBezTo>
                  <a:pt x="2243975" y="37347"/>
                  <a:pt x="2244068" y="37708"/>
                  <a:pt x="2244068" y="38136"/>
                </a:cubicBezTo>
                <a:lnTo>
                  <a:pt x="2244068" y="48654"/>
                </a:lnTo>
                <a:cubicBezTo>
                  <a:pt x="2246049" y="45764"/>
                  <a:pt x="2247909" y="43408"/>
                  <a:pt x="2249648" y="41589"/>
                </a:cubicBezTo>
                <a:cubicBezTo>
                  <a:pt x="2251388" y="39769"/>
                  <a:pt x="2253034" y="38337"/>
                  <a:pt x="2254586" y="37293"/>
                </a:cubicBezTo>
                <a:cubicBezTo>
                  <a:pt x="2256138" y="36250"/>
                  <a:pt x="2257677" y="35527"/>
                  <a:pt x="2259202" y="35126"/>
                </a:cubicBezTo>
                <a:cubicBezTo>
                  <a:pt x="2260728" y="34724"/>
                  <a:pt x="2262267" y="34523"/>
                  <a:pt x="2263819" y="34523"/>
                </a:cubicBezTo>
                <a:cubicBezTo>
                  <a:pt x="2264515" y="34523"/>
                  <a:pt x="2265304" y="34564"/>
                  <a:pt x="2266187" y="34644"/>
                </a:cubicBezTo>
                <a:cubicBezTo>
                  <a:pt x="2267070" y="34724"/>
                  <a:pt x="2267994" y="34871"/>
                  <a:pt x="2268957" y="35085"/>
                </a:cubicBezTo>
                <a:cubicBezTo>
                  <a:pt x="2269921" y="35299"/>
                  <a:pt x="2270790" y="35540"/>
                  <a:pt x="2271567" y="35808"/>
                </a:cubicBezTo>
                <a:cubicBezTo>
                  <a:pt x="2272343" y="36076"/>
                  <a:pt x="2272891" y="36343"/>
                  <a:pt x="2273212" y="36611"/>
                </a:cubicBezTo>
                <a:cubicBezTo>
                  <a:pt x="2273534" y="36878"/>
                  <a:pt x="2273748" y="37133"/>
                  <a:pt x="2273855" y="37374"/>
                </a:cubicBezTo>
                <a:cubicBezTo>
                  <a:pt x="2273962" y="37614"/>
                  <a:pt x="2274055" y="37922"/>
                  <a:pt x="2274136" y="38297"/>
                </a:cubicBezTo>
                <a:cubicBezTo>
                  <a:pt x="2274216" y="38672"/>
                  <a:pt x="2274270" y="39220"/>
                  <a:pt x="2274296" y="39943"/>
                </a:cubicBezTo>
                <a:cubicBezTo>
                  <a:pt x="2274323" y="40665"/>
                  <a:pt x="2274336" y="41642"/>
                  <a:pt x="2274336" y="42873"/>
                </a:cubicBezTo>
                <a:close/>
                <a:moveTo>
                  <a:pt x="2368725" y="90782"/>
                </a:moveTo>
                <a:cubicBezTo>
                  <a:pt x="2368725" y="94478"/>
                  <a:pt x="2368043" y="97774"/>
                  <a:pt x="2366678" y="100667"/>
                </a:cubicBezTo>
                <a:cubicBezTo>
                  <a:pt x="2365313" y="103559"/>
                  <a:pt x="2363373" y="105997"/>
                  <a:pt x="2360857" y="107981"/>
                </a:cubicBezTo>
                <a:cubicBezTo>
                  <a:pt x="2358342" y="109963"/>
                  <a:pt x="2355344" y="111463"/>
                  <a:pt x="2351865" y="112479"/>
                </a:cubicBezTo>
                <a:cubicBezTo>
                  <a:pt x="2348386" y="113498"/>
                  <a:pt x="2344559" y="114007"/>
                  <a:pt x="2340384" y="114007"/>
                </a:cubicBezTo>
                <a:cubicBezTo>
                  <a:pt x="2337815" y="114007"/>
                  <a:pt x="2335366" y="113807"/>
                  <a:pt x="2333038" y="113405"/>
                </a:cubicBezTo>
                <a:cubicBezTo>
                  <a:pt x="2330709" y="113004"/>
                  <a:pt x="2328622" y="112495"/>
                  <a:pt x="2326775" y="111880"/>
                </a:cubicBezTo>
                <a:cubicBezTo>
                  <a:pt x="2324929" y="111264"/>
                  <a:pt x="2323363" y="110622"/>
                  <a:pt x="2322079" y="109953"/>
                </a:cubicBezTo>
                <a:cubicBezTo>
                  <a:pt x="2320794" y="109284"/>
                  <a:pt x="2319857" y="108682"/>
                  <a:pt x="2319269" y="108146"/>
                </a:cubicBezTo>
                <a:cubicBezTo>
                  <a:pt x="2318680" y="107611"/>
                  <a:pt x="2318252" y="106862"/>
                  <a:pt x="2317984" y="105898"/>
                </a:cubicBezTo>
                <a:cubicBezTo>
                  <a:pt x="2317716" y="104935"/>
                  <a:pt x="2317583" y="103624"/>
                  <a:pt x="2317583" y="101964"/>
                </a:cubicBezTo>
                <a:cubicBezTo>
                  <a:pt x="2317583" y="100947"/>
                  <a:pt x="2317636" y="100091"/>
                  <a:pt x="2317743" y="99395"/>
                </a:cubicBezTo>
                <a:cubicBezTo>
                  <a:pt x="2317850" y="98699"/>
                  <a:pt x="2317984" y="98137"/>
                  <a:pt x="2318145" y="97709"/>
                </a:cubicBezTo>
                <a:cubicBezTo>
                  <a:pt x="2318305" y="97281"/>
                  <a:pt x="2318533" y="96973"/>
                  <a:pt x="2318827" y="96786"/>
                </a:cubicBezTo>
                <a:cubicBezTo>
                  <a:pt x="2319121" y="96599"/>
                  <a:pt x="2319456" y="96505"/>
                  <a:pt x="2319831" y="96505"/>
                </a:cubicBezTo>
                <a:cubicBezTo>
                  <a:pt x="2320419" y="96505"/>
                  <a:pt x="2321289" y="96866"/>
                  <a:pt x="2322440" y="97589"/>
                </a:cubicBezTo>
                <a:cubicBezTo>
                  <a:pt x="2323591" y="98311"/>
                  <a:pt x="2325009" y="99101"/>
                  <a:pt x="2326695" y="99957"/>
                </a:cubicBezTo>
                <a:cubicBezTo>
                  <a:pt x="2328381" y="100814"/>
                  <a:pt x="2330375" y="101603"/>
                  <a:pt x="2332677" y="102326"/>
                </a:cubicBezTo>
                <a:cubicBezTo>
                  <a:pt x="2334978" y="103048"/>
                  <a:pt x="2337628" y="103410"/>
                  <a:pt x="2340625" y="103410"/>
                </a:cubicBezTo>
                <a:cubicBezTo>
                  <a:pt x="2342873" y="103410"/>
                  <a:pt x="2344907" y="103169"/>
                  <a:pt x="2346727" y="102687"/>
                </a:cubicBezTo>
                <a:cubicBezTo>
                  <a:pt x="2348547" y="102204"/>
                  <a:pt x="2350126" y="101493"/>
                  <a:pt x="2351464" y="100554"/>
                </a:cubicBezTo>
                <a:cubicBezTo>
                  <a:pt x="2352802" y="99616"/>
                  <a:pt x="2353832" y="98423"/>
                  <a:pt x="2354555" y="96974"/>
                </a:cubicBezTo>
                <a:cubicBezTo>
                  <a:pt x="2355277" y="95526"/>
                  <a:pt x="2355639" y="93809"/>
                  <a:pt x="2355639" y="91826"/>
                </a:cubicBezTo>
                <a:cubicBezTo>
                  <a:pt x="2355639" y="89790"/>
                  <a:pt x="2355117" y="88076"/>
                  <a:pt x="2354073" y="86682"/>
                </a:cubicBezTo>
                <a:cubicBezTo>
                  <a:pt x="2353029" y="85289"/>
                  <a:pt x="2351651" y="84057"/>
                  <a:pt x="2349938" y="82987"/>
                </a:cubicBezTo>
                <a:cubicBezTo>
                  <a:pt x="2348225" y="81914"/>
                  <a:pt x="2346299" y="80964"/>
                  <a:pt x="2344158" y="80134"/>
                </a:cubicBezTo>
                <a:cubicBezTo>
                  <a:pt x="2342017" y="79303"/>
                  <a:pt x="2339809" y="78432"/>
                  <a:pt x="2337534" y="77522"/>
                </a:cubicBezTo>
                <a:cubicBezTo>
                  <a:pt x="2335259" y="76610"/>
                  <a:pt x="2333038" y="75578"/>
                  <a:pt x="2330870" y="74426"/>
                </a:cubicBezTo>
                <a:cubicBezTo>
                  <a:pt x="2328702" y="73274"/>
                  <a:pt x="2326762" y="71867"/>
                  <a:pt x="2325049" y="70206"/>
                </a:cubicBezTo>
                <a:cubicBezTo>
                  <a:pt x="2323336" y="68545"/>
                  <a:pt x="2321958" y="66563"/>
                  <a:pt x="2320914" y="64260"/>
                </a:cubicBezTo>
                <a:cubicBezTo>
                  <a:pt x="2319871" y="61956"/>
                  <a:pt x="2319349" y="59197"/>
                  <a:pt x="2319349" y="55983"/>
                </a:cubicBezTo>
                <a:cubicBezTo>
                  <a:pt x="2319349" y="53142"/>
                  <a:pt x="2319897" y="50424"/>
                  <a:pt x="2320995" y="47826"/>
                </a:cubicBezTo>
                <a:cubicBezTo>
                  <a:pt x="2322092" y="45227"/>
                  <a:pt x="2323738" y="42949"/>
                  <a:pt x="2325932" y="40994"/>
                </a:cubicBezTo>
                <a:cubicBezTo>
                  <a:pt x="2328127" y="39037"/>
                  <a:pt x="2330870" y="37470"/>
                  <a:pt x="2334162" y="36292"/>
                </a:cubicBezTo>
                <a:cubicBezTo>
                  <a:pt x="2337454" y="35113"/>
                  <a:pt x="2341294" y="34523"/>
                  <a:pt x="2345683" y="34523"/>
                </a:cubicBezTo>
                <a:cubicBezTo>
                  <a:pt x="2347610" y="34523"/>
                  <a:pt x="2349537" y="34686"/>
                  <a:pt x="2351464" y="35013"/>
                </a:cubicBezTo>
                <a:cubicBezTo>
                  <a:pt x="2353391" y="35339"/>
                  <a:pt x="2355130" y="35746"/>
                  <a:pt x="2356682" y="36234"/>
                </a:cubicBezTo>
                <a:cubicBezTo>
                  <a:pt x="2358235" y="36723"/>
                  <a:pt x="2359559" y="37252"/>
                  <a:pt x="2360656" y="37823"/>
                </a:cubicBezTo>
                <a:cubicBezTo>
                  <a:pt x="2361754" y="38393"/>
                  <a:pt x="2362583" y="38896"/>
                  <a:pt x="2363145" y="39331"/>
                </a:cubicBezTo>
                <a:cubicBezTo>
                  <a:pt x="2363707" y="39765"/>
                  <a:pt x="2364082" y="40143"/>
                  <a:pt x="2364269" y="40465"/>
                </a:cubicBezTo>
                <a:cubicBezTo>
                  <a:pt x="2364457" y="40786"/>
                  <a:pt x="2364591" y="41147"/>
                  <a:pt x="2364671" y="41548"/>
                </a:cubicBezTo>
                <a:cubicBezTo>
                  <a:pt x="2364751" y="41950"/>
                  <a:pt x="2364831" y="42445"/>
                  <a:pt x="2364912" y="43034"/>
                </a:cubicBezTo>
                <a:cubicBezTo>
                  <a:pt x="2364992" y="43623"/>
                  <a:pt x="2365032" y="44345"/>
                  <a:pt x="2365032" y="45202"/>
                </a:cubicBezTo>
                <a:cubicBezTo>
                  <a:pt x="2365032" y="46111"/>
                  <a:pt x="2364992" y="46901"/>
                  <a:pt x="2364912" y="47570"/>
                </a:cubicBezTo>
                <a:cubicBezTo>
                  <a:pt x="2364831" y="48239"/>
                  <a:pt x="2364698" y="48788"/>
                  <a:pt x="2364510" y="49216"/>
                </a:cubicBezTo>
                <a:cubicBezTo>
                  <a:pt x="2364323" y="49644"/>
                  <a:pt x="2364095" y="49952"/>
                  <a:pt x="2363828" y="50139"/>
                </a:cubicBezTo>
                <a:cubicBezTo>
                  <a:pt x="2363560" y="50327"/>
                  <a:pt x="2363266" y="50420"/>
                  <a:pt x="2362945" y="50420"/>
                </a:cubicBezTo>
                <a:cubicBezTo>
                  <a:pt x="2362463" y="50420"/>
                  <a:pt x="2361767" y="50122"/>
                  <a:pt x="2360857" y="49524"/>
                </a:cubicBezTo>
                <a:cubicBezTo>
                  <a:pt x="2359947" y="48927"/>
                  <a:pt x="2358770" y="48289"/>
                  <a:pt x="2357325" y="47610"/>
                </a:cubicBezTo>
                <a:cubicBezTo>
                  <a:pt x="2355879" y="46931"/>
                  <a:pt x="2354180" y="46293"/>
                  <a:pt x="2352226" y="45696"/>
                </a:cubicBezTo>
                <a:cubicBezTo>
                  <a:pt x="2350273" y="45099"/>
                  <a:pt x="2348038" y="44800"/>
                  <a:pt x="2345522" y="44800"/>
                </a:cubicBezTo>
                <a:cubicBezTo>
                  <a:pt x="2343274" y="44800"/>
                  <a:pt x="2341294" y="45055"/>
                  <a:pt x="2339581" y="45565"/>
                </a:cubicBezTo>
                <a:cubicBezTo>
                  <a:pt x="2337868" y="46074"/>
                  <a:pt x="2336463" y="46797"/>
                  <a:pt x="2335366" y="47736"/>
                </a:cubicBezTo>
                <a:cubicBezTo>
                  <a:pt x="2334269" y="48674"/>
                  <a:pt x="2333439" y="49787"/>
                  <a:pt x="2332877" y="51075"/>
                </a:cubicBezTo>
                <a:cubicBezTo>
                  <a:pt x="2332315" y="52361"/>
                  <a:pt x="2332034" y="53755"/>
                  <a:pt x="2332034" y="55257"/>
                </a:cubicBezTo>
                <a:cubicBezTo>
                  <a:pt x="2332034" y="57347"/>
                  <a:pt x="2332569" y="59101"/>
                  <a:pt x="2333640" y="60521"/>
                </a:cubicBezTo>
                <a:cubicBezTo>
                  <a:pt x="2334710" y="61941"/>
                  <a:pt x="2336102" y="63187"/>
                  <a:pt x="2337815" y="64260"/>
                </a:cubicBezTo>
                <a:cubicBezTo>
                  <a:pt x="2339528" y="65330"/>
                  <a:pt x="2341481" y="66294"/>
                  <a:pt x="2343676" y="67152"/>
                </a:cubicBezTo>
                <a:cubicBezTo>
                  <a:pt x="2345870" y="68009"/>
                  <a:pt x="2348105" y="68893"/>
                  <a:pt x="2350380" y="69804"/>
                </a:cubicBezTo>
                <a:cubicBezTo>
                  <a:pt x="2352655" y="70714"/>
                  <a:pt x="2354903" y="71732"/>
                  <a:pt x="2357124" y="72858"/>
                </a:cubicBezTo>
                <a:cubicBezTo>
                  <a:pt x="2359345" y="73984"/>
                  <a:pt x="2361312" y="75350"/>
                  <a:pt x="2363025" y="76958"/>
                </a:cubicBezTo>
                <a:cubicBezTo>
                  <a:pt x="2364738" y="78565"/>
                  <a:pt x="2366116" y="80494"/>
                  <a:pt x="2367160" y="82746"/>
                </a:cubicBezTo>
                <a:cubicBezTo>
                  <a:pt x="2368203" y="84995"/>
                  <a:pt x="2368725" y="87674"/>
                  <a:pt x="2368725" y="90782"/>
                </a:cubicBezTo>
                <a:close/>
                <a:moveTo>
                  <a:pt x="2457321" y="73503"/>
                </a:moveTo>
                <a:cubicBezTo>
                  <a:pt x="2457321" y="79395"/>
                  <a:pt x="2456545" y="84820"/>
                  <a:pt x="2454993" y="89776"/>
                </a:cubicBezTo>
                <a:cubicBezTo>
                  <a:pt x="2453440" y="94732"/>
                  <a:pt x="2451125" y="99005"/>
                  <a:pt x="2448048" y="102597"/>
                </a:cubicBezTo>
                <a:cubicBezTo>
                  <a:pt x="2444970" y="106186"/>
                  <a:pt x="2441116" y="108985"/>
                  <a:pt x="2436486" y="110994"/>
                </a:cubicBezTo>
                <a:cubicBezTo>
                  <a:pt x="2431857" y="113003"/>
                  <a:pt x="2426491" y="114007"/>
                  <a:pt x="2420389" y="114007"/>
                </a:cubicBezTo>
                <a:cubicBezTo>
                  <a:pt x="2414448" y="114007"/>
                  <a:pt x="2409269" y="113123"/>
                  <a:pt x="2404853" y="111355"/>
                </a:cubicBezTo>
                <a:cubicBezTo>
                  <a:pt x="2400438" y="109587"/>
                  <a:pt x="2396758" y="107016"/>
                  <a:pt x="2393814" y="103640"/>
                </a:cubicBezTo>
                <a:cubicBezTo>
                  <a:pt x="2390870" y="100265"/>
                  <a:pt x="2388676" y="96166"/>
                  <a:pt x="2387230" y="91344"/>
                </a:cubicBezTo>
                <a:cubicBezTo>
                  <a:pt x="2385785" y="86522"/>
                  <a:pt x="2385063" y="81056"/>
                  <a:pt x="2385063" y="74948"/>
                </a:cubicBezTo>
                <a:cubicBezTo>
                  <a:pt x="2385063" y="69055"/>
                  <a:pt x="2385825" y="63631"/>
                  <a:pt x="2387351" y="58675"/>
                </a:cubicBezTo>
                <a:cubicBezTo>
                  <a:pt x="2388876" y="53719"/>
                  <a:pt x="2391178" y="49446"/>
                  <a:pt x="2394255" y="45856"/>
                </a:cubicBezTo>
                <a:cubicBezTo>
                  <a:pt x="2397333" y="42265"/>
                  <a:pt x="2401174" y="39479"/>
                  <a:pt x="2405777" y="37497"/>
                </a:cubicBezTo>
                <a:cubicBezTo>
                  <a:pt x="2410380" y="35514"/>
                  <a:pt x="2415759" y="34523"/>
                  <a:pt x="2421914" y="34523"/>
                </a:cubicBezTo>
                <a:cubicBezTo>
                  <a:pt x="2427856" y="34523"/>
                  <a:pt x="2433034" y="35407"/>
                  <a:pt x="2437450" y="37175"/>
                </a:cubicBezTo>
                <a:cubicBezTo>
                  <a:pt x="2441866" y="38943"/>
                  <a:pt x="2445545" y="41515"/>
                  <a:pt x="2448489" y="44890"/>
                </a:cubicBezTo>
                <a:cubicBezTo>
                  <a:pt x="2451433" y="48266"/>
                  <a:pt x="2453641" y="52365"/>
                  <a:pt x="2455113" y="57187"/>
                </a:cubicBezTo>
                <a:cubicBezTo>
                  <a:pt x="2456585" y="62009"/>
                  <a:pt x="2457321" y="67448"/>
                  <a:pt x="2457321" y="73503"/>
                </a:cubicBezTo>
                <a:moveTo>
                  <a:pt x="2443351" y="74386"/>
                </a:moveTo>
                <a:cubicBezTo>
                  <a:pt x="2443351" y="70474"/>
                  <a:pt x="2442990" y="66775"/>
                  <a:pt x="2442267" y="63291"/>
                </a:cubicBezTo>
                <a:cubicBezTo>
                  <a:pt x="2441544" y="59807"/>
                  <a:pt x="2440354" y="56752"/>
                  <a:pt x="2438694" y="54126"/>
                </a:cubicBezTo>
                <a:cubicBezTo>
                  <a:pt x="2437035" y="51500"/>
                  <a:pt x="2434787" y="49423"/>
                  <a:pt x="2431950" y="47896"/>
                </a:cubicBezTo>
                <a:cubicBezTo>
                  <a:pt x="2429113" y="46367"/>
                  <a:pt x="2425581" y="45603"/>
                  <a:pt x="2421352" y="45603"/>
                </a:cubicBezTo>
                <a:cubicBezTo>
                  <a:pt x="2417445" y="45603"/>
                  <a:pt x="2414086" y="46300"/>
                  <a:pt x="2411276" y="47693"/>
                </a:cubicBezTo>
                <a:cubicBezTo>
                  <a:pt x="2408466" y="49086"/>
                  <a:pt x="2406151" y="51057"/>
                  <a:pt x="2404331" y="53604"/>
                </a:cubicBezTo>
                <a:cubicBezTo>
                  <a:pt x="2402512" y="56150"/>
                  <a:pt x="2401160" y="59165"/>
                  <a:pt x="2400277" y="62649"/>
                </a:cubicBezTo>
                <a:cubicBezTo>
                  <a:pt x="2399394" y="66131"/>
                  <a:pt x="2398952" y="69937"/>
                  <a:pt x="2398952" y="74065"/>
                </a:cubicBezTo>
                <a:cubicBezTo>
                  <a:pt x="2398952" y="78031"/>
                  <a:pt x="2399314" y="81756"/>
                  <a:pt x="2400036" y="85240"/>
                </a:cubicBezTo>
                <a:cubicBezTo>
                  <a:pt x="2400759" y="88724"/>
                  <a:pt x="2401963" y="91765"/>
                  <a:pt x="2403649" y="94365"/>
                </a:cubicBezTo>
                <a:cubicBezTo>
                  <a:pt x="2405335" y="96964"/>
                  <a:pt x="2407596" y="99028"/>
                  <a:pt x="2410433" y="100557"/>
                </a:cubicBezTo>
                <a:cubicBezTo>
                  <a:pt x="2413270" y="102084"/>
                  <a:pt x="2416803" y="102848"/>
                  <a:pt x="2421031" y="102848"/>
                </a:cubicBezTo>
                <a:cubicBezTo>
                  <a:pt x="2424885" y="102848"/>
                  <a:pt x="2428230" y="102151"/>
                  <a:pt x="2431067" y="100758"/>
                </a:cubicBezTo>
                <a:cubicBezTo>
                  <a:pt x="2433904" y="99364"/>
                  <a:pt x="2436232" y="97408"/>
                  <a:pt x="2438052" y="94889"/>
                </a:cubicBezTo>
                <a:cubicBezTo>
                  <a:pt x="2439872" y="92368"/>
                  <a:pt x="2441210" y="89367"/>
                  <a:pt x="2442066" y="85884"/>
                </a:cubicBezTo>
                <a:cubicBezTo>
                  <a:pt x="2442923" y="82400"/>
                  <a:pt x="2443351" y="78567"/>
                  <a:pt x="2443351" y="74386"/>
                </a:cubicBezTo>
                <a:close/>
                <a:moveTo>
                  <a:pt x="2488542" y="110392"/>
                </a:moveTo>
                <a:cubicBezTo>
                  <a:pt x="2488542" y="110820"/>
                  <a:pt x="2488435" y="111182"/>
                  <a:pt x="2488221" y="111478"/>
                </a:cubicBezTo>
                <a:cubicBezTo>
                  <a:pt x="2488007" y="111773"/>
                  <a:pt x="2487659" y="112027"/>
                  <a:pt x="2487177" y="112241"/>
                </a:cubicBezTo>
                <a:cubicBezTo>
                  <a:pt x="2486695" y="112455"/>
                  <a:pt x="2486026" y="112616"/>
                  <a:pt x="2485170" y="112723"/>
                </a:cubicBezTo>
                <a:cubicBezTo>
                  <a:pt x="2484313" y="112830"/>
                  <a:pt x="2483216" y="112883"/>
                  <a:pt x="2481878" y="112883"/>
                </a:cubicBezTo>
                <a:cubicBezTo>
                  <a:pt x="2480593" y="112883"/>
                  <a:pt x="2479523" y="112830"/>
                  <a:pt x="2478667" y="112723"/>
                </a:cubicBezTo>
                <a:cubicBezTo>
                  <a:pt x="2477810" y="112616"/>
                  <a:pt x="2477128" y="112455"/>
                  <a:pt x="2476619" y="112241"/>
                </a:cubicBezTo>
                <a:cubicBezTo>
                  <a:pt x="2476111" y="112027"/>
                  <a:pt x="2475763" y="111773"/>
                  <a:pt x="2475575" y="111478"/>
                </a:cubicBezTo>
                <a:cubicBezTo>
                  <a:pt x="2475388" y="111182"/>
                  <a:pt x="2475294" y="110820"/>
                  <a:pt x="2475294" y="110392"/>
                </a:cubicBezTo>
                <a:lnTo>
                  <a:pt x="2475294" y="3053"/>
                </a:lnTo>
                <a:cubicBezTo>
                  <a:pt x="2475294" y="2625"/>
                  <a:pt x="2475388" y="2251"/>
                  <a:pt x="2475575" y="1929"/>
                </a:cubicBezTo>
                <a:cubicBezTo>
                  <a:pt x="2475763" y="1607"/>
                  <a:pt x="2476111" y="1338"/>
                  <a:pt x="2476619" y="1124"/>
                </a:cubicBezTo>
                <a:cubicBezTo>
                  <a:pt x="2477128" y="910"/>
                  <a:pt x="2477810" y="749"/>
                  <a:pt x="2478667" y="642"/>
                </a:cubicBezTo>
                <a:cubicBezTo>
                  <a:pt x="2479523" y="535"/>
                  <a:pt x="2480593" y="482"/>
                  <a:pt x="2481878" y="482"/>
                </a:cubicBezTo>
                <a:cubicBezTo>
                  <a:pt x="2483216" y="482"/>
                  <a:pt x="2484313" y="535"/>
                  <a:pt x="2485170" y="642"/>
                </a:cubicBezTo>
                <a:cubicBezTo>
                  <a:pt x="2486026" y="749"/>
                  <a:pt x="2486695" y="910"/>
                  <a:pt x="2487177" y="1124"/>
                </a:cubicBezTo>
                <a:cubicBezTo>
                  <a:pt x="2487659" y="1338"/>
                  <a:pt x="2488007" y="1607"/>
                  <a:pt x="2488221" y="1929"/>
                </a:cubicBezTo>
                <a:cubicBezTo>
                  <a:pt x="2488435" y="2251"/>
                  <a:pt x="2488542" y="2625"/>
                  <a:pt x="2488542" y="3053"/>
                </a:cubicBezTo>
                <a:lnTo>
                  <a:pt x="2488542" y="110392"/>
                </a:lnTo>
                <a:close/>
                <a:moveTo>
                  <a:pt x="2525045" y="110395"/>
                </a:moveTo>
                <a:cubicBezTo>
                  <a:pt x="2525045" y="110823"/>
                  <a:pt x="2524938" y="111184"/>
                  <a:pt x="2524723" y="111478"/>
                </a:cubicBezTo>
                <a:cubicBezTo>
                  <a:pt x="2524509" y="111773"/>
                  <a:pt x="2524161" y="112027"/>
                  <a:pt x="2523680" y="112241"/>
                </a:cubicBezTo>
                <a:cubicBezTo>
                  <a:pt x="2523198" y="112455"/>
                  <a:pt x="2522529" y="112616"/>
                  <a:pt x="2521673" y="112723"/>
                </a:cubicBezTo>
                <a:cubicBezTo>
                  <a:pt x="2520816" y="112830"/>
                  <a:pt x="2519719" y="112883"/>
                  <a:pt x="2518381" y="112883"/>
                </a:cubicBezTo>
                <a:cubicBezTo>
                  <a:pt x="2517096" y="112883"/>
                  <a:pt x="2516026" y="112830"/>
                  <a:pt x="2515169" y="112723"/>
                </a:cubicBezTo>
                <a:cubicBezTo>
                  <a:pt x="2514313" y="112616"/>
                  <a:pt x="2513631" y="112455"/>
                  <a:pt x="2513122" y="112241"/>
                </a:cubicBezTo>
                <a:cubicBezTo>
                  <a:pt x="2512614" y="112027"/>
                  <a:pt x="2512266" y="111773"/>
                  <a:pt x="2512078" y="111478"/>
                </a:cubicBezTo>
                <a:cubicBezTo>
                  <a:pt x="2511891" y="111184"/>
                  <a:pt x="2511797" y="110823"/>
                  <a:pt x="2511797" y="110395"/>
                </a:cubicBezTo>
                <a:lnTo>
                  <a:pt x="2511797" y="38136"/>
                </a:lnTo>
                <a:cubicBezTo>
                  <a:pt x="2511797" y="37762"/>
                  <a:pt x="2511891" y="37414"/>
                  <a:pt x="2512078" y="37093"/>
                </a:cubicBezTo>
                <a:cubicBezTo>
                  <a:pt x="2512266" y="36771"/>
                  <a:pt x="2512614" y="36504"/>
                  <a:pt x="2513122" y="36290"/>
                </a:cubicBezTo>
                <a:cubicBezTo>
                  <a:pt x="2513631" y="36076"/>
                  <a:pt x="2514313" y="35915"/>
                  <a:pt x="2515169" y="35808"/>
                </a:cubicBezTo>
                <a:cubicBezTo>
                  <a:pt x="2516026" y="35701"/>
                  <a:pt x="2517096" y="35647"/>
                  <a:pt x="2518381" y="35647"/>
                </a:cubicBezTo>
                <a:cubicBezTo>
                  <a:pt x="2519719" y="35647"/>
                  <a:pt x="2520816" y="35701"/>
                  <a:pt x="2521673" y="35808"/>
                </a:cubicBezTo>
                <a:cubicBezTo>
                  <a:pt x="2522529" y="35915"/>
                  <a:pt x="2523198" y="36076"/>
                  <a:pt x="2523680" y="36290"/>
                </a:cubicBezTo>
                <a:cubicBezTo>
                  <a:pt x="2524161" y="36504"/>
                  <a:pt x="2524509" y="36771"/>
                  <a:pt x="2524723" y="37093"/>
                </a:cubicBezTo>
                <a:cubicBezTo>
                  <a:pt x="2524938" y="37414"/>
                  <a:pt x="2525045" y="37762"/>
                  <a:pt x="2525045" y="38136"/>
                </a:cubicBezTo>
                <a:lnTo>
                  <a:pt x="2525045" y="110395"/>
                </a:lnTo>
                <a:moveTo>
                  <a:pt x="2526570" y="13649"/>
                </a:moveTo>
                <a:cubicBezTo>
                  <a:pt x="2526570" y="16753"/>
                  <a:pt x="2525981" y="18867"/>
                  <a:pt x="2524804" y="19991"/>
                </a:cubicBezTo>
                <a:cubicBezTo>
                  <a:pt x="2523626" y="21115"/>
                  <a:pt x="2521458" y="21677"/>
                  <a:pt x="2518301" y="21677"/>
                </a:cubicBezTo>
                <a:cubicBezTo>
                  <a:pt x="2515196" y="21677"/>
                  <a:pt x="2513068" y="21129"/>
                  <a:pt x="2511918" y="20032"/>
                </a:cubicBezTo>
                <a:cubicBezTo>
                  <a:pt x="2510767" y="18934"/>
                  <a:pt x="2510192" y="16860"/>
                  <a:pt x="2510192" y="13809"/>
                </a:cubicBezTo>
                <a:cubicBezTo>
                  <a:pt x="2510192" y="10705"/>
                  <a:pt x="2510780" y="8591"/>
                  <a:pt x="2511958" y="7467"/>
                </a:cubicBezTo>
                <a:cubicBezTo>
                  <a:pt x="2513135" y="6343"/>
                  <a:pt x="2515303" y="5781"/>
                  <a:pt x="2518461" y="5781"/>
                </a:cubicBezTo>
                <a:cubicBezTo>
                  <a:pt x="2521566" y="5781"/>
                  <a:pt x="2523693" y="6329"/>
                  <a:pt x="2524844" y="7427"/>
                </a:cubicBezTo>
                <a:cubicBezTo>
                  <a:pt x="2525995" y="8524"/>
                  <a:pt x="2526570" y="10598"/>
                  <a:pt x="2526570" y="13649"/>
                </a:cubicBezTo>
                <a:close/>
                <a:moveTo>
                  <a:pt x="2610201" y="110392"/>
                </a:moveTo>
                <a:cubicBezTo>
                  <a:pt x="2610201" y="110820"/>
                  <a:pt x="2610108" y="111196"/>
                  <a:pt x="2609920" y="111519"/>
                </a:cubicBezTo>
                <a:cubicBezTo>
                  <a:pt x="2609733" y="111840"/>
                  <a:pt x="2609412" y="112094"/>
                  <a:pt x="2608957" y="112281"/>
                </a:cubicBezTo>
                <a:cubicBezTo>
                  <a:pt x="2608502" y="112469"/>
                  <a:pt x="2607900" y="112616"/>
                  <a:pt x="2607151" y="112723"/>
                </a:cubicBezTo>
                <a:cubicBezTo>
                  <a:pt x="2606401" y="112830"/>
                  <a:pt x="2605491" y="112883"/>
                  <a:pt x="2604421" y="112883"/>
                </a:cubicBezTo>
                <a:cubicBezTo>
                  <a:pt x="2603297" y="112883"/>
                  <a:pt x="2602360" y="112830"/>
                  <a:pt x="2601611" y="112723"/>
                </a:cubicBezTo>
                <a:cubicBezTo>
                  <a:pt x="2600861" y="112617"/>
                  <a:pt x="2600246" y="112472"/>
                  <a:pt x="2599764" y="112286"/>
                </a:cubicBezTo>
                <a:cubicBezTo>
                  <a:pt x="2599282" y="112099"/>
                  <a:pt x="2598934" y="111846"/>
                  <a:pt x="2598720" y="111526"/>
                </a:cubicBezTo>
                <a:cubicBezTo>
                  <a:pt x="2598506" y="111207"/>
                  <a:pt x="2598399" y="110834"/>
                  <a:pt x="2598399" y="110410"/>
                </a:cubicBezTo>
                <a:lnTo>
                  <a:pt x="2598399" y="100908"/>
                </a:lnTo>
                <a:cubicBezTo>
                  <a:pt x="2594599" y="105033"/>
                  <a:pt x="2590652" y="108248"/>
                  <a:pt x="2586557" y="110553"/>
                </a:cubicBezTo>
                <a:cubicBezTo>
                  <a:pt x="2582462" y="112856"/>
                  <a:pt x="2577980" y="114007"/>
                  <a:pt x="2573109" y="114007"/>
                </a:cubicBezTo>
                <a:cubicBezTo>
                  <a:pt x="2567810" y="114007"/>
                  <a:pt x="2563287" y="112976"/>
                  <a:pt x="2559540" y="110914"/>
                </a:cubicBezTo>
                <a:cubicBezTo>
                  <a:pt x="2555794" y="108852"/>
                  <a:pt x="2552756" y="106066"/>
                  <a:pt x="2550428" y="102557"/>
                </a:cubicBezTo>
                <a:cubicBezTo>
                  <a:pt x="2548099" y="99046"/>
                  <a:pt x="2546400" y="94920"/>
                  <a:pt x="2545330" y="90180"/>
                </a:cubicBezTo>
                <a:cubicBezTo>
                  <a:pt x="2544259" y="85438"/>
                  <a:pt x="2543724" y="80441"/>
                  <a:pt x="2543724" y="75189"/>
                </a:cubicBezTo>
                <a:cubicBezTo>
                  <a:pt x="2543724" y="68975"/>
                  <a:pt x="2544393" y="63363"/>
                  <a:pt x="2545731" y="58354"/>
                </a:cubicBezTo>
                <a:cubicBezTo>
                  <a:pt x="2547069" y="53344"/>
                  <a:pt x="2549050" y="49071"/>
                  <a:pt x="2551672" y="45535"/>
                </a:cubicBezTo>
                <a:cubicBezTo>
                  <a:pt x="2554295" y="41998"/>
                  <a:pt x="2557547" y="39278"/>
                  <a:pt x="2561427" y="37376"/>
                </a:cubicBezTo>
                <a:cubicBezTo>
                  <a:pt x="2565308" y="35474"/>
                  <a:pt x="2569790" y="34523"/>
                  <a:pt x="2574875" y="34523"/>
                </a:cubicBezTo>
                <a:cubicBezTo>
                  <a:pt x="2579104" y="34523"/>
                  <a:pt x="2582971" y="35448"/>
                  <a:pt x="2586477" y="37296"/>
                </a:cubicBezTo>
                <a:cubicBezTo>
                  <a:pt x="2589982" y="39144"/>
                  <a:pt x="2593448" y="41863"/>
                  <a:pt x="2596874" y="45452"/>
                </a:cubicBezTo>
                <a:lnTo>
                  <a:pt x="2596874" y="3377"/>
                </a:lnTo>
                <a:cubicBezTo>
                  <a:pt x="2596874" y="3002"/>
                  <a:pt x="2596967" y="2641"/>
                  <a:pt x="2597155" y="2293"/>
                </a:cubicBezTo>
                <a:cubicBezTo>
                  <a:pt x="2597342" y="1944"/>
                  <a:pt x="2597703" y="1675"/>
                  <a:pt x="2598239" y="1488"/>
                </a:cubicBezTo>
                <a:cubicBezTo>
                  <a:pt x="2598774" y="1299"/>
                  <a:pt x="2599456" y="1137"/>
                  <a:pt x="2600286" y="1004"/>
                </a:cubicBezTo>
                <a:cubicBezTo>
                  <a:pt x="2601116" y="870"/>
                  <a:pt x="2602173" y="803"/>
                  <a:pt x="2603457" y="803"/>
                </a:cubicBezTo>
                <a:cubicBezTo>
                  <a:pt x="2604795" y="803"/>
                  <a:pt x="2605893" y="870"/>
                  <a:pt x="2606749" y="1004"/>
                </a:cubicBezTo>
                <a:cubicBezTo>
                  <a:pt x="2607605" y="1137"/>
                  <a:pt x="2608275" y="1298"/>
                  <a:pt x="2608756" y="1485"/>
                </a:cubicBezTo>
                <a:cubicBezTo>
                  <a:pt x="2609238" y="1673"/>
                  <a:pt x="2609599" y="1941"/>
                  <a:pt x="2609840" y="2291"/>
                </a:cubicBezTo>
                <a:cubicBezTo>
                  <a:pt x="2610081" y="2639"/>
                  <a:pt x="2610201" y="3000"/>
                  <a:pt x="2610201" y="3375"/>
                </a:cubicBezTo>
                <a:lnTo>
                  <a:pt x="2610201" y="110392"/>
                </a:lnTo>
                <a:moveTo>
                  <a:pt x="2596874" y="59598"/>
                </a:moveTo>
                <a:cubicBezTo>
                  <a:pt x="2593288" y="55147"/>
                  <a:pt x="2589822" y="51756"/>
                  <a:pt x="2586477" y="49424"/>
                </a:cubicBezTo>
                <a:cubicBezTo>
                  <a:pt x="2583131" y="47091"/>
                  <a:pt x="2579639" y="45924"/>
                  <a:pt x="2575999" y="45924"/>
                </a:cubicBezTo>
                <a:cubicBezTo>
                  <a:pt x="2572627" y="45924"/>
                  <a:pt x="2569764" y="46729"/>
                  <a:pt x="2567408" y="48338"/>
                </a:cubicBezTo>
                <a:cubicBezTo>
                  <a:pt x="2565053" y="49945"/>
                  <a:pt x="2563140" y="52062"/>
                  <a:pt x="2561668" y="54688"/>
                </a:cubicBezTo>
                <a:cubicBezTo>
                  <a:pt x="2560196" y="57314"/>
                  <a:pt x="2559126" y="60289"/>
                  <a:pt x="2558456" y="63612"/>
                </a:cubicBezTo>
                <a:cubicBezTo>
                  <a:pt x="2557787" y="66936"/>
                  <a:pt x="2557453" y="70313"/>
                  <a:pt x="2557453" y="73744"/>
                </a:cubicBezTo>
                <a:cubicBezTo>
                  <a:pt x="2557453" y="77388"/>
                  <a:pt x="2557734" y="80953"/>
                  <a:pt x="2558296" y="84437"/>
                </a:cubicBezTo>
                <a:cubicBezTo>
                  <a:pt x="2558858" y="87921"/>
                  <a:pt x="2559835" y="91016"/>
                  <a:pt x="2561226" y="93722"/>
                </a:cubicBezTo>
                <a:cubicBezTo>
                  <a:pt x="2562618" y="96429"/>
                  <a:pt x="2564465" y="98600"/>
                  <a:pt x="2566766" y="100236"/>
                </a:cubicBezTo>
                <a:cubicBezTo>
                  <a:pt x="2569068" y="101870"/>
                  <a:pt x="2571958" y="102687"/>
                  <a:pt x="2575437" y="102687"/>
                </a:cubicBezTo>
                <a:cubicBezTo>
                  <a:pt x="2577203" y="102687"/>
                  <a:pt x="2578903" y="102446"/>
                  <a:pt x="2580535" y="101964"/>
                </a:cubicBezTo>
                <a:cubicBezTo>
                  <a:pt x="2582168" y="101481"/>
                  <a:pt x="2583841" y="100676"/>
                  <a:pt x="2585553" y="99551"/>
                </a:cubicBezTo>
                <a:cubicBezTo>
                  <a:pt x="2587266" y="98425"/>
                  <a:pt x="2589059" y="96964"/>
                  <a:pt x="2590933" y="95168"/>
                </a:cubicBezTo>
                <a:cubicBezTo>
                  <a:pt x="2592806" y="93371"/>
                  <a:pt x="2594786" y="91159"/>
                  <a:pt x="2596874" y="88531"/>
                </a:cubicBezTo>
                <a:lnTo>
                  <a:pt x="2596874" y="59598"/>
                </a:lnTo>
                <a:close/>
                <a:moveTo>
                  <a:pt x="2650976" y="100921"/>
                </a:moveTo>
                <a:cubicBezTo>
                  <a:pt x="2650976" y="102580"/>
                  <a:pt x="2650896" y="104105"/>
                  <a:pt x="2650735" y="105497"/>
                </a:cubicBezTo>
                <a:cubicBezTo>
                  <a:pt x="2650575" y="106889"/>
                  <a:pt x="2650307" y="108200"/>
                  <a:pt x="2649932" y="109431"/>
                </a:cubicBezTo>
                <a:cubicBezTo>
                  <a:pt x="2649558" y="110662"/>
                  <a:pt x="2649063" y="111880"/>
                  <a:pt x="2648447" y="113084"/>
                </a:cubicBezTo>
                <a:cubicBezTo>
                  <a:pt x="2647832" y="114288"/>
                  <a:pt x="2647069" y="115560"/>
                  <a:pt x="2646159" y="116898"/>
                </a:cubicBezTo>
                <a:lnTo>
                  <a:pt x="2635160" y="133437"/>
                </a:lnTo>
                <a:cubicBezTo>
                  <a:pt x="2634892" y="133812"/>
                  <a:pt x="2634584" y="134133"/>
                  <a:pt x="2634236" y="134400"/>
                </a:cubicBezTo>
                <a:cubicBezTo>
                  <a:pt x="2633888" y="134668"/>
                  <a:pt x="2633460" y="134909"/>
                  <a:pt x="2632952" y="135123"/>
                </a:cubicBezTo>
                <a:cubicBezTo>
                  <a:pt x="2632443" y="135337"/>
                  <a:pt x="2631855" y="135484"/>
                  <a:pt x="2631185" y="135564"/>
                </a:cubicBezTo>
                <a:cubicBezTo>
                  <a:pt x="2630516" y="135645"/>
                  <a:pt x="2629673" y="135685"/>
                  <a:pt x="2628656" y="135685"/>
                </a:cubicBezTo>
                <a:cubicBezTo>
                  <a:pt x="2627746" y="135685"/>
                  <a:pt x="2626984" y="135645"/>
                  <a:pt x="2626368" y="135564"/>
                </a:cubicBezTo>
                <a:cubicBezTo>
                  <a:pt x="2625753" y="135484"/>
                  <a:pt x="2625311" y="135350"/>
                  <a:pt x="2625044" y="135163"/>
                </a:cubicBezTo>
                <a:cubicBezTo>
                  <a:pt x="2624776" y="134976"/>
                  <a:pt x="2624629" y="134721"/>
                  <a:pt x="2624602" y="134400"/>
                </a:cubicBezTo>
                <a:cubicBezTo>
                  <a:pt x="2624575" y="134079"/>
                  <a:pt x="2624669" y="133705"/>
                  <a:pt x="2624883" y="133276"/>
                </a:cubicBezTo>
                <a:lnTo>
                  <a:pt x="2635561" y="111197"/>
                </a:lnTo>
                <a:lnTo>
                  <a:pt x="2635561" y="100921"/>
                </a:lnTo>
                <a:cubicBezTo>
                  <a:pt x="2635561" y="99476"/>
                  <a:pt x="2635708" y="98325"/>
                  <a:pt x="2636003" y="97468"/>
                </a:cubicBezTo>
                <a:cubicBezTo>
                  <a:pt x="2636297" y="96612"/>
                  <a:pt x="2636765" y="95970"/>
                  <a:pt x="2637408" y="95541"/>
                </a:cubicBezTo>
                <a:cubicBezTo>
                  <a:pt x="2638050" y="95113"/>
                  <a:pt x="2638853" y="94819"/>
                  <a:pt x="2639816" y="94658"/>
                </a:cubicBezTo>
                <a:cubicBezTo>
                  <a:pt x="2640780" y="94498"/>
                  <a:pt x="2641957" y="94417"/>
                  <a:pt x="2643349" y="94417"/>
                </a:cubicBezTo>
                <a:cubicBezTo>
                  <a:pt x="2644687" y="94417"/>
                  <a:pt x="2645838" y="94498"/>
                  <a:pt x="2646801" y="94658"/>
                </a:cubicBezTo>
                <a:cubicBezTo>
                  <a:pt x="2647765" y="94819"/>
                  <a:pt x="2648554" y="95113"/>
                  <a:pt x="2649170" y="95541"/>
                </a:cubicBezTo>
                <a:cubicBezTo>
                  <a:pt x="2649785" y="95970"/>
                  <a:pt x="2650240" y="96612"/>
                  <a:pt x="2650535" y="97468"/>
                </a:cubicBezTo>
                <a:cubicBezTo>
                  <a:pt x="2650829" y="98325"/>
                  <a:pt x="2650976" y="99476"/>
                  <a:pt x="2650976" y="100921"/>
                </a:cubicBezTo>
                <a:close/>
                <a:moveTo>
                  <a:pt x="2757761" y="90782"/>
                </a:moveTo>
                <a:cubicBezTo>
                  <a:pt x="2757761" y="94478"/>
                  <a:pt x="2757079" y="97774"/>
                  <a:pt x="2755714" y="100667"/>
                </a:cubicBezTo>
                <a:cubicBezTo>
                  <a:pt x="2754349" y="103559"/>
                  <a:pt x="2752409" y="105997"/>
                  <a:pt x="2749893" y="107981"/>
                </a:cubicBezTo>
                <a:cubicBezTo>
                  <a:pt x="2747377" y="109963"/>
                  <a:pt x="2744380" y="111463"/>
                  <a:pt x="2740901" y="112479"/>
                </a:cubicBezTo>
                <a:cubicBezTo>
                  <a:pt x="2737422" y="113498"/>
                  <a:pt x="2733595" y="114007"/>
                  <a:pt x="2729420" y="114007"/>
                </a:cubicBezTo>
                <a:cubicBezTo>
                  <a:pt x="2726851" y="114007"/>
                  <a:pt x="2724402" y="113807"/>
                  <a:pt x="2722074" y="113405"/>
                </a:cubicBezTo>
                <a:cubicBezTo>
                  <a:pt x="2719745" y="113004"/>
                  <a:pt x="2717658" y="112495"/>
                  <a:pt x="2715811" y="111880"/>
                </a:cubicBezTo>
                <a:cubicBezTo>
                  <a:pt x="2713965" y="111264"/>
                  <a:pt x="2712399" y="110622"/>
                  <a:pt x="2711114" y="109953"/>
                </a:cubicBezTo>
                <a:cubicBezTo>
                  <a:pt x="2709830" y="109284"/>
                  <a:pt x="2708893" y="108682"/>
                  <a:pt x="2708304" y="108146"/>
                </a:cubicBezTo>
                <a:cubicBezTo>
                  <a:pt x="2707716" y="107611"/>
                  <a:pt x="2707287" y="106862"/>
                  <a:pt x="2707020" y="105898"/>
                </a:cubicBezTo>
                <a:cubicBezTo>
                  <a:pt x="2706752" y="104935"/>
                  <a:pt x="2706618" y="103624"/>
                  <a:pt x="2706618" y="101964"/>
                </a:cubicBezTo>
                <a:cubicBezTo>
                  <a:pt x="2706618" y="100947"/>
                  <a:pt x="2706672" y="100091"/>
                  <a:pt x="2706779" y="99395"/>
                </a:cubicBezTo>
                <a:cubicBezTo>
                  <a:pt x="2706886" y="98699"/>
                  <a:pt x="2707020" y="98137"/>
                  <a:pt x="2707180" y="97709"/>
                </a:cubicBezTo>
                <a:cubicBezTo>
                  <a:pt x="2707341" y="97281"/>
                  <a:pt x="2707568" y="96973"/>
                  <a:pt x="2707863" y="96786"/>
                </a:cubicBezTo>
                <a:cubicBezTo>
                  <a:pt x="2708157" y="96599"/>
                  <a:pt x="2708492" y="96505"/>
                  <a:pt x="2708866" y="96505"/>
                </a:cubicBezTo>
                <a:cubicBezTo>
                  <a:pt x="2709455" y="96505"/>
                  <a:pt x="2710325" y="96866"/>
                  <a:pt x="2711476" y="97589"/>
                </a:cubicBezTo>
                <a:cubicBezTo>
                  <a:pt x="2712626" y="98311"/>
                  <a:pt x="2714045" y="99101"/>
                  <a:pt x="2715731" y="99957"/>
                </a:cubicBezTo>
                <a:cubicBezTo>
                  <a:pt x="2717417" y="100814"/>
                  <a:pt x="2719411" y="101603"/>
                  <a:pt x="2721712" y="102326"/>
                </a:cubicBezTo>
                <a:cubicBezTo>
                  <a:pt x="2724014" y="103048"/>
                  <a:pt x="2726663" y="103410"/>
                  <a:pt x="2729661" y="103410"/>
                </a:cubicBezTo>
                <a:cubicBezTo>
                  <a:pt x="2731909" y="103410"/>
                  <a:pt x="2733943" y="103169"/>
                  <a:pt x="2735762" y="102687"/>
                </a:cubicBezTo>
                <a:cubicBezTo>
                  <a:pt x="2737582" y="102204"/>
                  <a:pt x="2739161" y="101493"/>
                  <a:pt x="2740499" y="100554"/>
                </a:cubicBezTo>
                <a:cubicBezTo>
                  <a:pt x="2741838" y="99616"/>
                  <a:pt x="2742868" y="98423"/>
                  <a:pt x="2743590" y="96974"/>
                </a:cubicBezTo>
                <a:cubicBezTo>
                  <a:pt x="2744313" y="95526"/>
                  <a:pt x="2744674" y="93809"/>
                  <a:pt x="2744674" y="91826"/>
                </a:cubicBezTo>
                <a:cubicBezTo>
                  <a:pt x="2744674" y="89790"/>
                  <a:pt x="2744152" y="88076"/>
                  <a:pt x="2743109" y="86682"/>
                </a:cubicBezTo>
                <a:cubicBezTo>
                  <a:pt x="2742065" y="85289"/>
                  <a:pt x="2740687" y="84057"/>
                  <a:pt x="2738974" y="82987"/>
                </a:cubicBezTo>
                <a:cubicBezTo>
                  <a:pt x="2737261" y="81914"/>
                  <a:pt x="2735334" y="80964"/>
                  <a:pt x="2733193" y="80134"/>
                </a:cubicBezTo>
                <a:cubicBezTo>
                  <a:pt x="2731052" y="79303"/>
                  <a:pt x="2728844" y="78432"/>
                  <a:pt x="2726570" y="77522"/>
                </a:cubicBezTo>
                <a:cubicBezTo>
                  <a:pt x="2724295" y="76610"/>
                  <a:pt x="2722074" y="75578"/>
                  <a:pt x="2719906" y="74426"/>
                </a:cubicBezTo>
                <a:cubicBezTo>
                  <a:pt x="2717738" y="73274"/>
                  <a:pt x="2715798" y="71867"/>
                  <a:pt x="2714085" y="70206"/>
                </a:cubicBezTo>
                <a:cubicBezTo>
                  <a:pt x="2712372" y="68545"/>
                  <a:pt x="2710994" y="66563"/>
                  <a:pt x="2709950" y="64260"/>
                </a:cubicBezTo>
                <a:cubicBezTo>
                  <a:pt x="2708907" y="61956"/>
                  <a:pt x="2708385" y="59197"/>
                  <a:pt x="2708385" y="55983"/>
                </a:cubicBezTo>
                <a:cubicBezTo>
                  <a:pt x="2708385" y="53142"/>
                  <a:pt x="2708933" y="50424"/>
                  <a:pt x="2710031" y="47826"/>
                </a:cubicBezTo>
                <a:cubicBezTo>
                  <a:pt x="2711128" y="45227"/>
                  <a:pt x="2712774" y="42949"/>
                  <a:pt x="2714968" y="40994"/>
                </a:cubicBezTo>
                <a:cubicBezTo>
                  <a:pt x="2717163" y="39037"/>
                  <a:pt x="2719906" y="37470"/>
                  <a:pt x="2723198" y="36292"/>
                </a:cubicBezTo>
                <a:cubicBezTo>
                  <a:pt x="2726489" y="35113"/>
                  <a:pt x="2730330" y="34523"/>
                  <a:pt x="2734719" y="34523"/>
                </a:cubicBezTo>
                <a:cubicBezTo>
                  <a:pt x="2736646" y="34523"/>
                  <a:pt x="2738573" y="34686"/>
                  <a:pt x="2740499" y="35013"/>
                </a:cubicBezTo>
                <a:cubicBezTo>
                  <a:pt x="2742426" y="35339"/>
                  <a:pt x="2744166" y="35746"/>
                  <a:pt x="2745718" y="36234"/>
                </a:cubicBezTo>
                <a:cubicBezTo>
                  <a:pt x="2747270" y="36723"/>
                  <a:pt x="2748595" y="37252"/>
                  <a:pt x="2749692" y="37823"/>
                </a:cubicBezTo>
                <a:cubicBezTo>
                  <a:pt x="2750790" y="38393"/>
                  <a:pt x="2751619" y="38896"/>
                  <a:pt x="2752181" y="39331"/>
                </a:cubicBezTo>
                <a:cubicBezTo>
                  <a:pt x="2752743" y="39765"/>
                  <a:pt x="2753118" y="40143"/>
                  <a:pt x="2753305" y="40465"/>
                </a:cubicBezTo>
                <a:cubicBezTo>
                  <a:pt x="2753493" y="40786"/>
                  <a:pt x="2753626" y="41147"/>
                  <a:pt x="2753707" y="41548"/>
                </a:cubicBezTo>
                <a:cubicBezTo>
                  <a:pt x="2753787" y="41950"/>
                  <a:pt x="2753867" y="42445"/>
                  <a:pt x="2753947" y="43034"/>
                </a:cubicBezTo>
                <a:cubicBezTo>
                  <a:pt x="2754028" y="43623"/>
                  <a:pt x="2754068" y="44345"/>
                  <a:pt x="2754068" y="45202"/>
                </a:cubicBezTo>
                <a:cubicBezTo>
                  <a:pt x="2754068" y="46111"/>
                  <a:pt x="2754028" y="46901"/>
                  <a:pt x="2753947" y="47570"/>
                </a:cubicBezTo>
                <a:cubicBezTo>
                  <a:pt x="2753867" y="48239"/>
                  <a:pt x="2753733" y="48788"/>
                  <a:pt x="2753546" y="49216"/>
                </a:cubicBezTo>
                <a:cubicBezTo>
                  <a:pt x="2753359" y="49644"/>
                  <a:pt x="2753131" y="49952"/>
                  <a:pt x="2752864" y="50139"/>
                </a:cubicBezTo>
                <a:cubicBezTo>
                  <a:pt x="2752596" y="50327"/>
                  <a:pt x="2752302" y="50420"/>
                  <a:pt x="2751980" y="50420"/>
                </a:cubicBezTo>
                <a:cubicBezTo>
                  <a:pt x="2751499" y="50420"/>
                  <a:pt x="2750803" y="50122"/>
                  <a:pt x="2749893" y="49524"/>
                </a:cubicBezTo>
                <a:cubicBezTo>
                  <a:pt x="2748983" y="48927"/>
                  <a:pt x="2747806" y="48289"/>
                  <a:pt x="2746360" y="47610"/>
                </a:cubicBezTo>
                <a:cubicBezTo>
                  <a:pt x="2744915" y="46931"/>
                  <a:pt x="2743216" y="46293"/>
                  <a:pt x="2741262" y="45696"/>
                </a:cubicBezTo>
                <a:cubicBezTo>
                  <a:pt x="2739308" y="45099"/>
                  <a:pt x="2737074" y="44800"/>
                  <a:pt x="2734558" y="44800"/>
                </a:cubicBezTo>
                <a:cubicBezTo>
                  <a:pt x="2732310" y="44800"/>
                  <a:pt x="2730330" y="45055"/>
                  <a:pt x="2728617" y="45565"/>
                </a:cubicBezTo>
                <a:cubicBezTo>
                  <a:pt x="2726904" y="46074"/>
                  <a:pt x="2725499" y="46797"/>
                  <a:pt x="2724402" y="47736"/>
                </a:cubicBezTo>
                <a:cubicBezTo>
                  <a:pt x="2723305" y="48674"/>
                  <a:pt x="2722475" y="49787"/>
                  <a:pt x="2721913" y="51075"/>
                </a:cubicBezTo>
                <a:cubicBezTo>
                  <a:pt x="2721351" y="52361"/>
                  <a:pt x="2721070" y="53755"/>
                  <a:pt x="2721070" y="55257"/>
                </a:cubicBezTo>
                <a:cubicBezTo>
                  <a:pt x="2721070" y="57347"/>
                  <a:pt x="2721605" y="59101"/>
                  <a:pt x="2722676" y="60521"/>
                </a:cubicBezTo>
                <a:cubicBezTo>
                  <a:pt x="2723746" y="61941"/>
                  <a:pt x="2725138" y="63187"/>
                  <a:pt x="2726851" y="64260"/>
                </a:cubicBezTo>
                <a:cubicBezTo>
                  <a:pt x="2728563" y="65330"/>
                  <a:pt x="2730517" y="66294"/>
                  <a:pt x="2732712" y="67152"/>
                </a:cubicBezTo>
                <a:cubicBezTo>
                  <a:pt x="2734906" y="68009"/>
                  <a:pt x="2737141" y="68893"/>
                  <a:pt x="2739416" y="69804"/>
                </a:cubicBezTo>
                <a:cubicBezTo>
                  <a:pt x="2741690" y="70714"/>
                  <a:pt x="2743938" y="71732"/>
                  <a:pt x="2746160" y="72858"/>
                </a:cubicBezTo>
                <a:cubicBezTo>
                  <a:pt x="2748381" y="73984"/>
                  <a:pt x="2750348" y="75350"/>
                  <a:pt x="2752061" y="76958"/>
                </a:cubicBezTo>
                <a:cubicBezTo>
                  <a:pt x="2753774" y="78565"/>
                  <a:pt x="2755152" y="80494"/>
                  <a:pt x="2756196" y="82746"/>
                </a:cubicBezTo>
                <a:cubicBezTo>
                  <a:pt x="2757239" y="84995"/>
                  <a:pt x="2757761" y="87674"/>
                  <a:pt x="2757761" y="90782"/>
                </a:cubicBezTo>
                <a:close/>
                <a:moveTo>
                  <a:pt x="2810811" y="105176"/>
                </a:moveTo>
                <a:cubicBezTo>
                  <a:pt x="2810811" y="106728"/>
                  <a:pt x="2810704" y="107959"/>
                  <a:pt x="2810490" y="108869"/>
                </a:cubicBezTo>
                <a:cubicBezTo>
                  <a:pt x="2810276" y="109779"/>
                  <a:pt x="2809955" y="110448"/>
                  <a:pt x="2809527" y="110876"/>
                </a:cubicBezTo>
                <a:cubicBezTo>
                  <a:pt x="2809099" y="111304"/>
                  <a:pt x="2808456" y="111706"/>
                  <a:pt x="2807600" y="112081"/>
                </a:cubicBezTo>
                <a:cubicBezTo>
                  <a:pt x="2806744" y="112455"/>
                  <a:pt x="2805767" y="112763"/>
                  <a:pt x="2804669" y="113004"/>
                </a:cubicBezTo>
                <a:cubicBezTo>
                  <a:pt x="2803572" y="113245"/>
                  <a:pt x="2802408" y="113445"/>
                  <a:pt x="2801177" y="113606"/>
                </a:cubicBezTo>
                <a:cubicBezTo>
                  <a:pt x="2799946" y="113767"/>
                  <a:pt x="2798715" y="113847"/>
                  <a:pt x="2797484" y="113847"/>
                </a:cubicBezTo>
                <a:cubicBezTo>
                  <a:pt x="2793737" y="113847"/>
                  <a:pt x="2790526" y="113351"/>
                  <a:pt x="2787849" y="112359"/>
                </a:cubicBezTo>
                <a:cubicBezTo>
                  <a:pt x="2785173" y="111366"/>
                  <a:pt x="2782979" y="109863"/>
                  <a:pt x="2781266" y="107850"/>
                </a:cubicBezTo>
                <a:cubicBezTo>
                  <a:pt x="2779553" y="105838"/>
                  <a:pt x="2778309" y="103290"/>
                  <a:pt x="2777533" y="100206"/>
                </a:cubicBezTo>
                <a:cubicBezTo>
                  <a:pt x="2776756" y="97121"/>
                  <a:pt x="2776368" y="93487"/>
                  <a:pt x="2776368" y="89302"/>
                </a:cubicBezTo>
                <a:lnTo>
                  <a:pt x="2776368" y="46968"/>
                </a:lnTo>
                <a:lnTo>
                  <a:pt x="2766252" y="46968"/>
                </a:lnTo>
                <a:cubicBezTo>
                  <a:pt x="2765449" y="46968"/>
                  <a:pt x="2764807" y="46540"/>
                  <a:pt x="2764325" y="45683"/>
                </a:cubicBezTo>
                <a:cubicBezTo>
                  <a:pt x="2763844" y="44827"/>
                  <a:pt x="2763603" y="43435"/>
                  <a:pt x="2763603" y="41508"/>
                </a:cubicBezTo>
                <a:cubicBezTo>
                  <a:pt x="2763603" y="40491"/>
                  <a:pt x="2763670" y="39635"/>
                  <a:pt x="2763803" y="38939"/>
                </a:cubicBezTo>
                <a:cubicBezTo>
                  <a:pt x="2763937" y="38243"/>
                  <a:pt x="2764111" y="37668"/>
                  <a:pt x="2764325" y="37213"/>
                </a:cubicBezTo>
                <a:cubicBezTo>
                  <a:pt x="2764539" y="36758"/>
                  <a:pt x="2764820" y="36437"/>
                  <a:pt x="2765168" y="36250"/>
                </a:cubicBezTo>
                <a:cubicBezTo>
                  <a:pt x="2765516" y="36062"/>
                  <a:pt x="2765904" y="35969"/>
                  <a:pt x="2766332" y="35969"/>
                </a:cubicBezTo>
                <a:lnTo>
                  <a:pt x="2776368" y="35969"/>
                </a:lnTo>
                <a:lnTo>
                  <a:pt x="2776368" y="18787"/>
                </a:lnTo>
                <a:cubicBezTo>
                  <a:pt x="2776368" y="18412"/>
                  <a:pt x="2776462" y="18065"/>
                  <a:pt x="2776649" y="17743"/>
                </a:cubicBezTo>
                <a:cubicBezTo>
                  <a:pt x="2776837" y="17422"/>
                  <a:pt x="2777185" y="17141"/>
                  <a:pt x="2777693" y="16900"/>
                </a:cubicBezTo>
                <a:cubicBezTo>
                  <a:pt x="2778202" y="16660"/>
                  <a:pt x="2778884" y="16486"/>
                  <a:pt x="2779740" y="16379"/>
                </a:cubicBezTo>
                <a:cubicBezTo>
                  <a:pt x="2780597" y="16271"/>
                  <a:pt x="2781667" y="16218"/>
                  <a:pt x="2782952" y="16218"/>
                </a:cubicBezTo>
                <a:cubicBezTo>
                  <a:pt x="2784290" y="16218"/>
                  <a:pt x="2785387" y="16271"/>
                  <a:pt x="2786244" y="16379"/>
                </a:cubicBezTo>
                <a:cubicBezTo>
                  <a:pt x="2787100" y="16486"/>
                  <a:pt x="2787769" y="16660"/>
                  <a:pt x="2788251" y="16900"/>
                </a:cubicBezTo>
                <a:cubicBezTo>
                  <a:pt x="2788733" y="17141"/>
                  <a:pt x="2789080" y="17422"/>
                  <a:pt x="2789295" y="17743"/>
                </a:cubicBezTo>
                <a:cubicBezTo>
                  <a:pt x="2789509" y="18065"/>
                  <a:pt x="2789616" y="18412"/>
                  <a:pt x="2789616" y="18787"/>
                </a:cubicBezTo>
                <a:lnTo>
                  <a:pt x="2789616" y="35969"/>
                </a:lnTo>
                <a:lnTo>
                  <a:pt x="2808162" y="35969"/>
                </a:lnTo>
                <a:cubicBezTo>
                  <a:pt x="2808590" y="35969"/>
                  <a:pt x="2808965" y="36062"/>
                  <a:pt x="2809286" y="36250"/>
                </a:cubicBezTo>
                <a:cubicBezTo>
                  <a:pt x="2809607" y="36437"/>
                  <a:pt x="2809888" y="36758"/>
                  <a:pt x="2810129" y="37213"/>
                </a:cubicBezTo>
                <a:cubicBezTo>
                  <a:pt x="2810370" y="37668"/>
                  <a:pt x="2810544" y="38243"/>
                  <a:pt x="2810651" y="38939"/>
                </a:cubicBezTo>
                <a:cubicBezTo>
                  <a:pt x="2810758" y="39635"/>
                  <a:pt x="2810811" y="40491"/>
                  <a:pt x="2810811" y="41508"/>
                </a:cubicBezTo>
                <a:cubicBezTo>
                  <a:pt x="2810811" y="43435"/>
                  <a:pt x="2810571" y="44827"/>
                  <a:pt x="2810089" y="45683"/>
                </a:cubicBezTo>
                <a:cubicBezTo>
                  <a:pt x="2809607" y="46540"/>
                  <a:pt x="2808965" y="46968"/>
                  <a:pt x="2808162" y="46968"/>
                </a:cubicBezTo>
                <a:lnTo>
                  <a:pt x="2789616" y="46968"/>
                </a:lnTo>
                <a:lnTo>
                  <a:pt x="2789616" y="87390"/>
                </a:lnTo>
                <a:cubicBezTo>
                  <a:pt x="2789616" y="92381"/>
                  <a:pt x="2790352" y="96152"/>
                  <a:pt x="2791824" y="98703"/>
                </a:cubicBezTo>
                <a:cubicBezTo>
                  <a:pt x="2793296" y="101252"/>
                  <a:pt x="2795932" y="102526"/>
                  <a:pt x="2799732" y="102526"/>
                </a:cubicBezTo>
                <a:cubicBezTo>
                  <a:pt x="2800963" y="102526"/>
                  <a:pt x="2802060" y="102406"/>
                  <a:pt x="2803024" y="102165"/>
                </a:cubicBezTo>
                <a:cubicBezTo>
                  <a:pt x="2803987" y="101924"/>
                  <a:pt x="2804843" y="101670"/>
                  <a:pt x="2805593" y="101402"/>
                </a:cubicBezTo>
                <a:cubicBezTo>
                  <a:pt x="2806342" y="101135"/>
                  <a:pt x="2806984" y="100881"/>
                  <a:pt x="2807520" y="100640"/>
                </a:cubicBezTo>
                <a:cubicBezTo>
                  <a:pt x="2808055" y="100399"/>
                  <a:pt x="2808537" y="100278"/>
                  <a:pt x="2808965" y="100278"/>
                </a:cubicBezTo>
                <a:cubicBezTo>
                  <a:pt x="2809232" y="100278"/>
                  <a:pt x="2809487" y="100345"/>
                  <a:pt x="2809728" y="100479"/>
                </a:cubicBezTo>
                <a:cubicBezTo>
                  <a:pt x="2809968" y="100613"/>
                  <a:pt x="2810156" y="100867"/>
                  <a:pt x="2810290" y="101242"/>
                </a:cubicBezTo>
                <a:cubicBezTo>
                  <a:pt x="2810423" y="101616"/>
                  <a:pt x="2810544" y="102125"/>
                  <a:pt x="2810651" y="102767"/>
                </a:cubicBezTo>
                <a:cubicBezTo>
                  <a:pt x="2810758" y="103410"/>
                  <a:pt x="2810811" y="104212"/>
                  <a:pt x="2810811" y="105176"/>
                </a:cubicBezTo>
                <a:close/>
                <a:moveTo>
                  <a:pt x="2870551" y="42873"/>
                </a:moveTo>
                <a:cubicBezTo>
                  <a:pt x="2870551" y="44051"/>
                  <a:pt x="2870524" y="45041"/>
                  <a:pt x="2870471" y="45844"/>
                </a:cubicBezTo>
                <a:cubicBezTo>
                  <a:pt x="2870417" y="46647"/>
                  <a:pt x="2870310" y="47276"/>
                  <a:pt x="2870150" y="47731"/>
                </a:cubicBezTo>
                <a:cubicBezTo>
                  <a:pt x="2869989" y="48186"/>
                  <a:pt x="2869789" y="48533"/>
                  <a:pt x="2869548" y="48774"/>
                </a:cubicBezTo>
                <a:cubicBezTo>
                  <a:pt x="2869307" y="49015"/>
                  <a:pt x="2868972" y="49136"/>
                  <a:pt x="2868544" y="49136"/>
                </a:cubicBezTo>
                <a:cubicBezTo>
                  <a:pt x="2868116" y="49136"/>
                  <a:pt x="2867594" y="49015"/>
                  <a:pt x="2866978" y="48774"/>
                </a:cubicBezTo>
                <a:cubicBezTo>
                  <a:pt x="2866363" y="48533"/>
                  <a:pt x="2865667" y="48293"/>
                  <a:pt x="2864891" y="48052"/>
                </a:cubicBezTo>
                <a:cubicBezTo>
                  <a:pt x="2864115" y="47811"/>
                  <a:pt x="2863245" y="47583"/>
                  <a:pt x="2862282" y="47369"/>
                </a:cubicBezTo>
                <a:cubicBezTo>
                  <a:pt x="2861318" y="47155"/>
                  <a:pt x="2860275" y="47048"/>
                  <a:pt x="2859151" y="47048"/>
                </a:cubicBezTo>
                <a:cubicBezTo>
                  <a:pt x="2857812" y="47048"/>
                  <a:pt x="2856501" y="47316"/>
                  <a:pt x="2855216" y="47851"/>
                </a:cubicBezTo>
                <a:cubicBezTo>
                  <a:pt x="2853932" y="48386"/>
                  <a:pt x="2852580" y="49269"/>
                  <a:pt x="2851162" y="50500"/>
                </a:cubicBezTo>
                <a:cubicBezTo>
                  <a:pt x="2849744" y="51732"/>
                  <a:pt x="2848258" y="53364"/>
                  <a:pt x="2846706" y="55398"/>
                </a:cubicBezTo>
                <a:cubicBezTo>
                  <a:pt x="2845154" y="57432"/>
                  <a:pt x="2843441" y="59921"/>
                  <a:pt x="2841568" y="62865"/>
                </a:cubicBezTo>
                <a:lnTo>
                  <a:pt x="2841568" y="110395"/>
                </a:lnTo>
                <a:cubicBezTo>
                  <a:pt x="2841568" y="110823"/>
                  <a:pt x="2841461" y="111184"/>
                  <a:pt x="2841247" y="111478"/>
                </a:cubicBezTo>
                <a:cubicBezTo>
                  <a:pt x="2841032" y="111773"/>
                  <a:pt x="2840685" y="112027"/>
                  <a:pt x="2840203" y="112241"/>
                </a:cubicBezTo>
                <a:cubicBezTo>
                  <a:pt x="2839721" y="112455"/>
                  <a:pt x="2839052" y="112616"/>
                  <a:pt x="2838196" y="112723"/>
                </a:cubicBezTo>
                <a:cubicBezTo>
                  <a:pt x="2837339" y="112830"/>
                  <a:pt x="2836242" y="112883"/>
                  <a:pt x="2834904" y="112883"/>
                </a:cubicBezTo>
                <a:cubicBezTo>
                  <a:pt x="2833619" y="112883"/>
                  <a:pt x="2832549" y="112830"/>
                  <a:pt x="2831692" y="112723"/>
                </a:cubicBezTo>
                <a:cubicBezTo>
                  <a:pt x="2830836" y="112616"/>
                  <a:pt x="2830154" y="112455"/>
                  <a:pt x="2829645" y="112241"/>
                </a:cubicBezTo>
                <a:cubicBezTo>
                  <a:pt x="2829137" y="112027"/>
                  <a:pt x="2828789" y="111773"/>
                  <a:pt x="2828601" y="111478"/>
                </a:cubicBezTo>
                <a:cubicBezTo>
                  <a:pt x="2828414" y="111184"/>
                  <a:pt x="2828320" y="110823"/>
                  <a:pt x="2828320" y="110395"/>
                </a:cubicBezTo>
                <a:lnTo>
                  <a:pt x="2828320" y="38136"/>
                </a:lnTo>
                <a:cubicBezTo>
                  <a:pt x="2828320" y="37708"/>
                  <a:pt x="2828401" y="37347"/>
                  <a:pt x="2828561" y="37052"/>
                </a:cubicBezTo>
                <a:cubicBezTo>
                  <a:pt x="2828722" y="36758"/>
                  <a:pt x="2829043" y="36490"/>
                  <a:pt x="2829525" y="36250"/>
                </a:cubicBezTo>
                <a:cubicBezTo>
                  <a:pt x="2830006" y="36009"/>
                  <a:pt x="2830622" y="35848"/>
                  <a:pt x="2831371" y="35768"/>
                </a:cubicBezTo>
                <a:cubicBezTo>
                  <a:pt x="2832121" y="35688"/>
                  <a:pt x="2833111" y="35647"/>
                  <a:pt x="2834342" y="35647"/>
                </a:cubicBezTo>
                <a:cubicBezTo>
                  <a:pt x="2835519" y="35647"/>
                  <a:pt x="2836496" y="35688"/>
                  <a:pt x="2837272" y="35768"/>
                </a:cubicBezTo>
                <a:cubicBezTo>
                  <a:pt x="2838048" y="35848"/>
                  <a:pt x="2838651" y="36009"/>
                  <a:pt x="2839079" y="36250"/>
                </a:cubicBezTo>
                <a:cubicBezTo>
                  <a:pt x="2839507" y="36490"/>
                  <a:pt x="2839815" y="36758"/>
                  <a:pt x="2840002" y="37052"/>
                </a:cubicBezTo>
                <a:cubicBezTo>
                  <a:pt x="2840189" y="37347"/>
                  <a:pt x="2840283" y="37708"/>
                  <a:pt x="2840283" y="38136"/>
                </a:cubicBezTo>
                <a:lnTo>
                  <a:pt x="2840283" y="48654"/>
                </a:lnTo>
                <a:cubicBezTo>
                  <a:pt x="2842263" y="45764"/>
                  <a:pt x="2844123" y="43408"/>
                  <a:pt x="2845863" y="41589"/>
                </a:cubicBezTo>
                <a:cubicBezTo>
                  <a:pt x="2847603" y="39769"/>
                  <a:pt x="2849248" y="38337"/>
                  <a:pt x="2850801" y="37293"/>
                </a:cubicBezTo>
                <a:cubicBezTo>
                  <a:pt x="2852353" y="36250"/>
                  <a:pt x="2853892" y="35527"/>
                  <a:pt x="2855417" y="35126"/>
                </a:cubicBezTo>
                <a:cubicBezTo>
                  <a:pt x="2856943" y="34724"/>
                  <a:pt x="2858481" y="34523"/>
                  <a:pt x="2860034" y="34523"/>
                </a:cubicBezTo>
                <a:cubicBezTo>
                  <a:pt x="2860729" y="34523"/>
                  <a:pt x="2861519" y="34564"/>
                  <a:pt x="2862402" y="34644"/>
                </a:cubicBezTo>
                <a:cubicBezTo>
                  <a:pt x="2863285" y="34724"/>
                  <a:pt x="2864209" y="34871"/>
                  <a:pt x="2865172" y="35085"/>
                </a:cubicBezTo>
                <a:cubicBezTo>
                  <a:pt x="2866135" y="35299"/>
                  <a:pt x="2867005" y="35540"/>
                  <a:pt x="2867781" y="35808"/>
                </a:cubicBezTo>
                <a:cubicBezTo>
                  <a:pt x="2868557" y="36076"/>
                  <a:pt x="2869106" y="36343"/>
                  <a:pt x="2869427" y="36611"/>
                </a:cubicBezTo>
                <a:cubicBezTo>
                  <a:pt x="2869748" y="36878"/>
                  <a:pt x="2869962" y="37133"/>
                  <a:pt x="2870070" y="37374"/>
                </a:cubicBezTo>
                <a:cubicBezTo>
                  <a:pt x="2870177" y="37614"/>
                  <a:pt x="2870270" y="37922"/>
                  <a:pt x="2870351" y="38297"/>
                </a:cubicBezTo>
                <a:cubicBezTo>
                  <a:pt x="2870431" y="38672"/>
                  <a:pt x="2870484" y="39220"/>
                  <a:pt x="2870511" y="39943"/>
                </a:cubicBezTo>
                <a:cubicBezTo>
                  <a:pt x="2870538" y="40665"/>
                  <a:pt x="2870551" y="41642"/>
                  <a:pt x="2870551" y="42873"/>
                </a:cubicBezTo>
                <a:close/>
                <a:moveTo>
                  <a:pt x="2937181" y="110475"/>
                </a:moveTo>
                <a:cubicBezTo>
                  <a:pt x="2937181" y="111117"/>
                  <a:pt x="2936966" y="111599"/>
                  <a:pt x="2936538" y="111920"/>
                </a:cubicBezTo>
                <a:cubicBezTo>
                  <a:pt x="2936110" y="112241"/>
                  <a:pt x="2935521" y="112482"/>
                  <a:pt x="2934772" y="112643"/>
                </a:cubicBezTo>
                <a:cubicBezTo>
                  <a:pt x="2934023" y="112803"/>
                  <a:pt x="2932925" y="112883"/>
                  <a:pt x="2931480" y="112883"/>
                </a:cubicBezTo>
                <a:cubicBezTo>
                  <a:pt x="2930089" y="112883"/>
                  <a:pt x="2928978" y="112803"/>
                  <a:pt x="2928148" y="112643"/>
                </a:cubicBezTo>
                <a:cubicBezTo>
                  <a:pt x="2927319" y="112482"/>
                  <a:pt x="2926716" y="112241"/>
                  <a:pt x="2926342" y="111920"/>
                </a:cubicBezTo>
                <a:cubicBezTo>
                  <a:pt x="2925967" y="111599"/>
                  <a:pt x="2925780" y="111117"/>
                  <a:pt x="2925780" y="110475"/>
                </a:cubicBezTo>
                <a:lnTo>
                  <a:pt x="2925780" y="103249"/>
                </a:lnTo>
                <a:cubicBezTo>
                  <a:pt x="2922622" y="106621"/>
                  <a:pt x="2919103" y="109257"/>
                  <a:pt x="2915222" y="111157"/>
                </a:cubicBezTo>
                <a:cubicBezTo>
                  <a:pt x="2911342" y="113057"/>
                  <a:pt x="2907234" y="114007"/>
                  <a:pt x="2902898" y="114007"/>
                </a:cubicBezTo>
                <a:cubicBezTo>
                  <a:pt x="2899098" y="114007"/>
                  <a:pt x="2895659" y="113511"/>
                  <a:pt x="2892581" y="112517"/>
                </a:cubicBezTo>
                <a:cubicBezTo>
                  <a:pt x="2889503" y="111524"/>
                  <a:pt x="2886881" y="110087"/>
                  <a:pt x="2884713" y="108207"/>
                </a:cubicBezTo>
                <a:cubicBezTo>
                  <a:pt x="2882545" y="106327"/>
                  <a:pt x="2880859" y="104018"/>
                  <a:pt x="2879655" y="101279"/>
                </a:cubicBezTo>
                <a:cubicBezTo>
                  <a:pt x="2878451" y="98540"/>
                  <a:pt x="2877848" y="95424"/>
                  <a:pt x="2877848" y="91931"/>
                </a:cubicBezTo>
                <a:cubicBezTo>
                  <a:pt x="2877848" y="87850"/>
                  <a:pt x="2878678" y="84305"/>
                  <a:pt x="2880337" y="81298"/>
                </a:cubicBezTo>
                <a:cubicBezTo>
                  <a:pt x="2881997" y="78289"/>
                  <a:pt x="2884378" y="75791"/>
                  <a:pt x="2887483" y="73804"/>
                </a:cubicBezTo>
                <a:cubicBezTo>
                  <a:pt x="2890587" y="71817"/>
                  <a:pt x="2894388" y="70326"/>
                  <a:pt x="2898884" y="69333"/>
                </a:cubicBezTo>
                <a:cubicBezTo>
                  <a:pt x="2903380" y="68339"/>
                  <a:pt x="2908438" y="67842"/>
                  <a:pt x="2914058" y="67842"/>
                </a:cubicBezTo>
                <a:lnTo>
                  <a:pt x="2924013" y="67842"/>
                </a:lnTo>
                <a:lnTo>
                  <a:pt x="2924013" y="62242"/>
                </a:lnTo>
                <a:cubicBezTo>
                  <a:pt x="2924013" y="59469"/>
                  <a:pt x="2923719" y="57016"/>
                  <a:pt x="2923130" y="54884"/>
                </a:cubicBezTo>
                <a:cubicBezTo>
                  <a:pt x="2922542" y="52749"/>
                  <a:pt x="2921591" y="50976"/>
                  <a:pt x="2920280" y="49562"/>
                </a:cubicBezTo>
                <a:cubicBezTo>
                  <a:pt x="2918969" y="48149"/>
                  <a:pt x="2917269" y="47082"/>
                  <a:pt x="2915182" y="46363"/>
                </a:cubicBezTo>
                <a:cubicBezTo>
                  <a:pt x="2913094" y="45642"/>
                  <a:pt x="2910525" y="45282"/>
                  <a:pt x="2907474" y="45282"/>
                </a:cubicBezTo>
                <a:cubicBezTo>
                  <a:pt x="2904209" y="45282"/>
                  <a:pt x="2901279" y="45666"/>
                  <a:pt x="2898683" y="46433"/>
                </a:cubicBezTo>
                <a:cubicBezTo>
                  <a:pt x="2896087" y="47201"/>
                  <a:pt x="2893812" y="48048"/>
                  <a:pt x="2891859" y="48975"/>
                </a:cubicBezTo>
                <a:cubicBezTo>
                  <a:pt x="2889905" y="49902"/>
                  <a:pt x="2888272" y="50749"/>
                  <a:pt x="2886961" y="51517"/>
                </a:cubicBezTo>
                <a:cubicBezTo>
                  <a:pt x="2885650" y="52284"/>
                  <a:pt x="2884673" y="52668"/>
                  <a:pt x="2884031" y="52668"/>
                </a:cubicBezTo>
                <a:cubicBezTo>
                  <a:pt x="2883602" y="52668"/>
                  <a:pt x="2883228" y="52561"/>
                  <a:pt x="2882907" y="52347"/>
                </a:cubicBezTo>
                <a:cubicBezTo>
                  <a:pt x="2882585" y="52133"/>
                  <a:pt x="2882304" y="51812"/>
                  <a:pt x="2882064" y="51384"/>
                </a:cubicBezTo>
                <a:cubicBezTo>
                  <a:pt x="2881823" y="50955"/>
                  <a:pt x="2881649" y="50407"/>
                  <a:pt x="2881542" y="49738"/>
                </a:cubicBezTo>
                <a:cubicBezTo>
                  <a:pt x="2881435" y="49069"/>
                  <a:pt x="2881381" y="48333"/>
                  <a:pt x="2881381" y="47530"/>
                </a:cubicBezTo>
                <a:cubicBezTo>
                  <a:pt x="2881381" y="46192"/>
                  <a:pt x="2881475" y="45135"/>
                  <a:pt x="2881662" y="44359"/>
                </a:cubicBezTo>
                <a:cubicBezTo>
                  <a:pt x="2881849" y="43582"/>
                  <a:pt x="2882304" y="42846"/>
                  <a:pt x="2883027" y="42151"/>
                </a:cubicBezTo>
                <a:cubicBezTo>
                  <a:pt x="2883750" y="41455"/>
                  <a:pt x="2884994" y="40644"/>
                  <a:pt x="2886760" y="39719"/>
                </a:cubicBezTo>
                <a:cubicBezTo>
                  <a:pt x="2888527" y="38793"/>
                  <a:pt x="2890561" y="37946"/>
                  <a:pt x="2892862" y="37180"/>
                </a:cubicBezTo>
                <a:cubicBezTo>
                  <a:pt x="2895164" y="36414"/>
                  <a:pt x="2897679" y="35780"/>
                  <a:pt x="2900409" y="35279"/>
                </a:cubicBezTo>
                <a:cubicBezTo>
                  <a:pt x="2903139" y="34775"/>
                  <a:pt x="2905895" y="34523"/>
                  <a:pt x="2908679" y="34523"/>
                </a:cubicBezTo>
                <a:cubicBezTo>
                  <a:pt x="2913871" y="34523"/>
                  <a:pt x="2918286" y="35112"/>
                  <a:pt x="2921926" y="36290"/>
                </a:cubicBezTo>
                <a:cubicBezTo>
                  <a:pt x="2925566" y="37467"/>
                  <a:pt x="2928510" y="39193"/>
                  <a:pt x="2930758" y="41468"/>
                </a:cubicBezTo>
                <a:cubicBezTo>
                  <a:pt x="2933006" y="43743"/>
                  <a:pt x="2934638" y="46566"/>
                  <a:pt x="2935655" y="49938"/>
                </a:cubicBezTo>
                <a:cubicBezTo>
                  <a:pt x="2936672" y="53311"/>
                  <a:pt x="2937181" y="57245"/>
                  <a:pt x="2937181" y="61741"/>
                </a:cubicBezTo>
                <a:lnTo>
                  <a:pt x="2937181" y="110475"/>
                </a:lnTo>
                <a:moveTo>
                  <a:pt x="2924013" y="77397"/>
                </a:moveTo>
                <a:lnTo>
                  <a:pt x="2912693" y="77397"/>
                </a:lnTo>
                <a:cubicBezTo>
                  <a:pt x="2909053" y="77397"/>
                  <a:pt x="2905895" y="77707"/>
                  <a:pt x="2903219" y="78327"/>
                </a:cubicBezTo>
                <a:cubicBezTo>
                  <a:pt x="2900543" y="78946"/>
                  <a:pt x="2898322" y="79861"/>
                  <a:pt x="2896555" y="81072"/>
                </a:cubicBezTo>
                <a:cubicBezTo>
                  <a:pt x="2894789" y="82283"/>
                  <a:pt x="2893491" y="83738"/>
                  <a:pt x="2892661" y="85435"/>
                </a:cubicBezTo>
                <a:cubicBezTo>
                  <a:pt x="2891832" y="87131"/>
                  <a:pt x="2891417" y="89083"/>
                  <a:pt x="2891417" y="91291"/>
                </a:cubicBezTo>
                <a:cubicBezTo>
                  <a:pt x="2891417" y="95061"/>
                  <a:pt x="2892608" y="98064"/>
                  <a:pt x="2894990" y="100298"/>
                </a:cubicBezTo>
                <a:cubicBezTo>
                  <a:pt x="2897372" y="102533"/>
                  <a:pt x="2900703" y="103650"/>
                  <a:pt x="2904985" y="103650"/>
                </a:cubicBezTo>
                <a:cubicBezTo>
                  <a:pt x="2908465" y="103650"/>
                  <a:pt x="2911689" y="102762"/>
                  <a:pt x="2914660" y="100986"/>
                </a:cubicBezTo>
                <a:cubicBezTo>
                  <a:pt x="2917631" y="99208"/>
                  <a:pt x="2920748" y="96488"/>
                  <a:pt x="2924013" y="92827"/>
                </a:cubicBezTo>
                <a:lnTo>
                  <a:pt x="2924013" y="77397"/>
                </a:lnTo>
                <a:close/>
                <a:moveTo>
                  <a:pt x="2968999" y="110395"/>
                </a:moveTo>
                <a:cubicBezTo>
                  <a:pt x="2968999" y="110823"/>
                  <a:pt x="2968892" y="111184"/>
                  <a:pt x="2968678" y="111478"/>
                </a:cubicBezTo>
                <a:cubicBezTo>
                  <a:pt x="2968464" y="111773"/>
                  <a:pt x="2968116" y="112027"/>
                  <a:pt x="2967634" y="112241"/>
                </a:cubicBezTo>
                <a:cubicBezTo>
                  <a:pt x="2967152" y="112455"/>
                  <a:pt x="2966483" y="112616"/>
                  <a:pt x="2965627" y="112723"/>
                </a:cubicBezTo>
                <a:cubicBezTo>
                  <a:pt x="2964771" y="112830"/>
                  <a:pt x="2963673" y="112883"/>
                  <a:pt x="2962335" y="112883"/>
                </a:cubicBezTo>
                <a:cubicBezTo>
                  <a:pt x="2961051" y="112883"/>
                  <a:pt x="2959980" y="112830"/>
                  <a:pt x="2959124" y="112723"/>
                </a:cubicBezTo>
                <a:cubicBezTo>
                  <a:pt x="2958267" y="112616"/>
                  <a:pt x="2957585" y="112455"/>
                  <a:pt x="2957076" y="112241"/>
                </a:cubicBezTo>
                <a:cubicBezTo>
                  <a:pt x="2956568" y="112027"/>
                  <a:pt x="2956220" y="111773"/>
                  <a:pt x="2956033" y="111478"/>
                </a:cubicBezTo>
                <a:cubicBezTo>
                  <a:pt x="2955845" y="111184"/>
                  <a:pt x="2955752" y="110823"/>
                  <a:pt x="2955752" y="110395"/>
                </a:cubicBezTo>
                <a:lnTo>
                  <a:pt x="2955752" y="38136"/>
                </a:lnTo>
                <a:cubicBezTo>
                  <a:pt x="2955752" y="37762"/>
                  <a:pt x="2955845" y="37414"/>
                  <a:pt x="2956033" y="37093"/>
                </a:cubicBezTo>
                <a:cubicBezTo>
                  <a:pt x="2956220" y="36771"/>
                  <a:pt x="2956568" y="36504"/>
                  <a:pt x="2957076" y="36290"/>
                </a:cubicBezTo>
                <a:cubicBezTo>
                  <a:pt x="2957585" y="36076"/>
                  <a:pt x="2958267" y="35915"/>
                  <a:pt x="2959124" y="35808"/>
                </a:cubicBezTo>
                <a:cubicBezTo>
                  <a:pt x="2959980" y="35701"/>
                  <a:pt x="2961051" y="35647"/>
                  <a:pt x="2962335" y="35647"/>
                </a:cubicBezTo>
                <a:cubicBezTo>
                  <a:pt x="2963673" y="35647"/>
                  <a:pt x="2964771" y="35701"/>
                  <a:pt x="2965627" y="35808"/>
                </a:cubicBezTo>
                <a:cubicBezTo>
                  <a:pt x="2966483" y="35915"/>
                  <a:pt x="2967152" y="36076"/>
                  <a:pt x="2967634" y="36290"/>
                </a:cubicBezTo>
                <a:cubicBezTo>
                  <a:pt x="2968116" y="36504"/>
                  <a:pt x="2968464" y="36771"/>
                  <a:pt x="2968678" y="37093"/>
                </a:cubicBezTo>
                <a:cubicBezTo>
                  <a:pt x="2968892" y="37414"/>
                  <a:pt x="2968999" y="37762"/>
                  <a:pt x="2968999" y="38136"/>
                </a:cubicBezTo>
                <a:lnTo>
                  <a:pt x="2968999" y="110395"/>
                </a:lnTo>
                <a:moveTo>
                  <a:pt x="2970524" y="13649"/>
                </a:moveTo>
                <a:cubicBezTo>
                  <a:pt x="2970524" y="16753"/>
                  <a:pt x="2969936" y="18867"/>
                  <a:pt x="2968758" y="19991"/>
                </a:cubicBezTo>
                <a:cubicBezTo>
                  <a:pt x="2967581" y="21115"/>
                  <a:pt x="2965413" y="21677"/>
                  <a:pt x="2962255" y="21677"/>
                </a:cubicBezTo>
                <a:cubicBezTo>
                  <a:pt x="2959150" y="21677"/>
                  <a:pt x="2957023" y="21129"/>
                  <a:pt x="2955872" y="20032"/>
                </a:cubicBezTo>
                <a:cubicBezTo>
                  <a:pt x="2954721" y="18934"/>
                  <a:pt x="2954146" y="16860"/>
                  <a:pt x="2954146" y="13809"/>
                </a:cubicBezTo>
                <a:cubicBezTo>
                  <a:pt x="2954146" y="10705"/>
                  <a:pt x="2954735" y="8591"/>
                  <a:pt x="2955912" y="7467"/>
                </a:cubicBezTo>
                <a:cubicBezTo>
                  <a:pt x="2957090" y="6343"/>
                  <a:pt x="2959258" y="5781"/>
                  <a:pt x="2962416" y="5781"/>
                </a:cubicBezTo>
                <a:cubicBezTo>
                  <a:pt x="2965520" y="5781"/>
                  <a:pt x="2967648" y="6329"/>
                  <a:pt x="2968798" y="7427"/>
                </a:cubicBezTo>
                <a:cubicBezTo>
                  <a:pt x="2969949" y="8524"/>
                  <a:pt x="2970524" y="10598"/>
                  <a:pt x="2970524" y="13649"/>
                </a:cubicBezTo>
                <a:close/>
                <a:moveTo>
                  <a:pt x="3058550" y="41348"/>
                </a:moveTo>
                <a:cubicBezTo>
                  <a:pt x="3058550" y="43221"/>
                  <a:pt x="3058296" y="44573"/>
                  <a:pt x="3057787" y="45402"/>
                </a:cubicBezTo>
                <a:cubicBezTo>
                  <a:pt x="3057279" y="46232"/>
                  <a:pt x="3056623" y="46647"/>
                  <a:pt x="3055820" y="46647"/>
                </a:cubicBezTo>
                <a:lnTo>
                  <a:pt x="3045463" y="46647"/>
                </a:lnTo>
                <a:cubicBezTo>
                  <a:pt x="3047336" y="48579"/>
                  <a:pt x="3048648" y="50713"/>
                  <a:pt x="3049397" y="53050"/>
                </a:cubicBezTo>
                <a:cubicBezTo>
                  <a:pt x="3050147" y="55385"/>
                  <a:pt x="3050521" y="57813"/>
                  <a:pt x="3050521" y="60336"/>
                </a:cubicBezTo>
                <a:cubicBezTo>
                  <a:pt x="3050521" y="64504"/>
                  <a:pt x="3049852" y="68191"/>
                  <a:pt x="3048514" y="71398"/>
                </a:cubicBezTo>
                <a:cubicBezTo>
                  <a:pt x="3047176" y="74604"/>
                  <a:pt x="3045262" y="77316"/>
                  <a:pt x="3042774" y="79534"/>
                </a:cubicBezTo>
                <a:cubicBezTo>
                  <a:pt x="3040285" y="81752"/>
                  <a:pt x="3037327" y="83449"/>
                  <a:pt x="3033902" y="84625"/>
                </a:cubicBezTo>
                <a:cubicBezTo>
                  <a:pt x="3030476" y="85801"/>
                  <a:pt x="3026676" y="86389"/>
                  <a:pt x="3022501" y="86389"/>
                </a:cubicBezTo>
                <a:cubicBezTo>
                  <a:pt x="3019557" y="86389"/>
                  <a:pt x="3016761" y="86002"/>
                  <a:pt x="3014111" y="85227"/>
                </a:cubicBezTo>
                <a:cubicBezTo>
                  <a:pt x="3011462" y="84453"/>
                  <a:pt x="3009414" y="83478"/>
                  <a:pt x="3007969" y="82302"/>
                </a:cubicBezTo>
                <a:cubicBezTo>
                  <a:pt x="3007006" y="83265"/>
                  <a:pt x="3006216" y="84362"/>
                  <a:pt x="3005601" y="85593"/>
                </a:cubicBezTo>
                <a:cubicBezTo>
                  <a:pt x="3004985" y="86823"/>
                  <a:pt x="3004677" y="88240"/>
                  <a:pt x="3004677" y="89844"/>
                </a:cubicBezTo>
                <a:cubicBezTo>
                  <a:pt x="3004677" y="91717"/>
                  <a:pt x="3005547" y="93269"/>
                  <a:pt x="3007287" y="94500"/>
                </a:cubicBezTo>
                <a:cubicBezTo>
                  <a:pt x="3009026" y="95730"/>
                  <a:pt x="3011341" y="96398"/>
                  <a:pt x="3014232" y="96505"/>
                </a:cubicBezTo>
                <a:lnTo>
                  <a:pt x="3033099" y="97310"/>
                </a:lnTo>
                <a:cubicBezTo>
                  <a:pt x="3036685" y="97417"/>
                  <a:pt x="3039977" y="97914"/>
                  <a:pt x="3042974" y="98801"/>
                </a:cubicBezTo>
                <a:cubicBezTo>
                  <a:pt x="3045972" y="99687"/>
                  <a:pt x="3048568" y="100950"/>
                  <a:pt x="3050762" y="102589"/>
                </a:cubicBezTo>
                <a:cubicBezTo>
                  <a:pt x="3052957" y="104227"/>
                  <a:pt x="3054669" y="106241"/>
                  <a:pt x="3055900" y="108631"/>
                </a:cubicBezTo>
                <a:cubicBezTo>
                  <a:pt x="3057132" y="111021"/>
                  <a:pt x="3057747" y="113801"/>
                  <a:pt x="3057747" y="116971"/>
                </a:cubicBezTo>
                <a:cubicBezTo>
                  <a:pt x="3057747" y="120301"/>
                  <a:pt x="3057051" y="123470"/>
                  <a:pt x="3055660" y="126477"/>
                </a:cubicBezTo>
                <a:cubicBezTo>
                  <a:pt x="3054268" y="129486"/>
                  <a:pt x="3052140" y="132131"/>
                  <a:pt x="3049277" y="134413"/>
                </a:cubicBezTo>
                <a:cubicBezTo>
                  <a:pt x="3046413" y="136696"/>
                  <a:pt x="3042760" y="138496"/>
                  <a:pt x="3038318" y="139812"/>
                </a:cubicBezTo>
                <a:cubicBezTo>
                  <a:pt x="3033875" y="141129"/>
                  <a:pt x="3028630" y="141787"/>
                  <a:pt x="3022581" y="141787"/>
                </a:cubicBezTo>
                <a:cubicBezTo>
                  <a:pt x="3016747" y="141787"/>
                  <a:pt x="3011783" y="141291"/>
                  <a:pt x="3007688" y="140299"/>
                </a:cubicBezTo>
                <a:cubicBezTo>
                  <a:pt x="3003593" y="139309"/>
                  <a:pt x="3000235" y="137956"/>
                  <a:pt x="2997612" y="136242"/>
                </a:cubicBezTo>
                <a:cubicBezTo>
                  <a:pt x="2994989" y="134529"/>
                  <a:pt x="2993089" y="132481"/>
                  <a:pt x="2991912" y="130097"/>
                </a:cubicBezTo>
                <a:cubicBezTo>
                  <a:pt x="2990734" y="127714"/>
                  <a:pt x="2990145" y="125129"/>
                  <a:pt x="2990145" y="122342"/>
                </a:cubicBezTo>
                <a:cubicBezTo>
                  <a:pt x="2990145" y="120576"/>
                  <a:pt x="2990360" y="118862"/>
                  <a:pt x="2990788" y="117201"/>
                </a:cubicBezTo>
                <a:cubicBezTo>
                  <a:pt x="2991216" y="115540"/>
                  <a:pt x="2991872" y="113960"/>
                  <a:pt x="2992755" y="112459"/>
                </a:cubicBezTo>
                <a:cubicBezTo>
                  <a:pt x="2993638" y="110961"/>
                  <a:pt x="2994735" y="109529"/>
                  <a:pt x="2996047" y="108164"/>
                </a:cubicBezTo>
                <a:cubicBezTo>
                  <a:pt x="2997358" y="106798"/>
                  <a:pt x="2998870" y="105444"/>
                  <a:pt x="3000583" y="104105"/>
                </a:cubicBezTo>
                <a:cubicBezTo>
                  <a:pt x="2997960" y="102761"/>
                  <a:pt x="2996020" y="101069"/>
                  <a:pt x="2994762" y="99026"/>
                </a:cubicBezTo>
                <a:cubicBezTo>
                  <a:pt x="2993504" y="96982"/>
                  <a:pt x="2992875" y="94778"/>
                  <a:pt x="2992875" y="92413"/>
                </a:cubicBezTo>
                <a:cubicBezTo>
                  <a:pt x="2992875" y="89134"/>
                  <a:pt x="2993544" y="86205"/>
                  <a:pt x="2994882" y="83624"/>
                </a:cubicBezTo>
                <a:cubicBezTo>
                  <a:pt x="2996220" y="81043"/>
                  <a:pt x="2997880" y="78731"/>
                  <a:pt x="2999860" y="76689"/>
                </a:cubicBezTo>
                <a:cubicBezTo>
                  <a:pt x="2998201" y="74712"/>
                  <a:pt x="2996890" y="72481"/>
                  <a:pt x="2995926" y="69995"/>
                </a:cubicBezTo>
                <a:cubicBezTo>
                  <a:pt x="2994963" y="67510"/>
                  <a:pt x="2994481" y="64504"/>
                  <a:pt x="2994481" y="60978"/>
                </a:cubicBezTo>
                <a:cubicBezTo>
                  <a:pt x="2994481" y="56863"/>
                  <a:pt x="2995177" y="53176"/>
                  <a:pt x="2996568" y="49916"/>
                </a:cubicBezTo>
                <a:cubicBezTo>
                  <a:pt x="2997960" y="46656"/>
                  <a:pt x="2999887" y="43904"/>
                  <a:pt x="3002349" y="41659"/>
                </a:cubicBezTo>
                <a:cubicBezTo>
                  <a:pt x="3004811" y="39414"/>
                  <a:pt x="3007768" y="37691"/>
                  <a:pt x="3011221" y="36488"/>
                </a:cubicBezTo>
                <a:cubicBezTo>
                  <a:pt x="3014673" y="35285"/>
                  <a:pt x="3018433" y="34684"/>
                  <a:pt x="3022501" y="34684"/>
                </a:cubicBezTo>
                <a:cubicBezTo>
                  <a:pt x="3024696" y="34684"/>
                  <a:pt x="3026743" y="34798"/>
                  <a:pt x="3028643" y="35025"/>
                </a:cubicBezTo>
                <a:cubicBezTo>
                  <a:pt x="3030543" y="35251"/>
                  <a:pt x="3032323" y="35565"/>
                  <a:pt x="3033982" y="35969"/>
                </a:cubicBezTo>
                <a:lnTo>
                  <a:pt x="3055820" y="35969"/>
                </a:lnTo>
                <a:cubicBezTo>
                  <a:pt x="3056730" y="35969"/>
                  <a:pt x="3057413" y="36410"/>
                  <a:pt x="3057867" y="37293"/>
                </a:cubicBezTo>
                <a:cubicBezTo>
                  <a:pt x="3058322" y="38176"/>
                  <a:pt x="3058550" y="39528"/>
                  <a:pt x="3058550" y="41348"/>
                </a:cubicBezTo>
                <a:moveTo>
                  <a:pt x="3037836" y="60416"/>
                </a:moveTo>
                <a:cubicBezTo>
                  <a:pt x="3037836" y="55505"/>
                  <a:pt x="3036484" y="51675"/>
                  <a:pt x="3033781" y="48925"/>
                </a:cubicBezTo>
                <a:cubicBezTo>
                  <a:pt x="3031078" y="46175"/>
                  <a:pt x="3027238" y="44800"/>
                  <a:pt x="3022260" y="44800"/>
                </a:cubicBezTo>
                <a:cubicBezTo>
                  <a:pt x="3019691" y="44800"/>
                  <a:pt x="3017456" y="45227"/>
                  <a:pt x="3015556" y="46082"/>
                </a:cubicBezTo>
                <a:cubicBezTo>
                  <a:pt x="3013656" y="46935"/>
                  <a:pt x="3012077" y="48109"/>
                  <a:pt x="3010819" y="49605"/>
                </a:cubicBezTo>
                <a:cubicBezTo>
                  <a:pt x="3009561" y="51100"/>
                  <a:pt x="3008625" y="52822"/>
                  <a:pt x="3008009" y="54771"/>
                </a:cubicBezTo>
                <a:cubicBezTo>
                  <a:pt x="3007394" y="56719"/>
                  <a:pt x="3007086" y="58762"/>
                  <a:pt x="3007086" y="60898"/>
                </a:cubicBezTo>
                <a:cubicBezTo>
                  <a:pt x="3007086" y="65648"/>
                  <a:pt x="3008437" y="69385"/>
                  <a:pt x="3011140" y="72108"/>
                </a:cubicBezTo>
                <a:cubicBezTo>
                  <a:pt x="3013843" y="74831"/>
                  <a:pt x="3017630" y="76192"/>
                  <a:pt x="3022501" y="76192"/>
                </a:cubicBezTo>
                <a:cubicBezTo>
                  <a:pt x="3025124" y="76192"/>
                  <a:pt x="3027399" y="75779"/>
                  <a:pt x="3029325" y="74953"/>
                </a:cubicBezTo>
                <a:cubicBezTo>
                  <a:pt x="3031252" y="74125"/>
                  <a:pt x="3032845" y="72977"/>
                  <a:pt x="3034103" y="71508"/>
                </a:cubicBezTo>
                <a:cubicBezTo>
                  <a:pt x="3035360" y="70039"/>
                  <a:pt x="3036297" y="68344"/>
                  <a:pt x="3036913" y="66422"/>
                </a:cubicBezTo>
                <a:cubicBezTo>
                  <a:pt x="3037528" y="64501"/>
                  <a:pt x="3037836" y="62498"/>
                  <a:pt x="3037836" y="60416"/>
                </a:cubicBezTo>
                <a:moveTo>
                  <a:pt x="3044500" y="117691"/>
                </a:moveTo>
                <a:cubicBezTo>
                  <a:pt x="3044500" y="114564"/>
                  <a:pt x="3043228" y="112153"/>
                  <a:pt x="3040686" y="110457"/>
                </a:cubicBezTo>
                <a:cubicBezTo>
                  <a:pt x="3038144" y="108760"/>
                  <a:pt x="3034705" y="107857"/>
                  <a:pt x="3030369" y="107750"/>
                </a:cubicBezTo>
                <a:lnTo>
                  <a:pt x="3011662" y="107103"/>
                </a:lnTo>
                <a:cubicBezTo>
                  <a:pt x="3009950" y="108449"/>
                  <a:pt x="3008545" y="109729"/>
                  <a:pt x="3007447" y="110941"/>
                </a:cubicBezTo>
                <a:cubicBezTo>
                  <a:pt x="3006350" y="112154"/>
                  <a:pt x="3005480" y="113312"/>
                  <a:pt x="3004838" y="114416"/>
                </a:cubicBezTo>
                <a:cubicBezTo>
                  <a:pt x="3004196" y="115520"/>
                  <a:pt x="3003754" y="116611"/>
                  <a:pt x="3003513" y="117688"/>
                </a:cubicBezTo>
                <a:cubicBezTo>
                  <a:pt x="3003272" y="118767"/>
                  <a:pt x="3003152" y="119872"/>
                  <a:pt x="3003152" y="121002"/>
                </a:cubicBezTo>
                <a:cubicBezTo>
                  <a:pt x="3003152" y="124505"/>
                  <a:pt x="3004918" y="127159"/>
                  <a:pt x="3008451" y="128963"/>
                </a:cubicBezTo>
                <a:cubicBezTo>
                  <a:pt x="3011983" y="130768"/>
                  <a:pt x="3016908" y="131671"/>
                  <a:pt x="3023224" y="131671"/>
                </a:cubicBezTo>
                <a:cubicBezTo>
                  <a:pt x="3027238" y="131671"/>
                  <a:pt x="3030597" y="131280"/>
                  <a:pt x="3033300" y="130499"/>
                </a:cubicBezTo>
                <a:cubicBezTo>
                  <a:pt x="3036003" y="129718"/>
                  <a:pt x="3038184" y="128681"/>
                  <a:pt x="3039843" y="127388"/>
                </a:cubicBezTo>
                <a:cubicBezTo>
                  <a:pt x="3041502" y="126095"/>
                  <a:pt x="3042693" y="124613"/>
                  <a:pt x="3043416" y="122942"/>
                </a:cubicBezTo>
                <a:cubicBezTo>
                  <a:pt x="3044138" y="121273"/>
                  <a:pt x="3044500" y="119522"/>
                  <a:pt x="3044500" y="117691"/>
                </a:cubicBezTo>
                <a:close/>
                <a:moveTo>
                  <a:pt x="3133402" y="110395"/>
                </a:moveTo>
                <a:cubicBezTo>
                  <a:pt x="3133402" y="110823"/>
                  <a:pt x="3133295" y="111184"/>
                  <a:pt x="3133081" y="111478"/>
                </a:cubicBezTo>
                <a:cubicBezTo>
                  <a:pt x="3132867" y="111773"/>
                  <a:pt x="3132519" y="112027"/>
                  <a:pt x="3132038" y="112241"/>
                </a:cubicBezTo>
                <a:cubicBezTo>
                  <a:pt x="3131556" y="112455"/>
                  <a:pt x="3130887" y="112616"/>
                  <a:pt x="3130030" y="112723"/>
                </a:cubicBezTo>
                <a:cubicBezTo>
                  <a:pt x="3129174" y="112830"/>
                  <a:pt x="3128103" y="112883"/>
                  <a:pt x="3126819" y="112883"/>
                </a:cubicBezTo>
                <a:cubicBezTo>
                  <a:pt x="3125481" y="112883"/>
                  <a:pt x="3124384" y="112830"/>
                  <a:pt x="3123527" y="112723"/>
                </a:cubicBezTo>
                <a:cubicBezTo>
                  <a:pt x="3122671" y="112616"/>
                  <a:pt x="3122002" y="112455"/>
                  <a:pt x="3121520" y="112241"/>
                </a:cubicBezTo>
                <a:cubicBezTo>
                  <a:pt x="3121038" y="112027"/>
                  <a:pt x="3120690" y="111773"/>
                  <a:pt x="3120476" y="111478"/>
                </a:cubicBezTo>
                <a:cubicBezTo>
                  <a:pt x="3120262" y="111184"/>
                  <a:pt x="3120155" y="110823"/>
                  <a:pt x="3120155" y="110395"/>
                </a:cubicBezTo>
                <a:lnTo>
                  <a:pt x="3120155" y="68083"/>
                </a:lnTo>
                <a:cubicBezTo>
                  <a:pt x="3120155" y="63962"/>
                  <a:pt x="3119834" y="60643"/>
                  <a:pt x="3119192" y="58128"/>
                </a:cubicBezTo>
                <a:cubicBezTo>
                  <a:pt x="3118549" y="55612"/>
                  <a:pt x="3117613" y="53444"/>
                  <a:pt x="3116382" y="51625"/>
                </a:cubicBezTo>
                <a:cubicBezTo>
                  <a:pt x="3115151" y="49805"/>
                  <a:pt x="3113558" y="48413"/>
                  <a:pt x="3111605" y="47450"/>
                </a:cubicBezTo>
                <a:cubicBezTo>
                  <a:pt x="3109651" y="46486"/>
                  <a:pt x="3107389" y="46004"/>
                  <a:pt x="3104820" y="46004"/>
                </a:cubicBezTo>
                <a:cubicBezTo>
                  <a:pt x="3101502" y="46004"/>
                  <a:pt x="3098183" y="47182"/>
                  <a:pt x="3094865" y="49537"/>
                </a:cubicBezTo>
                <a:cubicBezTo>
                  <a:pt x="3091546" y="51892"/>
                  <a:pt x="3088067" y="55344"/>
                  <a:pt x="3084427" y="59894"/>
                </a:cubicBezTo>
                <a:lnTo>
                  <a:pt x="3084427" y="110395"/>
                </a:lnTo>
                <a:cubicBezTo>
                  <a:pt x="3084427" y="110823"/>
                  <a:pt x="3084320" y="111184"/>
                  <a:pt x="3084106" y="111478"/>
                </a:cubicBezTo>
                <a:cubicBezTo>
                  <a:pt x="3083892" y="111773"/>
                  <a:pt x="3083544" y="112027"/>
                  <a:pt x="3083063" y="112241"/>
                </a:cubicBezTo>
                <a:cubicBezTo>
                  <a:pt x="3082581" y="112455"/>
                  <a:pt x="3081912" y="112616"/>
                  <a:pt x="3081055" y="112723"/>
                </a:cubicBezTo>
                <a:cubicBezTo>
                  <a:pt x="3080199" y="112830"/>
                  <a:pt x="3079102" y="112883"/>
                  <a:pt x="3077764" y="112883"/>
                </a:cubicBezTo>
                <a:cubicBezTo>
                  <a:pt x="3076479" y="112883"/>
                  <a:pt x="3075409" y="112830"/>
                  <a:pt x="3074552" y="112723"/>
                </a:cubicBezTo>
                <a:cubicBezTo>
                  <a:pt x="3073696" y="112616"/>
                  <a:pt x="3073013" y="112455"/>
                  <a:pt x="3072505" y="112241"/>
                </a:cubicBezTo>
                <a:cubicBezTo>
                  <a:pt x="3071996" y="112027"/>
                  <a:pt x="3071648" y="111773"/>
                  <a:pt x="3071461" y="111478"/>
                </a:cubicBezTo>
                <a:cubicBezTo>
                  <a:pt x="3071274" y="111182"/>
                  <a:pt x="3071180" y="110820"/>
                  <a:pt x="3071180" y="110392"/>
                </a:cubicBezTo>
                <a:lnTo>
                  <a:pt x="3071180" y="3053"/>
                </a:lnTo>
                <a:cubicBezTo>
                  <a:pt x="3071180" y="2625"/>
                  <a:pt x="3071274" y="2251"/>
                  <a:pt x="3071461" y="1929"/>
                </a:cubicBezTo>
                <a:cubicBezTo>
                  <a:pt x="3071648" y="1607"/>
                  <a:pt x="3071996" y="1338"/>
                  <a:pt x="3072505" y="1124"/>
                </a:cubicBezTo>
                <a:cubicBezTo>
                  <a:pt x="3073013" y="910"/>
                  <a:pt x="3073696" y="749"/>
                  <a:pt x="3074552" y="642"/>
                </a:cubicBezTo>
                <a:cubicBezTo>
                  <a:pt x="3075409" y="535"/>
                  <a:pt x="3076479" y="482"/>
                  <a:pt x="3077764" y="482"/>
                </a:cubicBezTo>
                <a:cubicBezTo>
                  <a:pt x="3079102" y="482"/>
                  <a:pt x="3080199" y="535"/>
                  <a:pt x="3081055" y="642"/>
                </a:cubicBezTo>
                <a:cubicBezTo>
                  <a:pt x="3081912" y="749"/>
                  <a:pt x="3082581" y="911"/>
                  <a:pt x="3083063" y="1127"/>
                </a:cubicBezTo>
                <a:cubicBezTo>
                  <a:pt x="3083544" y="1341"/>
                  <a:pt x="3083892" y="1608"/>
                  <a:pt x="3084106" y="1929"/>
                </a:cubicBezTo>
                <a:cubicBezTo>
                  <a:pt x="3084320" y="2251"/>
                  <a:pt x="3084427" y="2626"/>
                  <a:pt x="3084427" y="3056"/>
                </a:cubicBezTo>
                <a:lnTo>
                  <a:pt x="3084427" y="46406"/>
                </a:lnTo>
                <a:cubicBezTo>
                  <a:pt x="3088228" y="42392"/>
                  <a:pt x="3092055" y="39408"/>
                  <a:pt x="3095908" y="37454"/>
                </a:cubicBezTo>
                <a:cubicBezTo>
                  <a:pt x="3099762" y="35500"/>
                  <a:pt x="3103643" y="34523"/>
                  <a:pt x="3107550" y="34523"/>
                </a:cubicBezTo>
                <a:cubicBezTo>
                  <a:pt x="3112367" y="34523"/>
                  <a:pt x="3116422" y="35340"/>
                  <a:pt x="3119714" y="36972"/>
                </a:cubicBezTo>
                <a:cubicBezTo>
                  <a:pt x="3123005" y="38605"/>
                  <a:pt x="3125668" y="40786"/>
                  <a:pt x="3127702" y="43516"/>
                </a:cubicBezTo>
                <a:cubicBezTo>
                  <a:pt x="3129736" y="46245"/>
                  <a:pt x="3131195" y="49443"/>
                  <a:pt x="3132078" y="53110"/>
                </a:cubicBezTo>
                <a:cubicBezTo>
                  <a:pt x="3132961" y="56776"/>
                  <a:pt x="3133402" y="61205"/>
                  <a:pt x="3133402" y="66397"/>
                </a:cubicBezTo>
                <a:lnTo>
                  <a:pt x="3133402" y="110395"/>
                </a:lnTo>
                <a:close/>
                <a:moveTo>
                  <a:pt x="3193928" y="105176"/>
                </a:moveTo>
                <a:cubicBezTo>
                  <a:pt x="3193928" y="106728"/>
                  <a:pt x="3193821" y="107959"/>
                  <a:pt x="3193606" y="108869"/>
                </a:cubicBezTo>
                <a:cubicBezTo>
                  <a:pt x="3193392" y="109779"/>
                  <a:pt x="3193071" y="110448"/>
                  <a:pt x="3192643" y="110876"/>
                </a:cubicBezTo>
                <a:cubicBezTo>
                  <a:pt x="3192215" y="111304"/>
                  <a:pt x="3191573" y="111706"/>
                  <a:pt x="3190716" y="112081"/>
                </a:cubicBezTo>
                <a:cubicBezTo>
                  <a:pt x="3189860" y="112455"/>
                  <a:pt x="3188883" y="112763"/>
                  <a:pt x="3187786" y="113004"/>
                </a:cubicBezTo>
                <a:cubicBezTo>
                  <a:pt x="3186688" y="113245"/>
                  <a:pt x="3185524" y="113445"/>
                  <a:pt x="3184293" y="113606"/>
                </a:cubicBezTo>
                <a:cubicBezTo>
                  <a:pt x="3183062" y="113767"/>
                  <a:pt x="3181831" y="113847"/>
                  <a:pt x="3180600" y="113847"/>
                </a:cubicBezTo>
                <a:cubicBezTo>
                  <a:pt x="3176853" y="113847"/>
                  <a:pt x="3173642" y="113351"/>
                  <a:pt x="3170966" y="112359"/>
                </a:cubicBezTo>
                <a:cubicBezTo>
                  <a:pt x="3168289" y="111366"/>
                  <a:pt x="3166095" y="109863"/>
                  <a:pt x="3164382" y="107850"/>
                </a:cubicBezTo>
                <a:cubicBezTo>
                  <a:pt x="3162669" y="105838"/>
                  <a:pt x="3161425" y="103290"/>
                  <a:pt x="3160649" y="100206"/>
                </a:cubicBezTo>
                <a:cubicBezTo>
                  <a:pt x="3159873" y="97121"/>
                  <a:pt x="3159485" y="93487"/>
                  <a:pt x="3159485" y="89302"/>
                </a:cubicBezTo>
                <a:lnTo>
                  <a:pt x="3159485" y="46968"/>
                </a:lnTo>
                <a:lnTo>
                  <a:pt x="3149368" y="46968"/>
                </a:lnTo>
                <a:cubicBezTo>
                  <a:pt x="3148565" y="46968"/>
                  <a:pt x="3147923" y="46540"/>
                  <a:pt x="3147441" y="45683"/>
                </a:cubicBezTo>
                <a:cubicBezTo>
                  <a:pt x="3146960" y="44827"/>
                  <a:pt x="3146719" y="43435"/>
                  <a:pt x="3146719" y="41508"/>
                </a:cubicBezTo>
                <a:cubicBezTo>
                  <a:pt x="3146719" y="40491"/>
                  <a:pt x="3146786" y="39635"/>
                  <a:pt x="3146920" y="38939"/>
                </a:cubicBezTo>
                <a:cubicBezTo>
                  <a:pt x="3147053" y="38243"/>
                  <a:pt x="3147227" y="37668"/>
                  <a:pt x="3147441" y="37213"/>
                </a:cubicBezTo>
                <a:cubicBezTo>
                  <a:pt x="3147656" y="36758"/>
                  <a:pt x="3147937" y="36437"/>
                  <a:pt x="3148284" y="36250"/>
                </a:cubicBezTo>
                <a:cubicBezTo>
                  <a:pt x="3148632" y="36062"/>
                  <a:pt x="3149020" y="35969"/>
                  <a:pt x="3149449" y="35969"/>
                </a:cubicBezTo>
                <a:lnTo>
                  <a:pt x="3159485" y="35969"/>
                </a:lnTo>
                <a:lnTo>
                  <a:pt x="3159485" y="18787"/>
                </a:lnTo>
                <a:cubicBezTo>
                  <a:pt x="3159485" y="18412"/>
                  <a:pt x="3159578" y="18065"/>
                  <a:pt x="3159766" y="17743"/>
                </a:cubicBezTo>
                <a:cubicBezTo>
                  <a:pt x="3159953" y="17422"/>
                  <a:pt x="3160301" y="17141"/>
                  <a:pt x="3160809" y="16900"/>
                </a:cubicBezTo>
                <a:cubicBezTo>
                  <a:pt x="3161318" y="16660"/>
                  <a:pt x="3162000" y="16486"/>
                  <a:pt x="3162857" y="16379"/>
                </a:cubicBezTo>
                <a:cubicBezTo>
                  <a:pt x="3163713" y="16271"/>
                  <a:pt x="3164783" y="16218"/>
                  <a:pt x="3166068" y="16218"/>
                </a:cubicBezTo>
                <a:cubicBezTo>
                  <a:pt x="3167406" y="16218"/>
                  <a:pt x="3168503" y="16271"/>
                  <a:pt x="3169360" y="16379"/>
                </a:cubicBezTo>
                <a:cubicBezTo>
                  <a:pt x="3170216" y="16486"/>
                  <a:pt x="3170885" y="16660"/>
                  <a:pt x="3171367" y="16900"/>
                </a:cubicBezTo>
                <a:cubicBezTo>
                  <a:pt x="3171849" y="17141"/>
                  <a:pt x="3172197" y="17422"/>
                  <a:pt x="3172411" y="17743"/>
                </a:cubicBezTo>
                <a:cubicBezTo>
                  <a:pt x="3172625" y="18065"/>
                  <a:pt x="3172732" y="18412"/>
                  <a:pt x="3172732" y="18787"/>
                </a:cubicBezTo>
                <a:lnTo>
                  <a:pt x="3172732" y="35969"/>
                </a:lnTo>
                <a:lnTo>
                  <a:pt x="3191278" y="35969"/>
                </a:lnTo>
                <a:cubicBezTo>
                  <a:pt x="3191706" y="35969"/>
                  <a:pt x="3192081" y="36062"/>
                  <a:pt x="3192402" y="36250"/>
                </a:cubicBezTo>
                <a:cubicBezTo>
                  <a:pt x="3192723" y="36437"/>
                  <a:pt x="3193004" y="36758"/>
                  <a:pt x="3193245" y="37213"/>
                </a:cubicBezTo>
                <a:cubicBezTo>
                  <a:pt x="3193486" y="37668"/>
                  <a:pt x="3193660" y="38243"/>
                  <a:pt x="3193767" y="38939"/>
                </a:cubicBezTo>
                <a:cubicBezTo>
                  <a:pt x="3193874" y="39635"/>
                  <a:pt x="3193928" y="40491"/>
                  <a:pt x="3193928" y="41508"/>
                </a:cubicBezTo>
                <a:cubicBezTo>
                  <a:pt x="3193928" y="43435"/>
                  <a:pt x="3193687" y="44827"/>
                  <a:pt x="3193205" y="45683"/>
                </a:cubicBezTo>
                <a:cubicBezTo>
                  <a:pt x="3192723" y="46540"/>
                  <a:pt x="3192081" y="46968"/>
                  <a:pt x="3191278" y="46968"/>
                </a:cubicBezTo>
                <a:lnTo>
                  <a:pt x="3172732" y="46968"/>
                </a:lnTo>
                <a:lnTo>
                  <a:pt x="3172732" y="87390"/>
                </a:lnTo>
                <a:cubicBezTo>
                  <a:pt x="3172732" y="92381"/>
                  <a:pt x="3173468" y="96152"/>
                  <a:pt x="3174940" y="98703"/>
                </a:cubicBezTo>
                <a:cubicBezTo>
                  <a:pt x="3176412" y="101252"/>
                  <a:pt x="3179048" y="102526"/>
                  <a:pt x="3182848" y="102526"/>
                </a:cubicBezTo>
                <a:cubicBezTo>
                  <a:pt x="3184079" y="102526"/>
                  <a:pt x="3185176" y="102406"/>
                  <a:pt x="3186140" y="102165"/>
                </a:cubicBezTo>
                <a:cubicBezTo>
                  <a:pt x="3187103" y="101924"/>
                  <a:pt x="3187960" y="101670"/>
                  <a:pt x="3188709" y="101402"/>
                </a:cubicBezTo>
                <a:cubicBezTo>
                  <a:pt x="3189458" y="101135"/>
                  <a:pt x="3190101" y="100881"/>
                  <a:pt x="3190636" y="100640"/>
                </a:cubicBezTo>
                <a:cubicBezTo>
                  <a:pt x="3191171" y="100399"/>
                  <a:pt x="3191653" y="100278"/>
                  <a:pt x="3192081" y="100278"/>
                </a:cubicBezTo>
                <a:cubicBezTo>
                  <a:pt x="3192349" y="100278"/>
                  <a:pt x="3192603" y="100345"/>
                  <a:pt x="3192844" y="100479"/>
                </a:cubicBezTo>
                <a:cubicBezTo>
                  <a:pt x="3193085" y="100613"/>
                  <a:pt x="3193272" y="100867"/>
                  <a:pt x="3193406" y="101242"/>
                </a:cubicBezTo>
                <a:cubicBezTo>
                  <a:pt x="3193540" y="101616"/>
                  <a:pt x="3193660" y="102125"/>
                  <a:pt x="3193767" y="102767"/>
                </a:cubicBezTo>
                <a:cubicBezTo>
                  <a:pt x="3193874" y="103410"/>
                  <a:pt x="3193928" y="104212"/>
                  <a:pt x="3193928" y="105176"/>
                </a:cubicBezTo>
                <a:close/>
                <a:moveTo>
                  <a:pt x="3260858" y="110392"/>
                </a:moveTo>
                <a:cubicBezTo>
                  <a:pt x="3260858" y="110820"/>
                  <a:pt x="3260751" y="111182"/>
                  <a:pt x="3260537" y="111478"/>
                </a:cubicBezTo>
                <a:cubicBezTo>
                  <a:pt x="3260323" y="111773"/>
                  <a:pt x="3259975" y="112027"/>
                  <a:pt x="3259493" y="112241"/>
                </a:cubicBezTo>
                <a:cubicBezTo>
                  <a:pt x="3259011" y="112455"/>
                  <a:pt x="3258342" y="112616"/>
                  <a:pt x="3257486" y="112723"/>
                </a:cubicBezTo>
                <a:cubicBezTo>
                  <a:pt x="3256630" y="112830"/>
                  <a:pt x="3255532" y="112883"/>
                  <a:pt x="3254194" y="112883"/>
                </a:cubicBezTo>
                <a:cubicBezTo>
                  <a:pt x="3252910" y="112883"/>
                  <a:pt x="3251839" y="112830"/>
                  <a:pt x="3250983" y="112723"/>
                </a:cubicBezTo>
                <a:cubicBezTo>
                  <a:pt x="3250126" y="112616"/>
                  <a:pt x="3249444" y="112455"/>
                  <a:pt x="3248935" y="112241"/>
                </a:cubicBezTo>
                <a:cubicBezTo>
                  <a:pt x="3248427" y="112027"/>
                  <a:pt x="3248079" y="111773"/>
                  <a:pt x="3247892" y="111478"/>
                </a:cubicBezTo>
                <a:cubicBezTo>
                  <a:pt x="3247704" y="111182"/>
                  <a:pt x="3247611" y="110820"/>
                  <a:pt x="3247611" y="110392"/>
                </a:cubicBezTo>
                <a:lnTo>
                  <a:pt x="3247611" y="3053"/>
                </a:lnTo>
                <a:cubicBezTo>
                  <a:pt x="3247611" y="2625"/>
                  <a:pt x="3247704" y="2251"/>
                  <a:pt x="3247892" y="1929"/>
                </a:cubicBezTo>
                <a:cubicBezTo>
                  <a:pt x="3248079" y="1607"/>
                  <a:pt x="3248427" y="1338"/>
                  <a:pt x="3248935" y="1124"/>
                </a:cubicBezTo>
                <a:cubicBezTo>
                  <a:pt x="3249444" y="910"/>
                  <a:pt x="3250126" y="749"/>
                  <a:pt x="3250983" y="642"/>
                </a:cubicBezTo>
                <a:cubicBezTo>
                  <a:pt x="3251839" y="535"/>
                  <a:pt x="3252910" y="482"/>
                  <a:pt x="3254194" y="482"/>
                </a:cubicBezTo>
                <a:cubicBezTo>
                  <a:pt x="3255532" y="482"/>
                  <a:pt x="3256630" y="535"/>
                  <a:pt x="3257486" y="642"/>
                </a:cubicBezTo>
                <a:cubicBezTo>
                  <a:pt x="3258342" y="749"/>
                  <a:pt x="3259011" y="910"/>
                  <a:pt x="3259493" y="1124"/>
                </a:cubicBezTo>
                <a:cubicBezTo>
                  <a:pt x="3259975" y="1338"/>
                  <a:pt x="3260323" y="1607"/>
                  <a:pt x="3260537" y="1929"/>
                </a:cubicBezTo>
                <a:cubicBezTo>
                  <a:pt x="3260751" y="2251"/>
                  <a:pt x="3260858" y="2625"/>
                  <a:pt x="3260858" y="3053"/>
                </a:cubicBezTo>
                <a:lnTo>
                  <a:pt x="3260858" y="110392"/>
                </a:lnTo>
                <a:close/>
                <a:moveTo>
                  <a:pt x="3345774" y="71134"/>
                </a:moveTo>
                <a:cubicBezTo>
                  <a:pt x="3345774" y="73222"/>
                  <a:pt x="3345252" y="74707"/>
                  <a:pt x="3344208" y="75590"/>
                </a:cubicBezTo>
                <a:cubicBezTo>
                  <a:pt x="3343165" y="76473"/>
                  <a:pt x="3341974" y="76915"/>
                  <a:pt x="3340636" y="76915"/>
                </a:cubicBezTo>
                <a:lnTo>
                  <a:pt x="3293266" y="76915"/>
                </a:lnTo>
                <a:cubicBezTo>
                  <a:pt x="3293266" y="80941"/>
                  <a:pt x="3293668" y="84565"/>
                  <a:pt x="3294471" y="87786"/>
                </a:cubicBezTo>
                <a:cubicBezTo>
                  <a:pt x="3295273" y="91008"/>
                  <a:pt x="3296612" y="93773"/>
                  <a:pt x="3298485" y="96081"/>
                </a:cubicBezTo>
                <a:cubicBezTo>
                  <a:pt x="3300358" y="98389"/>
                  <a:pt x="3302794" y="100161"/>
                  <a:pt x="3305791" y="101397"/>
                </a:cubicBezTo>
                <a:cubicBezTo>
                  <a:pt x="3308788" y="102632"/>
                  <a:pt x="3312455" y="103249"/>
                  <a:pt x="3316790" y="103249"/>
                </a:cubicBezTo>
                <a:cubicBezTo>
                  <a:pt x="3320216" y="103249"/>
                  <a:pt x="3323267" y="102968"/>
                  <a:pt x="3325943" y="102406"/>
                </a:cubicBezTo>
                <a:cubicBezTo>
                  <a:pt x="3328619" y="101844"/>
                  <a:pt x="3330934" y="101215"/>
                  <a:pt x="3332888" y="100519"/>
                </a:cubicBezTo>
                <a:cubicBezTo>
                  <a:pt x="3334842" y="99823"/>
                  <a:pt x="3336447" y="99195"/>
                  <a:pt x="3337705" y="98632"/>
                </a:cubicBezTo>
                <a:cubicBezTo>
                  <a:pt x="3338963" y="98070"/>
                  <a:pt x="3339913" y="97789"/>
                  <a:pt x="3340555" y="97789"/>
                </a:cubicBezTo>
                <a:cubicBezTo>
                  <a:pt x="3340930" y="97789"/>
                  <a:pt x="3341264" y="97883"/>
                  <a:pt x="3341559" y="98070"/>
                </a:cubicBezTo>
                <a:cubicBezTo>
                  <a:pt x="3341853" y="98258"/>
                  <a:pt x="3342081" y="98539"/>
                  <a:pt x="3342241" y="98914"/>
                </a:cubicBezTo>
                <a:cubicBezTo>
                  <a:pt x="3342402" y="99288"/>
                  <a:pt x="3342522" y="99810"/>
                  <a:pt x="3342603" y="100479"/>
                </a:cubicBezTo>
                <a:cubicBezTo>
                  <a:pt x="3342683" y="101148"/>
                  <a:pt x="3342723" y="101964"/>
                  <a:pt x="3342723" y="102928"/>
                </a:cubicBezTo>
                <a:cubicBezTo>
                  <a:pt x="3342723" y="103624"/>
                  <a:pt x="3342696" y="104226"/>
                  <a:pt x="3342643" y="104734"/>
                </a:cubicBezTo>
                <a:cubicBezTo>
                  <a:pt x="3342589" y="105243"/>
                  <a:pt x="3342522" y="105698"/>
                  <a:pt x="3342442" y="106099"/>
                </a:cubicBezTo>
                <a:cubicBezTo>
                  <a:pt x="3342362" y="106501"/>
                  <a:pt x="3342228" y="106862"/>
                  <a:pt x="3342041" y="107183"/>
                </a:cubicBezTo>
                <a:cubicBezTo>
                  <a:pt x="3341853" y="107504"/>
                  <a:pt x="3341612" y="107812"/>
                  <a:pt x="3341318" y="108106"/>
                </a:cubicBezTo>
                <a:cubicBezTo>
                  <a:pt x="3341024" y="108401"/>
                  <a:pt x="3340154" y="108882"/>
                  <a:pt x="3338709" y="109552"/>
                </a:cubicBezTo>
                <a:cubicBezTo>
                  <a:pt x="3337264" y="110221"/>
                  <a:pt x="3335390" y="110876"/>
                  <a:pt x="3333089" y="111519"/>
                </a:cubicBezTo>
                <a:cubicBezTo>
                  <a:pt x="3330787" y="112161"/>
                  <a:pt x="3328124" y="112736"/>
                  <a:pt x="3325100" y="113245"/>
                </a:cubicBezTo>
                <a:cubicBezTo>
                  <a:pt x="3322076" y="113753"/>
                  <a:pt x="3318851" y="114007"/>
                  <a:pt x="3315425" y="114007"/>
                </a:cubicBezTo>
                <a:cubicBezTo>
                  <a:pt x="3309484" y="114007"/>
                  <a:pt x="3304279" y="113177"/>
                  <a:pt x="3299810" y="111516"/>
                </a:cubicBezTo>
                <a:cubicBezTo>
                  <a:pt x="3295340" y="109855"/>
                  <a:pt x="3291580" y="107390"/>
                  <a:pt x="3288529" y="104122"/>
                </a:cubicBezTo>
                <a:cubicBezTo>
                  <a:pt x="3285478" y="100854"/>
                  <a:pt x="3283177" y="96755"/>
                  <a:pt x="3281625" y="91826"/>
                </a:cubicBezTo>
                <a:cubicBezTo>
                  <a:pt x="3280072" y="86896"/>
                  <a:pt x="3279296" y="81163"/>
                  <a:pt x="3279296" y="74627"/>
                </a:cubicBezTo>
                <a:cubicBezTo>
                  <a:pt x="3279296" y="68411"/>
                  <a:pt x="3280099" y="62825"/>
                  <a:pt x="3281705" y="57869"/>
                </a:cubicBezTo>
                <a:cubicBezTo>
                  <a:pt x="3283311" y="52913"/>
                  <a:pt x="3285626" y="48707"/>
                  <a:pt x="3288650" y="45252"/>
                </a:cubicBezTo>
                <a:cubicBezTo>
                  <a:pt x="3291674" y="41796"/>
                  <a:pt x="3295327" y="39144"/>
                  <a:pt x="3299609" y="37296"/>
                </a:cubicBezTo>
                <a:cubicBezTo>
                  <a:pt x="3303891" y="35448"/>
                  <a:pt x="3308681" y="34523"/>
                  <a:pt x="3313980" y="34523"/>
                </a:cubicBezTo>
                <a:cubicBezTo>
                  <a:pt x="3319654" y="34523"/>
                  <a:pt x="3324485" y="35433"/>
                  <a:pt x="3328472" y="37253"/>
                </a:cubicBezTo>
                <a:cubicBezTo>
                  <a:pt x="3332460" y="39073"/>
                  <a:pt x="3335738" y="41522"/>
                  <a:pt x="3338307" y="44599"/>
                </a:cubicBezTo>
                <a:cubicBezTo>
                  <a:pt x="3340876" y="47677"/>
                  <a:pt x="3342763" y="51290"/>
                  <a:pt x="3343967" y="55438"/>
                </a:cubicBezTo>
                <a:cubicBezTo>
                  <a:pt x="3345172" y="59586"/>
                  <a:pt x="3345774" y="64015"/>
                  <a:pt x="3345774" y="68726"/>
                </a:cubicBezTo>
                <a:lnTo>
                  <a:pt x="3345774" y="71134"/>
                </a:lnTo>
                <a:moveTo>
                  <a:pt x="3332446" y="67200"/>
                </a:moveTo>
                <a:cubicBezTo>
                  <a:pt x="3332607" y="60242"/>
                  <a:pt x="3331068" y="54782"/>
                  <a:pt x="3327830" y="50822"/>
                </a:cubicBezTo>
                <a:cubicBezTo>
                  <a:pt x="3324592" y="46861"/>
                  <a:pt x="3319788" y="44880"/>
                  <a:pt x="3313418" y="44880"/>
                </a:cubicBezTo>
                <a:cubicBezTo>
                  <a:pt x="3310153" y="44880"/>
                  <a:pt x="3307290" y="45496"/>
                  <a:pt x="3304828" y="46727"/>
                </a:cubicBezTo>
                <a:cubicBezTo>
                  <a:pt x="3302365" y="47958"/>
                  <a:pt x="3300305" y="49591"/>
                  <a:pt x="3298646" y="51625"/>
                </a:cubicBezTo>
                <a:cubicBezTo>
                  <a:pt x="3296986" y="53658"/>
                  <a:pt x="3295702" y="56027"/>
                  <a:pt x="3294792" y="58730"/>
                </a:cubicBezTo>
                <a:cubicBezTo>
                  <a:pt x="3293882" y="61433"/>
                  <a:pt x="3293373" y="64256"/>
                  <a:pt x="3293266" y="67200"/>
                </a:cubicBezTo>
                <a:lnTo>
                  <a:pt x="3332446" y="67200"/>
                </a:lnTo>
                <a:close/>
                <a:moveTo>
                  <a:pt x="3423579" y="41348"/>
                </a:moveTo>
                <a:cubicBezTo>
                  <a:pt x="3423579" y="43221"/>
                  <a:pt x="3423325" y="44573"/>
                  <a:pt x="3422817" y="45402"/>
                </a:cubicBezTo>
                <a:cubicBezTo>
                  <a:pt x="3422308" y="46232"/>
                  <a:pt x="3421653" y="46647"/>
                  <a:pt x="3420850" y="46647"/>
                </a:cubicBezTo>
                <a:lnTo>
                  <a:pt x="3410493" y="46647"/>
                </a:lnTo>
                <a:cubicBezTo>
                  <a:pt x="3412366" y="48579"/>
                  <a:pt x="3413677" y="50713"/>
                  <a:pt x="3414427" y="53050"/>
                </a:cubicBezTo>
                <a:cubicBezTo>
                  <a:pt x="3415176" y="55385"/>
                  <a:pt x="3415551" y="57813"/>
                  <a:pt x="3415551" y="60336"/>
                </a:cubicBezTo>
                <a:cubicBezTo>
                  <a:pt x="3415551" y="64504"/>
                  <a:pt x="3414882" y="68191"/>
                  <a:pt x="3413544" y="71398"/>
                </a:cubicBezTo>
                <a:cubicBezTo>
                  <a:pt x="3412206" y="74604"/>
                  <a:pt x="3410292" y="77316"/>
                  <a:pt x="3407803" y="79534"/>
                </a:cubicBezTo>
                <a:cubicBezTo>
                  <a:pt x="3405314" y="81752"/>
                  <a:pt x="3402357" y="83449"/>
                  <a:pt x="3398931" y="84625"/>
                </a:cubicBezTo>
                <a:cubicBezTo>
                  <a:pt x="3395506" y="85801"/>
                  <a:pt x="3391706" y="86389"/>
                  <a:pt x="3387531" y="86389"/>
                </a:cubicBezTo>
                <a:cubicBezTo>
                  <a:pt x="3384587" y="86389"/>
                  <a:pt x="3381790" y="86002"/>
                  <a:pt x="3379141" y="85227"/>
                </a:cubicBezTo>
                <a:cubicBezTo>
                  <a:pt x="3376491" y="84453"/>
                  <a:pt x="3374444" y="83478"/>
                  <a:pt x="3372999" y="82302"/>
                </a:cubicBezTo>
                <a:cubicBezTo>
                  <a:pt x="3372035" y="83265"/>
                  <a:pt x="3371246" y="84362"/>
                  <a:pt x="3370630" y="85593"/>
                </a:cubicBezTo>
                <a:cubicBezTo>
                  <a:pt x="3370015" y="86823"/>
                  <a:pt x="3369707" y="88240"/>
                  <a:pt x="3369707" y="89844"/>
                </a:cubicBezTo>
                <a:cubicBezTo>
                  <a:pt x="3369707" y="91717"/>
                  <a:pt x="3370577" y="93269"/>
                  <a:pt x="3372316" y="94500"/>
                </a:cubicBezTo>
                <a:cubicBezTo>
                  <a:pt x="3374056" y="95730"/>
                  <a:pt x="3376371" y="96398"/>
                  <a:pt x="3379261" y="96505"/>
                </a:cubicBezTo>
                <a:lnTo>
                  <a:pt x="3398129" y="97310"/>
                </a:lnTo>
                <a:cubicBezTo>
                  <a:pt x="3401715" y="97417"/>
                  <a:pt x="3405006" y="97914"/>
                  <a:pt x="3408004" y="98801"/>
                </a:cubicBezTo>
                <a:cubicBezTo>
                  <a:pt x="3411001" y="99687"/>
                  <a:pt x="3413597" y="100950"/>
                  <a:pt x="3415792" y="102589"/>
                </a:cubicBezTo>
                <a:cubicBezTo>
                  <a:pt x="3417986" y="104227"/>
                  <a:pt x="3419699" y="106241"/>
                  <a:pt x="3420930" y="108631"/>
                </a:cubicBezTo>
                <a:cubicBezTo>
                  <a:pt x="3422161" y="111021"/>
                  <a:pt x="3422777" y="113801"/>
                  <a:pt x="3422777" y="116971"/>
                </a:cubicBezTo>
                <a:cubicBezTo>
                  <a:pt x="3422777" y="120301"/>
                  <a:pt x="3422081" y="123470"/>
                  <a:pt x="3420689" y="126477"/>
                </a:cubicBezTo>
                <a:cubicBezTo>
                  <a:pt x="3419298" y="129486"/>
                  <a:pt x="3417170" y="132131"/>
                  <a:pt x="3414306" y="134413"/>
                </a:cubicBezTo>
                <a:cubicBezTo>
                  <a:pt x="3411443" y="136696"/>
                  <a:pt x="3407790" y="138496"/>
                  <a:pt x="3403347" y="139812"/>
                </a:cubicBezTo>
                <a:cubicBezTo>
                  <a:pt x="3398905" y="141129"/>
                  <a:pt x="3393659" y="141787"/>
                  <a:pt x="3387611" y="141787"/>
                </a:cubicBezTo>
                <a:cubicBezTo>
                  <a:pt x="3381777" y="141787"/>
                  <a:pt x="3376812" y="141291"/>
                  <a:pt x="3372718" y="140299"/>
                </a:cubicBezTo>
                <a:cubicBezTo>
                  <a:pt x="3368623" y="139309"/>
                  <a:pt x="3365264" y="137956"/>
                  <a:pt x="3362642" y="136242"/>
                </a:cubicBezTo>
                <a:cubicBezTo>
                  <a:pt x="3360019" y="134529"/>
                  <a:pt x="3358119" y="132481"/>
                  <a:pt x="3356941" y="130097"/>
                </a:cubicBezTo>
                <a:cubicBezTo>
                  <a:pt x="3355764" y="127714"/>
                  <a:pt x="3355175" y="125129"/>
                  <a:pt x="3355175" y="122342"/>
                </a:cubicBezTo>
                <a:cubicBezTo>
                  <a:pt x="3355175" y="120576"/>
                  <a:pt x="3355389" y="118862"/>
                  <a:pt x="3355817" y="117201"/>
                </a:cubicBezTo>
                <a:cubicBezTo>
                  <a:pt x="3356246" y="115540"/>
                  <a:pt x="3356901" y="113960"/>
                  <a:pt x="3357784" y="112459"/>
                </a:cubicBezTo>
                <a:cubicBezTo>
                  <a:pt x="3358668" y="110961"/>
                  <a:pt x="3359765" y="109529"/>
                  <a:pt x="3361076" y="108164"/>
                </a:cubicBezTo>
                <a:cubicBezTo>
                  <a:pt x="3362387" y="106798"/>
                  <a:pt x="3363900" y="105444"/>
                  <a:pt x="3365612" y="104105"/>
                </a:cubicBezTo>
                <a:cubicBezTo>
                  <a:pt x="3362990" y="102761"/>
                  <a:pt x="3361049" y="101069"/>
                  <a:pt x="3359792" y="99026"/>
                </a:cubicBezTo>
                <a:cubicBezTo>
                  <a:pt x="3358534" y="96982"/>
                  <a:pt x="3357905" y="94778"/>
                  <a:pt x="3357905" y="92413"/>
                </a:cubicBezTo>
                <a:cubicBezTo>
                  <a:pt x="3357905" y="89134"/>
                  <a:pt x="3358574" y="86205"/>
                  <a:pt x="3359912" y="83624"/>
                </a:cubicBezTo>
                <a:cubicBezTo>
                  <a:pt x="3361250" y="81043"/>
                  <a:pt x="3362909" y="78731"/>
                  <a:pt x="3364890" y="76689"/>
                </a:cubicBezTo>
                <a:cubicBezTo>
                  <a:pt x="3363230" y="74712"/>
                  <a:pt x="3361919" y="72481"/>
                  <a:pt x="3360956" y="69995"/>
                </a:cubicBezTo>
                <a:cubicBezTo>
                  <a:pt x="3359992" y="67510"/>
                  <a:pt x="3359511" y="64504"/>
                  <a:pt x="3359511" y="60978"/>
                </a:cubicBezTo>
                <a:cubicBezTo>
                  <a:pt x="3359511" y="56863"/>
                  <a:pt x="3360206" y="53176"/>
                  <a:pt x="3361598" y="49916"/>
                </a:cubicBezTo>
                <a:cubicBezTo>
                  <a:pt x="3362990" y="46656"/>
                  <a:pt x="3364917" y="43904"/>
                  <a:pt x="3367379" y="41659"/>
                </a:cubicBezTo>
                <a:cubicBezTo>
                  <a:pt x="3369841" y="39414"/>
                  <a:pt x="3372798" y="37691"/>
                  <a:pt x="3376250" y="36488"/>
                </a:cubicBezTo>
                <a:cubicBezTo>
                  <a:pt x="3379703" y="35285"/>
                  <a:pt x="3383463" y="34684"/>
                  <a:pt x="3387531" y="34684"/>
                </a:cubicBezTo>
                <a:cubicBezTo>
                  <a:pt x="3389725" y="34684"/>
                  <a:pt x="3391772" y="34798"/>
                  <a:pt x="3393673" y="35025"/>
                </a:cubicBezTo>
                <a:cubicBezTo>
                  <a:pt x="3395573" y="35251"/>
                  <a:pt x="3397352" y="35565"/>
                  <a:pt x="3399012" y="35969"/>
                </a:cubicBezTo>
                <a:lnTo>
                  <a:pt x="3420850" y="35969"/>
                </a:lnTo>
                <a:cubicBezTo>
                  <a:pt x="3421760" y="35969"/>
                  <a:pt x="3422442" y="36410"/>
                  <a:pt x="3422897" y="37293"/>
                </a:cubicBezTo>
                <a:cubicBezTo>
                  <a:pt x="3423352" y="38176"/>
                  <a:pt x="3423579" y="39528"/>
                  <a:pt x="3423579" y="41348"/>
                </a:cubicBezTo>
                <a:moveTo>
                  <a:pt x="3402865" y="60416"/>
                </a:moveTo>
                <a:cubicBezTo>
                  <a:pt x="3402865" y="55505"/>
                  <a:pt x="3401514" y="51675"/>
                  <a:pt x="3398811" y="48925"/>
                </a:cubicBezTo>
                <a:cubicBezTo>
                  <a:pt x="3396108" y="46175"/>
                  <a:pt x="3392268" y="44800"/>
                  <a:pt x="3387290" y="44800"/>
                </a:cubicBezTo>
                <a:cubicBezTo>
                  <a:pt x="3384721" y="44800"/>
                  <a:pt x="3382486" y="45227"/>
                  <a:pt x="3380586" y="46082"/>
                </a:cubicBezTo>
                <a:cubicBezTo>
                  <a:pt x="3378686" y="46935"/>
                  <a:pt x="3377107" y="48109"/>
                  <a:pt x="3375849" y="49605"/>
                </a:cubicBezTo>
                <a:cubicBezTo>
                  <a:pt x="3374591" y="51100"/>
                  <a:pt x="3373654" y="52822"/>
                  <a:pt x="3373039" y="54771"/>
                </a:cubicBezTo>
                <a:cubicBezTo>
                  <a:pt x="3372423" y="56719"/>
                  <a:pt x="3372116" y="58762"/>
                  <a:pt x="3372116" y="60898"/>
                </a:cubicBezTo>
                <a:cubicBezTo>
                  <a:pt x="3372116" y="65648"/>
                  <a:pt x="3373467" y="69385"/>
                  <a:pt x="3376170" y="72108"/>
                </a:cubicBezTo>
                <a:cubicBezTo>
                  <a:pt x="3378873" y="74831"/>
                  <a:pt x="3382660" y="76192"/>
                  <a:pt x="3387531" y="76192"/>
                </a:cubicBezTo>
                <a:cubicBezTo>
                  <a:pt x="3390153" y="76192"/>
                  <a:pt x="3392428" y="75779"/>
                  <a:pt x="3394355" y="74953"/>
                </a:cubicBezTo>
                <a:cubicBezTo>
                  <a:pt x="3396282" y="74125"/>
                  <a:pt x="3397874" y="72977"/>
                  <a:pt x="3399132" y="71508"/>
                </a:cubicBezTo>
                <a:cubicBezTo>
                  <a:pt x="3400390" y="70039"/>
                  <a:pt x="3401327" y="68344"/>
                  <a:pt x="3401942" y="66422"/>
                </a:cubicBezTo>
                <a:cubicBezTo>
                  <a:pt x="3402558" y="64501"/>
                  <a:pt x="3402865" y="62498"/>
                  <a:pt x="3402865" y="60416"/>
                </a:cubicBezTo>
                <a:moveTo>
                  <a:pt x="3409529" y="117691"/>
                </a:moveTo>
                <a:cubicBezTo>
                  <a:pt x="3409529" y="114564"/>
                  <a:pt x="3408258" y="112153"/>
                  <a:pt x="3405716" y="110457"/>
                </a:cubicBezTo>
                <a:cubicBezTo>
                  <a:pt x="3403173" y="108760"/>
                  <a:pt x="3399734" y="107857"/>
                  <a:pt x="3395399" y="107750"/>
                </a:cubicBezTo>
                <a:lnTo>
                  <a:pt x="3376692" y="107103"/>
                </a:lnTo>
                <a:cubicBezTo>
                  <a:pt x="3374979" y="108449"/>
                  <a:pt x="3373574" y="109729"/>
                  <a:pt x="3372477" y="110941"/>
                </a:cubicBezTo>
                <a:cubicBezTo>
                  <a:pt x="3371380" y="112154"/>
                  <a:pt x="3370510" y="113312"/>
                  <a:pt x="3369868" y="114416"/>
                </a:cubicBezTo>
                <a:cubicBezTo>
                  <a:pt x="3369225" y="115520"/>
                  <a:pt x="3368784" y="116611"/>
                  <a:pt x="3368543" y="117688"/>
                </a:cubicBezTo>
                <a:cubicBezTo>
                  <a:pt x="3368302" y="118767"/>
                  <a:pt x="3368182" y="119872"/>
                  <a:pt x="3368182" y="121002"/>
                </a:cubicBezTo>
                <a:cubicBezTo>
                  <a:pt x="3368182" y="124505"/>
                  <a:pt x="3369948" y="127159"/>
                  <a:pt x="3373480" y="128963"/>
                </a:cubicBezTo>
                <a:cubicBezTo>
                  <a:pt x="3377013" y="130768"/>
                  <a:pt x="3381937" y="131671"/>
                  <a:pt x="3388253" y="131671"/>
                </a:cubicBezTo>
                <a:cubicBezTo>
                  <a:pt x="3392268" y="131671"/>
                  <a:pt x="3395626" y="131280"/>
                  <a:pt x="3398329" y="130499"/>
                </a:cubicBezTo>
                <a:cubicBezTo>
                  <a:pt x="3401032" y="129718"/>
                  <a:pt x="3403213" y="128681"/>
                  <a:pt x="3404873" y="127388"/>
                </a:cubicBezTo>
                <a:cubicBezTo>
                  <a:pt x="3406532" y="126095"/>
                  <a:pt x="3407723" y="124613"/>
                  <a:pt x="3408445" y="122942"/>
                </a:cubicBezTo>
                <a:cubicBezTo>
                  <a:pt x="3409168" y="121273"/>
                  <a:pt x="3409529" y="119522"/>
                  <a:pt x="3409529" y="117691"/>
                </a:cubicBezTo>
                <a:close/>
                <a:moveTo>
                  <a:pt x="3487491" y="90782"/>
                </a:moveTo>
                <a:cubicBezTo>
                  <a:pt x="3487491" y="94478"/>
                  <a:pt x="3486808" y="97774"/>
                  <a:pt x="3485443" y="100667"/>
                </a:cubicBezTo>
                <a:cubicBezTo>
                  <a:pt x="3484078" y="103559"/>
                  <a:pt x="3482138" y="105997"/>
                  <a:pt x="3479622" y="107981"/>
                </a:cubicBezTo>
                <a:cubicBezTo>
                  <a:pt x="3477107" y="109963"/>
                  <a:pt x="3474109" y="111463"/>
                  <a:pt x="3470630" y="112479"/>
                </a:cubicBezTo>
                <a:cubicBezTo>
                  <a:pt x="3467151" y="113498"/>
                  <a:pt x="3463324" y="114007"/>
                  <a:pt x="3459149" y="114007"/>
                </a:cubicBezTo>
                <a:cubicBezTo>
                  <a:pt x="3456580" y="114007"/>
                  <a:pt x="3454131" y="113807"/>
                  <a:pt x="3451803" y="113405"/>
                </a:cubicBezTo>
                <a:cubicBezTo>
                  <a:pt x="3449475" y="113004"/>
                  <a:pt x="3447387" y="112495"/>
                  <a:pt x="3445541" y="111880"/>
                </a:cubicBezTo>
                <a:cubicBezTo>
                  <a:pt x="3443694" y="111264"/>
                  <a:pt x="3442128" y="110622"/>
                  <a:pt x="3440844" y="109953"/>
                </a:cubicBezTo>
                <a:cubicBezTo>
                  <a:pt x="3439559" y="109284"/>
                  <a:pt x="3438623" y="108682"/>
                  <a:pt x="3438034" y="108146"/>
                </a:cubicBezTo>
                <a:cubicBezTo>
                  <a:pt x="3437445" y="107611"/>
                  <a:pt x="3437017" y="106862"/>
                  <a:pt x="3436749" y="105898"/>
                </a:cubicBezTo>
                <a:cubicBezTo>
                  <a:pt x="3436482" y="104935"/>
                  <a:pt x="3436348" y="103624"/>
                  <a:pt x="3436348" y="101964"/>
                </a:cubicBezTo>
                <a:cubicBezTo>
                  <a:pt x="3436348" y="100947"/>
                  <a:pt x="3436401" y="100091"/>
                  <a:pt x="3436508" y="99395"/>
                </a:cubicBezTo>
                <a:cubicBezTo>
                  <a:pt x="3436615" y="98699"/>
                  <a:pt x="3436749" y="98137"/>
                  <a:pt x="3436910" y="97709"/>
                </a:cubicBezTo>
                <a:cubicBezTo>
                  <a:pt x="3437070" y="97281"/>
                  <a:pt x="3437298" y="96973"/>
                  <a:pt x="3437592" y="96786"/>
                </a:cubicBezTo>
                <a:cubicBezTo>
                  <a:pt x="3437887" y="96599"/>
                  <a:pt x="3438221" y="96505"/>
                  <a:pt x="3438596" y="96505"/>
                </a:cubicBezTo>
                <a:cubicBezTo>
                  <a:pt x="3439185" y="96505"/>
                  <a:pt x="3440054" y="96866"/>
                  <a:pt x="3441205" y="97589"/>
                </a:cubicBezTo>
                <a:cubicBezTo>
                  <a:pt x="3442356" y="98311"/>
                  <a:pt x="3443774" y="99101"/>
                  <a:pt x="3445460" y="99957"/>
                </a:cubicBezTo>
                <a:cubicBezTo>
                  <a:pt x="3447146" y="100814"/>
                  <a:pt x="3449140" y="101603"/>
                  <a:pt x="3451442" y="102326"/>
                </a:cubicBezTo>
                <a:cubicBezTo>
                  <a:pt x="3453743" y="103048"/>
                  <a:pt x="3456393" y="103410"/>
                  <a:pt x="3459390" y="103410"/>
                </a:cubicBezTo>
                <a:cubicBezTo>
                  <a:pt x="3461638" y="103410"/>
                  <a:pt x="3463672" y="103169"/>
                  <a:pt x="3465492" y="102687"/>
                </a:cubicBezTo>
                <a:cubicBezTo>
                  <a:pt x="3467312" y="102204"/>
                  <a:pt x="3468891" y="101493"/>
                  <a:pt x="3470229" y="100554"/>
                </a:cubicBezTo>
                <a:cubicBezTo>
                  <a:pt x="3471567" y="99616"/>
                  <a:pt x="3472597" y="98423"/>
                  <a:pt x="3473320" y="96974"/>
                </a:cubicBezTo>
                <a:cubicBezTo>
                  <a:pt x="3474043" y="95526"/>
                  <a:pt x="3474404" y="93809"/>
                  <a:pt x="3474404" y="91826"/>
                </a:cubicBezTo>
                <a:cubicBezTo>
                  <a:pt x="3474404" y="89790"/>
                  <a:pt x="3473882" y="88076"/>
                  <a:pt x="3472838" y="86682"/>
                </a:cubicBezTo>
                <a:cubicBezTo>
                  <a:pt x="3471794" y="85289"/>
                  <a:pt x="3470416" y="84057"/>
                  <a:pt x="3468703" y="82987"/>
                </a:cubicBezTo>
                <a:cubicBezTo>
                  <a:pt x="3466991" y="81914"/>
                  <a:pt x="3465064" y="80964"/>
                  <a:pt x="3462923" y="80134"/>
                </a:cubicBezTo>
                <a:cubicBezTo>
                  <a:pt x="3460782" y="79303"/>
                  <a:pt x="3458574" y="78432"/>
                  <a:pt x="3456299" y="77522"/>
                </a:cubicBezTo>
                <a:cubicBezTo>
                  <a:pt x="3454024" y="76610"/>
                  <a:pt x="3451803" y="75578"/>
                  <a:pt x="3449635" y="74426"/>
                </a:cubicBezTo>
                <a:cubicBezTo>
                  <a:pt x="3447468" y="73274"/>
                  <a:pt x="3445527" y="71867"/>
                  <a:pt x="3443815" y="70206"/>
                </a:cubicBezTo>
                <a:cubicBezTo>
                  <a:pt x="3442102" y="68545"/>
                  <a:pt x="3440723" y="66563"/>
                  <a:pt x="3439680" y="64260"/>
                </a:cubicBezTo>
                <a:cubicBezTo>
                  <a:pt x="3438636" y="61956"/>
                  <a:pt x="3438114" y="59197"/>
                  <a:pt x="3438114" y="55983"/>
                </a:cubicBezTo>
                <a:cubicBezTo>
                  <a:pt x="3438114" y="53142"/>
                  <a:pt x="3438663" y="50424"/>
                  <a:pt x="3439760" y="47826"/>
                </a:cubicBezTo>
                <a:cubicBezTo>
                  <a:pt x="3440857" y="45227"/>
                  <a:pt x="3442503" y="42949"/>
                  <a:pt x="3444698" y="40994"/>
                </a:cubicBezTo>
                <a:cubicBezTo>
                  <a:pt x="3446892" y="39037"/>
                  <a:pt x="3449635" y="37470"/>
                  <a:pt x="3452927" y="36292"/>
                </a:cubicBezTo>
                <a:cubicBezTo>
                  <a:pt x="3456219" y="35113"/>
                  <a:pt x="3460059" y="34523"/>
                  <a:pt x="3464448" y="34523"/>
                </a:cubicBezTo>
                <a:cubicBezTo>
                  <a:pt x="3466375" y="34523"/>
                  <a:pt x="3468302" y="34686"/>
                  <a:pt x="3470229" y="35013"/>
                </a:cubicBezTo>
                <a:cubicBezTo>
                  <a:pt x="3472156" y="35339"/>
                  <a:pt x="3473895" y="35746"/>
                  <a:pt x="3475448" y="36234"/>
                </a:cubicBezTo>
                <a:cubicBezTo>
                  <a:pt x="3477000" y="36723"/>
                  <a:pt x="3478324" y="37252"/>
                  <a:pt x="3479422" y="37823"/>
                </a:cubicBezTo>
                <a:cubicBezTo>
                  <a:pt x="3480519" y="38393"/>
                  <a:pt x="3481349" y="38896"/>
                  <a:pt x="3481911" y="39331"/>
                </a:cubicBezTo>
                <a:cubicBezTo>
                  <a:pt x="3482473" y="39765"/>
                  <a:pt x="3482847" y="40143"/>
                  <a:pt x="3483035" y="40465"/>
                </a:cubicBezTo>
                <a:cubicBezTo>
                  <a:pt x="3483222" y="40786"/>
                  <a:pt x="3483356" y="41147"/>
                  <a:pt x="3483436" y="41548"/>
                </a:cubicBezTo>
                <a:cubicBezTo>
                  <a:pt x="3483516" y="41950"/>
                  <a:pt x="3483597" y="42445"/>
                  <a:pt x="3483677" y="43034"/>
                </a:cubicBezTo>
                <a:cubicBezTo>
                  <a:pt x="3483757" y="43623"/>
                  <a:pt x="3483797" y="44345"/>
                  <a:pt x="3483797" y="45202"/>
                </a:cubicBezTo>
                <a:cubicBezTo>
                  <a:pt x="3483797" y="46111"/>
                  <a:pt x="3483757" y="46901"/>
                  <a:pt x="3483677" y="47570"/>
                </a:cubicBezTo>
                <a:cubicBezTo>
                  <a:pt x="3483597" y="48239"/>
                  <a:pt x="3483463" y="48788"/>
                  <a:pt x="3483276" y="49216"/>
                </a:cubicBezTo>
                <a:cubicBezTo>
                  <a:pt x="3483088" y="49644"/>
                  <a:pt x="3482861" y="49952"/>
                  <a:pt x="3482593" y="50139"/>
                </a:cubicBezTo>
                <a:cubicBezTo>
                  <a:pt x="3482325" y="50327"/>
                  <a:pt x="3482031" y="50420"/>
                  <a:pt x="3481710" y="50420"/>
                </a:cubicBezTo>
                <a:cubicBezTo>
                  <a:pt x="3481228" y="50420"/>
                  <a:pt x="3480532" y="50122"/>
                  <a:pt x="3479622" y="49524"/>
                </a:cubicBezTo>
                <a:cubicBezTo>
                  <a:pt x="3478713" y="48927"/>
                  <a:pt x="3477535" y="48289"/>
                  <a:pt x="3476090" y="47610"/>
                </a:cubicBezTo>
                <a:cubicBezTo>
                  <a:pt x="3474645" y="46931"/>
                  <a:pt x="3472945" y="46293"/>
                  <a:pt x="3470992" y="45696"/>
                </a:cubicBezTo>
                <a:cubicBezTo>
                  <a:pt x="3469038" y="45099"/>
                  <a:pt x="3466803" y="44800"/>
                  <a:pt x="3464288" y="44800"/>
                </a:cubicBezTo>
                <a:cubicBezTo>
                  <a:pt x="3462040" y="44800"/>
                  <a:pt x="3460059" y="45055"/>
                  <a:pt x="3458346" y="45565"/>
                </a:cubicBezTo>
                <a:cubicBezTo>
                  <a:pt x="3456634" y="46074"/>
                  <a:pt x="3455229" y="46797"/>
                  <a:pt x="3454131" y="47736"/>
                </a:cubicBezTo>
                <a:cubicBezTo>
                  <a:pt x="3453034" y="48674"/>
                  <a:pt x="3452204" y="49787"/>
                  <a:pt x="3451642" y="51075"/>
                </a:cubicBezTo>
                <a:cubicBezTo>
                  <a:pt x="3451080" y="52361"/>
                  <a:pt x="3450799" y="53755"/>
                  <a:pt x="3450799" y="55257"/>
                </a:cubicBezTo>
                <a:cubicBezTo>
                  <a:pt x="3450799" y="57347"/>
                  <a:pt x="3451335" y="59101"/>
                  <a:pt x="3452405" y="60521"/>
                </a:cubicBezTo>
                <a:cubicBezTo>
                  <a:pt x="3453476" y="61941"/>
                  <a:pt x="3454867" y="63187"/>
                  <a:pt x="3456580" y="64260"/>
                </a:cubicBezTo>
                <a:cubicBezTo>
                  <a:pt x="3458293" y="65330"/>
                  <a:pt x="3460247" y="66294"/>
                  <a:pt x="3462441" y="67152"/>
                </a:cubicBezTo>
                <a:cubicBezTo>
                  <a:pt x="3464636" y="68009"/>
                  <a:pt x="3466870" y="68893"/>
                  <a:pt x="3469145" y="69804"/>
                </a:cubicBezTo>
                <a:cubicBezTo>
                  <a:pt x="3471420" y="70714"/>
                  <a:pt x="3473668" y="71732"/>
                  <a:pt x="3475889" y="72858"/>
                </a:cubicBezTo>
                <a:cubicBezTo>
                  <a:pt x="3478110" y="73984"/>
                  <a:pt x="3480077" y="75350"/>
                  <a:pt x="3481790" y="76958"/>
                </a:cubicBezTo>
                <a:cubicBezTo>
                  <a:pt x="3483503" y="78565"/>
                  <a:pt x="3484881" y="80494"/>
                  <a:pt x="3485925" y="82746"/>
                </a:cubicBezTo>
                <a:cubicBezTo>
                  <a:pt x="3486969" y="84995"/>
                  <a:pt x="3487491" y="87674"/>
                  <a:pt x="3487491" y="90782"/>
                </a:cubicBezTo>
                <a:close/>
                <a:moveTo>
                  <a:pt x="3520068" y="103691"/>
                </a:moveTo>
                <a:cubicBezTo>
                  <a:pt x="3520068" y="107508"/>
                  <a:pt x="3519439" y="110047"/>
                  <a:pt x="3518181" y="111310"/>
                </a:cubicBezTo>
                <a:cubicBezTo>
                  <a:pt x="3516923" y="112573"/>
                  <a:pt x="3514635" y="113205"/>
                  <a:pt x="3511316" y="113205"/>
                </a:cubicBezTo>
                <a:cubicBezTo>
                  <a:pt x="3508105" y="113205"/>
                  <a:pt x="3505884" y="112587"/>
                  <a:pt x="3504653" y="111350"/>
                </a:cubicBezTo>
                <a:cubicBezTo>
                  <a:pt x="3503422" y="110114"/>
                  <a:pt x="3502806" y="107641"/>
                  <a:pt x="3502806" y="103931"/>
                </a:cubicBezTo>
                <a:cubicBezTo>
                  <a:pt x="3502806" y="100114"/>
                  <a:pt x="3503435" y="97575"/>
                  <a:pt x="3504693" y="96312"/>
                </a:cubicBezTo>
                <a:cubicBezTo>
                  <a:pt x="3505951" y="95049"/>
                  <a:pt x="3508239" y="94417"/>
                  <a:pt x="3511557" y="94417"/>
                </a:cubicBezTo>
                <a:cubicBezTo>
                  <a:pt x="3514769" y="94417"/>
                  <a:pt x="3516990" y="95035"/>
                  <a:pt x="3518221" y="96272"/>
                </a:cubicBezTo>
                <a:cubicBezTo>
                  <a:pt x="3519452" y="97508"/>
                  <a:pt x="3520068" y="99981"/>
                  <a:pt x="3520068" y="103691"/>
                </a:cubicBezTo>
                <a:close/>
                <a:moveTo>
                  <a:pt x="3578989" y="6516"/>
                </a:moveTo>
                <a:cubicBezTo>
                  <a:pt x="3578989" y="8178"/>
                  <a:pt x="3578909" y="9694"/>
                  <a:pt x="3578748" y="11062"/>
                </a:cubicBezTo>
                <a:cubicBezTo>
                  <a:pt x="3578588" y="12429"/>
                  <a:pt x="3578333" y="13729"/>
                  <a:pt x="3577986" y="14963"/>
                </a:cubicBezTo>
                <a:cubicBezTo>
                  <a:pt x="3577638" y="16196"/>
                  <a:pt x="3577156" y="17416"/>
                  <a:pt x="3576540" y="18624"/>
                </a:cubicBezTo>
                <a:cubicBezTo>
                  <a:pt x="3575925" y="19830"/>
                  <a:pt x="3575189" y="21076"/>
                  <a:pt x="3574333" y="22362"/>
                </a:cubicBezTo>
                <a:lnTo>
                  <a:pt x="3563413" y="38854"/>
                </a:lnTo>
                <a:cubicBezTo>
                  <a:pt x="3563199" y="39284"/>
                  <a:pt x="3562918" y="39646"/>
                  <a:pt x="3562570" y="39940"/>
                </a:cubicBezTo>
                <a:cubicBezTo>
                  <a:pt x="3562223" y="40235"/>
                  <a:pt x="3561808" y="40476"/>
                  <a:pt x="3561326" y="40665"/>
                </a:cubicBezTo>
                <a:cubicBezTo>
                  <a:pt x="3560844" y="40853"/>
                  <a:pt x="3560282" y="41000"/>
                  <a:pt x="3559640" y="41107"/>
                </a:cubicBezTo>
                <a:cubicBezTo>
                  <a:pt x="3558998" y="41214"/>
                  <a:pt x="3558195" y="41267"/>
                  <a:pt x="3557231" y="41267"/>
                </a:cubicBezTo>
                <a:cubicBezTo>
                  <a:pt x="3556375" y="41267"/>
                  <a:pt x="3555666" y="41227"/>
                  <a:pt x="3555104" y="41147"/>
                </a:cubicBezTo>
                <a:cubicBezTo>
                  <a:pt x="3554542" y="41067"/>
                  <a:pt x="3554114" y="40920"/>
                  <a:pt x="3553819" y="40705"/>
                </a:cubicBezTo>
                <a:cubicBezTo>
                  <a:pt x="3553525" y="40490"/>
                  <a:pt x="3553378" y="40221"/>
                  <a:pt x="3553378" y="39900"/>
                </a:cubicBezTo>
                <a:cubicBezTo>
                  <a:pt x="3553378" y="39579"/>
                  <a:pt x="3553458" y="39177"/>
                  <a:pt x="3553618" y="38693"/>
                </a:cubicBezTo>
                <a:lnTo>
                  <a:pt x="3564216" y="16732"/>
                </a:lnTo>
                <a:lnTo>
                  <a:pt x="3564216" y="6516"/>
                </a:lnTo>
                <a:cubicBezTo>
                  <a:pt x="3564216" y="5121"/>
                  <a:pt x="3564350" y="3994"/>
                  <a:pt x="3564618" y="3136"/>
                </a:cubicBezTo>
                <a:cubicBezTo>
                  <a:pt x="3564885" y="2278"/>
                  <a:pt x="3565327" y="1622"/>
                  <a:pt x="3565943" y="1167"/>
                </a:cubicBezTo>
                <a:cubicBezTo>
                  <a:pt x="3566558" y="710"/>
                  <a:pt x="3567334" y="401"/>
                  <a:pt x="3568271" y="241"/>
                </a:cubicBezTo>
                <a:cubicBezTo>
                  <a:pt x="3569208" y="80"/>
                  <a:pt x="3570345" y="0"/>
                  <a:pt x="3571683" y="0"/>
                </a:cubicBezTo>
                <a:cubicBezTo>
                  <a:pt x="3572914" y="0"/>
                  <a:pt x="3573998" y="80"/>
                  <a:pt x="3574935" y="241"/>
                </a:cubicBezTo>
                <a:cubicBezTo>
                  <a:pt x="3575871" y="401"/>
                  <a:pt x="3576634" y="710"/>
                  <a:pt x="3577223" y="1167"/>
                </a:cubicBezTo>
                <a:cubicBezTo>
                  <a:pt x="3577812" y="1622"/>
                  <a:pt x="3578253" y="2278"/>
                  <a:pt x="3578548" y="3136"/>
                </a:cubicBezTo>
                <a:cubicBezTo>
                  <a:pt x="3578842" y="3994"/>
                  <a:pt x="3578989" y="5121"/>
                  <a:pt x="3578989" y="6516"/>
                </a:cubicBezTo>
                <a:moveTo>
                  <a:pt x="3550246" y="6516"/>
                </a:moveTo>
                <a:cubicBezTo>
                  <a:pt x="3550246" y="8178"/>
                  <a:pt x="3550166" y="9694"/>
                  <a:pt x="3550006" y="11062"/>
                </a:cubicBezTo>
                <a:cubicBezTo>
                  <a:pt x="3549845" y="12429"/>
                  <a:pt x="3549591" y="13729"/>
                  <a:pt x="3549243" y="14963"/>
                </a:cubicBezTo>
                <a:cubicBezTo>
                  <a:pt x="3548895" y="16196"/>
                  <a:pt x="3548413" y="17416"/>
                  <a:pt x="3547798" y="18624"/>
                </a:cubicBezTo>
                <a:cubicBezTo>
                  <a:pt x="3547182" y="19830"/>
                  <a:pt x="3546446" y="21076"/>
                  <a:pt x="3545590" y="22362"/>
                </a:cubicBezTo>
                <a:lnTo>
                  <a:pt x="3534671" y="38854"/>
                </a:lnTo>
                <a:cubicBezTo>
                  <a:pt x="3534457" y="39284"/>
                  <a:pt x="3534176" y="39646"/>
                  <a:pt x="3533828" y="39940"/>
                </a:cubicBezTo>
                <a:cubicBezTo>
                  <a:pt x="3533480" y="40235"/>
                  <a:pt x="3533065" y="40476"/>
                  <a:pt x="3532583" y="40665"/>
                </a:cubicBezTo>
                <a:cubicBezTo>
                  <a:pt x="3532102" y="40853"/>
                  <a:pt x="3531540" y="41000"/>
                  <a:pt x="3530897" y="41107"/>
                </a:cubicBezTo>
                <a:cubicBezTo>
                  <a:pt x="3530255" y="41214"/>
                  <a:pt x="3529452" y="41267"/>
                  <a:pt x="3528489" y="41267"/>
                </a:cubicBezTo>
                <a:cubicBezTo>
                  <a:pt x="3527632" y="41267"/>
                  <a:pt x="3526910" y="41227"/>
                  <a:pt x="3526321" y="41147"/>
                </a:cubicBezTo>
                <a:cubicBezTo>
                  <a:pt x="3525732" y="41067"/>
                  <a:pt x="3525304" y="40920"/>
                  <a:pt x="3525036" y="40705"/>
                </a:cubicBezTo>
                <a:cubicBezTo>
                  <a:pt x="3524769" y="40490"/>
                  <a:pt x="3524622" y="40221"/>
                  <a:pt x="3524595" y="39900"/>
                </a:cubicBezTo>
                <a:cubicBezTo>
                  <a:pt x="3524568" y="39579"/>
                  <a:pt x="3524662" y="39177"/>
                  <a:pt x="3524876" y="38693"/>
                </a:cubicBezTo>
                <a:lnTo>
                  <a:pt x="3535474" y="16732"/>
                </a:lnTo>
                <a:lnTo>
                  <a:pt x="3535474" y="6516"/>
                </a:lnTo>
                <a:cubicBezTo>
                  <a:pt x="3535474" y="5121"/>
                  <a:pt x="3535607" y="3994"/>
                  <a:pt x="3535875" y="3136"/>
                </a:cubicBezTo>
                <a:cubicBezTo>
                  <a:pt x="3536143" y="2278"/>
                  <a:pt x="3536584" y="1622"/>
                  <a:pt x="3537200" y="1167"/>
                </a:cubicBezTo>
                <a:cubicBezTo>
                  <a:pt x="3537815" y="710"/>
                  <a:pt x="3538591" y="401"/>
                  <a:pt x="3539528" y="241"/>
                </a:cubicBezTo>
                <a:cubicBezTo>
                  <a:pt x="3540465" y="80"/>
                  <a:pt x="3541602" y="0"/>
                  <a:pt x="3542940" y="0"/>
                </a:cubicBezTo>
                <a:cubicBezTo>
                  <a:pt x="3544225" y="0"/>
                  <a:pt x="3545322" y="80"/>
                  <a:pt x="3546232" y="241"/>
                </a:cubicBezTo>
                <a:cubicBezTo>
                  <a:pt x="3547142" y="401"/>
                  <a:pt x="3547891" y="710"/>
                  <a:pt x="3548480" y="1167"/>
                </a:cubicBezTo>
                <a:cubicBezTo>
                  <a:pt x="3549069" y="1622"/>
                  <a:pt x="3549510" y="2278"/>
                  <a:pt x="3549805" y="3136"/>
                </a:cubicBezTo>
                <a:cubicBezTo>
                  <a:pt x="3550099" y="3994"/>
                  <a:pt x="3550246" y="5121"/>
                  <a:pt x="3550246" y="65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8B94A-FCF3-40CA-AB25-C2243E14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320" y="1811680"/>
            <a:ext cx="2226160" cy="182472"/>
          </a:xfrm>
          <a:custGeom xmlns:a="http://schemas.openxmlformats.org/drawingml/2006/main">
            <a:pathLst>
              <a:path w="2226160" h="182472" fill="none">
                <a:moveTo>
                  <a:pt x="2226160" y="0"/>
                </a:moveTo>
                <a:cubicBezTo>
                  <a:pt x="2226160" y="50362"/>
                  <a:pt x="2219347" y="91236"/>
                  <a:pt x="2210913" y="91236"/>
                </a:cubicBezTo>
                <a:lnTo>
                  <a:pt x="1086155" y="91236"/>
                </a:lnTo>
                <a:cubicBezTo>
                  <a:pt x="1077721" y="91236"/>
                  <a:pt x="1070908" y="132029"/>
                  <a:pt x="1070908" y="182472"/>
                </a:cubicBezTo>
                <a:cubicBezTo>
                  <a:pt x="1070908" y="132029"/>
                  <a:pt x="1064096" y="91236"/>
                  <a:pt x="1055743" y="91236"/>
                </a:cubicBezTo>
                <a:lnTo>
                  <a:pt x="15165" y="91236"/>
                </a:lnTo>
                <a:cubicBezTo>
                  <a:pt x="6812" y="91236"/>
                  <a:pt x="0" y="5036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166" cap="flat">
            <a:solidFill>
              <a:srgbClr val="000000"/>
            </a:solidFill>
            <a:miter/>
          </a:ln>
        </p:spPr>
      </p:sp>
      <p:sp>
        <p:nvSpPr>
          <p:cNvPr id="215" name="Text BrickStructure:">
            <a:extLst xmlns:a="http://schemas.openxmlformats.org/drawingml/2006/main">
              <a:ext uri="{FF2B5EF4-FFF2-40B4-BE49-F238E27FC236}">
                <a16:creationId xmlns:a16="http://schemas.microsoft.com/office/drawing/2014/main" id="{F6F0C99B-F1F2-41C0-8DAD-27657178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05" y="499904"/>
            <a:ext cx="1021256" cy="113686"/>
          </a:xfrm>
          <a:custGeom xmlns:a="http://schemas.openxmlformats.org/drawingml/2006/main">
            <a:pathLst>
              <a:path w="1021256" h="113686">
                <a:moveTo>
                  <a:pt x="75229" y="80563"/>
                </a:moveTo>
                <a:cubicBezTo>
                  <a:pt x="75229" y="84261"/>
                  <a:pt x="74720" y="87611"/>
                  <a:pt x="73703" y="90614"/>
                </a:cubicBezTo>
                <a:cubicBezTo>
                  <a:pt x="72686" y="93616"/>
                  <a:pt x="71281" y="96270"/>
                  <a:pt x="69488" y="98575"/>
                </a:cubicBezTo>
                <a:cubicBezTo>
                  <a:pt x="67695" y="100878"/>
                  <a:pt x="65554" y="102861"/>
                  <a:pt x="63065" y="104524"/>
                </a:cubicBezTo>
                <a:cubicBezTo>
                  <a:pt x="60576" y="106184"/>
                  <a:pt x="57833" y="107551"/>
                  <a:pt x="54836" y="108623"/>
                </a:cubicBezTo>
                <a:cubicBezTo>
                  <a:pt x="51839" y="109695"/>
                  <a:pt x="48640" y="110487"/>
                  <a:pt x="45242" y="110997"/>
                </a:cubicBezTo>
                <a:cubicBezTo>
                  <a:pt x="41843" y="111505"/>
                  <a:pt x="38056" y="111759"/>
                  <a:pt x="33881" y="111759"/>
                </a:cubicBezTo>
                <a:lnTo>
                  <a:pt x="6262" y="111759"/>
                </a:lnTo>
                <a:cubicBezTo>
                  <a:pt x="4496" y="111759"/>
                  <a:pt x="3011" y="111238"/>
                  <a:pt x="1806" y="110194"/>
                </a:cubicBezTo>
                <a:cubicBezTo>
                  <a:pt x="602" y="109150"/>
                  <a:pt x="0" y="107451"/>
                  <a:pt x="0" y="105096"/>
                </a:cubicBezTo>
                <a:lnTo>
                  <a:pt x="0" y="14532"/>
                </a:lnTo>
                <a:cubicBezTo>
                  <a:pt x="0" y="12177"/>
                  <a:pt x="602" y="10477"/>
                  <a:pt x="1806" y="9434"/>
                </a:cubicBezTo>
                <a:cubicBezTo>
                  <a:pt x="3011" y="8390"/>
                  <a:pt x="4496" y="7868"/>
                  <a:pt x="6262" y="7868"/>
                </a:cubicBezTo>
                <a:lnTo>
                  <a:pt x="32356" y="7868"/>
                </a:lnTo>
                <a:cubicBezTo>
                  <a:pt x="38725" y="7868"/>
                  <a:pt x="44118" y="8403"/>
                  <a:pt x="48533" y="9471"/>
                </a:cubicBezTo>
                <a:cubicBezTo>
                  <a:pt x="52949" y="10540"/>
                  <a:pt x="56669" y="12157"/>
                  <a:pt x="59693" y="14321"/>
                </a:cubicBezTo>
                <a:cubicBezTo>
                  <a:pt x="62717" y="16484"/>
                  <a:pt x="65032" y="19222"/>
                  <a:pt x="66638" y="22536"/>
                </a:cubicBezTo>
                <a:cubicBezTo>
                  <a:pt x="68244" y="25849"/>
                  <a:pt x="69047" y="29750"/>
                  <a:pt x="69047" y="34237"/>
                </a:cubicBezTo>
                <a:cubicBezTo>
                  <a:pt x="69047" y="36750"/>
                  <a:pt x="68726" y="39115"/>
                  <a:pt x="68083" y="41333"/>
                </a:cubicBezTo>
                <a:cubicBezTo>
                  <a:pt x="67441" y="43549"/>
                  <a:pt x="66504" y="45566"/>
                  <a:pt x="65273" y="47384"/>
                </a:cubicBezTo>
                <a:cubicBezTo>
                  <a:pt x="64042" y="49201"/>
                  <a:pt x="62530" y="50804"/>
                  <a:pt x="60737" y="52194"/>
                </a:cubicBezTo>
                <a:cubicBezTo>
                  <a:pt x="58944" y="53582"/>
                  <a:pt x="56897" y="54704"/>
                  <a:pt x="54595" y="55559"/>
                </a:cubicBezTo>
                <a:cubicBezTo>
                  <a:pt x="57539" y="56094"/>
                  <a:pt x="60255" y="57032"/>
                  <a:pt x="62744" y="58374"/>
                </a:cubicBezTo>
                <a:cubicBezTo>
                  <a:pt x="65233" y="59713"/>
                  <a:pt x="67401" y="61442"/>
                  <a:pt x="69247" y="63560"/>
                </a:cubicBezTo>
                <a:cubicBezTo>
                  <a:pt x="71094" y="65676"/>
                  <a:pt x="72553" y="68154"/>
                  <a:pt x="73623" y="70996"/>
                </a:cubicBezTo>
                <a:cubicBezTo>
                  <a:pt x="74694" y="73836"/>
                  <a:pt x="75229" y="77025"/>
                  <a:pt x="75229" y="80563"/>
                </a:cubicBezTo>
                <a:moveTo>
                  <a:pt x="47931" y="36854"/>
                </a:moveTo>
                <a:cubicBezTo>
                  <a:pt x="47931" y="34778"/>
                  <a:pt x="47610" y="32916"/>
                  <a:pt x="46968" y="31267"/>
                </a:cubicBezTo>
                <a:cubicBezTo>
                  <a:pt x="46326" y="29618"/>
                  <a:pt x="45362" y="28248"/>
                  <a:pt x="44078" y="27157"/>
                </a:cubicBezTo>
                <a:cubicBezTo>
                  <a:pt x="42793" y="26066"/>
                  <a:pt x="41174" y="25228"/>
                  <a:pt x="39220" y="24643"/>
                </a:cubicBezTo>
                <a:cubicBezTo>
                  <a:pt x="37267" y="24058"/>
                  <a:pt x="34657" y="23765"/>
                  <a:pt x="31392" y="23765"/>
                </a:cubicBezTo>
                <a:lnTo>
                  <a:pt x="20714" y="23765"/>
                </a:lnTo>
                <a:lnTo>
                  <a:pt x="20714" y="50581"/>
                </a:lnTo>
                <a:lnTo>
                  <a:pt x="32516" y="50581"/>
                </a:lnTo>
                <a:cubicBezTo>
                  <a:pt x="35567" y="50581"/>
                  <a:pt x="38002" y="50222"/>
                  <a:pt x="39822" y="49504"/>
                </a:cubicBezTo>
                <a:cubicBezTo>
                  <a:pt x="41642" y="48785"/>
                  <a:pt x="43154" y="47801"/>
                  <a:pt x="44359" y="46551"/>
                </a:cubicBezTo>
                <a:cubicBezTo>
                  <a:pt x="45563" y="45300"/>
                  <a:pt x="46459" y="43837"/>
                  <a:pt x="47048" y="42161"/>
                </a:cubicBezTo>
                <a:cubicBezTo>
                  <a:pt x="47637" y="40485"/>
                  <a:pt x="47931" y="38716"/>
                  <a:pt x="47931" y="36854"/>
                </a:cubicBezTo>
                <a:moveTo>
                  <a:pt x="53311" y="81250"/>
                </a:moveTo>
                <a:cubicBezTo>
                  <a:pt x="53311" y="78842"/>
                  <a:pt x="52909" y="76687"/>
                  <a:pt x="52106" y="74787"/>
                </a:cubicBezTo>
                <a:cubicBezTo>
                  <a:pt x="51303" y="72887"/>
                  <a:pt x="50126" y="71295"/>
                  <a:pt x="48574" y="70010"/>
                </a:cubicBezTo>
                <a:cubicBezTo>
                  <a:pt x="47021" y="68726"/>
                  <a:pt x="45041" y="67735"/>
                  <a:pt x="42632" y="67040"/>
                </a:cubicBezTo>
                <a:cubicBezTo>
                  <a:pt x="40224" y="66344"/>
                  <a:pt x="37093" y="65996"/>
                  <a:pt x="33239" y="65996"/>
                </a:cubicBezTo>
                <a:lnTo>
                  <a:pt x="20714" y="65996"/>
                </a:lnTo>
                <a:lnTo>
                  <a:pt x="20714" y="95541"/>
                </a:lnTo>
                <a:lnTo>
                  <a:pt x="35969" y="95541"/>
                </a:lnTo>
                <a:cubicBezTo>
                  <a:pt x="38912" y="95541"/>
                  <a:pt x="41388" y="95234"/>
                  <a:pt x="43395" y="94618"/>
                </a:cubicBezTo>
                <a:cubicBezTo>
                  <a:pt x="45402" y="94003"/>
                  <a:pt x="47142" y="93093"/>
                  <a:pt x="48614" y="91888"/>
                </a:cubicBezTo>
                <a:cubicBezTo>
                  <a:pt x="50086" y="90684"/>
                  <a:pt x="51236" y="89185"/>
                  <a:pt x="52066" y="87392"/>
                </a:cubicBezTo>
                <a:cubicBezTo>
                  <a:pt x="52896" y="85599"/>
                  <a:pt x="53311" y="83552"/>
                  <a:pt x="53311" y="81250"/>
                </a:cubicBezTo>
                <a:close/>
                <a:moveTo>
                  <a:pt x="136058" y="43997"/>
                </a:moveTo>
                <a:cubicBezTo>
                  <a:pt x="136058" y="45924"/>
                  <a:pt x="136004" y="47503"/>
                  <a:pt x="135897" y="48734"/>
                </a:cubicBezTo>
                <a:cubicBezTo>
                  <a:pt x="135790" y="49965"/>
                  <a:pt x="135629" y="50929"/>
                  <a:pt x="135415" y="51624"/>
                </a:cubicBezTo>
                <a:cubicBezTo>
                  <a:pt x="135201" y="52320"/>
                  <a:pt x="134920" y="52802"/>
                  <a:pt x="134572" y="53070"/>
                </a:cubicBezTo>
                <a:cubicBezTo>
                  <a:pt x="134224" y="53337"/>
                  <a:pt x="133783" y="53471"/>
                  <a:pt x="133248" y="53471"/>
                </a:cubicBezTo>
                <a:cubicBezTo>
                  <a:pt x="132819" y="53471"/>
                  <a:pt x="132338" y="53377"/>
                  <a:pt x="131802" y="53190"/>
                </a:cubicBezTo>
                <a:cubicBezTo>
                  <a:pt x="131267" y="53003"/>
                  <a:pt x="130665" y="52802"/>
                  <a:pt x="129996" y="52588"/>
                </a:cubicBezTo>
                <a:cubicBezTo>
                  <a:pt x="129327" y="52374"/>
                  <a:pt x="128591" y="52173"/>
                  <a:pt x="127788" y="51986"/>
                </a:cubicBezTo>
                <a:cubicBezTo>
                  <a:pt x="126985" y="51798"/>
                  <a:pt x="126102" y="51705"/>
                  <a:pt x="125139" y="51705"/>
                </a:cubicBezTo>
                <a:cubicBezTo>
                  <a:pt x="124015" y="51705"/>
                  <a:pt x="122891" y="51934"/>
                  <a:pt x="121766" y="52392"/>
                </a:cubicBezTo>
                <a:cubicBezTo>
                  <a:pt x="120642" y="52849"/>
                  <a:pt x="119478" y="53562"/>
                  <a:pt x="118274" y="54532"/>
                </a:cubicBezTo>
                <a:cubicBezTo>
                  <a:pt x="117070" y="55503"/>
                  <a:pt x="115812" y="56795"/>
                  <a:pt x="114501" y="58411"/>
                </a:cubicBezTo>
                <a:cubicBezTo>
                  <a:pt x="113189" y="60027"/>
                  <a:pt x="111784" y="62020"/>
                  <a:pt x="110285" y="64390"/>
                </a:cubicBezTo>
                <a:lnTo>
                  <a:pt x="110285" y="109030"/>
                </a:lnTo>
                <a:cubicBezTo>
                  <a:pt x="110285" y="109565"/>
                  <a:pt x="110125" y="110033"/>
                  <a:pt x="109804" y="110435"/>
                </a:cubicBezTo>
                <a:cubicBezTo>
                  <a:pt x="109483" y="110836"/>
                  <a:pt x="108934" y="111171"/>
                  <a:pt x="108158" y="111438"/>
                </a:cubicBezTo>
                <a:cubicBezTo>
                  <a:pt x="107382" y="111706"/>
                  <a:pt x="106351" y="111907"/>
                  <a:pt x="105067" y="112040"/>
                </a:cubicBezTo>
                <a:cubicBezTo>
                  <a:pt x="103782" y="112174"/>
                  <a:pt x="102150" y="112241"/>
                  <a:pt x="100169" y="112241"/>
                </a:cubicBezTo>
                <a:cubicBezTo>
                  <a:pt x="98189" y="112241"/>
                  <a:pt x="96556" y="112174"/>
                  <a:pt x="95272" y="112040"/>
                </a:cubicBezTo>
                <a:cubicBezTo>
                  <a:pt x="93987" y="111907"/>
                  <a:pt x="92957" y="111706"/>
                  <a:pt x="92181" y="111438"/>
                </a:cubicBezTo>
                <a:cubicBezTo>
                  <a:pt x="91405" y="111171"/>
                  <a:pt x="90856" y="110836"/>
                  <a:pt x="90535" y="110435"/>
                </a:cubicBezTo>
                <a:cubicBezTo>
                  <a:pt x="90214" y="110033"/>
                  <a:pt x="90053" y="109565"/>
                  <a:pt x="90053" y="109030"/>
                </a:cubicBezTo>
                <a:lnTo>
                  <a:pt x="90053" y="37414"/>
                </a:lnTo>
                <a:cubicBezTo>
                  <a:pt x="90053" y="36878"/>
                  <a:pt x="90187" y="36410"/>
                  <a:pt x="90455" y="36009"/>
                </a:cubicBezTo>
                <a:cubicBezTo>
                  <a:pt x="90722" y="35607"/>
                  <a:pt x="91204" y="35273"/>
                  <a:pt x="91900" y="35005"/>
                </a:cubicBezTo>
                <a:cubicBezTo>
                  <a:pt x="92596" y="34737"/>
                  <a:pt x="93492" y="34537"/>
                  <a:pt x="94589" y="34403"/>
                </a:cubicBezTo>
                <a:cubicBezTo>
                  <a:pt x="95687" y="34269"/>
                  <a:pt x="97065" y="34202"/>
                  <a:pt x="98724" y="34202"/>
                </a:cubicBezTo>
                <a:cubicBezTo>
                  <a:pt x="100437" y="34202"/>
                  <a:pt x="101855" y="34269"/>
                  <a:pt x="102979" y="34403"/>
                </a:cubicBezTo>
                <a:cubicBezTo>
                  <a:pt x="104103" y="34537"/>
                  <a:pt x="104973" y="34737"/>
                  <a:pt x="105589" y="35005"/>
                </a:cubicBezTo>
                <a:cubicBezTo>
                  <a:pt x="106204" y="35273"/>
                  <a:pt x="106646" y="35607"/>
                  <a:pt x="106913" y="36009"/>
                </a:cubicBezTo>
                <a:cubicBezTo>
                  <a:pt x="107181" y="36410"/>
                  <a:pt x="107315" y="36878"/>
                  <a:pt x="107315" y="37414"/>
                </a:cubicBezTo>
                <a:lnTo>
                  <a:pt x="107315" y="46326"/>
                </a:lnTo>
                <a:cubicBezTo>
                  <a:pt x="109188" y="43633"/>
                  <a:pt x="110955" y="41411"/>
                  <a:pt x="112614" y="39662"/>
                </a:cubicBezTo>
                <a:cubicBezTo>
                  <a:pt x="114273" y="37912"/>
                  <a:pt x="115852" y="36526"/>
                  <a:pt x="117351" y="35504"/>
                </a:cubicBezTo>
                <a:cubicBezTo>
                  <a:pt x="118849" y="34481"/>
                  <a:pt x="120348" y="33767"/>
                  <a:pt x="121847" y="33364"/>
                </a:cubicBezTo>
                <a:cubicBezTo>
                  <a:pt x="123345" y="32959"/>
                  <a:pt x="124844" y="32757"/>
                  <a:pt x="126343" y="32757"/>
                </a:cubicBezTo>
                <a:cubicBezTo>
                  <a:pt x="127039" y="32757"/>
                  <a:pt x="127788" y="32797"/>
                  <a:pt x="128591" y="32877"/>
                </a:cubicBezTo>
                <a:cubicBezTo>
                  <a:pt x="129394" y="32958"/>
                  <a:pt x="130223" y="33092"/>
                  <a:pt x="131080" y="33279"/>
                </a:cubicBezTo>
                <a:cubicBezTo>
                  <a:pt x="131936" y="33466"/>
                  <a:pt x="132686" y="33680"/>
                  <a:pt x="133328" y="33921"/>
                </a:cubicBezTo>
                <a:cubicBezTo>
                  <a:pt x="133970" y="34162"/>
                  <a:pt x="134438" y="34416"/>
                  <a:pt x="134733" y="34684"/>
                </a:cubicBezTo>
                <a:cubicBezTo>
                  <a:pt x="135027" y="34952"/>
                  <a:pt x="135241" y="35246"/>
                  <a:pt x="135375" y="35567"/>
                </a:cubicBezTo>
                <a:cubicBezTo>
                  <a:pt x="135509" y="35888"/>
                  <a:pt x="135629" y="36330"/>
                  <a:pt x="135736" y="36892"/>
                </a:cubicBezTo>
                <a:cubicBezTo>
                  <a:pt x="135843" y="37454"/>
                  <a:pt x="135924" y="38297"/>
                  <a:pt x="135977" y="39421"/>
                </a:cubicBezTo>
                <a:cubicBezTo>
                  <a:pt x="136031" y="40545"/>
                  <a:pt x="136058" y="42070"/>
                  <a:pt x="136058" y="43997"/>
                </a:cubicBezTo>
                <a:close/>
                <a:moveTo>
                  <a:pt x="170959" y="109030"/>
                </a:moveTo>
                <a:cubicBezTo>
                  <a:pt x="170959" y="109565"/>
                  <a:pt x="170799" y="110033"/>
                  <a:pt x="170477" y="110435"/>
                </a:cubicBezTo>
                <a:cubicBezTo>
                  <a:pt x="170156" y="110836"/>
                  <a:pt x="169608" y="111171"/>
                  <a:pt x="168831" y="111438"/>
                </a:cubicBezTo>
                <a:cubicBezTo>
                  <a:pt x="168055" y="111706"/>
                  <a:pt x="167025" y="111907"/>
                  <a:pt x="165740" y="112040"/>
                </a:cubicBezTo>
                <a:cubicBezTo>
                  <a:pt x="164456" y="112174"/>
                  <a:pt x="162823" y="112241"/>
                  <a:pt x="160843" y="112241"/>
                </a:cubicBezTo>
                <a:cubicBezTo>
                  <a:pt x="158863" y="112241"/>
                  <a:pt x="157230" y="112174"/>
                  <a:pt x="155945" y="112040"/>
                </a:cubicBezTo>
                <a:cubicBezTo>
                  <a:pt x="154661" y="111907"/>
                  <a:pt x="153630" y="111706"/>
                  <a:pt x="152854" y="111438"/>
                </a:cubicBezTo>
                <a:cubicBezTo>
                  <a:pt x="152078" y="111171"/>
                  <a:pt x="151530" y="110836"/>
                  <a:pt x="151208" y="110435"/>
                </a:cubicBezTo>
                <a:cubicBezTo>
                  <a:pt x="150887" y="110033"/>
                  <a:pt x="150727" y="109565"/>
                  <a:pt x="150727" y="109030"/>
                </a:cubicBezTo>
                <a:lnTo>
                  <a:pt x="150727" y="37574"/>
                </a:lnTo>
                <a:cubicBezTo>
                  <a:pt x="150727" y="37039"/>
                  <a:pt x="150887" y="36571"/>
                  <a:pt x="151208" y="36169"/>
                </a:cubicBezTo>
                <a:cubicBezTo>
                  <a:pt x="151530" y="35768"/>
                  <a:pt x="152078" y="35420"/>
                  <a:pt x="152854" y="35126"/>
                </a:cubicBezTo>
                <a:cubicBezTo>
                  <a:pt x="153630" y="34831"/>
                  <a:pt x="154661" y="34604"/>
                  <a:pt x="155945" y="34443"/>
                </a:cubicBezTo>
                <a:cubicBezTo>
                  <a:pt x="157230" y="34283"/>
                  <a:pt x="158863" y="34202"/>
                  <a:pt x="160843" y="34202"/>
                </a:cubicBezTo>
                <a:cubicBezTo>
                  <a:pt x="162823" y="34202"/>
                  <a:pt x="164456" y="34283"/>
                  <a:pt x="165740" y="34443"/>
                </a:cubicBezTo>
                <a:cubicBezTo>
                  <a:pt x="167025" y="34604"/>
                  <a:pt x="168055" y="34831"/>
                  <a:pt x="168831" y="35126"/>
                </a:cubicBezTo>
                <a:cubicBezTo>
                  <a:pt x="169608" y="35420"/>
                  <a:pt x="170156" y="35768"/>
                  <a:pt x="170477" y="36169"/>
                </a:cubicBezTo>
                <a:cubicBezTo>
                  <a:pt x="170799" y="36571"/>
                  <a:pt x="170959" y="37039"/>
                  <a:pt x="170959" y="37574"/>
                </a:cubicBezTo>
                <a:lnTo>
                  <a:pt x="170959" y="109030"/>
                </a:lnTo>
                <a:moveTo>
                  <a:pt x="172485" y="13167"/>
                </a:moveTo>
                <a:cubicBezTo>
                  <a:pt x="172485" y="17235"/>
                  <a:pt x="171655" y="20045"/>
                  <a:pt x="169996" y="21597"/>
                </a:cubicBezTo>
                <a:cubicBezTo>
                  <a:pt x="168336" y="23149"/>
                  <a:pt x="165259" y="23926"/>
                  <a:pt x="160763" y="23926"/>
                </a:cubicBezTo>
                <a:cubicBezTo>
                  <a:pt x="156213" y="23926"/>
                  <a:pt x="153149" y="23176"/>
                  <a:pt x="151570" y="21677"/>
                </a:cubicBezTo>
                <a:cubicBezTo>
                  <a:pt x="149991" y="20179"/>
                  <a:pt x="149201" y="17476"/>
                  <a:pt x="149201" y="13568"/>
                </a:cubicBezTo>
                <a:cubicBezTo>
                  <a:pt x="149201" y="9501"/>
                  <a:pt x="150018" y="6677"/>
                  <a:pt x="151650" y="5098"/>
                </a:cubicBezTo>
                <a:cubicBezTo>
                  <a:pt x="153283" y="3519"/>
                  <a:pt x="156374" y="2730"/>
                  <a:pt x="160923" y="2730"/>
                </a:cubicBezTo>
                <a:cubicBezTo>
                  <a:pt x="165419" y="2730"/>
                  <a:pt x="168470" y="3492"/>
                  <a:pt x="170076" y="5018"/>
                </a:cubicBezTo>
                <a:cubicBezTo>
                  <a:pt x="171682" y="6543"/>
                  <a:pt x="172485" y="9260"/>
                  <a:pt x="172485" y="13167"/>
                </a:cubicBezTo>
                <a:close/>
                <a:moveTo>
                  <a:pt x="241423" y="97629"/>
                </a:moveTo>
                <a:cubicBezTo>
                  <a:pt x="241423" y="99021"/>
                  <a:pt x="241383" y="100185"/>
                  <a:pt x="241303" y="101121"/>
                </a:cubicBezTo>
                <a:cubicBezTo>
                  <a:pt x="241223" y="102058"/>
                  <a:pt x="241116" y="102848"/>
                  <a:pt x="240982" y="103490"/>
                </a:cubicBezTo>
                <a:cubicBezTo>
                  <a:pt x="240848" y="104132"/>
                  <a:pt x="240687" y="104654"/>
                  <a:pt x="240500" y="105055"/>
                </a:cubicBezTo>
                <a:cubicBezTo>
                  <a:pt x="240313" y="105457"/>
                  <a:pt x="239898" y="105965"/>
                  <a:pt x="239256" y="106581"/>
                </a:cubicBezTo>
                <a:cubicBezTo>
                  <a:pt x="238613" y="107196"/>
                  <a:pt x="237516" y="107946"/>
                  <a:pt x="235964" y="108829"/>
                </a:cubicBezTo>
                <a:cubicBezTo>
                  <a:pt x="234412" y="109712"/>
                  <a:pt x="232645" y="110502"/>
                  <a:pt x="230665" y="111197"/>
                </a:cubicBezTo>
                <a:cubicBezTo>
                  <a:pt x="228684" y="111893"/>
                  <a:pt x="226530" y="112455"/>
                  <a:pt x="224202" y="112883"/>
                </a:cubicBezTo>
                <a:cubicBezTo>
                  <a:pt x="221873" y="113312"/>
                  <a:pt x="219478" y="113526"/>
                  <a:pt x="217016" y="113526"/>
                </a:cubicBezTo>
                <a:cubicBezTo>
                  <a:pt x="211503" y="113526"/>
                  <a:pt x="206619" y="112669"/>
                  <a:pt x="202364" y="110957"/>
                </a:cubicBezTo>
                <a:cubicBezTo>
                  <a:pt x="198108" y="109244"/>
                  <a:pt x="194536" y="106715"/>
                  <a:pt x="191645" y="103369"/>
                </a:cubicBezTo>
                <a:cubicBezTo>
                  <a:pt x="188755" y="100024"/>
                  <a:pt x="186574" y="95943"/>
                  <a:pt x="185102" y="91126"/>
                </a:cubicBezTo>
                <a:cubicBezTo>
                  <a:pt x="183630" y="86308"/>
                  <a:pt x="182894" y="80795"/>
                  <a:pt x="182894" y="74587"/>
                </a:cubicBezTo>
                <a:cubicBezTo>
                  <a:pt x="182894" y="67414"/>
                  <a:pt x="183791" y="61219"/>
                  <a:pt x="185584" y="56000"/>
                </a:cubicBezTo>
                <a:cubicBezTo>
                  <a:pt x="187377" y="50781"/>
                  <a:pt x="189879" y="46459"/>
                  <a:pt x="193091" y="43034"/>
                </a:cubicBezTo>
                <a:cubicBezTo>
                  <a:pt x="196302" y="39608"/>
                  <a:pt x="200102" y="37066"/>
                  <a:pt x="204491" y="35407"/>
                </a:cubicBezTo>
                <a:cubicBezTo>
                  <a:pt x="208880" y="33747"/>
                  <a:pt x="213698" y="32918"/>
                  <a:pt x="218943" y="32918"/>
                </a:cubicBezTo>
                <a:cubicBezTo>
                  <a:pt x="221084" y="32918"/>
                  <a:pt x="223185" y="33105"/>
                  <a:pt x="225245" y="33480"/>
                </a:cubicBezTo>
                <a:cubicBezTo>
                  <a:pt x="227306" y="33854"/>
                  <a:pt x="229233" y="34363"/>
                  <a:pt x="231026" y="35005"/>
                </a:cubicBezTo>
                <a:cubicBezTo>
                  <a:pt x="232819" y="35647"/>
                  <a:pt x="234425" y="36370"/>
                  <a:pt x="235843" y="37173"/>
                </a:cubicBezTo>
                <a:cubicBezTo>
                  <a:pt x="237262" y="37976"/>
                  <a:pt x="238265" y="38672"/>
                  <a:pt x="238854" y="39260"/>
                </a:cubicBezTo>
                <a:cubicBezTo>
                  <a:pt x="239443" y="39849"/>
                  <a:pt x="239858" y="40344"/>
                  <a:pt x="240099" y="40746"/>
                </a:cubicBezTo>
                <a:cubicBezTo>
                  <a:pt x="240339" y="41147"/>
                  <a:pt x="240527" y="41669"/>
                  <a:pt x="240661" y="42311"/>
                </a:cubicBezTo>
                <a:cubicBezTo>
                  <a:pt x="240794" y="42954"/>
                  <a:pt x="240901" y="43743"/>
                  <a:pt x="240982" y="44680"/>
                </a:cubicBezTo>
                <a:cubicBezTo>
                  <a:pt x="241062" y="45616"/>
                  <a:pt x="241102" y="46754"/>
                  <a:pt x="241102" y="48092"/>
                </a:cubicBezTo>
                <a:cubicBezTo>
                  <a:pt x="241102" y="51196"/>
                  <a:pt x="240835" y="53377"/>
                  <a:pt x="240299" y="54635"/>
                </a:cubicBezTo>
                <a:cubicBezTo>
                  <a:pt x="239764" y="55893"/>
                  <a:pt x="239068" y="56522"/>
                  <a:pt x="238212" y="56522"/>
                </a:cubicBezTo>
                <a:cubicBezTo>
                  <a:pt x="237302" y="56522"/>
                  <a:pt x="236338" y="56147"/>
                  <a:pt x="235321" y="55398"/>
                </a:cubicBezTo>
                <a:cubicBezTo>
                  <a:pt x="234305" y="54649"/>
                  <a:pt x="233100" y="53819"/>
                  <a:pt x="231709" y="52909"/>
                </a:cubicBezTo>
                <a:cubicBezTo>
                  <a:pt x="230317" y="51999"/>
                  <a:pt x="228658" y="51170"/>
                  <a:pt x="226731" y="50420"/>
                </a:cubicBezTo>
                <a:cubicBezTo>
                  <a:pt x="224804" y="49671"/>
                  <a:pt x="222502" y="49296"/>
                  <a:pt x="219826" y="49296"/>
                </a:cubicBezTo>
                <a:cubicBezTo>
                  <a:pt x="214581" y="49296"/>
                  <a:pt x="210566" y="51317"/>
                  <a:pt x="207783" y="55358"/>
                </a:cubicBezTo>
                <a:cubicBezTo>
                  <a:pt x="205000" y="59399"/>
                  <a:pt x="203608" y="65327"/>
                  <a:pt x="203608" y="73141"/>
                </a:cubicBezTo>
                <a:cubicBezTo>
                  <a:pt x="203608" y="76995"/>
                  <a:pt x="203956" y="80394"/>
                  <a:pt x="204652" y="83338"/>
                </a:cubicBezTo>
                <a:cubicBezTo>
                  <a:pt x="205348" y="86282"/>
                  <a:pt x="206378" y="88744"/>
                  <a:pt x="207743" y="90724"/>
                </a:cubicBezTo>
                <a:cubicBezTo>
                  <a:pt x="209108" y="92705"/>
                  <a:pt x="210821" y="94190"/>
                  <a:pt x="212881" y="95180"/>
                </a:cubicBezTo>
                <a:cubicBezTo>
                  <a:pt x="214942" y="96170"/>
                  <a:pt x="217337" y="96665"/>
                  <a:pt x="220067" y="96665"/>
                </a:cubicBezTo>
                <a:cubicBezTo>
                  <a:pt x="222850" y="96665"/>
                  <a:pt x="225245" y="96251"/>
                  <a:pt x="227253" y="95421"/>
                </a:cubicBezTo>
                <a:cubicBezTo>
                  <a:pt x="229260" y="94591"/>
                  <a:pt x="231013" y="93668"/>
                  <a:pt x="232511" y="92651"/>
                </a:cubicBezTo>
                <a:cubicBezTo>
                  <a:pt x="234010" y="91634"/>
                  <a:pt x="235268" y="90711"/>
                  <a:pt x="236285" y="89881"/>
                </a:cubicBezTo>
                <a:cubicBezTo>
                  <a:pt x="237302" y="89052"/>
                  <a:pt x="238158" y="88637"/>
                  <a:pt x="238854" y="88637"/>
                </a:cubicBezTo>
                <a:cubicBezTo>
                  <a:pt x="239336" y="88637"/>
                  <a:pt x="239737" y="88771"/>
                  <a:pt x="240058" y="89038"/>
                </a:cubicBezTo>
                <a:cubicBezTo>
                  <a:pt x="240380" y="89306"/>
                  <a:pt x="240634" y="89801"/>
                  <a:pt x="240821" y="90524"/>
                </a:cubicBezTo>
                <a:cubicBezTo>
                  <a:pt x="241008" y="91246"/>
                  <a:pt x="241156" y="92169"/>
                  <a:pt x="241263" y="93293"/>
                </a:cubicBezTo>
                <a:cubicBezTo>
                  <a:pt x="241370" y="94417"/>
                  <a:pt x="241423" y="95863"/>
                  <a:pt x="241423" y="97629"/>
                </a:cubicBezTo>
                <a:close/>
                <a:moveTo>
                  <a:pt x="320710" y="109110"/>
                </a:moveTo>
                <a:cubicBezTo>
                  <a:pt x="320710" y="109645"/>
                  <a:pt x="320562" y="110114"/>
                  <a:pt x="320268" y="110515"/>
                </a:cubicBezTo>
                <a:cubicBezTo>
                  <a:pt x="319974" y="110916"/>
                  <a:pt x="319438" y="111238"/>
                  <a:pt x="318662" y="111478"/>
                </a:cubicBezTo>
                <a:cubicBezTo>
                  <a:pt x="317886" y="111719"/>
                  <a:pt x="316829" y="111907"/>
                  <a:pt x="315491" y="112040"/>
                </a:cubicBezTo>
                <a:cubicBezTo>
                  <a:pt x="314153" y="112174"/>
                  <a:pt x="312413" y="112241"/>
                  <a:pt x="310272" y="112241"/>
                </a:cubicBezTo>
                <a:cubicBezTo>
                  <a:pt x="308078" y="112241"/>
                  <a:pt x="306298" y="112188"/>
                  <a:pt x="304933" y="112081"/>
                </a:cubicBezTo>
                <a:cubicBezTo>
                  <a:pt x="303568" y="111974"/>
                  <a:pt x="302444" y="111800"/>
                  <a:pt x="301561" y="111559"/>
                </a:cubicBezTo>
                <a:cubicBezTo>
                  <a:pt x="300678" y="111318"/>
                  <a:pt x="299995" y="110983"/>
                  <a:pt x="299514" y="110555"/>
                </a:cubicBezTo>
                <a:cubicBezTo>
                  <a:pt x="299032" y="110127"/>
                  <a:pt x="298604" y="109565"/>
                  <a:pt x="298229" y="108869"/>
                </a:cubicBezTo>
                <a:lnTo>
                  <a:pt x="274384" y="71134"/>
                </a:lnTo>
                <a:lnTo>
                  <a:pt x="274384" y="109030"/>
                </a:lnTo>
                <a:cubicBezTo>
                  <a:pt x="274384" y="109565"/>
                  <a:pt x="274223" y="110033"/>
                  <a:pt x="273902" y="110435"/>
                </a:cubicBezTo>
                <a:cubicBezTo>
                  <a:pt x="273581" y="110836"/>
                  <a:pt x="273032" y="111171"/>
                  <a:pt x="272256" y="111438"/>
                </a:cubicBezTo>
                <a:cubicBezTo>
                  <a:pt x="271480" y="111706"/>
                  <a:pt x="270450" y="111907"/>
                  <a:pt x="269165" y="112040"/>
                </a:cubicBezTo>
                <a:cubicBezTo>
                  <a:pt x="267881" y="112174"/>
                  <a:pt x="266248" y="112241"/>
                  <a:pt x="264268" y="112241"/>
                </a:cubicBezTo>
                <a:cubicBezTo>
                  <a:pt x="262287" y="112241"/>
                  <a:pt x="260655" y="112174"/>
                  <a:pt x="259370" y="112040"/>
                </a:cubicBezTo>
                <a:cubicBezTo>
                  <a:pt x="258086" y="111907"/>
                  <a:pt x="257055" y="111706"/>
                  <a:pt x="256279" y="111438"/>
                </a:cubicBezTo>
                <a:cubicBezTo>
                  <a:pt x="255503" y="111171"/>
                  <a:pt x="254955" y="110836"/>
                  <a:pt x="254633" y="110435"/>
                </a:cubicBezTo>
                <a:cubicBezTo>
                  <a:pt x="254312" y="110033"/>
                  <a:pt x="254152" y="109565"/>
                  <a:pt x="254152" y="109030"/>
                </a:cubicBezTo>
                <a:lnTo>
                  <a:pt x="254152" y="3452"/>
                </a:lnTo>
                <a:cubicBezTo>
                  <a:pt x="254152" y="2917"/>
                  <a:pt x="254312" y="2435"/>
                  <a:pt x="254633" y="2007"/>
                </a:cubicBezTo>
                <a:cubicBezTo>
                  <a:pt x="254955" y="1579"/>
                  <a:pt x="255503" y="1218"/>
                  <a:pt x="256279" y="923"/>
                </a:cubicBezTo>
                <a:cubicBezTo>
                  <a:pt x="257055" y="629"/>
                  <a:pt x="258086" y="401"/>
                  <a:pt x="259370" y="241"/>
                </a:cubicBezTo>
                <a:cubicBezTo>
                  <a:pt x="260655" y="80"/>
                  <a:pt x="262287" y="0"/>
                  <a:pt x="264268" y="0"/>
                </a:cubicBezTo>
                <a:cubicBezTo>
                  <a:pt x="266248" y="0"/>
                  <a:pt x="267881" y="80"/>
                  <a:pt x="269165" y="241"/>
                </a:cubicBezTo>
                <a:cubicBezTo>
                  <a:pt x="270450" y="401"/>
                  <a:pt x="271480" y="629"/>
                  <a:pt x="272256" y="923"/>
                </a:cubicBezTo>
                <a:cubicBezTo>
                  <a:pt x="273032" y="1218"/>
                  <a:pt x="273581" y="1579"/>
                  <a:pt x="273902" y="2007"/>
                </a:cubicBezTo>
                <a:cubicBezTo>
                  <a:pt x="274223" y="2435"/>
                  <a:pt x="274384" y="2917"/>
                  <a:pt x="274384" y="3452"/>
                </a:cubicBezTo>
                <a:lnTo>
                  <a:pt x="274384" y="66317"/>
                </a:lnTo>
                <a:lnTo>
                  <a:pt x="295580" y="37815"/>
                </a:lnTo>
                <a:cubicBezTo>
                  <a:pt x="296008" y="37173"/>
                  <a:pt x="296490" y="36611"/>
                  <a:pt x="297025" y="36129"/>
                </a:cubicBezTo>
                <a:cubicBezTo>
                  <a:pt x="297560" y="35647"/>
                  <a:pt x="298269" y="35273"/>
                  <a:pt x="299152" y="35005"/>
                </a:cubicBezTo>
                <a:cubicBezTo>
                  <a:pt x="300036" y="34737"/>
                  <a:pt x="301133" y="34537"/>
                  <a:pt x="302444" y="34403"/>
                </a:cubicBezTo>
                <a:cubicBezTo>
                  <a:pt x="303756" y="34269"/>
                  <a:pt x="305428" y="34202"/>
                  <a:pt x="307462" y="34202"/>
                </a:cubicBezTo>
                <a:cubicBezTo>
                  <a:pt x="309443" y="34202"/>
                  <a:pt x="311115" y="34269"/>
                  <a:pt x="312480" y="34403"/>
                </a:cubicBezTo>
                <a:cubicBezTo>
                  <a:pt x="313845" y="34537"/>
                  <a:pt x="314942" y="34737"/>
                  <a:pt x="315772" y="35005"/>
                </a:cubicBezTo>
                <a:cubicBezTo>
                  <a:pt x="316601" y="35273"/>
                  <a:pt x="317177" y="35607"/>
                  <a:pt x="317498" y="36009"/>
                </a:cubicBezTo>
                <a:cubicBezTo>
                  <a:pt x="317819" y="36410"/>
                  <a:pt x="317980" y="36905"/>
                  <a:pt x="317980" y="37494"/>
                </a:cubicBezTo>
                <a:cubicBezTo>
                  <a:pt x="317980" y="38297"/>
                  <a:pt x="317779" y="39153"/>
                  <a:pt x="317378" y="40063"/>
                </a:cubicBezTo>
                <a:cubicBezTo>
                  <a:pt x="316976" y="40973"/>
                  <a:pt x="316374" y="41937"/>
                  <a:pt x="315571" y="42954"/>
                </a:cubicBezTo>
                <a:lnTo>
                  <a:pt x="294616" y="66718"/>
                </a:lnTo>
                <a:lnTo>
                  <a:pt x="318863" y="104212"/>
                </a:lnTo>
                <a:cubicBezTo>
                  <a:pt x="319505" y="105283"/>
                  <a:pt x="319974" y="106206"/>
                  <a:pt x="320268" y="106982"/>
                </a:cubicBezTo>
                <a:cubicBezTo>
                  <a:pt x="320562" y="107758"/>
                  <a:pt x="320710" y="108468"/>
                  <a:pt x="320710" y="109110"/>
                </a:cubicBezTo>
                <a:close/>
                <a:moveTo>
                  <a:pt x="432529" y="80638"/>
                </a:moveTo>
                <a:cubicBezTo>
                  <a:pt x="432529" y="86106"/>
                  <a:pt x="431512" y="90904"/>
                  <a:pt x="429478" y="95032"/>
                </a:cubicBezTo>
                <a:cubicBezTo>
                  <a:pt x="427444" y="99160"/>
                  <a:pt x="424687" y="102604"/>
                  <a:pt x="421208" y="105364"/>
                </a:cubicBezTo>
                <a:cubicBezTo>
                  <a:pt x="417729" y="108124"/>
                  <a:pt x="413661" y="110201"/>
                  <a:pt x="409005" y="111596"/>
                </a:cubicBezTo>
                <a:cubicBezTo>
                  <a:pt x="404348" y="112990"/>
                  <a:pt x="399370" y="113686"/>
                  <a:pt x="394071" y="113686"/>
                </a:cubicBezTo>
                <a:cubicBezTo>
                  <a:pt x="390485" y="113686"/>
                  <a:pt x="387153" y="113394"/>
                  <a:pt x="384076" y="112811"/>
                </a:cubicBezTo>
                <a:cubicBezTo>
                  <a:pt x="380998" y="112227"/>
                  <a:pt x="378282" y="111524"/>
                  <a:pt x="375927" y="110703"/>
                </a:cubicBezTo>
                <a:cubicBezTo>
                  <a:pt x="373571" y="109880"/>
                  <a:pt x="371604" y="109018"/>
                  <a:pt x="370025" y="108116"/>
                </a:cubicBezTo>
                <a:cubicBezTo>
                  <a:pt x="368446" y="107215"/>
                  <a:pt x="367309" y="106419"/>
                  <a:pt x="366613" y="105730"/>
                </a:cubicBezTo>
                <a:cubicBezTo>
                  <a:pt x="365917" y="105040"/>
                  <a:pt x="365422" y="104035"/>
                  <a:pt x="365128" y="102717"/>
                </a:cubicBezTo>
                <a:cubicBezTo>
                  <a:pt x="364834" y="101399"/>
                  <a:pt x="364686" y="99503"/>
                  <a:pt x="364686" y="97029"/>
                </a:cubicBezTo>
                <a:cubicBezTo>
                  <a:pt x="364686" y="95362"/>
                  <a:pt x="364740" y="93963"/>
                  <a:pt x="364847" y="92834"/>
                </a:cubicBezTo>
                <a:cubicBezTo>
                  <a:pt x="364954" y="91705"/>
                  <a:pt x="365128" y="90791"/>
                  <a:pt x="365369" y="90092"/>
                </a:cubicBezTo>
                <a:cubicBezTo>
                  <a:pt x="365610" y="89393"/>
                  <a:pt x="365931" y="88895"/>
                  <a:pt x="366332" y="88599"/>
                </a:cubicBezTo>
                <a:cubicBezTo>
                  <a:pt x="366734" y="88303"/>
                  <a:pt x="367202" y="88155"/>
                  <a:pt x="367737" y="88155"/>
                </a:cubicBezTo>
                <a:cubicBezTo>
                  <a:pt x="368487" y="88155"/>
                  <a:pt x="369544" y="88597"/>
                  <a:pt x="370909" y="89480"/>
                </a:cubicBezTo>
                <a:cubicBezTo>
                  <a:pt x="372273" y="90363"/>
                  <a:pt x="374026" y="91340"/>
                  <a:pt x="376167" y="92410"/>
                </a:cubicBezTo>
                <a:cubicBezTo>
                  <a:pt x="378308" y="93481"/>
                  <a:pt x="380864" y="94458"/>
                  <a:pt x="383835" y="95341"/>
                </a:cubicBezTo>
                <a:cubicBezTo>
                  <a:pt x="386805" y="96224"/>
                  <a:pt x="390244" y="96665"/>
                  <a:pt x="394152" y="96665"/>
                </a:cubicBezTo>
                <a:cubicBezTo>
                  <a:pt x="396721" y="96665"/>
                  <a:pt x="399022" y="96357"/>
                  <a:pt x="401056" y="95740"/>
                </a:cubicBezTo>
                <a:cubicBezTo>
                  <a:pt x="403090" y="95121"/>
                  <a:pt x="404816" y="94248"/>
                  <a:pt x="406235" y="93120"/>
                </a:cubicBezTo>
                <a:cubicBezTo>
                  <a:pt x="407653" y="91993"/>
                  <a:pt x="408737" y="90597"/>
                  <a:pt x="409486" y="88933"/>
                </a:cubicBezTo>
                <a:cubicBezTo>
                  <a:pt x="410236" y="87267"/>
                  <a:pt x="410610" y="85414"/>
                  <a:pt x="410610" y="83373"/>
                </a:cubicBezTo>
                <a:cubicBezTo>
                  <a:pt x="410610" y="81015"/>
                  <a:pt x="409968" y="78991"/>
                  <a:pt x="408684" y="77304"/>
                </a:cubicBezTo>
                <a:cubicBezTo>
                  <a:pt x="407399" y="75614"/>
                  <a:pt x="405726" y="74113"/>
                  <a:pt x="403666" y="72800"/>
                </a:cubicBezTo>
                <a:cubicBezTo>
                  <a:pt x="401605" y="71487"/>
                  <a:pt x="399263" y="70254"/>
                  <a:pt x="396641" y="69102"/>
                </a:cubicBezTo>
                <a:cubicBezTo>
                  <a:pt x="394018" y="67948"/>
                  <a:pt x="391315" y="66728"/>
                  <a:pt x="388532" y="65441"/>
                </a:cubicBezTo>
                <a:cubicBezTo>
                  <a:pt x="385748" y="64155"/>
                  <a:pt x="383045" y="62695"/>
                  <a:pt x="380423" y="61061"/>
                </a:cubicBezTo>
                <a:cubicBezTo>
                  <a:pt x="377800" y="59425"/>
                  <a:pt x="375458" y="57468"/>
                  <a:pt x="373397" y="55190"/>
                </a:cubicBezTo>
                <a:cubicBezTo>
                  <a:pt x="371337" y="52912"/>
                  <a:pt x="369664" y="50219"/>
                  <a:pt x="368380" y="47111"/>
                </a:cubicBezTo>
                <a:cubicBezTo>
                  <a:pt x="367095" y="44001"/>
                  <a:pt x="366453" y="40276"/>
                  <a:pt x="366453" y="35933"/>
                </a:cubicBezTo>
                <a:cubicBezTo>
                  <a:pt x="366453" y="30947"/>
                  <a:pt x="367376" y="26565"/>
                  <a:pt x="369223" y="22786"/>
                </a:cubicBezTo>
                <a:cubicBezTo>
                  <a:pt x="371069" y="19008"/>
                  <a:pt x="373558" y="15873"/>
                  <a:pt x="376689" y="13380"/>
                </a:cubicBezTo>
                <a:cubicBezTo>
                  <a:pt x="379820" y="10886"/>
                  <a:pt x="383514" y="9023"/>
                  <a:pt x="387769" y="7790"/>
                </a:cubicBezTo>
                <a:cubicBezTo>
                  <a:pt x="392024" y="6558"/>
                  <a:pt x="396534" y="5941"/>
                  <a:pt x="401297" y="5941"/>
                </a:cubicBezTo>
                <a:cubicBezTo>
                  <a:pt x="403759" y="5941"/>
                  <a:pt x="406221" y="6129"/>
                  <a:pt x="408684" y="6503"/>
                </a:cubicBezTo>
                <a:cubicBezTo>
                  <a:pt x="411146" y="6878"/>
                  <a:pt x="413447" y="7386"/>
                  <a:pt x="415588" y="8029"/>
                </a:cubicBezTo>
                <a:cubicBezTo>
                  <a:pt x="417729" y="8671"/>
                  <a:pt x="419629" y="9394"/>
                  <a:pt x="421289" y="10196"/>
                </a:cubicBezTo>
                <a:cubicBezTo>
                  <a:pt x="422948" y="10999"/>
                  <a:pt x="424045" y="11668"/>
                  <a:pt x="424580" y="12204"/>
                </a:cubicBezTo>
                <a:cubicBezTo>
                  <a:pt x="425116" y="12739"/>
                  <a:pt x="425477" y="13195"/>
                  <a:pt x="425664" y="13571"/>
                </a:cubicBezTo>
                <a:cubicBezTo>
                  <a:pt x="425852" y="13947"/>
                  <a:pt x="426012" y="14445"/>
                  <a:pt x="426146" y="15064"/>
                </a:cubicBezTo>
                <a:cubicBezTo>
                  <a:pt x="426280" y="15683"/>
                  <a:pt x="426373" y="16463"/>
                  <a:pt x="426427" y="17405"/>
                </a:cubicBezTo>
                <a:cubicBezTo>
                  <a:pt x="426481" y="18345"/>
                  <a:pt x="426507" y="19514"/>
                  <a:pt x="426507" y="20912"/>
                </a:cubicBezTo>
                <a:cubicBezTo>
                  <a:pt x="426507" y="22473"/>
                  <a:pt x="426467" y="23791"/>
                  <a:pt x="426387" y="24866"/>
                </a:cubicBezTo>
                <a:cubicBezTo>
                  <a:pt x="426307" y="25942"/>
                  <a:pt x="426173" y="26829"/>
                  <a:pt x="425985" y="27528"/>
                </a:cubicBezTo>
                <a:cubicBezTo>
                  <a:pt x="425798" y="28228"/>
                  <a:pt x="425530" y="28739"/>
                  <a:pt x="425183" y="29061"/>
                </a:cubicBezTo>
                <a:cubicBezTo>
                  <a:pt x="424835" y="29384"/>
                  <a:pt x="424366" y="29546"/>
                  <a:pt x="423778" y="29546"/>
                </a:cubicBezTo>
                <a:cubicBezTo>
                  <a:pt x="423189" y="29546"/>
                  <a:pt x="422252" y="29171"/>
                  <a:pt x="420967" y="28422"/>
                </a:cubicBezTo>
                <a:cubicBezTo>
                  <a:pt x="419683" y="27672"/>
                  <a:pt x="418104" y="26856"/>
                  <a:pt x="416231" y="25973"/>
                </a:cubicBezTo>
                <a:cubicBezTo>
                  <a:pt x="414357" y="25090"/>
                  <a:pt x="412189" y="24287"/>
                  <a:pt x="409727" y="23564"/>
                </a:cubicBezTo>
                <a:cubicBezTo>
                  <a:pt x="407265" y="22842"/>
                  <a:pt x="404562" y="22480"/>
                  <a:pt x="401618" y="22480"/>
                </a:cubicBezTo>
                <a:cubicBezTo>
                  <a:pt x="399317" y="22480"/>
                  <a:pt x="397310" y="22761"/>
                  <a:pt x="395597" y="23321"/>
                </a:cubicBezTo>
                <a:cubicBezTo>
                  <a:pt x="393884" y="23881"/>
                  <a:pt x="392452" y="24655"/>
                  <a:pt x="391301" y="25642"/>
                </a:cubicBezTo>
                <a:cubicBezTo>
                  <a:pt x="390151" y="26627"/>
                  <a:pt x="389294" y="27813"/>
                  <a:pt x="388732" y="29199"/>
                </a:cubicBezTo>
                <a:cubicBezTo>
                  <a:pt x="388170" y="30586"/>
                  <a:pt x="387889" y="32053"/>
                  <a:pt x="387889" y="33600"/>
                </a:cubicBezTo>
                <a:cubicBezTo>
                  <a:pt x="387889" y="35905"/>
                  <a:pt x="388518" y="37902"/>
                  <a:pt x="389776" y="39591"/>
                </a:cubicBezTo>
                <a:cubicBezTo>
                  <a:pt x="391034" y="41279"/>
                  <a:pt x="392720" y="42780"/>
                  <a:pt x="394834" y="44093"/>
                </a:cubicBezTo>
                <a:cubicBezTo>
                  <a:pt x="396948" y="45406"/>
                  <a:pt x="399344" y="46639"/>
                  <a:pt x="402020" y="47793"/>
                </a:cubicBezTo>
                <a:cubicBezTo>
                  <a:pt x="404696" y="48946"/>
                  <a:pt x="407426" y="50165"/>
                  <a:pt x="410209" y="51451"/>
                </a:cubicBezTo>
                <a:cubicBezTo>
                  <a:pt x="412992" y="52738"/>
                  <a:pt x="415722" y="54199"/>
                  <a:pt x="418398" y="55835"/>
                </a:cubicBezTo>
                <a:cubicBezTo>
                  <a:pt x="421075" y="57469"/>
                  <a:pt x="423456" y="59425"/>
                  <a:pt x="425544" y="61703"/>
                </a:cubicBezTo>
                <a:cubicBezTo>
                  <a:pt x="427631" y="63981"/>
                  <a:pt x="429317" y="66662"/>
                  <a:pt x="430602" y="69744"/>
                </a:cubicBezTo>
                <a:cubicBezTo>
                  <a:pt x="431887" y="72825"/>
                  <a:pt x="432529" y="76457"/>
                  <a:pt x="432529" y="80638"/>
                </a:cubicBezTo>
                <a:close/>
                <a:moveTo>
                  <a:pt x="491061" y="101909"/>
                </a:moveTo>
                <a:cubicBezTo>
                  <a:pt x="491061" y="104276"/>
                  <a:pt x="490914" y="106092"/>
                  <a:pt x="490620" y="107356"/>
                </a:cubicBezTo>
                <a:cubicBezTo>
                  <a:pt x="490325" y="108619"/>
                  <a:pt x="489937" y="109506"/>
                  <a:pt x="489455" y="110018"/>
                </a:cubicBezTo>
                <a:cubicBezTo>
                  <a:pt x="488974" y="110528"/>
                  <a:pt x="488265" y="110985"/>
                  <a:pt x="487328" y="111388"/>
                </a:cubicBezTo>
                <a:cubicBezTo>
                  <a:pt x="486391" y="111791"/>
                  <a:pt x="485294" y="112141"/>
                  <a:pt x="484036" y="112437"/>
                </a:cubicBezTo>
                <a:cubicBezTo>
                  <a:pt x="482778" y="112733"/>
                  <a:pt x="481413" y="112961"/>
                  <a:pt x="479941" y="113122"/>
                </a:cubicBezTo>
                <a:cubicBezTo>
                  <a:pt x="478470" y="113284"/>
                  <a:pt x="476984" y="113365"/>
                  <a:pt x="475486" y="113365"/>
                </a:cubicBezTo>
                <a:cubicBezTo>
                  <a:pt x="471471" y="113365"/>
                  <a:pt x="467992" y="112857"/>
                  <a:pt x="465048" y="111840"/>
                </a:cubicBezTo>
                <a:cubicBezTo>
                  <a:pt x="462104" y="110823"/>
                  <a:pt x="459669" y="109257"/>
                  <a:pt x="457742" y="107143"/>
                </a:cubicBezTo>
                <a:cubicBezTo>
                  <a:pt x="455815" y="105029"/>
                  <a:pt x="454397" y="102366"/>
                  <a:pt x="453487" y="99154"/>
                </a:cubicBezTo>
                <a:cubicBezTo>
                  <a:pt x="452577" y="95943"/>
                  <a:pt x="452122" y="92143"/>
                  <a:pt x="452122" y="87754"/>
                </a:cubicBezTo>
                <a:lnTo>
                  <a:pt x="452122" y="51062"/>
                </a:lnTo>
                <a:lnTo>
                  <a:pt x="443531" y="51062"/>
                </a:lnTo>
                <a:cubicBezTo>
                  <a:pt x="442514" y="51062"/>
                  <a:pt x="441738" y="50434"/>
                  <a:pt x="441203" y="49176"/>
                </a:cubicBezTo>
                <a:cubicBezTo>
                  <a:pt x="440668" y="47918"/>
                  <a:pt x="440400" y="45817"/>
                  <a:pt x="440400" y="42873"/>
                </a:cubicBezTo>
                <a:cubicBezTo>
                  <a:pt x="440400" y="41321"/>
                  <a:pt x="440467" y="40010"/>
                  <a:pt x="440601" y="38939"/>
                </a:cubicBezTo>
                <a:cubicBezTo>
                  <a:pt x="440735" y="37869"/>
                  <a:pt x="440935" y="37026"/>
                  <a:pt x="441203" y="36410"/>
                </a:cubicBezTo>
                <a:cubicBezTo>
                  <a:pt x="441471" y="35795"/>
                  <a:pt x="441805" y="35353"/>
                  <a:pt x="442207" y="35085"/>
                </a:cubicBezTo>
                <a:cubicBezTo>
                  <a:pt x="442608" y="34818"/>
                  <a:pt x="443076" y="34684"/>
                  <a:pt x="443612" y="34684"/>
                </a:cubicBezTo>
                <a:lnTo>
                  <a:pt x="452122" y="34684"/>
                </a:lnTo>
                <a:lnTo>
                  <a:pt x="452122" y="18642"/>
                </a:lnTo>
                <a:cubicBezTo>
                  <a:pt x="452122" y="18103"/>
                  <a:pt x="452269" y="17619"/>
                  <a:pt x="452564" y="17189"/>
                </a:cubicBezTo>
                <a:cubicBezTo>
                  <a:pt x="452858" y="16759"/>
                  <a:pt x="453393" y="16397"/>
                  <a:pt x="454169" y="16103"/>
                </a:cubicBezTo>
                <a:cubicBezTo>
                  <a:pt x="454945" y="15806"/>
                  <a:pt x="455989" y="15592"/>
                  <a:pt x="457301" y="15458"/>
                </a:cubicBezTo>
                <a:cubicBezTo>
                  <a:pt x="458612" y="15322"/>
                  <a:pt x="460231" y="15255"/>
                  <a:pt x="462158" y="15255"/>
                </a:cubicBezTo>
                <a:cubicBezTo>
                  <a:pt x="464138" y="15255"/>
                  <a:pt x="465784" y="15322"/>
                  <a:pt x="467096" y="15458"/>
                </a:cubicBezTo>
                <a:cubicBezTo>
                  <a:pt x="468407" y="15592"/>
                  <a:pt x="469437" y="15806"/>
                  <a:pt x="470187" y="16103"/>
                </a:cubicBezTo>
                <a:cubicBezTo>
                  <a:pt x="470936" y="16397"/>
                  <a:pt x="471471" y="16759"/>
                  <a:pt x="471792" y="17189"/>
                </a:cubicBezTo>
                <a:cubicBezTo>
                  <a:pt x="472113" y="17619"/>
                  <a:pt x="472274" y="18103"/>
                  <a:pt x="472274" y="18642"/>
                </a:cubicBezTo>
                <a:lnTo>
                  <a:pt x="472274" y="34684"/>
                </a:lnTo>
                <a:lnTo>
                  <a:pt x="487850" y="34684"/>
                </a:lnTo>
                <a:cubicBezTo>
                  <a:pt x="488385" y="34684"/>
                  <a:pt x="488853" y="34818"/>
                  <a:pt x="489255" y="35085"/>
                </a:cubicBezTo>
                <a:cubicBezTo>
                  <a:pt x="489656" y="35353"/>
                  <a:pt x="489991" y="35795"/>
                  <a:pt x="490258" y="36410"/>
                </a:cubicBezTo>
                <a:cubicBezTo>
                  <a:pt x="490526" y="37026"/>
                  <a:pt x="490727" y="37869"/>
                  <a:pt x="490860" y="38939"/>
                </a:cubicBezTo>
                <a:cubicBezTo>
                  <a:pt x="490994" y="40010"/>
                  <a:pt x="491061" y="41321"/>
                  <a:pt x="491061" y="42873"/>
                </a:cubicBezTo>
                <a:cubicBezTo>
                  <a:pt x="491061" y="45817"/>
                  <a:pt x="490794" y="47918"/>
                  <a:pt x="490258" y="49176"/>
                </a:cubicBezTo>
                <a:cubicBezTo>
                  <a:pt x="489723" y="50434"/>
                  <a:pt x="488947" y="51062"/>
                  <a:pt x="487930" y="51062"/>
                </a:cubicBezTo>
                <a:lnTo>
                  <a:pt x="472274" y="51062"/>
                </a:lnTo>
                <a:lnTo>
                  <a:pt x="472274" y="84642"/>
                </a:lnTo>
                <a:cubicBezTo>
                  <a:pt x="472274" y="88543"/>
                  <a:pt x="472890" y="91469"/>
                  <a:pt x="474121" y="93419"/>
                </a:cubicBezTo>
                <a:cubicBezTo>
                  <a:pt x="475352" y="95369"/>
                  <a:pt x="477546" y="96344"/>
                  <a:pt x="480704" y="96344"/>
                </a:cubicBezTo>
                <a:cubicBezTo>
                  <a:pt x="481775" y="96344"/>
                  <a:pt x="482738" y="96251"/>
                  <a:pt x="483595" y="96063"/>
                </a:cubicBezTo>
                <a:cubicBezTo>
                  <a:pt x="484451" y="95876"/>
                  <a:pt x="485214" y="95662"/>
                  <a:pt x="485883" y="95421"/>
                </a:cubicBezTo>
                <a:cubicBezTo>
                  <a:pt x="486552" y="95180"/>
                  <a:pt x="487114" y="94966"/>
                  <a:pt x="487569" y="94779"/>
                </a:cubicBezTo>
                <a:cubicBezTo>
                  <a:pt x="488024" y="94591"/>
                  <a:pt x="488438" y="94498"/>
                  <a:pt x="488813" y="94498"/>
                </a:cubicBezTo>
                <a:cubicBezTo>
                  <a:pt x="489134" y="94498"/>
                  <a:pt x="489442" y="94591"/>
                  <a:pt x="489736" y="94779"/>
                </a:cubicBezTo>
                <a:cubicBezTo>
                  <a:pt x="490031" y="94966"/>
                  <a:pt x="490258" y="95342"/>
                  <a:pt x="490419" y="95905"/>
                </a:cubicBezTo>
                <a:cubicBezTo>
                  <a:pt x="490579" y="96467"/>
                  <a:pt x="490727" y="97232"/>
                  <a:pt x="490860" y="98201"/>
                </a:cubicBezTo>
                <a:cubicBezTo>
                  <a:pt x="490994" y="99168"/>
                  <a:pt x="491061" y="100404"/>
                  <a:pt x="491061" y="101909"/>
                </a:cubicBezTo>
                <a:close/>
                <a:moveTo>
                  <a:pt x="549429" y="43997"/>
                </a:moveTo>
                <a:cubicBezTo>
                  <a:pt x="549429" y="45924"/>
                  <a:pt x="549375" y="47503"/>
                  <a:pt x="549268" y="48734"/>
                </a:cubicBezTo>
                <a:cubicBezTo>
                  <a:pt x="549161" y="49965"/>
                  <a:pt x="549000" y="50929"/>
                  <a:pt x="548786" y="51624"/>
                </a:cubicBezTo>
                <a:cubicBezTo>
                  <a:pt x="548572" y="52320"/>
                  <a:pt x="548291" y="52802"/>
                  <a:pt x="547943" y="53070"/>
                </a:cubicBezTo>
                <a:cubicBezTo>
                  <a:pt x="547595" y="53337"/>
                  <a:pt x="547154" y="53471"/>
                  <a:pt x="546619" y="53471"/>
                </a:cubicBezTo>
                <a:cubicBezTo>
                  <a:pt x="546190" y="53471"/>
                  <a:pt x="545709" y="53377"/>
                  <a:pt x="545173" y="53190"/>
                </a:cubicBezTo>
                <a:cubicBezTo>
                  <a:pt x="544638" y="53003"/>
                  <a:pt x="544036" y="52802"/>
                  <a:pt x="543367" y="52588"/>
                </a:cubicBezTo>
                <a:cubicBezTo>
                  <a:pt x="542698" y="52374"/>
                  <a:pt x="541962" y="52173"/>
                  <a:pt x="541159" y="51986"/>
                </a:cubicBezTo>
                <a:cubicBezTo>
                  <a:pt x="540356" y="51798"/>
                  <a:pt x="539473" y="51705"/>
                  <a:pt x="538510" y="51705"/>
                </a:cubicBezTo>
                <a:cubicBezTo>
                  <a:pt x="537386" y="51705"/>
                  <a:pt x="536262" y="51934"/>
                  <a:pt x="535138" y="52392"/>
                </a:cubicBezTo>
                <a:cubicBezTo>
                  <a:pt x="534014" y="52849"/>
                  <a:pt x="532849" y="53562"/>
                  <a:pt x="531645" y="54532"/>
                </a:cubicBezTo>
                <a:cubicBezTo>
                  <a:pt x="530441" y="55503"/>
                  <a:pt x="529183" y="56795"/>
                  <a:pt x="527872" y="58411"/>
                </a:cubicBezTo>
                <a:cubicBezTo>
                  <a:pt x="526560" y="60027"/>
                  <a:pt x="525155" y="62020"/>
                  <a:pt x="523657" y="64390"/>
                </a:cubicBezTo>
                <a:lnTo>
                  <a:pt x="523657" y="109030"/>
                </a:lnTo>
                <a:cubicBezTo>
                  <a:pt x="523657" y="109565"/>
                  <a:pt x="523496" y="110033"/>
                  <a:pt x="523175" y="110435"/>
                </a:cubicBezTo>
                <a:cubicBezTo>
                  <a:pt x="522854" y="110836"/>
                  <a:pt x="522305" y="111171"/>
                  <a:pt x="521529" y="111438"/>
                </a:cubicBezTo>
                <a:cubicBezTo>
                  <a:pt x="520753" y="111706"/>
                  <a:pt x="519722" y="111907"/>
                  <a:pt x="518438" y="112040"/>
                </a:cubicBezTo>
                <a:cubicBezTo>
                  <a:pt x="517153" y="112174"/>
                  <a:pt x="515521" y="112241"/>
                  <a:pt x="513540" y="112241"/>
                </a:cubicBezTo>
                <a:cubicBezTo>
                  <a:pt x="511560" y="112241"/>
                  <a:pt x="509927" y="112174"/>
                  <a:pt x="508643" y="112040"/>
                </a:cubicBezTo>
                <a:cubicBezTo>
                  <a:pt x="507358" y="111907"/>
                  <a:pt x="506328" y="111706"/>
                  <a:pt x="505552" y="111438"/>
                </a:cubicBezTo>
                <a:cubicBezTo>
                  <a:pt x="504776" y="111171"/>
                  <a:pt x="504227" y="110836"/>
                  <a:pt x="503906" y="110435"/>
                </a:cubicBezTo>
                <a:cubicBezTo>
                  <a:pt x="503585" y="110033"/>
                  <a:pt x="503424" y="109565"/>
                  <a:pt x="503424" y="109030"/>
                </a:cubicBezTo>
                <a:lnTo>
                  <a:pt x="503424" y="37414"/>
                </a:lnTo>
                <a:cubicBezTo>
                  <a:pt x="503424" y="36878"/>
                  <a:pt x="503558" y="36410"/>
                  <a:pt x="503826" y="36009"/>
                </a:cubicBezTo>
                <a:cubicBezTo>
                  <a:pt x="504093" y="35607"/>
                  <a:pt x="504575" y="35273"/>
                  <a:pt x="505271" y="35005"/>
                </a:cubicBezTo>
                <a:cubicBezTo>
                  <a:pt x="505967" y="34737"/>
                  <a:pt x="506863" y="34537"/>
                  <a:pt x="507960" y="34403"/>
                </a:cubicBezTo>
                <a:cubicBezTo>
                  <a:pt x="509058" y="34269"/>
                  <a:pt x="510436" y="34202"/>
                  <a:pt x="512095" y="34202"/>
                </a:cubicBezTo>
                <a:cubicBezTo>
                  <a:pt x="513808" y="34202"/>
                  <a:pt x="515226" y="34269"/>
                  <a:pt x="516350" y="34403"/>
                </a:cubicBezTo>
                <a:cubicBezTo>
                  <a:pt x="517474" y="34537"/>
                  <a:pt x="518344" y="34737"/>
                  <a:pt x="518960" y="35005"/>
                </a:cubicBezTo>
                <a:cubicBezTo>
                  <a:pt x="519575" y="35273"/>
                  <a:pt x="520017" y="35607"/>
                  <a:pt x="520284" y="36009"/>
                </a:cubicBezTo>
                <a:cubicBezTo>
                  <a:pt x="520552" y="36410"/>
                  <a:pt x="520686" y="36878"/>
                  <a:pt x="520686" y="37414"/>
                </a:cubicBezTo>
                <a:lnTo>
                  <a:pt x="520686" y="46326"/>
                </a:lnTo>
                <a:cubicBezTo>
                  <a:pt x="522559" y="43633"/>
                  <a:pt x="524326" y="41411"/>
                  <a:pt x="525985" y="39662"/>
                </a:cubicBezTo>
                <a:cubicBezTo>
                  <a:pt x="527644" y="37912"/>
                  <a:pt x="529223" y="36526"/>
                  <a:pt x="530722" y="35504"/>
                </a:cubicBezTo>
                <a:cubicBezTo>
                  <a:pt x="532220" y="34481"/>
                  <a:pt x="533719" y="33767"/>
                  <a:pt x="535218" y="33364"/>
                </a:cubicBezTo>
                <a:cubicBezTo>
                  <a:pt x="536717" y="32959"/>
                  <a:pt x="538215" y="32757"/>
                  <a:pt x="539714" y="32757"/>
                </a:cubicBezTo>
                <a:cubicBezTo>
                  <a:pt x="540410" y="32757"/>
                  <a:pt x="541159" y="32797"/>
                  <a:pt x="541962" y="32877"/>
                </a:cubicBezTo>
                <a:cubicBezTo>
                  <a:pt x="542765" y="32958"/>
                  <a:pt x="543594" y="33092"/>
                  <a:pt x="544451" y="33279"/>
                </a:cubicBezTo>
                <a:cubicBezTo>
                  <a:pt x="545307" y="33466"/>
                  <a:pt x="546057" y="33680"/>
                  <a:pt x="546699" y="33921"/>
                </a:cubicBezTo>
                <a:cubicBezTo>
                  <a:pt x="547341" y="34162"/>
                  <a:pt x="547810" y="34416"/>
                  <a:pt x="548104" y="34684"/>
                </a:cubicBezTo>
                <a:cubicBezTo>
                  <a:pt x="548398" y="34952"/>
                  <a:pt x="548612" y="35246"/>
                  <a:pt x="548746" y="35567"/>
                </a:cubicBezTo>
                <a:cubicBezTo>
                  <a:pt x="548880" y="35888"/>
                  <a:pt x="549000" y="36330"/>
                  <a:pt x="549107" y="36892"/>
                </a:cubicBezTo>
                <a:cubicBezTo>
                  <a:pt x="549215" y="37454"/>
                  <a:pt x="549295" y="38297"/>
                  <a:pt x="549348" y="39421"/>
                </a:cubicBezTo>
                <a:cubicBezTo>
                  <a:pt x="549402" y="40545"/>
                  <a:pt x="549429" y="42070"/>
                  <a:pt x="549429" y="43997"/>
                </a:cubicBezTo>
                <a:close/>
                <a:moveTo>
                  <a:pt x="626101" y="109030"/>
                </a:moveTo>
                <a:cubicBezTo>
                  <a:pt x="626101" y="109565"/>
                  <a:pt x="625967" y="110033"/>
                  <a:pt x="625700" y="110435"/>
                </a:cubicBezTo>
                <a:cubicBezTo>
                  <a:pt x="625432" y="110836"/>
                  <a:pt x="624964" y="111171"/>
                  <a:pt x="624295" y="111438"/>
                </a:cubicBezTo>
                <a:cubicBezTo>
                  <a:pt x="623626" y="111706"/>
                  <a:pt x="622743" y="111907"/>
                  <a:pt x="621645" y="112040"/>
                </a:cubicBezTo>
                <a:cubicBezTo>
                  <a:pt x="620548" y="112174"/>
                  <a:pt x="619170" y="112241"/>
                  <a:pt x="617511" y="112241"/>
                </a:cubicBezTo>
                <a:cubicBezTo>
                  <a:pt x="615744" y="112241"/>
                  <a:pt x="614313" y="112174"/>
                  <a:pt x="613215" y="112040"/>
                </a:cubicBezTo>
                <a:cubicBezTo>
                  <a:pt x="612118" y="111907"/>
                  <a:pt x="611248" y="111706"/>
                  <a:pt x="610606" y="111438"/>
                </a:cubicBezTo>
                <a:cubicBezTo>
                  <a:pt x="609964" y="111171"/>
                  <a:pt x="609509" y="110836"/>
                  <a:pt x="609241" y="110435"/>
                </a:cubicBezTo>
                <a:cubicBezTo>
                  <a:pt x="608973" y="110033"/>
                  <a:pt x="608840" y="109565"/>
                  <a:pt x="608840" y="109030"/>
                </a:cubicBezTo>
                <a:lnTo>
                  <a:pt x="608840" y="100760"/>
                </a:lnTo>
                <a:cubicBezTo>
                  <a:pt x="604879" y="105069"/>
                  <a:pt x="600851" y="108300"/>
                  <a:pt x="596756" y="110455"/>
                </a:cubicBezTo>
                <a:cubicBezTo>
                  <a:pt x="592662" y="112609"/>
                  <a:pt x="588420" y="113686"/>
                  <a:pt x="584031" y="113686"/>
                </a:cubicBezTo>
                <a:cubicBezTo>
                  <a:pt x="579107" y="113686"/>
                  <a:pt x="574972" y="112883"/>
                  <a:pt x="571627" y="111275"/>
                </a:cubicBezTo>
                <a:cubicBezTo>
                  <a:pt x="568281" y="109668"/>
                  <a:pt x="565578" y="107472"/>
                  <a:pt x="563518" y="104687"/>
                </a:cubicBezTo>
                <a:cubicBezTo>
                  <a:pt x="561457" y="101900"/>
                  <a:pt x="559985" y="98672"/>
                  <a:pt x="559102" y="95002"/>
                </a:cubicBezTo>
                <a:cubicBezTo>
                  <a:pt x="558219" y="91331"/>
                  <a:pt x="557777" y="86763"/>
                  <a:pt x="557777" y="81298"/>
                </a:cubicBezTo>
                <a:lnTo>
                  <a:pt x="557777" y="37416"/>
                </a:lnTo>
                <a:cubicBezTo>
                  <a:pt x="557777" y="36881"/>
                  <a:pt x="557924" y="36413"/>
                  <a:pt x="558219" y="36011"/>
                </a:cubicBezTo>
                <a:cubicBezTo>
                  <a:pt x="558513" y="35608"/>
                  <a:pt x="559048" y="35273"/>
                  <a:pt x="559824" y="35005"/>
                </a:cubicBezTo>
                <a:cubicBezTo>
                  <a:pt x="560601" y="34737"/>
                  <a:pt x="561644" y="34537"/>
                  <a:pt x="562956" y="34403"/>
                </a:cubicBezTo>
                <a:cubicBezTo>
                  <a:pt x="564267" y="34269"/>
                  <a:pt x="565886" y="34202"/>
                  <a:pt x="567813" y="34202"/>
                </a:cubicBezTo>
                <a:cubicBezTo>
                  <a:pt x="569793" y="34202"/>
                  <a:pt x="571426" y="34269"/>
                  <a:pt x="572710" y="34403"/>
                </a:cubicBezTo>
                <a:cubicBezTo>
                  <a:pt x="573995" y="34537"/>
                  <a:pt x="575025" y="34737"/>
                  <a:pt x="575802" y="35005"/>
                </a:cubicBezTo>
                <a:cubicBezTo>
                  <a:pt x="576578" y="35273"/>
                  <a:pt x="577126" y="35607"/>
                  <a:pt x="577447" y="36009"/>
                </a:cubicBezTo>
                <a:cubicBezTo>
                  <a:pt x="577769" y="36410"/>
                  <a:pt x="577929" y="36878"/>
                  <a:pt x="577929" y="37414"/>
                </a:cubicBezTo>
                <a:lnTo>
                  <a:pt x="577929" y="77878"/>
                </a:lnTo>
                <a:cubicBezTo>
                  <a:pt x="577929" y="81625"/>
                  <a:pt x="578170" y="84489"/>
                  <a:pt x="578652" y="86469"/>
                </a:cubicBezTo>
                <a:cubicBezTo>
                  <a:pt x="579133" y="88449"/>
                  <a:pt x="579869" y="90149"/>
                  <a:pt x="580860" y="91567"/>
                </a:cubicBezTo>
                <a:cubicBezTo>
                  <a:pt x="581850" y="92986"/>
                  <a:pt x="583108" y="94083"/>
                  <a:pt x="584633" y="94859"/>
                </a:cubicBezTo>
                <a:cubicBezTo>
                  <a:pt x="586159" y="95635"/>
                  <a:pt x="587938" y="96023"/>
                  <a:pt x="589972" y="96023"/>
                </a:cubicBezTo>
                <a:cubicBezTo>
                  <a:pt x="592541" y="96023"/>
                  <a:pt x="595124" y="95086"/>
                  <a:pt x="597720" y="93213"/>
                </a:cubicBezTo>
                <a:cubicBezTo>
                  <a:pt x="600316" y="91340"/>
                  <a:pt x="603086" y="88610"/>
                  <a:pt x="606030" y="85024"/>
                </a:cubicBezTo>
                <a:lnTo>
                  <a:pt x="606030" y="37414"/>
                </a:lnTo>
                <a:cubicBezTo>
                  <a:pt x="606030" y="36878"/>
                  <a:pt x="606177" y="36410"/>
                  <a:pt x="606471" y="36009"/>
                </a:cubicBezTo>
                <a:cubicBezTo>
                  <a:pt x="606766" y="35607"/>
                  <a:pt x="607301" y="35273"/>
                  <a:pt x="608077" y="35005"/>
                </a:cubicBezTo>
                <a:cubicBezTo>
                  <a:pt x="608853" y="34737"/>
                  <a:pt x="609883" y="34537"/>
                  <a:pt x="611168" y="34403"/>
                </a:cubicBezTo>
                <a:cubicBezTo>
                  <a:pt x="612453" y="34269"/>
                  <a:pt x="614085" y="34202"/>
                  <a:pt x="616065" y="34202"/>
                </a:cubicBezTo>
                <a:cubicBezTo>
                  <a:pt x="618046" y="34202"/>
                  <a:pt x="619678" y="34269"/>
                  <a:pt x="620963" y="34403"/>
                </a:cubicBezTo>
                <a:cubicBezTo>
                  <a:pt x="622248" y="34537"/>
                  <a:pt x="623264" y="34737"/>
                  <a:pt x="624014" y="35005"/>
                </a:cubicBezTo>
                <a:cubicBezTo>
                  <a:pt x="624763" y="35273"/>
                  <a:pt x="625298" y="35607"/>
                  <a:pt x="625620" y="36009"/>
                </a:cubicBezTo>
                <a:cubicBezTo>
                  <a:pt x="625941" y="36410"/>
                  <a:pt x="626101" y="36878"/>
                  <a:pt x="626101" y="37414"/>
                </a:cubicBezTo>
                <a:lnTo>
                  <a:pt x="626101" y="109030"/>
                </a:lnTo>
                <a:close/>
                <a:moveTo>
                  <a:pt x="703465" y="97629"/>
                </a:moveTo>
                <a:cubicBezTo>
                  <a:pt x="703465" y="99021"/>
                  <a:pt x="703425" y="100185"/>
                  <a:pt x="703345" y="101121"/>
                </a:cubicBezTo>
                <a:cubicBezTo>
                  <a:pt x="703264" y="102058"/>
                  <a:pt x="703157" y="102848"/>
                  <a:pt x="703023" y="103490"/>
                </a:cubicBezTo>
                <a:cubicBezTo>
                  <a:pt x="702890" y="104132"/>
                  <a:pt x="702729" y="104654"/>
                  <a:pt x="702542" y="105055"/>
                </a:cubicBezTo>
                <a:cubicBezTo>
                  <a:pt x="702354" y="105457"/>
                  <a:pt x="701940" y="105965"/>
                  <a:pt x="701297" y="106581"/>
                </a:cubicBezTo>
                <a:cubicBezTo>
                  <a:pt x="700655" y="107196"/>
                  <a:pt x="699558" y="107946"/>
                  <a:pt x="698006" y="108829"/>
                </a:cubicBezTo>
                <a:cubicBezTo>
                  <a:pt x="696453" y="109712"/>
                  <a:pt x="694687" y="110502"/>
                  <a:pt x="692707" y="111197"/>
                </a:cubicBezTo>
                <a:cubicBezTo>
                  <a:pt x="690726" y="111893"/>
                  <a:pt x="688572" y="112455"/>
                  <a:pt x="686243" y="112883"/>
                </a:cubicBezTo>
                <a:cubicBezTo>
                  <a:pt x="683915" y="113312"/>
                  <a:pt x="681520" y="113526"/>
                  <a:pt x="679058" y="113526"/>
                </a:cubicBezTo>
                <a:cubicBezTo>
                  <a:pt x="673545" y="113526"/>
                  <a:pt x="668661" y="112669"/>
                  <a:pt x="664405" y="110957"/>
                </a:cubicBezTo>
                <a:cubicBezTo>
                  <a:pt x="660150" y="109244"/>
                  <a:pt x="656577" y="106715"/>
                  <a:pt x="653687" y="103369"/>
                </a:cubicBezTo>
                <a:cubicBezTo>
                  <a:pt x="650797" y="100024"/>
                  <a:pt x="648616" y="95943"/>
                  <a:pt x="647144" y="91126"/>
                </a:cubicBezTo>
                <a:cubicBezTo>
                  <a:pt x="645672" y="86308"/>
                  <a:pt x="644936" y="80795"/>
                  <a:pt x="644936" y="74587"/>
                </a:cubicBezTo>
                <a:cubicBezTo>
                  <a:pt x="644936" y="67414"/>
                  <a:pt x="645832" y="61219"/>
                  <a:pt x="647625" y="56000"/>
                </a:cubicBezTo>
                <a:cubicBezTo>
                  <a:pt x="649419" y="50781"/>
                  <a:pt x="651921" y="46459"/>
                  <a:pt x="655132" y="43034"/>
                </a:cubicBezTo>
                <a:cubicBezTo>
                  <a:pt x="658344" y="39608"/>
                  <a:pt x="662144" y="37066"/>
                  <a:pt x="666533" y="35407"/>
                </a:cubicBezTo>
                <a:cubicBezTo>
                  <a:pt x="670922" y="33747"/>
                  <a:pt x="675739" y="32918"/>
                  <a:pt x="680985" y="32918"/>
                </a:cubicBezTo>
                <a:cubicBezTo>
                  <a:pt x="683126" y="32918"/>
                  <a:pt x="685227" y="33105"/>
                  <a:pt x="687287" y="33480"/>
                </a:cubicBezTo>
                <a:cubicBezTo>
                  <a:pt x="689348" y="33854"/>
                  <a:pt x="691275" y="34363"/>
                  <a:pt x="693068" y="35005"/>
                </a:cubicBezTo>
                <a:cubicBezTo>
                  <a:pt x="694861" y="35647"/>
                  <a:pt x="696467" y="36370"/>
                  <a:pt x="697885" y="37173"/>
                </a:cubicBezTo>
                <a:cubicBezTo>
                  <a:pt x="699304" y="37976"/>
                  <a:pt x="700307" y="38672"/>
                  <a:pt x="700896" y="39260"/>
                </a:cubicBezTo>
                <a:cubicBezTo>
                  <a:pt x="701485" y="39849"/>
                  <a:pt x="701899" y="40344"/>
                  <a:pt x="702140" y="40746"/>
                </a:cubicBezTo>
                <a:cubicBezTo>
                  <a:pt x="702381" y="41147"/>
                  <a:pt x="702569" y="41669"/>
                  <a:pt x="702702" y="42311"/>
                </a:cubicBezTo>
                <a:cubicBezTo>
                  <a:pt x="702836" y="42954"/>
                  <a:pt x="702943" y="43743"/>
                  <a:pt x="703023" y="44680"/>
                </a:cubicBezTo>
                <a:cubicBezTo>
                  <a:pt x="703104" y="45616"/>
                  <a:pt x="703144" y="46754"/>
                  <a:pt x="703144" y="48092"/>
                </a:cubicBezTo>
                <a:cubicBezTo>
                  <a:pt x="703144" y="51196"/>
                  <a:pt x="702876" y="53377"/>
                  <a:pt x="702341" y="54635"/>
                </a:cubicBezTo>
                <a:cubicBezTo>
                  <a:pt x="701806" y="55893"/>
                  <a:pt x="701110" y="56522"/>
                  <a:pt x="700254" y="56522"/>
                </a:cubicBezTo>
                <a:cubicBezTo>
                  <a:pt x="699344" y="56522"/>
                  <a:pt x="698380" y="56147"/>
                  <a:pt x="697363" y="55398"/>
                </a:cubicBezTo>
                <a:cubicBezTo>
                  <a:pt x="696346" y="54649"/>
                  <a:pt x="695142" y="53819"/>
                  <a:pt x="693750" y="52909"/>
                </a:cubicBezTo>
                <a:cubicBezTo>
                  <a:pt x="692359" y="51999"/>
                  <a:pt x="690699" y="51170"/>
                  <a:pt x="688773" y="50420"/>
                </a:cubicBezTo>
                <a:cubicBezTo>
                  <a:pt x="686846" y="49671"/>
                  <a:pt x="684544" y="49296"/>
                  <a:pt x="681868" y="49296"/>
                </a:cubicBezTo>
                <a:cubicBezTo>
                  <a:pt x="676622" y="49296"/>
                  <a:pt x="672608" y="51317"/>
                  <a:pt x="669825" y="55358"/>
                </a:cubicBezTo>
                <a:cubicBezTo>
                  <a:pt x="667042" y="59399"/>
                  <a:pt x="665650" y="65327"/>
                  <a:pt x="665650" y="73141"/>
                </a:cubicBezTo>
                <a:cubicBezTo>
                  <a:pt x="665650" y="76995"/>
                  <a:pt x="665998" y="80394"/>
                  <a:pt x="666694" y="83338"/>
                </a:cubicBezTo>
                <a:cubicBezTo>
                  <a:pt x="667389" y="86282"/>
                  <a:pt x="668420" y="88744"/>
                  <a:pt x="669785" y="90724"/>
                </a:cubicBezTo>
                <a:cubicBezTo>
                  <a:pt x="671150" y="92705"/>
                  <a:pt x="672862" y="94190"/>
                  <a:pt x="674923" y="95180"/>
                </a:cubicBezTo>
                <a:cubicBezTo>
                  <a:pt x="676984" y="96170"/>
                  <a:pt x="679379" y="96665"/>
                  <a:pt x="682109" y="96665"/>
                </a:cubicBezTo>
                <a:cubicBezTo>
                  <a:pt x="684892" y="96665"/>
                  <a:pt x="687287" y="96251"/>
                  <a:pt x="689294" y="95421"/>
                </a:cubicBezTo>
                <a:cubicBezTo>
                  <a:pt x="691302" y="94591"/>
                  <a:pt x="693055" y="93668"/>
                  <a:pt x="694553" y="92651"/>
                </a:cubicBezTo>
                <a:cubicBezTo>
                  <a:pt x="696052" y="91634"/>
                  <a:pt x="697310" y="90711"/>
                  <a:pt x="698327" y="89881"/>
                </a:cubicBezTo>
                <a:cubicBezTo>
                  <a:pt x="699344" y="89052"/>
                  <a:pt x="700200" y="88637"/>
                  <a:pt x="700896" y="88637"/>
                </a:cubicBezTo>
                <a:cubicBezTo>
                  <a:pt x="701378" y="88637"/>
                  <a:pt x="701779" y="88771"/>
                  <a:pt x="702100" y="89038"/>
                </a:cubicBezTo>
                <a:cubicBezTo>
                  <a:pt x="702421" y="89306"/>
                  <a:pt x="702676" y="89801"/>
                  <a:pt x="702863" y="90524"/>
                </a:cubicBezTo>
                <a:cubicBezTo>
                  <a:pt x="703050" y="91246"/>
                  <a:pt x="703197" y="92169"/>
                  <a:pt x="703304" y="93293"/>
                </a:cubicBezTo>
                <a:cubicBezTo>
                  <a:pt x="703412" y="94417"/>
                  <a:pt x="703465" y="95863"/>
                  <a:pt x="703465" y="97629"/>
                </a:cubicBezTo>
                <a:close/>
                <a:moveTo>
                  <a:pt x="758585" y="101909"/>
                </a:moveTo>
                <a:cubicBezTo>
                  <a:pt x="758585" y="104276"/>
                  <a:pt x="758438" y="106092"/>
                  <a:pt x="758143" y="107356"/>
                </a:cubicBezTo>
                <a:cubicBezTo>
                  <a:pt x="757849" y="108619"/>
                  <a:pt x="757461" y="109506"/>
                  <a:pt x="756979" y="110018"/>
                </a:cubicBezTo>
                <a:cubicBezTo>
                  <a:pt x="756497" y="110528"/>
                  <a:pt x="755788" y="110985"/>
                  <a:pt x="754852" y="111388"/>
                </a:cubicBezTo>
                <a:cubicBezTo>
                  <a:pt x="753915" y="111791"/>
                  <a:pt x="752818" y="112141"/>
                  <a:pt x="751560" y="112437"/>
                </a:cubicBezTo>
                <a:cubicBezTo>
                  <a:pt x="750302" y="112733"/>
                  <a:pt x="748937" y="112961"/>
                  <a:pt x="747465" y="113122"/>
                </a:cubicBezTo>
                <a:cubicBezTo>
                  <a:pt x="745993" y="113284"/>
                  <a:pt x="744508" y="113365"/>
                  <a:pt x="743009" y="113365"/>
                </a:cubicBezTo>
                <a:cubicBezTo>
                  <a:pt x="738995" y="113365"/>
                  <a:pt x="735516" y="112857"/>
                  <a:pt x="732572" y="111840"/>
                </a:cubicBezTo>
                <a:cubicBezTo>
                  <a:pt x="729628" y="110823"/>
                  <a:pt x="727193" y="109257"/>
                  <a:pt x="725266" y="107143"/>
                </a:cubicBezTo>
                <a:cubicBezTo>
                  <a:pt x="723339" y="105029"/>
                  <a:pt x="721921" y="102366"/>
                  <a:pt x="721011" y="99154"/>
                </a:cubicBezTo>
                <a:cubicBezTo>
                  <a:pt x="720101" y="95943"/>
                  <a:pt x="719646" y="92143"/>
                  <a:pt x="719646" y="87754"/>
                </a:cubicBezTo>
                <a:lnTo>
                  <a:pt x="719646" y="51062"/>
                </a:lnTo>
                <a:lnTo>
                  <a:pt x="711055" y="51062"/>
                </a:lnTo>
                <a:cubicBezTo>
                  <a:pt x="710038" y="51062"/>
                  <a:pt x="709262" y="50434"/>
                  <a:pt x="708727" y="49176"/>
                </a:cubicBezTo>
                <a:cubicBezTo>
                  <a:pt x="708192" y="47918"/>
                  <a:pt x="707924" y="45817"/>
                  <a:pt x="707924" y="42873"/>
                </a:cubicBezTo>
                <a:cubicBezTo>
                  <a:pt x="707924" y="41321"/>
                  <a:pt x="707991" y="40010"/>
                  <a:pt x="708125" y="38939"/>
                </a:cubicBezTo>
                <a:cubicBezTo>
                  <a:pt x="708258" y="37869"/>
                  <a:pt x="708459" y="37026"/>
                  <a:pt x="708727" y="36410"/>
                </a:cubicBezTo>
                <a:cubicBezTo>
                  <a:pt x="708994" y="35795"/>
                  <a:pt x="709329" y="35353"/>
                  <a:pt x="709730" y="35085"/>
                </a:cubicBezTo>
                <a:cubicBezTo>
                  <a:pt x="710132" y="34818"/>
                  <a:pt x="710600" y="34684"/>
                  <a:pt x="711135" y="34684"/>
                </a:cubicBezTo>
                <a:lnTo>
                  <a:pt x="719646" y="34684"/>
                </a:lnTo>
                <a:lnTo>
                  <a:pt x="719646" y="18642"/>
                </a:lnTo>
                <a:cubicBezTo>
                  <a:pt x="719646" y="18103"/>
                  <a:pt x="719793" y="17619"/>
                  <a:pt x="720087" y="17189"/>
                </a:cubicBezTo>
                <a:cubicBezTo>
                  <a:pt x="720382" y="16759"/>
                  <a:pt x="720917" y="16397"/>
                  <a:pt x="721693" y="16103"/>
                </a:cubicBezTo>
                <a:cubicBezTo>
                  <a:pt x="722469" y="15806"/>
                  <a:pt x="723513" y="15592"/>
                  <a:pt x="724824" y="15458"/>
                </a:cubicBezTo>
                <a:cubicBezTo>
                  <a:pt x="726136" y="15322"/>
                  <a:pt x="727755" y="15255"/>
                  <a:pt x="729682" y="15255"/>
                </a:cubicBezTo>
                <a:cubicBezTo>
                  <a:pt x="731662" y="15255"/>
                  <a:pt x="733308" y="15322"/>
                  <a:pt x="734619" y="15458"/>
                </a:cubicBezTo>
                <a:cubicBezTo>
                  <a:pt x="735931" y="15592"/>
                  <a:pt x="736961" y="15806"/>
                  <a:pt x="737710" y="16103"/>
                </a:cubicBezTo>
                <a:cubicBezTo>
                  <a:pt x="738460" y="16397"/>
                  <a:pt x="738995" y="16759"/>
                  <a:pt x="739316" y="17189"/>
                </a:cubicBezTo>
                <a:cubicBezTo>
                  <a:pt x="739637" y="17619"/>
                  <a:pt x="739798" y="18103"/>
                  <a:pt x="739798" y="18642"/>
                </a:cubicBezTo>
                <a:lnTo>
                  <a:pt x="739798" y="34684"/>
                </a:lnTo>
                <a:lnTo>
                  <a:pt x="755373" y="34684"/>
                </a:lnTo>
                <a:cubicBezTo>
                  <a:pt x="755909" y="34684"/>
                  <a:pt x="756377" y="34818"/>
                  <a:pt x="756778" y="35085"/>
                </a:cubicBezTo>
                <a:cubicBezTo>
                  <a:pt x="757180" y="35353"/>
                  <a:pt x="757514" y="35795"/>
                  <a:pt x="757782" y="36410"/>
                </a:cubicBezTo>
                <a:cubicBezTo>
                  <a:pt x="758050" y="37026"/>
                  <a:pt x="758250" y="37869"/>
                  <a:pt x="758384" y="38939"/>
                </a:cubicBezTo>
                <a:cubicBezTo>
                  <a:pt x="758518" y="40010"/>
                  <a:pt x="758585" y="41321"/>
                  <a:pt x="758585" y="42873"/>
                </a:cubicBezTo>
                <a:cubicBezTo>
                  <a:pt x="758585" y="45817"/>
                  <a:pt x="758317" y="47918"/>
                  <a:pt x="757782" y="49176"/>
                </a:cubicBezTo>
                <a:cubicBezTo>
                  <a:pt x="757247" y="50434"/>
                  <a:pt x="756471" y="51062"/>
                  <a:pt x="755454" y="51062"/>
                </a:cubicBezTo>
                <a:lnTo>
                  <a:pt x="739798" y="51062"/>
                </a:lnTo>
                <a:lnTo>
                  <a:pt x="739798" y="84642"/>
                </a:lnTo>
                <a:cubicBezTo>
                  <a:pt x="739798" y="88543"/>
                  <a:pt x="740413" y="91469"/>
                  <a:pt x="741644" y="93419"/>
                </a:cubicBezTo>
                <a:cubicBezTo>
                  <a:pt x="742875" y="95369"/>
                  <a:pt x="745070" y="96344"/>
                  <a:pt x="748228" y="96344"/>
                </a:cubicBezTo>
                <a:cubicBezTo>
                  <a:pt x="749298" y="96344"/>
                  <a:pt x="750262" y="96251"/>
                  <a:pt x="751118" y="96063"/>
                </a:cubicBezTo>
                <a:cubicBezTo>
                  <a:pt x="751975" y="95876"/>
                  <a:pt x="752737" y="95662"/>
                  <a:pt x="753406" y="95421"/>
                </a:cubicBezTo>
                <a:cubicBezTo>
                  <a:pt x="754075" y="95180"/>
                  <a:pt x="754638" y="94966"/>
                  <a:pt x="755092" y="94779"/>
                </a:cubicBezTo>
                <a:cubicBezTo>
                  <a:pt x="755547" y="94591"/>
                  <a:pt x="755962" y="94498"/>
                  <a:pt x="756337" y="94498"/>
                </a:cubicBezTo>
                <a:cubicBezTo>
                  <a:pt x="756658" y="94498"/>
                  <a:pt x="756966" y="94591"/>
                  <a:pt x="757260" y="94779"/>
                </a:cubicBezTo>
                <a:cubicBezTo>
                  <a:pt x="757555" y="94966"/>
                  <a:pt x="757782" y="95342"/>
                  <a:pt x="757943" y="95905"/>
                </a:cubicBezTo>
                <a:cubicBezTo>
                  <a:pt x="758103" y="96467"/>
                  <a:pt x="758250" y="97232"/>
                  <a:pt x="758384" y="98201"/>
                </a:cubicBezTo>
                <a:cubicBezTo>
                  <a:pt x="758518" y="99168"/>
                  <a:pt x="758585" y="100404"/>
                  <a:pt x="758585" y="101909"/>
                </a:cubicBezTo>
                <a:close/>
                <a:moveTo>
                  <a:pt x="838871" y="109030"/>
                </a:moveTo>
                <a:cubicBezTo>
                  <a:pt x="838871" y="109565"/>
                  <a:pt x="838737" y="110033"/>
                  <a:pt x="838469" y="110435"/>
                </a:cubicBezTo>
                <a:cubicBezTo>
                  <a:pt x="838202" y="110836"/>
                  <a:pt x="837733" y="111171"/>
                  <a:pt x="837064" y="111438"/>
                </a:cubicBezTo>
                <a:cubicBezTo>
                  <a:pt x="836395" y="111706"/>
                  <a:pt x="835512" y="111907"/>
                  <a:pt x="834415" y="112040"/>
                </a:cubicBezTo>
                <a:cubicBezTo>
                  <a:pt x="833318" y="112174"/>
                  <a:pt x="831939" y="112241"/>
                  <a:pt x="830280" y="112241"/>
                </a:cubicBezTo>
                <a:cubicBezTo>
                  <a:pt x="828514" y="112241"/>
                  <a:pt x="827082" y="112174"/>
                  <a:pt x="825985" y="112040"/>
                </a:cubicBezTo>
                <a:cubicBezTo>
                  <a:pt x="824887" y="111907"/>
                  <a:pt x="824018" y="111706"/>
                  <a:pt x="823375" y="111438"/>
                </a:cubicBezTo>
                <a:cubicBezTo>
                  <a:pt x="822733" y="111171"/>
                  <a:pt x="822278" y="110836"/>
                  <a:pt x="822010" y="110435"/>
                </a:cubicBezTo>
                <a:cubicBezTo>
                  <a:pt x="821743" y="110033"/>
                  <a:pt x="821609" y="109565"/>
                  <a:pt x="821609" y="109030"/>
                </a:cubicBezTo>
                <a:lnTo>
                  <a:pt x="821609" y="100760"/>
                </a:lnTo>
                <a:cubicBezTo>
                  <a:pt x="817648" y="105069"/>
                  <a:pt x="813621" y="108300"/>
                  <a:pt x="809526" y="110455"/>
                </a:cubicBezTo>
                <a:cubicBezTo>
                  <a:pt x="805431" y="112609"/>
                  <a:pt x="801189" y="113686"/>
                  <a:pt x="796800" y="113686"/>
                </a:cubicBezTo>
                <a:cubicBezTo>
                  <a:pt x="791876" y="113686"/>
                  <a:pt x="787741" y="112883"/>
                  <a:pt x="784396" y="111275"/>
                </a:cubicBezTo>
                <a:cubicBezTo>
                  <a:pt x="781051" y="109668"/>
                  <a:pt x="778348" y="107472"/>
                  <a:pt x="776287" y="104687"/>
                </a:cubicBezTo>
                <a:cubicBezTo>
                  <a:pt x="774226" y="101900"/>
                  <a:pt x="772754" y="98672"/>
                  <a:pt x="771871" y="95002"/>
                </a:cubicBezTo>
                <a:cubicBezTo>
                  <a:pt x="770988" y="91331"/>
                  <a:pt x="770547" y="86763"/>
                  <a:pt x="770547" y="81298"/>
                </a:cubicBezTo>
                <a:lnTo>
                  <a:pt x="770547" y="37416"/>
                </a:lnTo>
                <a:cubicBezTo>
                  <a:pt x="770547" y="36881"/>
                  <a:pt x="770694" y="36413"/>
                  <a:pt x="770988" y="36011"/>
                </a:cubicBezTo>
                <a:cubicBezTo>
                  <a:pt x="771283" y="35608"/>
                  <a:pt x="771818" y="35273"/>
                  <a:pt x="772594" y="35005"/>
                </a:cubicBezTo>
                <a:cubicBezTo>
                  <a:pt x="773370" y="34737"/>
                  <a:pt x="774414" y="34537"/>
                  <a:pt x="775725" y="34403"/>
                </a:cubicBezTo>
                <a:cubicBezTo>
                  <a:pt x="777036" y="34269"/>
                  <a:pt x="778656" y="34202"/>
                  <a:pt x="780582" y="34202"/>
                </a:cubicBezTo>
                <a:cubicBezTo>
                  <a:pt x="782563" y="34202"/>
                  <a:pt x="784195" y="34269"/>
                  <a:pt x="785480" y="34403"/>
                </a:cubicBezTo>
                <a:cubicBezTo>
                  <a:pt x="786765" y="34537"/>
                  <a:pt x="787795" y="34737"/>
                  <a:pt x="788571" y="35005"/>
                </a:cubicBezTo>
                <a:cubicBezTo>
                  <a:pt x="789347" y="35273"/>
                  <a:pt x="789896" y="35607"/>
                  <a:pt x="790217" y="36009"/>
                </a:cubicBezTo>
                <a:cubicBezTo>
                  <a:pt x="790538" y="36410"/>
                  <a:pt x="790699" y="36878"/>
                  <a:pt x="790699" y="37414"/>
                </a:cubicBezTo>
                <a:lnTo>
                  <a:pt x="790699" y="77878"/>
                </a:lnTo>
                <a:cubicBezTo>
                  <a:pt x="790699" y="81625"/>
                  <a:pt x="790939" y="84489"/>
                  <a:pt x="791421" y="86469"/>
                </a:cubicBezTo>
                <a:cubicBezTo>
                  <a:pt x="791903" y="88449"/>
                  <a:pt x="792639" y="90149"/>
                  <a:pt x="793629" y="91567"/>
                </a:cubicBezTo>
                <a:cubicBezTo>
                  <a:pt x="794619" y="92986"/>
                  <a:pt x="795877" y="94083"/>
                  <a:pt x="797403" y="94859"/>
                </a:cubicBezTo>
                <a:cubicBezTo>
                  <a:pt x="798928" y="95635"/>
                  <a:pt x="800708" y="96023"/>
                  <a:pt x="802742" y="96023"/>
                </a:cubicBezTo>
                <a:cubicBezTo>
                  <a:pt x="805311" y="96023"/>
                  <a:pt x="807893" y="95086"/>
                  <a:pt x="810489" y="93213"/>
                </a:cubicBezTo>
                <a:cubicBezTo>
                  <a:pt x="813085" y="91340"/>
                  <a:pt x="815855" y="88610"/>
                  <a:pt x="818799" y="85024"/>
                </a:cubicBezTo>
                <a:lnTo>
                  <a:pt x="818799" y="37414"/>
                </a:lnTo>
                <a:cubicBezTo>
                  <a:pt x="818799" y="36878"/>
                  <a:pt x="818946" y="36410"/>
                  <a:pt x="819241" y="36009"/>
                </a:cubicBezTo>
                <a:cubicBezTo>
                  <a:pt x="819535" y="35607"/>
                  <a:pt x="820070" y="35273"/>
                  <a:pt x="820846" y="35005"/>
                </a:cubicBezTo>
                <a:cubicBezTo>
                  <a:pt x="821622" y="34737"/>
                  <a:pt x="822653" y="34537"/>
                  <a:pt x="823937" y="34403"/>
                </a:cubicBezTo>
                <a:cubicBezTo>
                  <a:pt x="825222" y="34269"/>
                  <a:pt x="826854" y="34202"/>
                  <a:pt x="828835" y="34202"/>
                </a:cubicBezTo>
                <a:cubicBezTo>
                  <a:pt x="830815" y="34202"/>
                  <a:pt x="832448" y="34269"/>
                  <a:pt x="833732" y="34403"/>
                </a:cubicBezTo>
                <a:cubicBezTo>
                  <a:pt x="835017" y="34537"/>
                  <a:pt x="836034" y="34737"/>
                  <a:pt x="836783" y="35005"/>
                </a:cubicBezTo>
                <a:cubicBezTo>
                  <a:pt x="837533" y="35273"/>
                  <a:pt x="838068" y="35607"/>
                  <a:pt x="838389" y="36009"/>
                </a:cubicBezTo>
                <a:cubicBezTo>
                  <a:pt x="838710" y="36410"/>
                  <a:pt x="838871" y="36878"/>
                  <a:pt x="838871" y="37414"/>
                </a:cubicBezTo>
                <a:lnTo>
                  <a:pt x="838871" y="109030"/>
                </a:lnTo>
                <a:close/>
                <a:moveTo>
                  <a:pt x="902126" y="43997"/>
                </a:moveTo>
                <a:cubicBezTo>
                  <a:pt x="902126" y="45924"/>
                  <a:pt x="902072" y="47503"/>
                  <a:pt x="901965" y="48734"/>
                </a:cubicBezTo>
                <a:cubicBezTo>
                  <a:pt x="901858" y="49965"/>
                  <a:pt x="901698" y="50929"/>
                  <a:pt x="901484" y="51624"/>
                </a:cubicBezTo>
                <a:cubicBezTo>
                  <a:pt x="901270" y="52320"/>
                  <a:pt x="900989" y="52802"/>
                  <a:pt x="900641" y="53070"/>
                </a:cubicBezTo>
                <a:cubicBezTo>
                  <a:pt x="900293" y="53337"/>
                  <a:pt x="899851" y="53471"/>
                  <a:pt x="899316" y="53471"/>
                </a:cubicBezTo>
                <a:cubicBezTo>
                  <a:pt x="898888" y="53471"/>
                  <a:pt x="898406" y="53377"/>
                  <a:pt x="897871" y="53190"/>
                </a:cubicBezTo>
                <a:cubicBezTo>
                  <a:pt x="897335" y="53003"/>
                  <a:pt x="896733" y="52802"/>
                  <a:pt x="896064" y="52588"/>
                </a:cubicBezTo>
                <a:cubicBezTo>
                  <a:pt x="895395" y="52374"/>
                  <a:pt x="894659" y="52173"/>
                  <a:pt x="893856" y="51986"/>
                </a:cubicBezTo>
                <a:cubicBezTo>
                  <a:pt x="893053" y="51798"/>
                  <a:pt x="892170" y="51705"/>
                  <a:pt x="891207" y="51705"/>
                </a:cubicBezTo>
                <a:cubicBezTo>
                  <a:pt x="890083" y="51705"/>
                  <a:pt x="888959" y="51934"/>
                  <a:pt x="887835" y="52392"/>
                </a:cubicBezTo>
                <a:cubicBezTo>
                  <a:pt x="886711" y="52849"/>
                  <a:pt x="885547" y="53562"/>
                  <a:pt x="884342" y="54532"/>
                </a:cubicBezTo>
                <a:cubicBezTo>
                  <a:pt x="883138" y="55503"/>
                  <a:pt x="881880" y="56795"/>
                  <a:pt x="880569" y="58411"/>
                </a:cubicBezTo>
                <a:cubicBezTo>
                  <a:pt x="879258" y="60027"/>
                  <a:pt x="877852" y="62020"/>
                  <a:pt x="876354" y="64390"/>
                </a:cubicBezTo>
                <a:lnTo>
                  <a:pt x="876354" y="109030"/>
                </a:lnTo>
                <a:cubicBezTo>
                  <a:pt x="876354" y="109565"/>
                  <a:pt x="876193" y="110033"/>
                  <a:pt x="875872" y="110435"/>
                </a:cubicBezTo>
                <a:cubicBezTo>
                  <a:pt x="875551" y="110836"/>
                  <a:pt x="875002" y="111171"/>
                  <a:pt x="874226" y="111438"/>
                </a:cubicBezTo>
                <a:cubicBezTo>
                  <a:pt x="873450" y="111706"/>
                  <a:pt x="872420" y="111907"/>
                  <a:pt x="871135" y="112040"/>
                </a:cubicBezTo>
                <a:cubicBezTo>
                  <a:pt x="869851" y="112174"/>
                  <a:pt x="868218" y="112241"/>
                  <a:pt x="866238" y="112241"/>
                </a:cubicBezTo>
                <a:cubicBezTo>
                  <a:pt x="864257" y="112241"/>
                  <a:pt x="862625" y="112174"/>
                  <a:pt x="861340" y="112040"/>
                </a:cubicBezTo>
                <a:cubicBezTo>
                  <a:pt x="860056" y="111907"/>
                  <a:pt x="859025" y="111706"/>
                  <a:pt x="858249" y="111438"/>
                </a:cubicBezTo>
                <a:cubicBezTo>
                  <a:pt x="857473" y="111171"/>
                  <a:pt x="856924" y="110836"/>
                  <a:pt x="856603" y="110435"/>
                </a:cubicBezTo>
                <a:cubicBezTo>
                  <a:pt x="856282" y="110033"/>
                  <a:pt x="856122" y="109565"/>
                  <a:pt x="856122" y="109030"/>
                </a:cubicBezTo>
                <a:lnTo>
                  <a:pt x="856122" y="37414"/>
                </a:lnTo>
                <a:cubicBezTo>
                  <a:pt x="856122" y="36878"/>
                  <a:pt x="856255" y="36410"/>
                  <a:pt x="856523" y="36009"/>
                </a:cubicBezTo>
                <a:cubicBezTo>
                  <a:pt x="856791" y="35607"/>
                  <a:pt x="857272" y="35273"/>
                  <a:pt x="857968" y="35005"/>
                </a:cubicBezTo>
                <a:cubicBezTo>
                  <a:pt x="858664" y="34737"/>
                  <a:pt x="859560" y="34537"/>
                  <a:pt x="860658" y="34403"/>
                </a:cubicBezTo>
                <a:cubicBezTo>
                  <a:pt x="861755" y="34269"/>
                  <a:pt x="863133" y="34202"/>
                  <a:pt x="864792" y="34202"/>
                </a:cubicBezTo>
                <a:cubicBezTo>
                  <a:pt x="866505" y="34202"/>
                  <a:pt x="867924" y="34269"/>
                  <a:pt x="869048" y="34403"/>
                </a:cubicBezTo>
                <a:cubicBezTo>
                  <a:pt x="870172" y="34537"/>
                  <a:pt x="871041" y="34737"/>
                  <a:pt x="871657" y="35005"/>
                </a:cubicBezTo>
                <a:cubicBezTo>
                  <a:pt x="872273" y="35273"/>
                  <a:pt x="872714" y="35607"/>
                  <a:pt x="872982" y="36009"/>
                </a:cubicBezTo>
                <a:cubicBezTo>
                  <a:pt x="873249" y="36410"/>
                  <a:pt x="873383" y="36878"/>
                  <a:pt x="873383" y="37414"/>
                </a:cubicBezTo>
                <a:lnTo>
                  <a:pt x="873383" y="46326"/>
                </a:lnTo>
                <a:cubicBezTo>
                  <a:pt x="875257" y="43633"/>
                  <a:pt x="877023" y="41411"/>
                  <a:pt x="878682" y="39662"/>
                </a:cubicBezTo>
                <a:cubicBezTo>
                  <a:pt x="880341" y="37912"/>
                  <a:pt x="881920" y="36526"/>
                  <a:pt x="883419" y="35504"/>
                </a:cubicBezTo>
                <a:cubicBezTo>
                  <a:pt x="884918" y="34481"/>
                  <a:pt x="886416" y="33767"/>
                  <a:pt x="887915" y="33364"/>
                </a:cubicBezTo>
                <a:cubicBezTo>
                  <a:pt x="889414" y="32959"/>
                  <a:pt x="890913" y="32757"/>
                  <a:pt x="892411" y="32757"/>
                </a:cubicBezTo>
                <a:cubicBezTo>
                  <a:pt x="893107" y="32757"/>
                  <a:pt x="893856" y="32797"/>
                  <a:pt x="894659" y="32877"/>
                </a:cubicBezTo>
                <a:cubicBezTo>
                  <a:pt x="895462" y="32958"/>
                  <a:pt x="896292" y="33092"/>
                  <a:pt x="897148" y="33279"/>
                </a:cubicBezTo>
                <a:cubicBezTo>
                  <a:pt x="898005" y="33466"/>
                  <a:pt x="898754" y="33680"/>
                  <a:pt x="899396" y="33921"/>
                </a:cubicBezTo>
                <a:cubicBezTo>
                  <a:pt x="900038" y="34162"/>
                  <a:pt x="900507" y="34416"/>
                  <a:pt x="900801" y="34684"/>
                </a:cubicBezTo>
                <a:cubicBezTo>
                  <a:pt x="901096" y="34952"/>
                  <a:pt x="901310" y="35246"/>
                  <a:pt x="901443" y="35567"/>
                </a:cubicBezTo>
                <a:cubicBezTo>
                  <a:pt x="901577" y="35888"/>
                  <a:pt x="901698" y="36330"/>
                  <a:pt x="901805" y="36892"/>
                </a:cubicBezTo>
                <a:cubicBezTo>
                  <a:pt x="901912" y="37454"/>
                  <a:pt x="901992" y="38297"/>
                  <a:pt x="902046" y="39421"/>
                </a:cubicBezTo>
                <a:cubicBezTo>
                  <a:pt x="902099" y="40545"/>
                  <a:pt x="902126" y="42070"/>
                  <a:pt x="902126" y="43997"/>
                </a:cubicBezTo>
                <a:close/>
                <a:moveTo>
                  <a:pt x="982952" y="71122"/>
                </a:moveTo>
                <a:cubicBezTo>
                  <a:pt x="982952" y="73589"/>
                  <a:pt x="982403" y="75412"/>
                  <a:pt x="981306" y="76591"/>
                </a:cubicBezTo>
                <a:cubicBezTo>
                  <a:pt x="980208" y="77770"/>
                  <a:pt x="978696" y="78360"/>
                  <a:pt x="976769" y="78360"/>
                </a:cubicBezTo>
                <a:lnTo>
                  <a:pt x="933174" y="78360"/>
                </a:lnTo>
                <a:cubicBezTo>
                  <a:pt x="933174" y="81423"/>
                  <a:pt x="933535" y="84203"/>
                  <a:pt x="934257" y="86702"/>
                </a:cubicBezTo>
                <a:cubicBezTo>
                  <a:pt x="934980" y="89201"/>
                  <a:pt x="936131" y="91325"/>
                  <a:pt x="937710" y="93073"/>
                </a:cubicBezTo>
                <a:cubicBezTo>
                  <a:pt x="939289" y="94819"/>
                  <a:pt x="941323" y="96149"/>
                  <a:pt x="943812" y="97062"/>
                </a:cubicBezTo>
                <a:cubicBezTo>
                  <a:pt x="946301" y="97975"/>
                  <a:pt x="949285" y="98432"/>
                  <a:pt x="952764" y="98432"/>
                </a:cubicBezTo>
                <a:cubicBezTo>
                  <a:pt x="956296" y="98432"/>
                  <a:pt x="959401" y="98173"/>
                  <a:pt x="962077" y="97657"/>
                </a:cubicBezTo>
                <a:cubicBezTo>
                  <a:pt x="964753" y="97140"/>
                  <a:pt x="967068" y="96568"/>
                  <a:pt x="969022" y="95943"/>
                </a:cubicBezTo>
                <a:cubicBezTo>
                  <a:pt x="970975" y="95317"/>
                  <a:pt x="972595" y="94746"/>
                  <a:pt x="973879" y="94229"/>
                </a:cubicBezTo>
                <a:cubicBezTo>
                  <a:pt x="975164" y="93712"/>
                  <a:pt x="976207" y="93454"/>
                  <a:pt x="977010" y="93454"/>
                </a:cubicBezTo>
                <a:cubicBezTo>
                  <a:pt x="977492" y="93454"/>
                  <a:pt x="977893" y="93548"/>
                  <a:pt x="978215" y="93738"/>
                </a:cubicBezTo>
                <a:cubicBezTo>
                  <a:pt x="978536" y="93925"/>
                  <a:pt x="978803" y="94261"/>
                  <a:pt x="979017" y="94746"/>
                </a:cubicBezTo>
                <a:cubicBezTo>
                  <a:pt x="979232" y="95229"/>
                  <a:pt x="979379" y="95915"/>
                  <a:pt x="979459" y="96803"/>
                </a:cubicBezTo>
                <a:cubicBezTo>
                  <a:pt x="979539" y="97692"/>
                  <a:pt x="979579" y="98808"/>
                  <a:pt x="979579" y="100153"/>
                </a:cubicBezTo>
                <a:cubicBezTo>
                  <a:pt x="979579" y="101337"/>
                  <a:pt x="979553" y="102347"/>
                  <a:pt x="979499" y="103181"/>
                </a:cubicBezTo>
                <a:cubicBezTo>
                  <a:pt x="979446" y="104014"/>
                  <a:pt x="979365" y="104727"/>
                  <a:pt x="979258" y="105319"/>
                </a:cubicBezTo>
                <a:cubicBezTo>
                  <a:pt x="979151" y="105911"/>
                  <a:pt x="978991" y="106409"/>
                  <a:pt x="978777" y="106814"/>
                </a:cubicBezTo>
                <a:cubicBezTo>
                  <a:pt x="978563" y="107217"/>
                  <a:pt x="978281" y="107607"/>
                  <a:pt x="977934" y="107983"/>
                </a:cubicBezTo>
                <a:cubicBezTo>
                  <a:pt x="977586" y="108360"/>
                  <a:pt x="976636" y="108869"/>
                  <a:pt x="975083" y="109511"/>
                </a:cubicBezTo>
                <a:cubicBezTo>
                  <a:pt x="973531" y="110154"/>
                  <a:pt x="971551" y="110783"/>
                  <a:pt x="969142" y="111398"/>
                </a:cubicBezTo>
                <a:cubicBezTo>
                  <a:pt x="966734" y="112014"/>
                  <a:pt x="963977" y="112549"/>
                  <a:pt x="960873" y="113004"/>
                </a:cubicBezTo>
                <a:cubicBezTo>
                  <a:pt x="957768" y="113459"/>
                  <a:pt x="954450" y="113686"/>
                  <a:pt x="950917" y="113686"/>
                </a:cubicBezTo>
                <a:cubicBezTo>
                  <a:pt x="944548" y="113686"/>
                  <a:pt x="938968" y="112882"/>
                  <a:pt x="934177" y="111273"/>
                </a:cubicBezTo>
                <a:cubicBezTo>
                  <a:pt x="929387" y="109664"/>
                  <a:pt x="925386" y="107223"/>
                  <a:pt x="922174" y="103952"/>
                </a:cubicBezTo>
                <a:cubicBezTo>
                  <a:pt x="918963" y="100680"/>
                  <a:pt x="916568" y="96551"/>
                  <a:pt x="914989" y="91565"/>
                </a:cubicBezTo>
                <a:cubicBezTo>
                  <a:pt x="913410" y="86577"/>
                  <a:pt x="912620" y="80731"/>
                  <a:pt x="912620" y="74027"/>
                </a:cubicBezTo>
                <a:cubicBezTo>
                  <a:pt x="912620" y="67644"/>
                  <a:pt x="913450" y="61892"/>
                  <a:pt x="915109" y="56770"/>
                </a:cubicBezTo>
                <a:cubicBezTo>
                  <a:pt x="916768" y="51649"/>
                  <a:pt x="919177" y="47305"/>
                  <a:pt x="922335" y="43739"/>
                </a:cubicBezTo>
                <a:cubicBezTo>
                  <a:pt x="925493" y="40171"/>
                  <a:pt x="929333" y="37449"/>
                  <a:pt x="933856" y="35572"/>
                </a:cubicBezTo>
                <a:cubicBezTo>
                  <a:pt x="938379" y="33695"/>
                  <a:pt x="943477" y="32757"/>
                  <a:pt x="949151" y="32757"/>
                </a:cubicBezTo>
                <a:cubicBezTo>
                  <a:pt x="955145" y="32757"/>
                  <a:pt x="960270" y="33642"/>
                  <a:pt x="964526" y="35412"/>
                </a:cubicBezTo>
                <a:cubicBezTo>
                  <a:pt x="968781" y="37181"/>
                  <a:pt x="972273" y="39634"/>
                  <a:pt x="975003" y="42770"/>
                </a:cubicBezTo>
                <a:cubicBezTo>
                  <a:pt x="977733" y="45907"/>
                  <a:pt x="979740" y="49620"/>
                  <a:pt x="981025" y="53910"/>
                </a:cubicBezTo>
                <a:cubicBezTo>
                  <a:pt x="982309" y="58199"/>
                  <a:pt x="982952" y="62864"/>
                  <a:pt x="982952" y="67905"/>
                </a:cubicBezTo>
                <a:lnTo>
                  <a:pt x="982952" y="71122"/>
                </a:lnTo>
                <a:moveTo>
                  <a:pt x="963362" y="65354"/>
                </a:moveTo>
                <a:cubicBezTo>
                  <a:pt x="963522" y="59655"/>
                  <a:pt x="962385" y="55180"/>
                  <a:pt x="959949" y="51928"/>
                </a:cubicBezTo>
                <a:cubicBezTo>
                  <a:pt x="957514" y="48675"/>
                  <a:pt x="953754" y="47048"/>
                  <a:pt x="948669" y="47048"/>
                </a:cubicBezTo>
                <a:cubicBezTo>
                  <a:pt x="946100" y="47048"/>
                  <a:pt x="943865" y="47532"/>
                  <a:pt x="941965" y="48501"/>
                </a:cubicBezTo>
                <a:cubicBezTo>
                  <a:pt x="940065" y="49468"/>
                  <a:pt x="938486" y="50771"/>
                  <a:pt x="937228" y="52412"/>
                </a:cubicBezTo>
                <a:cubicBezTo>
                  <a:pt x="935970" y="54052"/>
                  <a:pt x="935007" y="55987"/>
                  <a:pt x="934338" y="58218"/>
                </a:cubicBezTo>
                <a:cubicBezTo>
                  <a:pt x="933669" y="60448"/>
                  <a:pt x="933281" y="62826"/>
                  <a:pt x="933174" y="65354"/>
                </a:cubicBezTo>
                <a:lnTo>
                  <a:pt x="963362" y="65354"/>
                </a:lnTo>
                <a:close/>
                <a:moveTo>
                  <a:pt x="1021256" y="48252"/>
                </a:moveTo>
                <a:cubicBezTo>
                  <a:pt x="1021256" y="50500"/>
                  <a:pt x="1021068" y="52374"/>
                  <a:pt x="1020694" y="53873"/>
                </a:cubicBezTo>
                <a:cubicBezTo>
                  <a:pt x="1020319" y="55371"/>
                  <a:pt x="1019690" y="56602"/>
                  <a:pt x="1018807" y="57566"/>
                </a:cubicBezTo>
                <a:cubicBezTo>
                  <a:pt x="1017924" y="58529"/>
                  <a:pt x="1016760" y="59212"/>
                  <a:pt x="1015314" y="59613"/>
                </a:cubicBezTo>
                <a:cubicBezTo>
                  <a:pt x="1013869" y="60014"/>
                  <a:pt x="1012049" y="60215"/>
                  <a:pt x="1009855" y="60215"/>
                </a:cubicBezTo>
                <a:cubicBezTo>
                  <a:pt x="1007660" y="60215"/>
                  <a:pt x="1005841" y="60014"/>
                  <a:pt x="1004395" y="59613"/>
                </a:cubicBezTo>
                <a:cubicBezTo>
                  <a:pt x="1002950" y="59212"/>
                  <a:pt x="1001786" y="58529"/>
                  <a:pt x="1000903" y="57566"/>
                </a:cubicBezTo>
                <a:cubicBezTo>
                  <a:pt x="1000020" y="56602"/>
                  <a:pt x="999418" y="55371"/>
                  <a:pt x="999096" y="53873"/>
                </a:cubicBezTo>
                <a:cubicBezTo>
                  <a:pt x="998775" y="52374"/>
                  <a:pt x="998615" y="50500"/>
                  <a:pt x="998615" y="48252"/>
                </a:cubicBezTo>
                <a:cubicBezTo>
                  <a:pt x="998615" y="45951"/>
                  <a:pt x="998775" y="44024"/>
                  <a:pt x="999096" y="42472"/>
                </a:cubicBezTo>
                <a:cubicBezTo>
                  <a:pt x="999418" y="40920"/>
                  <a:pt x="1000020" y="39662"/>
                  <a:pt x="1000903" y="38698"/>
                </a:cubicBezTo>
                <a:cubicBezTo>
                  <a:pt x="1001786" y="37735"/>
                  <a:pt x="1002950" y="37039"/>
                  <a:pt x="1004395" y="36611"/>
                </a:cubicBezTo>
                <a:cubicBezTo>
                  <a:pt x="1005841" y="36183"/>
                  <a:pt x="1007660" y="35969"/>
                  <a:pt x="1009855" y="35969"/>
                </a:cubicBezTo>
                <a:cubicBezTo>
                  <a:pt x="1012049" y="35969"/>
                  <a:pt x="1013869" y="36183"/>
                  <a:pt x="1015314" y="36611"/>
                </a:cubicBezTo>
                <a:cubicBezTo>
                  <a:pt x="1016760" y="37039"/>
                  <a:pt x="1017924" y="37735"/>
                  <a:pt x="1018807" y="38698"/>
                </a:cubicBezTo>
                <a:cubicBezTo>
                  <a:pt x="1019690" y="39662"/>
                  <a:pt x="1020319" y="40920"/>
                  <a:pt x="1020694" y="42472"/>
                </a:cubicBezTo>
                <a:cubicBezTo>
                  <a:pt x="1021068" y="44024"/>
                  <a:pt x="1021256" y="45951"/>
                  <a:pt x="1021256" y="48252"/>
                </a:cubicBezTo>
                <a:moveTo>
                  <a:pt x="1021256" y="100840"/>
                </a:moveTo>
                <a:cubicBezTo>
                  <a:pt x="1021256" y="103088"/>
                  <a:pt x="1021068" y="104975"/>
                  <a:pt x="1020694" y="106501"/>
                </a:cubicBezTo>
                <a:cubicBezTo>
                  <a:pt x="1020319" y="108026"/>
                  <a:pt x="1019690" y="109271"/>
                  <a:pt x="1018807" y="110234"/>
                </a:cubicBezTo>
                <a:cubicBezTo>
                  <a:pt x="1017924" y="111197"/>
                  <a:pt x="1016760" y="111880"/>
                  <a:pt x="1015314" y="112281"/>
                </a:cubicBezTo>
                <a:cubicBezTo>
                  <a:pt x="1013869" y="112683"/>
                  <a:pt x="1012049" y="112883"/>
                  <a:pt x="1009855" y="112883"/>
                </a:cubicBezTo>
                <a:cubicBezTo>
                  <a:pt x="1007660" y="112883"/>
                  <a:pt x="1005841" y="112683"/>
                  <a:pt x="1004395" y="112281"/>
                </a:cubicBezTo>
                <a:cubicBezTo>
                  <a:pt x="1002950" y="111880"/>
                  <a:pt x="1001786" y="111197"/>
                  <a:pt x="1000903" y="110234"/>
                </a:cubicBezTo>
                <a:cubicBezTo>
                  <a:pt x="1000020" y="109271"/>
                  <a:pt x="999418" y="108026"/>
                  <a:pt x="999096" y="106501"/>
                </a:cubicBezTo>
                <a:cubicBezTo>
                  <a:pt x="998775" y="104975"/>
                  <a:pt x="998615" y="103088"/>
                  <a:pt x="998615" y="100840"/>
                </a:cubicBezTo>
                <a:cubicBezTo>
                  <a:pt x="998615" y="98592"/>
                  <a:pt x="998775" y="96679"/>
                  <a:pt x="999096" y="95100"/>
                </a:cubicBezTo>
                <a:cubicBezTo>
                  <a:pt x="999418" y="93521"/>
                  <a:pt x="1000020" y="92250"/>
                  <a:pt x="1000903" y="91286"/>
                </a:cubicBezTo>
                <a:cubicBezTo>
                  <a:pt x="1001786" y="90323"/>
                  <a:pt x="1002950" y="89640"/>
                  <a:pt x="1004395" y="89239"/>
                </a:cubicBezTo>
                <a:cubicBezTo>
                  <a:pt x="1005841" y="88837"/>
                  <a:pt x="1007660" y="88637"/>
                  <a:pt x="1009855" y="88637"/>
                </a:cubicBezTo>
                <a:cubicBezTo>
                  <a:pt x="1012049" y="88637"/>
                  <a:pt x="1013869" y="88837"/>
                  <a:pt x="1015314" y="89239"/>
                </a:cubicBezTo>
                <a:cubicBezTo>
                  <a:pt x="1016760" y="89640"/>
                  <a:pt x="1017924" y="90323"/>
                  <a:pt x="1018807" y="91286"/>
                </a:cubicBezTo>
                <a:cubicBezTo>
                  <a:pt x="1019690" y="92250"/>
                  <a:pt x="1020319" y="93521"/>
                  <a:pt x="1020694" y="95100"/>
                </a:cubicBezTo>
                <a:cubicBezTo>
                  <a:pt x="1021068" y="96679"/>
                  <a:pt x="1021256" y="98592"/>
                  <a:pt x="1021256" y="1008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BrickSequence:">
            <a:extLst xmlns:a="http://schemas.openxmlformats.org/drawingml/2006/main">
              <a:ext uri="{FF2B5EF4-FFF2-40B4-BE49-F238E27FC236}">
                <a16:creationId xmlns:a16="http://schemas.microsoft.com/office/drawing/2014/main" id="{49C59B43-CD68-4FF3-84B9-13E9A1A2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02" y="496417"/>
            <a:ext cx="1045591" cy="140984"/>
          </a:xfrm>
          <a:custGeom xmlns:a="http://schemas.openxmlformats.org/drawingml/2006/main">
            <a:pathLst>
              <a:path w="1045591" h="140984">
                <a:moveTo>
                  <a:pt x="75229" y="80563"/>
                </a:moveTo>
                <a:cubicBezTo>
                  <a:pt x="75229" y="84261"/>
                  <a:pt x="74720" y="87611"/>
                  <a:pt x="73703" y="90614"/>
                </a:cubicBezTo>
                <a:cubicBezTo>
                  <a:pt x="72686" y="93616"/>
                  <a:pt x="71281" y="96270"/>
                  <a:pt x="69488" y="98575"/>
                </a:cubicBezTo>
                <a:cubicBezTo>
                  <a:pt x="67695" y="100878"/>
                  <a:pt x="65554" y="102861"/>
                  <a:pt x="63065" y="104524"/>
                </a:cubicBezTo>
                <a:cubicBezTo>
                  <a:pt x="60576" y="106184"/>
                  <a:pt x="57833" y="107551"/>
                  <a:pt x="54836" y="108623"/>
                </a:cubicBezTo>
                <a:cubicBezTo>
                  <a:pt x="51839" y="109695"/>
                  <a:pt x="48640" y="110487"/>
                  <a:pt x="45242" y="110997"/>
                </a:cubicBezTo>
                <a:cubicBezTo>
                  <a:pt x="41843" y="111505"/>
                  <a:pt x="38056" y="111759"/>
                  <a:pt x="33881" y="111759"/>
                </a:cubicBezTo>
                <a:lnTo>
                  <a:pt x="6262" y="111759"/>
                </a:lnTo>
                <a:cubicBezTo>
                  <a:pt x="4496" y="111759"/>
                  <a:pt x="3011" y="111238"/>
                  <a:pt x="1806" y="110194"/>
                </a:cubicBezTo>
                <a:cubicBezTo>
                  <a:pt x="602" y="109150"/>
                  <a:pt x="0" y="107451"/>
                  <a:pt x="0" y="105096"/>
                </a:cubicBezTo>
                <a:lnTo>
                  <a:pt x="0" y="14532"/>
                </a:lnTo>
                <a:cubicBezTo>
                  <a:pt x="0" y="12177"/>
                  <a:pt x="602" y="10477"/>
                  <a:pt x="1806" y="9434"/>
                </a:cubicBezTo>
                <a:cubicBezTo>
                  <a:pt x="3011" y="8390"/>
                  <a:pt x="4496" y="7868"/>
                  <a:pt x="6262" y="7868"/>
                </a:cubicBezTo>
                <a:lnTo>
                  <a:pt x="32356" y="7868"/>
                </a:lnTo>
                <a:cubicBezTo>
                  <a:pt x="38725" y="7868"/>
                  <a:pt x="44118" y="8403"/>
                  <a:pt x="48533" y="9471"/>
                </a:cubicBezTo>
                <a:cubicBezTo>
                  <a:pt x="52949" y="10540"/>
                  <a:pt x="56669" y="12157"/>
                  <a:pt x="59693" y="14321"/>
                </a:cubicBezTo>
                <a:cubicBezTo>
                  <a:pt x="62717" y="16484"/>
                  <a:pt x="65032" y="19222"/>
                  <a:pt x="66638" y="22536"/>
                </a:cubicBezTo>
                <a:cubicBezTo>
                  <a:pt x="68244" y="25849"/>
                  <a:pt x="69047" y="29750"/>
                  <a:pt x="69047" y="34237"/>
                </a:cubicBezTo>
                <a:cubicBezTo>
                  <a:pt x="69047" y="36750"/>
                  <a:pt x="68726" y="39115"/>
                  <a:pt x="68083" y="41333"/>
                </a:cubicBezTo>
                <a:cubicBezTo>
                  <a:pt x="67441" y="43549"/>
                  <a:pt x="66504" y="45566"/>
                  <a:pt x="65273" y="47384"/>
                </a:cubicBezTo>
                <a:cubicBezTo>
                  <a:pt x="64042" y="49201"/>
                  <a:pt x="62530" y="50804"/>
                  <a:pt x="60737" y="52194"/>
                </a:cubicBezTo>
                <a:cubicBezTo>
                  <a:pt x="58944" y="53582"/>
                  <a:pt x="56897" y="54704"/>
                  <a:pt x="54595" y="55559"/>
                </a:cubicBezTo>
                <a:cubicBezTo>
                  <a:pt x="57539" y="56094"/>
                  <a:pt x="60255" y="57032"/>
                  <a:pt x="62744" y="58374"/>
                </a:cubicBezTo>
                <a:cubicBezTo>
                  <a:pt x="65233" y="59713"/>
                  <a:pt x="67401" y="61442"/>
                  <a:pt x="69247" y="63560"/>
                </a:cubicBezTo>
                <a:cubicBezTo>
                  <a:pt x="71094" y="65676"/>
                  <a:pt x="72553" y="68154"/>
                  <a:pt x="73623" y="70996"/>
                </a:cubicBezTo>
                <a:cubicBezTo>
                  <a:pt x="74694" y="73836"/>
                  <a:pt x="75229" y="77025"/>
                  <a:pt x="75229" y="80563"/>
                </a:cubicBezTo>
                <a:moveTo>
                  <a:pt x="47931" y="36854"/>
                </a:moveTo>
                <a:cubicBezTo>
                  <a:pt x="47931" y="34778"/>
                  <a:pt x="47610" y="32916"/>
                  <a:pt x="46968" y="31267"/>
                </a:cubicBezTo>
                <a:cubicBezTo>
                  <a:pt x="46326" y="29618"/>
                  <a:pt x="45362" y="28248"/>
                  <a:pt x="44078" y="27157"/>
                </a:cubicBezTo>
                <a:cubicBezTo>
                  <a:pt x="42793" y="26066"/>
                  <a:pt x="41174" y="25228"/>
                  <a:pt x="39220" y="24643"/>
                </a:cubicBezTo>
                <a:cubicBezTo>
                  <a:pt x="37267" y="24058"/>
                  <a:pt x="34657" y="23765"/>
                  <a:pt x="31392" y="23765"/>
                </a:cubicBezTo>
                <a:lnTo>
                  <a:pt x="20714" y="23765"/>
                </a:lnTo>
                <a:lnTo>
                  <a:pt x="20714" y="50581"/>
                </a:lnTo>
                <a:lnTo>
                  <a:pt x="32516" y="50581"/>
                </a:lnTo>
                <a:cubicBezTo>
                  <a:pt x="35567" y="50581"/>
                  <a:pt x="38002" y="50222"/>
                  <a:pt x="39822" y="49504"/>
                </a:cubicBezTo>
                <a:cubicBezTo>
                  <a:pt x="41642" y="48785"/>
                  <a:pt x="43154" y="47801"/>
                  <a:pt x="44359" y="46551"/>
                </a:cubicBezTo>
                <a:cubicBezTo>
                  <a:pt x="45563" y="45300"/>
                  <a:pt x="46459" y="43837"/>
                  <a:pt x="47048" y="42161"/>
                </a:cubicBezTo>
                <a:cubicBezTo>
                  <a:pt x="47637" y="40485"/>
                  <a:pt x="47931" y="38716"/>
                  <a:pt x="47931" y="36854"/>
                </a:cubicBezTo>
                <a:moveTo>
                  <a:pt x="53311" y="81250"/>
                </a:moveTo>
                <a:cubicBezTo>
                  <a:pt x="53311" y="78842"/>
                  <a:pt x="52909" y="76687"/>
                  <a:pt x="52106" y="74787"/>
                </a:cubicBezTo>
                <a:cubicBezTo>
                  <a:pt x="51303" y="72887"/>
                  <a:pt x="50126" y="71295"/>
                  <a:pt x="48574" y="70010"/>
                </a:cubicBezTo>
                <a:cubicBezTo>
                  <a:pt x="47021" y="68726"/>
                  <a:pt x="45041" y="67735"/>
                  <a:pt x="42632" y="67040"/>
                </a:cubicBezTo>
                <a:cubicBezTo>
                  <a:pt x="40224" y="66344"/>
                  <a:pt x="37093" y="65996"/>
                  <a:pt x="33239" y="65996"/>
                </a:cubicBezTo>
                <a:lnTo>
                  <a:pt x="20714" y="65996"/>
                </a:lnTo>
                <a:lnTo>
                  <a:pt x="20714" y="95541"/>
                </a:lnTo>
                <a:lnTo>
                  <a:pt x="35969" y="95541"/>
                </a:lnTo>
                <a:cubicBezTo>
                  <a:pt x="38912" y="95541"/>
                  <a:pt x="41388" y="95234"/>
                  <a:pt x="43395" y="94618"/>
                </a:cubicBezTo>
                <a:cubicBezTo>
                  <a:pt x="45402" y="94003"/>
                  <a:pt x="47142" y="93093"/>
                  <a:pt x="48614" y="91888"/>
                </a:cubicBezTo>
                <a:cubicBezTo>
                  <a:pt x="50086" y="90684"/>
                  <a:pt x="51236" y="89185"/>
                  <a:pt x="52066" y="87392"/>
                </a:cubicBezTo>
                <a:cubicBezTo>
                  <a:pt x="52896" y="85599"/>
                  <a:pt x="53311" y="83552"/>
                  <a:pt x="53311" y="81250"/>
                </a:cubicBezTo>
                <a:close/>
                <a:moveTo>
                  <a:pt x="136057" y="43997"/>
                </a:moveTo>
                <a:cubicBezTo>
                  <a:pt x="136057" y="45924"/>
                  <a:pt x="136004" y="47503"/>
                  <a:pt x="135897" y="48734"/>
                </a:cubicBezTo>
                <a:cubicBezTo>
                  <a:pt x="135790" y="49965"/>
                  <a:pt x="135629" y="50929"/>
                  <a:pt x="135415" y="51624"/>
                </a:cubicBezTo>
                <a:cubicBezTo>
                  <a:pt x="135201" y="52320"/>
                  <a:pt x="134920" y="52802"/>
                  <a:pt x="134572" y="53070"/>
                </a:cubicBezTo>
                <a:cubicBezTo>
                  <a:pt x="134224" y="53337"/>
                  <a:pt x="133783" y="53471"/>
                  <a:pt x="133247" y="53471"/>
                </a:cubicBezTo>
                <a:cubicBezTo>
                  <a:pt x="132819" y="53471"/>
                  <a:pt x="132337" y="53377"/>
                  <a:pt x="131802" y="53190"/>
                </a:cubicBezTo>
                <a:cubicBezTo>
                  <a:pt x="131267" y="53003"/>
                  <a:pt x="130665" y="52802"/>
                  <a:pt x="129996" y="52588"/>
                </a:cubicBezTo>
                <a:cubicBezTo>
                  <a:pt x="129327" y="52374"/>
                  <a:pt x="128591" y="52173"/>
                  <a:pt x="127788" y="51986"/>
                </a:cubicBezTo>
                <a:cubicBezTo>
                  <a:pt x="126985" y="51798"/>
                  <a:pt x="126102" y="51705"/>
                  <a:pt x="125138" y="51705"/>
                </a:cubicBezTo>
                <a:cubicBezTo>
                  <a:pt x="124014" y="51705"/>
                  <a:pt x="122890" y="51934"/>
                  <a:pt x="121766" y="52392"/>
                </a:cubicBezTo>
                <a:cubicBezTo>
                  <a:pt x="120642" y="52849"/>
                  <a:pt x="119478" y="53562"/>
                  <a:pt x="118274" y="54532"/>
                </a:cubicBezTo>
                <a:cubicBezTo>
                  <a:pt x="117070" y="55503"/>
                  <a:pt x="115812" y="56795"/>
                  <a:pt x="114500" y="58411"/>
                </a:cubicBezTo>
                <a:cubicBezTo>
                  <a:pt x="113189" y="60027"/>
                  <a:pt x="111784" y="62020"/>
                  <a:pt x="110285" y="64390"/>
                </a:cubicBezTo>
                <a:lnTo>
                  <a:pt x="110285" y="109030"/>
                </a:lnTo>
                <a:cubicBezTo>
                  <a:pt x="110285" y="109565"/>
                  <a:pt x="110125" y="110033"/>
                  <a:pt x="109804" y="110435"/>
                </a:cubicBezTo>
                <a:cubicBezTo>
                  <a:pt x="109482" y="110836"/>
                  <a:pt x="108934" y="111171"/>
                  <a:pt x="108158" y="111438"/>
                </a:cubicBezTo>
                <a:cubicBezTo>
                  <a:pt x="107382" y="111706"/>
                  <a:pt x="106351" y="111907"/>
                  <a:pt x="105067" y="112040"/>
                </a:cubicBezTo>
                <a:cubicBezTo>
                  <a:pt x="103782" y="112174"/>
                  <a:pt x="102150" y="112241"/>
                  <a:pt x="100169" y="112241"/>
                </a:cubicBezTo>
                <a:cubicBezTo>
                  <a:pt x="98189" y="112241"/>
                  <a:pt x="96556" y="112174"/>
                  <a:pt x="95272" y="112040"/>
                </a:cubicBezTo>
                <a:cubicBezTo>
                  <a:pt x="93987" y="111907"/>
                  <a:pt x="92957" y="111706"/>
                  <a:pt x="92181" y="111438"/>
                </a:cubicBezTo>
                <a:cubicBezTo>
                  <a:pt x="91405" y="111171"/>
                  <a:pt x="90856" y="110836"/>
                  <a:pt x="90535" y="110435"/>
                </a:cubicBezTo>
                <a:cubicBezTo>
                  <a:pt x="90214" y="110033"/>
                  <a:pt x="90053" y="109565"/>
                  <a:pt x="90053" y="109030"/>
                </a:cubicBezTo>
                <a:lnTo>
                  <a:pt x="90053" y="37414"/>
                </a:lnTo>
                <a:cubicBezTo>
                  <a:pt x="90053" y="36878"/>
                  <a:pt x="90187" y="36410"/>
                  <a:pt x="90454" y="36009"/>
                </a:cubicBezTo>
                <a:cubicBezTo>
                  <a:pt x="90722" y="35607"/>
                  <a:pt x="91204" y="35273"/>
                  <a:pt x="91900" y="35005"/>
                </a:cubicBezTo>
                <a:cubicBezTo>
                  <a:pt x="92595" y="34737"/>
                  <a:pt x="93492" y="34537"/>
                  <a:pt x="94589" y="34403"/>
                </a:cubicBezTo>
                <a:cubicBezTo>
                  <a:pt x="95686" y="34269"/>
                  <a:pt x="97065" y="34202"/>
                  <a:pt x="98724" y="34202"/>
                </a:cubicBezTo>
                <a:cubicBezTo>
                  <a:pt x="100437" y="34202"/>
                  <a:pt x="101855" y="34269"/>
                  <a:pt x="102979" y="34403"/>
                </a:cubicBezTo>
                <a:cubicBezTo>
                  <a:pt x="104103" y="34537"/>
                  <a:pt x="104973" y="34737"/>
                  <a:pt x="105589" y="35005"/>
                </a:cubicBezTo>
                <a:cubicBezTo>
                  <a:pt x="106204" y="35273"/>
                  <a:pt x="106646" y="35607"/>
                  <a:pt x="106913" y="36009"/>
                </a:cubicBezTo>
                <a:cubicBezTo>
                  <a:pt x="107181" y="36410"/>
                  <a:pt x="107315" y="36878"/>
                  <a:pt x="107315" y="37414"/>
                </a:cubicBezTo>
                <a:lnTo>
                  <a:pt x="107315" y="46326"/>
                </a:lnTo>
                <a:cubicBezTo>
                  <a:pt x="109188" y="43633"/>
                  <a:pt x="110954" y="41411"/>
                  <a:pt x="112614" y="39662"/>
                </a:cubicBezTo>
                <a:cubicBezTo>
                  <a:pt x="114273" y="37912"/>
                  <a:pt x="115852" y="36526"/>
                  <a:pt x="117351" y="35504"/>
                </a:cubicBezTo>
                <a:cubicBezTo>
                  <a:pt x="118849" y="34481"/>
                  <a:pt x="120348" y="33767"/>
                  <a:pt x="121847" y="33364"/>
                </a:cubicBezTo>
                <a:cubicBezTo>
                  <a:pt x="123345" y="32959"/>
                  <a:pt x="124844" y="32757"/>
                  <a:pt x="126343" y="32757"/>
                </a:cubicBezTo>
                <a:cubicBezTo>
                  <a:pt x="127039" y="32757"/>
                  <a:pt x="127788" y="32797"/>
                  <a:pt x="128591" y="32877"/>
                </a:cubicBezTo>
                <a:cubicBezTo>
                  <a:pt x="129394" y="32958"/>
                  <a:pt x="130223" y="33092"/>
                  <a:pt x="131080" y="33279"/>
                </a:cubicBezTo>
                <a:cubicBezTo>
                  <a:pt x="131936" y="33466"/>
                  <a:pt x="132685" y="33680"/>
                  <a:pt x="133328" y="33921"/>
                </a:cubicBezTo>
                <a:cubicBezTo>
                  <a:pt x="133970" y="34162"/>
                  <a:pt x="134438" y="34416"/>
                  <a:pt x="134733" y="34684"/>
                </a:cubicBezTo>
                <a:cubicBezTo>
                  <a:pt x="135027" y="34952"/>
                  <a:pt x="135241" y="35246"/>
                  <a:pt x="135375" y="35567"/>
                </a:cubicBezTo>
                <a:cubicBezTo>
                  <a:pt x="135509" y="35888"/>
                  <a:pt x="135629" y="36330"/>
                  <a:pt x="135736" y="36892"/>
                </a:cubicBezTo>
                <a:cubicBezTo>
                  <a:pt x="135843" y="37454"/>
                  <a:pt x="135924" y="38297"/>
                  <a:pt x="135977" y="39421"/>
                </a:cubicBezTo>
                <a:cubicBezTo>
                  <a:pt x="136031" y="40545"/>
                  <a:pt x="136057" y="42070"/>
                  <a:pt x="136057" y="43997"/>
                </a:cubicBezTo>
                <a:close/>
                <a:moveTo>
                  <a:pt x="170959" y="109030"/>
                </a:moveTo>
                <a:cubicBezTo>
                  <a:pt x="170959" y="109565"/>
                  <a:pt x="170799" y="110033"/>
                  <a:pt x="170477" y="110435"/>
                </a:cubicBezTo>
                <a:cubicBezTo>
                  <a:pt x="170156" y="110836"/>
                  <a:pt x="169608" y="111171"/>
                  <a:pt x="168832" y="111438"/>
                </a:cubicBezTo>
                <a:cubicBezTo>
                  <a:pt x="168055" y="111706"/>
                  <a:pt x="167025" y="111907"/>
                  <a:pt x="165740" y="112040"/>
                </a:cubicBezTo>
                <a:cubicBezTo>
                  <a:pt x="164456" y="112174"/>
                  <a:pt x="162823" y="112241"/>
                  <a:pt x="160843" y="112241"/>
                </a:cubicBezTo>
                <a:cubicBezTo>
                  <a:pt x="158863" y="112241"/>
                  <a:pt x="157230" y="112174"/>
                  <a:pt x="155945" y="112040"/>
                </a:cubicBezTo>
                <a:cubicBezTo>
                  <a:pt x="154661" y="111907"/>
                  <a:pt x="153631" y="111706"/>
                  <a:pt x="152854" y="111438"/>
                </a:cubicBezTo>
                <a:cubicBezTo>
                  <a:pt x="152078" y="111171"/>
                  <a:pt x="151530" y="110836"/>
                  <a:pt x="151209" y="110435"/>
                </a:cubicBezTo>
                <a:cubicBezTo>
                  <a:pt x="150887" y="110033"/>
                  <a:pt x="150727" y="109565"/>
                  <a:pt x="150727" y="109030"/>
                </a:cubicBezTo>
                <a:lnTo>
                  <a:pt x="150727" y="37574"/>
                </a:lnTo>
                <a:cubicBezTo>
                  <a:pt x="150727" y="37039"/>
                  <a:pt x="150887" y="36571"/>
                  <a:pt x="151209" y="36169"/>
                </a:cubicBezTo>
                <a:cubicBezTo>
                  <a:pt x="151530" y="35768"/>
                  <a:pt x="152078" y="35420"/>
                  <a:pt x="152854" y="35126"/>
                </a:cubicBezTo>
                <a:cubicBezTo>
                  <a:pt x="153631" y="34831"/>
                  <a:pt x="154661" y="34604"/>
                  <a:pt x="155945" y="34443"/>
                </a:cubicBezTo>
                <a:cubicBezTo>
                  <a:pt x="157230" y="34283"/>
                  <a:pt x="158863" y="34202"/>
                  <a:pt x="160843" y="34202"/>
                </a:cubicBezTo>
                <a:cubicBezTo>
                  <a:pt x="162823" y="34202"/>
                  <a:pt x="164456" y="34283"/>
                  <a:pt x="165740" y="34443"/>
                </a:cubicBezTo>
                <a:cubicBezTo>
                  <a:pt x="167025" y="34604"/>
                  <a:pt x="168055" y="34831"/>
                  <a:pt x="168832" y="35126"/>
                </a:cubicBezTo>
                <a:cubicBezTo>
                  <a:pt x="169608" y="35420"/>
                  <a:pt x="170156" y="35768"/>
                  <a:pt x="170477" y="36169"/>
                </a:cubicBezTo>
                <a:cubicBezTo>
                  <a:pt x="170799" y="36571"/>
                  <a:pt x="170959" y="37039"/>
                  <a:pt x="170959" y="37574"/>
                </a:cubicBezTo>
                <a:lnTo>
                  <a:pt x="170959" y="109030"/>
                </a:lnTo>
                <a:moveTo>
                  <a:pt x="172485" y="13167"/>
                </a:moveTo>
                <a:cubicBezTo>
                  <a:pt x="172485" y="17235"/>
                  <a:pt x="171655" y="20045"/>
                  <a:pt x="169996" y="21597"/>
                </a:cubicBezTo>
                <a:cubicBezTo>
                  <a:pt x="168336" y="23149"/>
                  <a:pt x="165259" y="23926"/>
                  <a:pt x="160763" y="23926"/>
                </a:cubicBezTo>
                <a:cubicBezTo>
                  <a:pt x="156213" y="23926"/>
                  <a:pt x="153149" y="23176"/>
                  <a:pt x="151570" y="21677"/>
                </a:cubicBezTo>
                <a:cubicBezTo>
                  <a:pt x="149991" y="20179"/>
                  <a:pt x="149201" y="17476"/>
                  <a:pt x="149201" y="13568"/>
                </a:cubicBezTo>
                <a:cubicBezTo>
                  <a:pt x="149201" y="9501"/>
                  <a:pt x="150018" y="6677"/>
                  <a:pt x="151650" y="5098"/>
                </a:cubicBezTo>
                <a:cubicBezTo>
                  <a:pt x="153283" y="3519"/>
                  <a:pt x="156374" y="2730"/>
                  <a:pt x="160923" y="2730"/>
                </a:cubicBezTo>
                <a:cubicBezTo>
                  <a:pt x="165419" y="2730"/>
                  <a:pt x="168470" y="3492"/>
                  <a:pt x="170076" y="5018"/>
                </a:cubicBezTo>
                <a:cubicBezTo>
                  <a:pt x="171682" y="6543"/>
                  <a:pt x="172485" y="9260"/>
                  <a:pt x="172485" y="13167"/>
                </a:cubicBezTo>
                <a:close/>
                <a:moveTo>
                  <a:pt x="241423" y="97629"/>
                </a:moveTo>
                <a:cubicBezTo>
                  <a:pt x="241423" y="99021"/>
                  <a:pt x="241383" y="100185"/>
                  <a:pt x="241303" y="101121"/>
                </a:cubicBezTo>
                <a:cubicBezTo>
                  <a:pt x="241223" y="102058"/>
                  <a:pt x="241116" y="102848"/>
                  <a:pt x="240982" y="103490"/>
                </a:cubicBezTo>
                <a:cubicBezTo>
                  <a:pt x="240848" y="104132"/>
                  <a:pt x="240687" y="104654"/>
                  <a:pt x="240500" y="105055"/>
                </a:cubicBezTo>
                <a:cubicBezTo>
                  <a:pt x="240313" y="105457"/>
                  <a:pt x="239898" y="105965"/>
                  <a:pt x="239256" y="106581"/>
                </a:cubicBezTo>
                <a:cubicBezTo>
                  <a:pt x="238613" y="107196"/>
                  <a:pt x="237516" y="107946"/>
                  <a:pt x="235964" y="108829"/>
                </a:cubicBezTo>
                <a:cubicBezTo>
                  <a:pt x="234412" y="109712"/>
                  <a:pt x="232645" y="110502"/>
                  <a:pt x="230665" y="111197"/>
                </a:cubicBezTo>
                <a:cubicBezTo>
                  <a:pt x="228685" y="111893"/>
                  <a:pt x="226530" y="112455"/>
                  <a:pt x="224202" y="112883"/>
                </a:cubicBezTo>
                <a:cubicBezTo>
                  <a:pt x="221874" y="113312"/>
                  <a:pt x="219478" y="113526"/>
                  <a:pt x="217016" y="113526"/>
                </a:cubicBezTo>
                <a:cubicBezTo>
                  <a:pt x="211503" y="113526"/>
                  <a:pt x="206619" y="112669"/>
                  <a:pt x="202364" y="110957"/>
                </a:cubicBezTo>
                <a:cubicBezTo>
                  <a:pt x="198109" y="109244"/>
                  <a:pt x="194536" y="106715"/>
                  <a:pt x="191646" y="103369"/>
                </a:cubicBezTo>
                <a:cubicBezTo>
                  <a:pt x="188755" y="100024"/>
                  <a:pt x="186574" y="95943"/>
                  <a:pt x="185102" y="91126"/>
                </a:cubicBezTo>
                <a:cubicBezTo>
                  <a:pt x="183630" y="86308"/>
                  <a:pt x="182894" y="80795"/>
                  <a:pt x="182894" y="74587"/>
                </a:cubicBezTo>
                <a:cubicBezTo>
                  <a:pt x="182894" y="67414"/>
                  <a:pt x="183791" y="61219"/>
                  <a:pt x="185584" y="56000"/>
                </a:cubicBezTo>
                <a:cubicBezTo>
                  <a:pt x="187377" y="50781"/>
                  <a:pt x="189879" y="46459"/>
                  <a:pt x="193091" y="43034"/>
                </a:cubicBezTo>
                <a:cubicBezTo>
                  <a:pt x="196302" y="39608"/>
                  <a:pt x="200102" y="37066"/>
                  <a:pt x="204491" y="35407"/>
                </a:cubicBezTo>
                <a:cubicBezTo>
                  <a:pt x="208880" y="33747"/>
                  <a:pt x="213698" y="32918"/>
                  <a:pt x="218943" y="32918"/>
                </a:cubicBezTo>
                <a:cubicBezTo>
                  <a:pt x="221084" y="32918"/>
                  <a:pt x="223185" y="33105"/>
                  <a:pt x="225246" y="33480"/>
                </a:cubicBezTo>
                <a:cubicBezTo>
                  <a:pt x="227306" y="33854"/>
                  <a:pt x="229233" y="34363"/>
                  <a:pt x="231026" y="35005"/>
                </a:cubicBezTo>
                <a:cubicBezTo>
                  <a:pt x="232819" y="35647"/>
                  <a:pt x="234425" y="36370"/>
                  <a:pt x="235843" y="37173"/>
                </a:cubicBezTo>
                <a:cubicBezTo>
                  <a:pt x="237262" y="37976"/>
                  <a:pt x="238265" y="38672"/>
                  <a:pt x="238854" y="39260"/>
                </a:cubicBezTo>
                <a:cubicBezTo>
                  <a:pt x="239443" y="39849"/>
                  <a:pt x="239858" y="40344"/>
                  <a:pt x="240099" y="40746"/>
                </a:cubicBezTo>
                <a:cubicBezTo>
                  <a:pt x="240340" y="41147"/>
                  <a:pt x="240527" y="41669"/>
                  <a:pt x="240661" y="42311"/>
                </a:cubicBezTo>
                <a:cubicBezTo>
                  <a:pt x="240795" y="42954"/>
                  <a:pt x="240902" y="43743"/>
                  <a:pt x="240982" y="44680"/>
                </a:cubicBezTo>
                <a:cubicBezTo>
                  <a:pt x="241062" y="45616"/>
                  <a:pt x="241102" y="46754"/>
                  <a:pt x="241102" y="48092"/>
                </a:cubicBezTo>
                <a:cubicBezTo>
                  <a:pt x="241102" y="51196"/>
                  <a:pt x="240835" y="53377"/>
                  <a:pt x="240299" y="54635"/>
                </a:cubicBezTo>
                <a:cubicBezTo>
                  <a:pt x="239764" y="55893"/>
                  <a:pt x="239068" y="56522"/>
                  <a:pt x="238212" y="56522"/>
                </a:cubicBezTo>
                <a:cubicBezTo>
                  <a:pt x="237302" y="56522"/>
                  <a:pt x="236339" y="56147"/>
                  <a:pt x="235322" y="55398"/>
                </a:cubicBezTo>
                <a:cubicBezTo>
                  <a:pt x="234305" y="54649"/>
                  <a:pt x="233100" y="53819"/>
                  <a:pt x="231709" y="52909"/>
                </a:cubicBezTo>
                <a:cubicBezTo>
                  <a:pt x="230317" y="51999"/>
                  <a:pt x="228658" y="51170"/>
                  <a:pt x="226731" y="50420"/>
                </a:cubicBezTo>
                <a:cubicBezTo>
                  <a:pt x="224804" y="49671"/>
                  <a:pt x="222502" y="49296"/>
                  <a:pt x="219826" y="49296"/>
                </a:cubicBezTo>
                <a:cubicBezTo>
                  <a:pt x="214581" y="49296"/>
                  <a:pt x="210566" y="51317"/>
                  <a:pt x="207783" y="55358"/>
                </a:cubicBezTo>
                <a:cubicBezTo>
                  <a:pt x="205000" y="59399"/>
                  <a:pt x="203608" y="65327"/>
                  <a:pt x="203608" y="73141"/>
                </a:cubicBezTo>
                <a:cubicBezTo>
                  <a:pt x="203608" y="76995"/>
                  <a:pt x="203956" y="80394"/>
                  <a:pt x="204652" y="83338"/>
                </a:cubicBezTo>
                <a:cubicBezTo>
                  <a:pt x="205348" y="86282"/>
                  <a:pt x="206378" y="88744"/>
                  <a:pt x="207743" y="90724"/>
                </a:cubicBezTo>
                <a:cubicBezTo>
                  <a:pt x="209108" y="92705"/>
                  <a:pt x="210821" y="94190"/>
                  <a:pt x="212881" y="95180"/>
                </a:cubicBezTo>
                <a:cubicBezTo>
                  <a:pt x="214942" y="96170"/>
                  <a:pt x="217337" y="96665"/>
                  <a:pt x="220067" y="96665"/>
                </a:cubicBezTo>
                <a:cubicBezTo>
                  <a:pt x="222850" y="96665"/>
                  <a:pt x="225246" y="96251"/>
                  <a:pt x="227253" y="95421"/>
                </a:cubicBezTo>
                <a:cubicBezTo>
                  <a:pt x="229260" y="94591"/>
                  <a:pt x="231013" y="93668"/>
                  <a:pt x="232512" y="92651"/>
                </a:cubicBezTo>
                <a:cubicBezTo>
                  <a:pt x="234010" y="91634"/>
                  <a:pt x="235268" y="90711"/>
                  <a:pt x="236285" y="89881"/>
                </a:cubicBezTo>
                <a:cubicBezTo>
                  <a:pt x="237302" y="89052"/>
                  <a:pt x="238158" y="88637"/>
                  <a:pt x="238854" y="88637"/>
                </a:cubicBezTo>
                <a:cubicBezTo>
                  <a:pt x="239336" y="88637"/>
                  <a:pt x="239737" y="88771"/>
                  <a:pt x="240059" y="89038"/>
                </a:cubicBezTo>
                <a:cubicBezTo>
                  <a:pt x="240380" y="89306"/>
                  <a:pt x="240634" y="89801"/>
                  <a:pt x="240821" y="90524"/>
                </a:cubicBezTo>
                <a:cubicBezTo>
                  <a:pt x="241009" y="91246"/>
                  <a:pt x="241156" y="92169"/>
                  <a:pt x="241263" y="93293"/>
                </a:cubicBezTo>
                <a:cubicBezTo>
                  <a:pt x="241370" y="94417"/>
                  <a:pt x="241423" y="95863"/>
                  <a:pt x="241423" y="97629"/>
                </a:cubicBezTo>
                <a:close/>
                <a:moveTo>
                  <a:pt x="320710" y="109110"/>
                </a:moveTo>
                <a:cubicBezTo>
                  <a:pt x="320710" y="109645"/>
                  <a:pt x="320562" y="110114"/>
                  <a:pt x="320268" y="110515"/>
                </a:cubicBezTo>
                <a:cubicBezTo>
                  <a:pt x="319974" y="110916"/>
                  <a:pt x="319438" y="111238"/>
                  <a:pt x="318662" y="111478"/>
                </a:cubicBezTo>
                <a:cubicBezTo>
                  <a:pt x="317886" y="111719"/>
                  <a:pt x="316829" y="111907"/>
                  <a:pt x="315491" y="112040"/>
                </a:cubicBezTo>
                <a:cubicBezTo>
                  <a:pt x="314153" y="112174"/>
                  <a:pt x="312413" y="112241"/>
                  <a:pt x="310272" y="112241"/>
                </a:cubicBezTo>
                <a:cubicBezTo>
                  <a:pt x="308078" y="112241"/>
                  <a:pt x="306298" y="112188"/>
                  <a:pt x="304933" y="112081"/>
                </a:cubicBezTo>
                <a:cubicBezTo>
                  <a:pt x="303568" y="111974"/>
                  <a:pt x="302444" y="111800"/>
                  <a:pt x="301561" y="111559"/>
                </a:cubicBezTo>
                <a:cubicBezTo>
                  <a:pt x="300678" y="111318"/>
                  <a:pt x="299996" y="110983"/>
                  <a:pt x="299514" y="110555"/>
                </a:cubicBezTo>
                <a:cubicBezTo>
                  <a:pt x="299032" y="110127"/>
                  <a:pt x="298604" y="109565"/>
                  <a:pt x="298229" y="108869"/>
                </a:cubicBezTo>
                <a:lnTo>
                  <a:pt x="274384" y="71134"/>
                </a:lnTo>
                <a:lnTo>
                  <a:pt x="274384" y="109030"/>
                </a:lnTo>
                <a:cubicBezTo>
                  <a:pt x="274384" y="109565"/>
                  <a:pt x="274224" y="110033"/>
                  <a:pt x="273902" y="110435"/>
                </a:cubicBezTo>
                <a:cubicBezTo>
                  <a:pt x="273581" y="110836"/>
                  <a:pt x="273033" y="111171"/>
                  <a:pt x="272257" y="111438"/>
                </a:cubicBezTo>
                <a:cubicBezTo>
                  <a:pt x="271480" y="111706"/>
                  <a:pt x="270450" y="111907"/>
                  <a:pt x="269165" y="112040"/>
                </a:cubicBezTo>
                <a:cubicBezTo>
                  <a:pt x="267881" y="112174"/>
                  <a:pt x="266248" y="112241"/>
                  <a:pt x="264268" y="112241"/>
                </a:cubicBezTo>
                <a:cubicBezTo>
                  <a:pt x="262288" y="112241"/>
                  <a:pt x="260655" y="112174"/>
                  <a:pt x="259370" y="112040"/>
                </a:cubicBezTo>
                <a:cubicBezTo>
                  <a:pt x="258086" y="111907"/>
                  <a:pt x="257056" y="111706"/>
                  <a:pt x="256279" y="111438"/>
                </a:cubicBezTo>
                <a:cubicBezTo>
                  <a:pt x="255503" y="111171"/>
                  <a:pt x="254955" y="110836"/>
                  <a:pt x="254634" y="110435"/>
                </a:cubicBezTo>
                <a:cubicBezTo>
                  <a:pt x="254312" y="110033"/>
                  <a:pt x="254152" y="109565"/>
                  <a:pt x="254152" y="109030"/>
                </a:cubicBezTo>
                <a:lnTo>
                  <a:pt x="254152" y="3452"/>
                </a:lnTo>
                <a:cubicBezTo>
                  <a:pt x="254152" y="2917"/>
                  <a:pt x="254312" y="2435"/>
                  <a:pt x="254634" y="2007"/>
                </a:cubicBezTo>
                <a:cubicBezTo>
                  <a:pt x="254955" y="1579"/>
                  <a:pt x="255503" y="1218"/>
                  <a:pt x="256279" y="923"/>
                </a:cubicBezTo>
                <a:cubicBezTo>
                  <a:pt x="257056" y="629"/>
                  <a:pt x="258086" y="401"/>
                  <a:pt x="259370" y="241"/>
                </a:cubicBezTo>
                <a:cubicBezTo>
                  <a:pt x="260655" y="80"/>
                  <a:pt x="262288" y="0"/>
                  <a:pt x="264268" y="0"/>
                </a:cubicBezTo>
                <a:cubicBezTo>
                  <a:pt x="266248" y="0"/>
                  <a:pt x="267881" y="80"/>
                  <a:pt x="269165" y="241"/>
                </a:cubicBezTo>
                <a:cubicBezTo>
                  <a:pt x="270450" y="401"/>
                  <a:pt x="271480" y="629"/>
                  <a:pt x="272257" y="923"/>
                </a:cubicBezTo>
                <a:cubicBezTo>
                  <a:pt x="273033" y="1218"/>
                  <a:pt x="273581" y="1579"/>
                  <a:pt x="273902" y="2007"/>
                </a:cubicBezTo>
                <a:cubicBezTo>
                  <a:pt x="274224" y="2435"/>
                  <a:pt x="274384" y="2917"/>
                  <a:pt x="274384" y="3452"/>
                </a:cubicBezTo>
                <a:lnTo>
                  <a:pt x="274384" y="66317"/>
                </a:lnTo>
                <a:lnTo>
                  <a:pt x="295580" y="37815"/>
                </a:lnTo>
                <a:cubicBezTo>
                  <a:pt x="296008" y="37173"/>
                  <a:pt x="296490" y="36611"/>
                  <a:pt x="297025" y="36129"/>
                </a:cubicBezTo>
                <a:cubicBezTo>
                  <a:pt x="297560" y="35647"/>
                  <a:pt x="298269" y="35273"/>
                  <a:pt x="299153" y="35005"/>
                </a:cubicBezTo>
                <a:cubicBezTo>
                  <a:pt x="300036" y="34737"/>
                  <a:pt x="301133" y="34537"/>
                  <a:pt x="302444" y="34403"/>
                </a:cubicBezTo>
                <a:cubicBezTo>
                  <a:pt x="303756" y="34269"/>
                  <a:pt x="305428" y="34202"/>
                  <a:pt x="307462" y="34202"/>
                </a:cubicBezTo>
                <a:cubicBezTo>
                  <a:pt x="309443" y="34202"/>
                  <a:pt x="311115" y="34269"/>
                  <a:pt x="312480" y="34403"/>
                </a:cubicBezTo>
                <a:cubicBezTo>
                  <a:pt x="313845" y="34537"/>
                  <a:pt x="314942" y="34737"/>
                  <a:pt x="315772" y="35005"/>
                </a:cubicBezTo>
                <a:cubicBezTo>
                  <a:pt x="316602" y="35273"/>
                  <a:pt x="317177" y="35607"/>
                  <a:pt x="317498" y="36009"/>
                </a:cubicBezTo>
                <a:cubicBezTo>
                  <a:pt x="317819" y="36410"/>
                  <a:pt x="317980" y="36905"/>
                  <a:pt x="317980" y="37494"/>
                </a:cubicBezTo>
                <a:cubicBezTo>
                  <a:pt x="317980" y="38297"/>
                  <a:pt x="317779" y="39153"/>
                  <a:pt x="317378" y="40063"/>
                </a:cubicBezTo>
                <a:cubicBezTo>
                  <a:pt x="316976" y="40973"/>
                  <a:pt x="316374" y="41937"/>
                  <a:pt x="315571" y="42954"/>
                </a:cubicBezTo>
                <a:lnTo>
                  <a:pt x="294616" y="66718"/>
                </a:lnTo>
                <a:lnTo>
                  <a:pt x="318863" y="104212"/>
                </a:lnTo>
                <a:cubicBezTo>
                  <a:pt x="319505" y="105283"/>
                  <a:pt x="319974" y="106206"/>
                  <a:pt x="320268" y="106982"/>
                </a:cubicBezTo>
                <a:cubicBezTo>
                  <a:pt x="320562" y="107758"/>
                  <a:pt x="320710" y="108468"/>
                  <a:pt x="320710" y="109110"/>
                </a:cubicBezTo>
                <a:close/>
                <a:moveTo>
                  <a:pt x="432529" y="80638"/>
                </a:moveTo>
                <a:cubicBezTo>
                  <a:pt x="432529" y="86106"/>
                  <a:pt x="431512" y="90904"/>
                  <a:pt x="429478" y="95032"/>
                </a:cubicBezTo>
                <a:cubicBezTo>
                  <a:pt x="427444" y="99160"/>
                  <a:pt x="424688" y="102604"/>
                  <a:pt x="421208" y="105364"/>
                </a:cubicBezTo>
                <a:cubicBezTo>
                  <a:pt x="417729" y="108124"/>
                  <a:pt x="413661" y="110201"/>
                  <a:pt x="409005" y="111596"/>
                </a:cubicBezTo>
                <a:cubicBezTo>
                  <a:pt x="404348" y="112990"/>
                  <a:pt x="399370" y="113686"/>
                  <a:pt x="394071" y="113686"/>
                </a:cubicBezTo>
                <a:cubicBezTo>
                  <a:pt x="390485" y="113686"/>
                  <a:pt x="387153" y="113394"/>
                  <a:pt x="384076" y="112811"/>
                </a:cubicBezTo>
                <a:cubicBezTo>
                  <a:pt x="380998" y="112227"/>
                  <a:pt x="378282" y="111524"/>
                  <a:pt x="375927" y="110703"/>
                </a:cubicBezTo>
                <a:cubicBezTo>
                  <a:pt x="373572" y="109880"/>
                  <a:pt x="371605" y="109018"/>
                  <a:pt x="370026" y="108116"/>
                </a:cubicBezTo>
                <a:cubicBezTo>
                  <a:pt x="368447" y="107215"/>
                  <a:pt x="367309" y="106419"/>
                  <a:pt x="366613" y="105730"/>
                </a:cubicBezTo>
                <a:cubicBezTo>
                  <a:pt x="365918" y="105040"/>
                  <a:pt x="365422" y="104035"/>
                  <a:pt x="365128" y="102717"/>
                </a:cubicBezTo>
                <a:cubicBezTo>
                  <a:pt x="364834" y="101399"/>
                  <a:pt x="364686" y="99503"/>
                  <a:pt x="364686" y="97029"/>
                </a:cubicBezTo>
                <a:cubicBezTo>
                  <a:pt x="364686" y="95362"/>
                  <a:pt x="364740" y="93963"/>
                  <a:pt x="364847" y="92834"/>
                </a:cubicBezTo>
                <a:cubicBezTo>
                  <a:pt x="364954" y="91705"/>
                  <a:pt x="365128" y="90791"/>
                  <a:pt x="365369" y="90092"/>
                </a:cubicBezTo>
                <a:cubicBezTo>
                  <a:pt x="365610" y="89393"/>
                  <a:pt x="365931" y="88895"/>
                  <a:pt x="366332" y="88599"/>
                </a:cubicBezTo>
                <a:cubicBezTo>
                  <a:pt x="366734" y="88303"/>
                  <a:pt x="367202" y="88155"/>
                  <a:pt x="367737" y="88155"/>
                </a:cubicBezTo>
                <a:cubicBezTo>
                  <a:pt x="368487" y="88155"/>
                  <a:pt x="369544" y="88597"/>
                  <a:pt x="370909" y="89480"/>
                </a:cubicBezTo>
                <a:cubicBezTo>
                  <a:pt x="372274" y="90363"/>
                  <a:pt x="374026" y="91340"/>
                  <a:pt x="376167" y="92410"/>
                </a:cubicBezTo>
                <a:cubicBezTo>
                  <a:pt x="378308" y="93481"/>
                  <a:pt x="380864" y="94458"/>
                  <a:pt x="383835" y="95341"/>
                </a:cubicBezTo>
                <a:cubicBezTo>
                  <a:pt x="386805" y="96224"/>
                  <a:pt x="390244" y="96665"/>
                  <a:pt x="394152" y="96665"/>
                </a:cubicBezTo>
                <a:cubicBezTo>
                  <a:pt x="396721" y="96665"/>
                  <a:pt x="399022" y="96357"/>
                  <a:pt x="401056" y="95740"/>
                </a:cubicBezTo>
                <a:cubicBezTo>
                  <a:pt x="403090" y="95121"/>
                  <a:pt x="404817" y="94248"/>
                  <a:pt x="406235" y="93120"/>
                </a:cubicBezTo>
                <a:cubicBezTo>
                  <a:pt x="407653" y="91993"/>
                  <a:pt x="408737" y="90597"/>
                  <a:pt x="409487" y="88933"/>
                </a:cubicBezTo>
                <a:cubicBezTo>
                  <a:pt x="410236" y="87267"/>
                  <a:pt x="410611" y="85414"/>
                  <a:pt x="410611" y="83373"/>
                </a:cubicBezTo>
                <a:cubicBezTo>
                  <a:pt x="410611" y="81015"/>
                  <a:pt x="409968" y="78991"/>
                  <a:pt x="408684" y="77304"/>
                </a:cubicBezTo>
                <a:cubicBezTo>
                  <a:pt x="407399" y="75614"/>
                  <a:pt x="405726" y="74113"/>
                  <a:pt x="403666" y="72800"/>
                </a:cubicBezTo>
                <a:cubicBezTo>
                  <a:pt x="401605" y="71487"/>
                  <a:pt x="399263" y="70254"/>
                  <a:pt x="396641" y="69102"/>
                </a:cubicBezTo>
                <a:cubicBezTo>
                  <a:pt x="394018" y="67948"/>
                  <a:pt x="391315" y="66728"/>
                  <a:pt x="388532" y="65441"/>
                </a:cubicBezTo>
                <a:cubicBezTo>
                  <a:pt x="385748" y="64155"/>
                  <a:pt x="383045" y="62695"/>
                  <a:pt x="380423" y="61061"/>
                </a:cubicBezTo>
                <a:cubicBezTo>
                  <a:pt x="377800" y="59425"/>
                  <a:pt x="375458" y="57468"/>
                  <a:pt x="373398" y="55190"/>
                </a:cubicBezTo>
                <a:cubicBezTo>
                  <a:pt x="371337" y="52912"/>
                  <a:pt x="369664" y="50219"/>
                  <a:pt x="368380" y="47111"/>
                </a:cubicBezTo>
                <a:cubicBezTo>
                  <a:pt x="367095" y="44001"/>
                  <a:pt x="366453" y="40276"/>
                  <a:pt x="366453" y="35933"/>
                </a:cubicBezTo>
                <a:cubicBezTo>
                  <a:pt x="366453" y="30947"/>
                  <a:pt x="367376" y="26565"/>
                  <a:pt x="369223" y="22786"/>
                </a:cubicBezTo>
                <a:cubicBezTo>
                  <a:pt x="371069" y="19008"/>
                  <a:pt x="373558" y="15873"/>
                  <a:pt x="376689" y="13380"/>
                </a:cubicBezTo>
                <a:cubicBezTo>
                  <a:pt x="379821" y="10886"/>
                  <a:pt x="383514" y="9023"/>
                  <a:pt x="387769" y="7790"/>
                </a:cubicBezTo>
                <a:cubicBezTo>
                  <a:pt x="392024" y="6558"/>
                  <a:pt x="396534" y="5941"/>
                  <a:pt x="401297" y="5941"/>
                </a:cubicBezTo>
                <a:cubicBezTo>
                  <a:pt x="403759" y="5941"/>
                  <a:pt x="406222" y="6129"/>
                  <a:pt x="408684" y="6503"/>
                </a:cubicBezTo>
                <a:cubicBezTo>
                  <a:pt x="411146" y="6878"/>
                  <a:pt x="413447" y="7386"/>
                  <a:pt x="415588" y="8029"/>
                </a:cubicBezTo>
                <a:cubicBezTo>
                  <a:pt x="417729" y="8671"/>
                  <a:pt x="419629" y="9394"/>
                  <a:pt x="421289" y="10196"/>
                </a:cubicBezTo>
                <a:cubicBezTo>
                  <a:pt x="422948" y="10999"/>
                  <a:pt x="424045" y="11668"/>
                  <a:pt x="424580" y="12204"/>
                </a:cubicBezTo>
                <a:cubicBezTo>
                  <a:pt x="425116" y="12739"/>
                  <a:pt x="425477" y="13195"/>
                  <a:pt x="425664" y="13571"/>
                </a:cubicBezTo>
                <a:cubicBezTo>
                  <a:pt x="425852" y="13947"/>
                  <a:pt x="426012" y="14445"/>
                  <a:pt x="426146" y="15064"/>
                </a:cubicBezTo>
                <a:cubicBezTo>
                  <a:pt x="426280" y="15683"/>
                  <a:pt x="426374" y="16463"/>
                  <a:pt x="426427" y="17405"/>
                </a:cubicBezTo>
                <a:cubicBezTo>
                  <a:pt x="426481" y="18345"/>
                  <a:pt x="426507" y="19514"/>
                  <a:pt x="426507" y="20912"/>
                </a:cubicBezTo>
                <a:cubicBezTo>
                  <a:pt x="426507" y="22473"/>
                  <a:pt x="426467" y="23791"/>
                  <a:pt x="426387" y="24866"/>
                </a:cubicBezTo>
                <a:cubicBezTo>
                  <a:pt x="426307" y="25942"/>
                  <a:pt x="426173" y="26829"/>
                  <a:pt x="425986" y="27528"/>
                </a:cubicBezTo>
                <a:cubicBezTo>
                  <a:pt x="425798" y="28228"/>
                  <a:pt x="425531" y="28739"/>
                  <a:pt x="425183" y="29061"/>
                </a:cubicBezTo>
                <a:cubicBezTo>
                  <a:pt x="424835" y="29384"/>
                  <a:pt x="424366" y="29546"/>
                  <a:pt x="423778" y="29546"/>
                </a:cubicBezTo>
                <a:cubicBezTo>
                  <a:pt x="423189" y="29546"/>
                  <a:pt x="422252" y="29171"/>
                  <a:pt x="420968" y="28422"/>
                </a:cubicBezTo>
                <a:cubicBezTo>
                  <a:pt x="419683" y="27672"/>
                  <a:pt x="418104" y="26856"/>
                  <a:pt x="416231" y="25973"/>
                </a:cubicBezTo>
                <a:cubicBezTo>
                  <a:pt x="414357" y="25090"/>
                  <a:pt x="412190" y="24287"/>
                  <a:pt x="409727" y="23564"/>
                </a:cubicBezTo>
                <a:cubicBezTo>
                  <a:pt x="407265" y="22842"/>
                  <a:pt x="404562" y="22480"/>
                  <a:pt x="401618" y="22480"/>
                </a:cubicBezTo>
                <a:cubicBezTo>
                  <a:pt x="399317" y="22480"/>
                  <a:pt x="397310" y="22761"/>
                  <a:pt x="395597" y="23321"/>
                </a:cubicBezTo>
                <a:cubicBezTo>
                  <a:pt x="393884" y="23881"/>
                  <a:pt x="392452" y="24655"/>
                  <a:pt x="391302" y="25642"/>
                </a:cubicBezTo>
                <a:cubicBezTo>
                  <a:pt x="390151" y="26627"/>
                  <a:pt x="389294" y="27813"/>
                  <a:pt x="388732" y="29199"/>
                </a:cubicBezTo>
                <a:cubicBezTo>
                  <a:pt x="388170" y="30586"/>
                  <a:pt x="387889" y="32053"/>
                  <a:pt x="387889" y="33600"/>
                </a:cubicBezTo>
                <a:cubicBezTo>
                  <a:pt x="387889" y="35905"/>
                  <a:pt x="388518" y="37902"/>
                  <a:pt x="389776" y="39591"/>
                </a:cubicBezTo>
                <a:cubicBezTo>
                  <a:pt x="391034" y="41279"/>
                  <a:pt x="392720" y="42780"/>
                  <a:pt x="394834" y="44093"/>
                </a:cubicBezTo>
                <a:cubicBezTo>
                  <a:pt x="396948" y="45406"/>
                  <a:pt x="399344" y="46639"/>
                  <a:pt x="402020" y="47793"/>
                </a:cubicBezTo>
                <a:cubicBezTo>
                  <a:pt x="404696" y="48946"/>
                  <a:pt x="407426" y="50165"/>
                  <a:pt x="410209" y="51451"/>
                </a:cubicBezTo>
                <a:cubicBezTo>
                  <a:pt x="412992" y="52738"/>
                  <a:pt x="415722" y="54199"/>
                  <a:pt x="418398" y="55835"/>
                </a:cubicBezTo>
                <a:cubicBezTo>
                  <a:pt x="421075" y="57469"/>
                  <a:pt x="423456" y="59425"/>
                  <a:pt x="425544" y="61703"/>
                </a:cubicBezTo>
                <a:cubicBezTo>
                  <a:pt x="427631" y="63981"/>
                  <a:pt x="429317" y="66662"/>
                  <a:pt x="430602" y="69744"/>
                </a:cubicBezTo>
                <a:cubicBezTo>
                  <a:pt x="431887" y="72825"/>
                  <a:pt x="432529" y="76457"/>
                  <a:pt x="432529" y="80638"/>
                </a:cubicBezTo>
                <a:close/>
                <a:moveTo>
                  <a:pt x="514826" y="71122"/>
                </a:moveTo>
                <a:cubicBezTo>
                  <a:pt x="514826" y="73589"/>
                  <a:pt x="514278" y="75412"/>
                  <a:pt x="513180" y="76591"/>
                </a:cubicBezTo>
                <a:cubicBezTo>
                  <a:pt x="512083" y="77770"/>
                  <a:pt x="510571" y="78360"/>
                  <a:pt x="508644" y="78360"/>
                </a:cubicBezTo>
                <a:lnTo>
                  <a:pt x="465048" y="78360"/>
                </a:lnTo>
                <a:cubicBezTo>
                  <a:pt x="465048" y="81423"/>
                  <a:pt x="465410" y="84203"/>
                  <a:pt x="466132" y="86702"/>
                </a:cubicBezTo>
                <a:cubicBezTo>
                  <a:pt x="466855" y="89201"/>
                  <a:pt x="468005" y="91325"/>
                  <a:pt x="469584" y="93073"/>
                </a:cubicBezTo>
                <a:cubicBezTo>
                  <a:pt x="471163" y="94819"/>
                  <a:pt x="473197" y="96149"/>
                  <a:pt x="475686" y="97062"/>
                </a:cubicBezTo>
                <a:cubicBezTo>
                  <a:pt x="478175" y="97975"/>
                  <a:pt x="481159" y="98432"/>
                  <a:pt x="484638" y="98432"/>
                </a:cubicBezTo>
                <a:cubicBezTo>
                  <a:pt x="488171" y="98432"/>
                  <a:pt x="491275" y="98173"/>
                  <a:pt x="493952" y="97657"/>
                </a:cubicBezTo>
                <a:cubicBezTo>
                  <a:pt x="496628" y="97140"/>
                  <a:pt x="498943" y="96568"/>
                  <a:pt x="500896" y="95943"/>
                </a:cubicBezTo>
                <a:cubicBezTo>
                  <a:pt x="502850" y="95317"/>
                  <a:pt x="504469" y="94746"/>
                  <a:pt x="505754" y="94229"/>
                </a:cubicBezTo>
                <a:cubicBezTo>
                  <a:pt x="507038" y="93712"/>
                  <a:pt x="508082" y="93454"/>
                  <a:pt x="508885" y="93454"/>
                </a:cubicBezTo>
                <a:cubicBezTo>
                  <a:pt x="509367" y="93454"/>
                  <a:pt x="509768" y="93548"/>
                  <a:pt x="510089" y="93738"/>
                </a:cubicBezTo>
                <a:cubicBezTo>
                  <a:pt x="510410" y="93925"/>
                  <a:pt x="510678" y="94261"/>
                  <a:pt x="510892" y="94746"/>
                </a:cubicBezTo>
                <a:cubicBezTo>
                  <a:pt x="511106" y="95229"/>
                  <a:pt x="511253" y="95915"/>
                  <a:pt x="511334" y="96803"/>
                </a:cubicBezTo>
                <a:cubicBezTo>
                  <a:pt x="511414" y="97692"/>
                  <a:pt x="511454" y="98808"/>
                  <a:pt x="511454" y="100153"/>
                </a:cubicBezTo>
                <a:cubicBezTo>
                  <a:pt x="511454" y="101337"/>
                  <a:pt x="511427" y="102347"/>
                  <a:pt x="511374" y="103181"/>
                </a:cubicBezTo>
                <a:cubicBezTo>
                  <a:pt x="511320" y="104014"/>
                  <a:pt x="511240" y="104727"/>
                  <a:pt x="511133" y="105319"/>
                </a:cubicBezTo>
                <a:cubicBezTo>
                  <a:pt x="511026" y="105911"/>
                  <a:pt x="510865" y="106409"/>
                  <a:pt x="510651" y="106814"/>
                </a:cubicBezTo>
                <a:cubicBezTo>
                  <a:pt x="510437" y="107217"/>
                  <a:pt x="510156" y="107607"/>
                  <a:pt x="509808" y="107983"/>
                </a:cubicBezTo>
                <a:cubicBezTo>
                  <a:pt x="509460" y="108360"/>
                  <a:pt x="508510" y="108869"/>
                  <a:pt x="506958" y="109511"/>
                </a:cubicBezTo>
                <a:cubicBezTo>
                  <a:pt x="505406" y="110154"/>
                  <a:pt x="503425" y="110783"/>
                  <a:pt x="501017" y="111398"/>
                </a:cubicBezTo>
                <a:cubicBezTo>
                  <a:pt x="498608" y="112014"/>
                  <a:pt x="495852" y="112549"/>
                  <a:pt x="492747" y="113004"/>
                </a:cubicBezTo>
                <a:cubicBezTo>
                  <a:pt x="489643" y="113459"/>
                  <a:pt x="486324" y="113686"/>
                  <a:pt x="482792" y="113686"/>
                </a:cubicBezTo>
                <a:cubicBezTo>
                  <a:pt x="476422" y="113686"/>
                  <a:pt x="470842" y="112882"/>
                  <a:pt x="466052" y="111273"/>
                </a:cubicBezTo>
                <a:cubicBezTo>
                  <a:pt x="461261" y="109664"/>
                  <a:pt x="457260" y="107223"/>
                  <a:pt x="454049" y="103952"/>
                </a:cubicBezTo>
                <a:cubicBezTo>
                  <a:pt x="450837" y="100680"/>
                  <a:pt x="448442" y="96551"/>
                  <a:pt x="446863" y="91565"/>
                </a:cubicBezTo>
                <a:cubicBezTo>
                  <a:pt x="445284" y="86577"/>
                  <a:pt x="444495" y="80731"/>
                  <a:pt x="444495" y="74027"/>
                </a:cubicBezTo>
                <a:cubicBezTo>
                  <a:pt x="444495" y="67644"/>
                  <a:pt x="445324" y="61892"/>
                  <a:pt x="446984" y="56770"/>
                </a:cubicBezTo>
                <a:cubicBezTo>
                  <a:pt x="448643" y="51649"/>
                  <a:pt x="451052" y="47305"/>
                  <a:pt x="454210" y="43739"/>
                </a:cubicBezTo>
                <a:cubicBezTo>
                  <a:pt x="457367" y="40171"/>
                  <a:pt x="461208" y="37449"/>
                  <a:pt x="465731" y="35572"/>
                </a:cubicBezTo>
                <a:cubicBezTo>
                  <a:pt x="470254" y="33695"/>
                  <a:pt x="475352" y="32757"/>
                  <a:pt x="481025" y="32757"/>
                </a:cubicBezTo>
                <a:cubicBezTo>
                  <a:pt x="487020" y="32757"/>
                  <a:pt x="492145" y="33642"/>
                  <a:pt x="496400" y="35412"/>
                </a:cubicBezTo>
                <a:cubicBezTo>
                  <a:pt x="500656" y="37181"/>
                  <a:pt x="504148" y="39634"/>
                  <a:pt x="506878" y="42770"/>
                </a:cubicBezTo>
                <a:cubicBezTo>
                  <a:pt x="509608" y="45907"/>
                  <a:pt x="511615" y="49620"/>
                  <a:pt x="512899" y="53910"/>
                </a:cubicBezTo>
                <a:cubicBezTo>
                  <a:pt x="514184" y="58199"/>
                  <a:pt x="514826" y="62864"/>
                  <a:pt x="514826" y="67905"/>
                </a:cubicBezTo>
                <a:lnTo>
                  <a:pt x="514826" y="71122"/>
                </a:lnTo>
                <a:moveTo>
                  <a:pt x="495236" y="65354"/>
                </a:moveTo>
                <a:cubicBezTo>
                  <a:pt x="495397" y="59655"/>
                  <a:pt x="494259" y="55180"/>
                  <a:pt x="491824" y="51928"/>
                </a:cubicBezTo>
                <a:cubicBezTo>
                  <a:pt x="489389" y="48675"/>
                  <a:pt x="485628" y="47048"/>
                  <a:pt x="480544" y="47048"/>
                </a:cubicBezTo>
                <a:cubicBezTo>
                  <a:pt x="477974" y="47048"/>
                  <a:pt x="475740" y="47532"/>
                  <a:pt x="473840" y="48501"/>
                </a:cubicBezTo>
                <a:cubicBezTo>
                  <a:pt x="471940" y="49468"/>
                  <a:pt x="470361" y="50771"/>
                  <a:pt x="469103" y="52412"/>
                </a:cubicBezTo>
                <a:cubicBezTo>
                  <a:pt x="467845" y="54052"/>
                  <a:pt x="466881" y="55987"/>
                  <a:pt x="466212" y="58218"/>
                </a:cubicBezTo>
                <a:cubicBezTo>
                  <a:pt x="465543" y="60448"/>
                  <a:pt x="465155" y="62826"/>
                  <a:pt x="465048" y="65354"/>
                </a:cubicBezTo>
                <a:lnTo>
                  <a:pt x="495236" y="65354"/>
                </a:lnTo>
                <a:close/>
                <a:moveTo>
                  <a:pt x="595682" y="137529"/>
                </a:moveTo>
                <a:cubicBezTo>
                  <a:pt x="595682" y="138064"/>
                  <a:pt x="595522" y="138546"/>
                  <a:pt x="595200" y="138974"/>
                </a:cubicBezTo>
                <a:cubicBezTo>
                  <a:pt x="594879" y="139404"/>
                  <a:pt x="594344" y="139766"/>
                  <a:pt x="593595" y="140061"/>
                </a:cubicBezTo>
                <a:cubicBezTo>
                  <a:pt x="592845" y="140355"/>
                  <a:pt x="591828" y="140582"/>
                  <a:pt x="590544" y="140743"/>
                </a:cubicBezTo>
                <a:cubicBezTo>
                  <a:pt x="589259" y="140904"/>
                  <a:pt x="587627" y="140984"/>
                  <a:pt x="585646" y="140984"/>
                </a:cubicBezTo>
                <a:cubicBezTo>
                  <a:pt x="583666" y="140984"/>
                  <a:pt x="582033" y="140904"/>
                  <a:pt x="580749" y="140743"/>
                </a:cubicBezTo>
                <a:cubicBezTo>
                  <a:pt x="579464" y="140582"/>
                  <a:pt x="578434" y="140355"/>
                  <a:pt x="577658" y="140061"/>
                </a:cubicBezTo>
                <a:cubicBezTo>
                  <a:pt x="576882" y="139766"/>
                  <a:pt x="576346" y="139404"/>
                  <a:pt x="576052" y="138974"/>
                </a:cubicBezTo>
                <a:cubicBezTo>
                  <a:pt x="575758" y="138546"/>
                  <a:pt x="575610" y="138064"/>
                  <a:pt x="575610" y="137529"/>
                </a:cubicBezTo>
                <a:lnTo>
                  <a:pt x="575610" y="103470"/>
                </a:lnTo>
                <a:cubicBezTo>
                  <a:pt x="573684" y="105239"/>
                  <a:pt x="571810" y="106782"/>
                  <a:pt x="569990" y="108096"/>
                </a:cubicBezTo>
                <a:cubicBezTo>
                  <a:pt x="568170" y="109409"/>
                  <a:pt x="566351" y="110482"/>
                  <a:pt x="564531" y="111313"/>
                </a:cubicBezTo>
                <a:cubicBezTo>
                  <a:pt x="562711" y="112144"/>
                  <a:pt x="560838" y="112747"/>
                  <a:pt x="558911" y="113122"/>
                </a:cubicBezTo>
                <a:cubicBezTo>
                  <a:pt x="556984" y="113498"/>
                  <a:pt x="554950" y="113686"/>
                  <a:pt x="552809" y="113686"/>
                </a:cubicBezTo>
                <a:cubicBezTo>
                  <a:pt x="547563" y="113686"/>
                  <a:pt x="543094" y="112628"/>
                  <a:pt x="539401" y="110510"/>
                </a:cubicBezTo>
                <a:cubicBezTo>
                  <a:pt x="535708" y="108391"/>
                  <a:pt x="532697" y="105535"/>
                  <a:pt x="530369" y="101942"/>
                </a:cubicBezTo>
                <a:cubicBezTo>
                  <a:pt x="528040" y="98347"/>
                  <a:pt x="526341" y="94151"/>
                  <a:pt x="525270" y="89352"/>
                </a:cubicBezTo>
                <a:cubicBezTo>
                  <a:pt x="524200" y="84551"/>
                  <a:pt x="523665" y="79497"/>
                  <a:pt x="523665" y="74188"/>
                </a:cubicBezTo>
                <a:cubicBezTo>
                  <a:pt x="523665" y="67805"/>
                  <a:pt x="524361" y="62066"/>
                  <a:pt x="525752" y="56971"/>
                </a:cubicBezTo>
                <a:cubicBezTo>
                  <a:pt x="527144" y="51876"/>
                  <a:pt x="529178" y="47532"/>
                  <a:pt x="531854" y="43940"/>
                </a:cubicBezTo>
                <a:cubicBezTo>
                  <a:pt x="534530" y="40347"/>
                  <a:pt x="537822" y="37585"/>
                  <a:pt x="541729" y="35655"/>
                </a:cubicBezTo>
                <a:cubicBezTo>
                  <a:pt x="545637" y="33723"/>
                  <a:pt x="550159" y="32757"/>
                  <a:pt x="555298" y="32757"/>
                </a:cubicBezTo>
                <a:cubicBezTo>
                  <a:pt x="557278" y="32757"/>
                  <a:pt x="559178" y="32959"/>
                  <a:pt x="560998" y="33362"/>
                </a:cubicBezTo>
                <a:cubicBezTo>
                  <a:pt x="562818" y="33763"/>
                  <a:pt x="564638" y="34460"/>
                  <a:pt x="566458" y="35452"/>
                </a:cubicBezTo>
                <a:cubicBezTo>
                  <a:pt x="568278" y="36444"/>
                  <a:pt x="570164" y="37731"/>
                  <a:pt x="572118" y="39313"/>
                </a:cubicBezTo>
                <a:cubicBezTo>
                  <a:pt x="574072" y="40895"/>
                  <a:pt x="576226" y="42840"/>
                  <a:pt x="578581" y="45146"/>
                </a:cubicBezTo>
                <a:lnTo>
                  <a:pt x="578581" y="37399"/>
                </a:lnTo>
                <a:cubicBezTo>
                  <a:pt x="578581" y="36865"/>
                  <a:pt x="578728" y="36399"/>
                  <a:pt x="579023" y="36001"/>
                </a:cubicBezTo>
                <a:cubicBezTo>
                  <a:pt x="579317" y="35601"/>
                  <a:pt x="579799" y="35269"/>
                  <a:pt x="580468" y="35003"/>
                </a:cubicBezTo>
                <a:cubicBezTo>
                  <a:pt x="581137" y="34735"/>
                  <a:pt x="582007" y="34535"/>
                  <a:pt x="583077" y="34403"/>
                </a:cubicBezTo>
                <a:cubicBezTo>
                  <a:pt x="584148" y="34269"/>
                  <a:pt x="585539" y="34202"/>
                  <a:pt x="587252" y="34202"/>
                </a:cubicBezTo>
                <a:cubicBezTo>
                  <a:pt x="588858" y="34202"/>
                  <a:pt x="590209" y="34269"/>
                  <a:pt x="591306" y="34403"/>
                </a:cubicBezTo>
                <a:cubicBezTo>
                  <a:pt x="592404" y="34537"/>
                  <a:pt x="593274" y="34737"/>
                  <a:pt x="593916" y="35005"/>
                </a:cubicBezTo>
                <a:cubicBezTo>
                  <a:pt x="594558" y="35273"/>
                  <a:pt x="595013" y="35608"/>
                  <a:pt x="595281" y="36011"/>
                </a:cubicBezTo>
                <a:cubicBezTo>
                  <a:pt x="595548" y="36413"/>
                  <a:pt x="595682" y="36881"/>
                  <a:pt x="595682" y="37416"/>
                </a:cubicBezTo>
                <a:lnTo>
                  <a:pt x="595682" y="137529"/>
                </a:lnTo>
                <a:moveTo>
                  <a:pt x="575610" y="61154"/>
                </a:moveTo>
                <a:cubicBezTo>
                  <a:pt x="572720" y="57522"/>
                  <a:pt x="569950" y="54746"/>
                  <a:pt x="567301" y="52824"/>
                </a:cubicBezTo>
                <a:cubicBezTo>
                  <a:pt x="564651" y="50900"/>
                  <a:pt x="561881" y="49938"/>
                  <a:pt x="558991" y="49938"/>
                </a:cubicBezTo>
                <a:cubicBezTo>
                  <a:pt x="556368" y="49938"/>
                  <a:pt x="554107" y="50594"/>
                  <a:pt x="552207" y="51905"/>
                </a:cubicBezTo>
                <a:cubicBezTo>
                  <a:pt x="550307" y="53217"/>
                  <a:pt x="548781" y="54970"/>
                  <a:pt x="547630" y="57164"/>
                </a:cubicBezTo>
                <a:cubicBezTo>
                  <a:pt x="546480" y="59359"/>
                  <a:pt x="545623" y="61808"/>
                  <a:pt x="545061" y="64511"/>
                </a:cubicBezTo>
                <a:cubicBezTo>
                  <a:pt x="544499" y="67214"/>
                  <a:pt x="544218" y="69983"/>
                  <a:pt x="544218" y="72820"/>
                </a:cubicBezTo>
                <a:cubicBezTo>
                  <a:pt x="544218" y="75818"/>
                  <a:pt x="544459" y="78748"/>
                  <a:pt x="544941" y="81612"/>
                </a:cubicBezTo>
                <a:cubicBezTo>
                  <a:pt x="545423" y="84475"/>
                  <a:pt x="546212" y="87004"/>
                  <a:pt x="547309" y="89199"/>
                </a:cubicBezTo>
                <a:cubicBezTo>
                  <a:pt x="548407" y="91393"/>
                  <a:pt x="549865" y="93160"/>
                  <a:pt x="551685" y="94498"/>
                </a:cubicBezTo>
                <a:cubicBezTo>
                  <a:pt x="553505" y="95836"/>
                  <a:pt x="555806" y="96505"/>
                  <a:pt x="558590" y="96505"/>
                </a:cubicBezTo>
                <a:cubicBezTo>
                  <a:pt x="559981" y="96505"/>
                  <a:pt x="561333" y="96305"/>
                  <a:pt x="562644" y="95905"/>
                </a:cubicBezTo>
                <a:cubicBezTo>
                  <a:pt x="563955" y="95504"/>
                  <a:pt x="565294" y="94849"/>
                  <a:pt x="566658" y="93941"/>
                </a:cubicBezTo>
                <a:cubicBezTo>
                  <a:pt x="568023" y="93032"/>
                  <a:pt x="569428" y="91844"/>
                  <a:pt x="570873" y="90375"/>
                </a:cubicBezTo>
                <a:cubicBezTo>
                  <a:pt x="572319" y="88905"/>
                  <a:pt x="573898" y="87102"/>
                  <a:pt x="575610" y="84966"/>
                </a:cubicBezTo>
                <a:lnTo>
                  <a:pt x="575610" y="61154"/>
                </a:lnTo>
                <a:close/>
                <a:moveTo>
                  <a:pt x="686775" y="109030"/>
                </a:moveTo>
                <a:cubicBezTo>
                  <a:pt x="686775" y="109565"/>
                  <a:pt x="686641" y="110033"/>
                  <a:pt x="686374" y="110435"/>
                </a:cubicBezTo>
                <a:cubicBezTo>
                  <a:pt x="686106" y="110836"/>
                  <a:pt x="685638" y="111171"/>
                  <a:pt x="684969" y="111438"/>
                </a:cubicBezTo>
                <a:cubicBezTo>
                  <a:pt x="684299" y="111706"/>
                  <a:pt x="683416" y="111907"/>
                  <a:pt x="682319" y="112040"/>
                </a:cubicBezTo>
                <a:cubicBezTo>
                  <a:pt x="681222" y="112174"/>
                  <a:pt x="679844" y="112241"/>
                  <a:pt x="678184" y="112241"/>
                </a:cubicBezTo>
                <a:cubicBezTo>
                  <a:pt x="676418" y="112241"/>
                  <a:pt x="674986" y="112174"/>
                  <a:pt x="673889" y="112040"/>
                </a:cubicBezTo>
                <a:cubicBezTo>
                  <a:pt x="672792" y="111907"/>
                  <a:pt x="671922" y="111706"/>
                  <a:pt x="671280" y="111438"/>
                </a:cubicBezTo>
                <a:cubicBezTo>
                  <a:pt x="670637" y="111171"/>
                  <a:pt x="670182" y="110836"/>
                  <a:pt x="669915" y="110435"/>
                </a:cubicBezTo>
                <a:cubicBezTo>
                  <a:pt x="669647" y="110033"/>
                  <a:pt x="669513" y="109565"/>
                  <a:pt x="669513" y="109030"/>
                </a:cubicBezTo>
                <a:lnTo>
                  <a:pt x="669513" y="100760"/>
                </a:lnTo>
                <a:cubicBezTo>
                  <a:pt x="665552" y="105069"/>
                  <a:pt x="661525" y="108300"/>
                  <a:pt x="657430" y="110455"/>
                </a:cubicBezTo>
                <a:cubicBezTo>
                  <a:pt x="653335" y="112609"/>
                  <a:pt x="649094" y="113686"/>
                  <a:pt x="644705" y="113686"/>
                </a:cubicBezTo>
                <a:cubicBezTo>
                  <a:pt x="639780" y="113686"/>
                  <a:pt x="635646" y="112883"/>
                  <a:pt x="632300" y="111275"/>
                </a:cubicBezTo>
                <a:cubicBezTo>
                  <a:pt x="628955" y="109668"/>
                  <a:pt x="626252" y="107472"/>
                  <a:pt x="624191" y="104687"/>
                </a:cubicBezTo>
                <a:cubicBezTo>
                  <a:pt x="622131" y="101900"/>
                  <a:pt x="620659" y="98672"/>
                  <a:pt x="619776" y="95002"/>
                </a:cubicBezTo>
                <a:cubicBezTo>
                  <a:pt x="618892" y="91331"/>
                  <a:pt x="618451" y="86763"/>
                  <a:pt x="618451" y="81298"/>
                </a:cubicBezTo>
                <a:lnTo>
                  <a:pt x="618451" y="37416"/>
                </a:lnTo>
                <a:cubicBezTo>
                  <a:pt x="618451" y="36881"/>
                  <a:pt x="618598" y="36413"/>
                  <a:pt x="618892" y="36011"/>
                </a:cubicBezTo>
                <a:cubicBezTo>
                  <a:pt x="619187" y="35608"/>
                  <a:pt x="619722" y="35273"/>
                  <a:pt x="620498" y="35005"/>
                </a:cubicBezTo>
                <a:cubicBezTo>
                  <a:pt x="621274" y="34737"/>
                  <a:pt x="622318" y="34537"/>
                  <a:pt x="623629" y="34403"/>
                </a:cubicBezTo>
                <a:cubicBezTo>
                  <a:pt x="624941" y="34269"/>
                  <a:pt x="626560" y="34202"/>
                  <a:pt x="628487" y="34202"/>
                </a:cubicBezTo>
                <a:cubicBezTo>
                  <a:pt x="630467" y="34202"/>
                  <a:pt x="632100" y="34269"/>
                  <a:pt x="633384" y="34403"/>
                </a:cubicBezTo>
                <a:cubicBezTo>
                  <a:pt x="634669" y="34537"/>
                  <a:pt x="635699" y="34737"/>
                  <a:pt x="636475" y="35005"/>
                </a:cubicBezTo>
                <a:cubicBezTo>
                  <a:pt x="637251" y="35273"/>
                  <a:pt x="637800" y="35607"/>
                  <a:pt x="638121" y="36009"/>
                </a:cubicBezTo>
                <a:cubicBezTo>
                  <a:pt x="638442" y="36410"/>
                  <a:pt x="638603" y="36878"/>
                  <a:pt x="638603" y="37414"/>
                </a:cubicBezTo>
                <a:lnTo>
                  <a:pt x="638603" y="77878"/>
                </a:lnTo>
                <a:cubicBezTo>
                  <a:pt x="638603" y="81625"/>
                  <a:pt x="638844" y="84489"/>
                  <a:pt x="639325" y="86469"/>
                </a:cubicBezTo>
                <a:cubicBezTo>
                  <a:pt x="639807" y="88449"/>
                  <a:pt x="640543" y="90149"/>
                  <a:pt x="641533" y="91567"/>
                </a:cubicBezTo>
                <a:cubicBezTo>
                  <a:pt x="642523" y="92986"/>
                  <a:pt x="643781" y="94083"/>
                  <a:pt x="645307" y="94859"/>
                </a:cubicBezTo>
                <a:cubicBezTo>
                  <a:pt x="646832" y="95635"/>
                  <a:pt x="648612" y="96023"/>
                  <a:pt x="650646" y="96023"/>
                </a:cubicBezTo>
                <a:cubicBezTo>
                  <a:pt x="653215" y="96023"/>
                  <a:pt x="655798" y="95086"/>
                  <a:pt x="658394" y="93213"/>
                </a:cubicBezTo>
                <a:cubicBezTo>
                  <a:pt x="660989" y="91340"/>
                  <a:pt x="663759" y="88610"/>
                  <a:pt x="666703" y="85024"/>
                </a:cubicBezTo>
                <a:lnTo>
                  <a:pt x="666703" y="37414"/>
                </a:lnTo>
                <a:cubicBezTo>
                  <a:pt x="666703" y="36878"/>
                  <a:pt x="666850" y="36410"/>
                  <a:pt x="667145" y="36009"/>
                </a:cubicBezTo>
                <a:cubicBezTo>
                  <a:pt x="667439" y="35607"/>
                  <a:pt x="667974" y="35273"/>
                  <a:pt x="668751" y="35005"/>
                </a:cubicBezTo>
                <a:cubicBezTo>
                  <a:pt x="669527" y="34737"/>
                  <a:pt x="670557" y="34537"/>
                  <a:pt x="671842" y="34403"/>
                </a:cubicBezTo>
                <a:cubicBezTo>
                  <a:pt x="673126" y="34269"/>
                  <a:pt x="674759" y="34202"/>
                  <a:pt x="676739" y="34202"/>
                </a:cubicBezTo>
                <a:cubicBezTo>
                  <a:pt x="678720" y="34202"/>
                  <a:pt x="680352" y="34269"/>
                  <a:pt x="681637" y="34403"/>
                </a:cubicBezTo>
                <a:cubicBezTo>
                  <a:pt x="682921" y="34537"/>
                  <a:pt x="683938" y="34737"/>
                  <a:pt x="684688" y="35005"/>
                </a:cubicBezTo>
                <a:cubicBezTo>
                  <a:pt x="685437" y="35273"/>
                  <a:pt x="685972" y="35607"/>
                  <a:pt x="686293" y="36009"/>
                </a:cubicBezTo>
                <a:cubicBezTo>
                  <a:pt x="686614" y="36410"/>
                  <a:pt x="686775" y="36878"/>
                  <a:pt x="686775" y="37414"/>
                </a:cubicBezTo>
                <a:lnTo>
                  <a:pt x="686775" y="109030"/>
                </a:lnTo>
                <a:close/>
                <a:moveTo>
                  <a:pt x="770182" y="71122"/>
                </a:moveTo>
                <a:cubicBezTo>
                  <a:pt x="770182" y="73589"/>
                  <a:pt x="769634" y="75412"/>
                  <a:pt x="768536" y="76591"/>
                </a:cubicBezTo>
                <a:cubicBezTo>
                  <a:pt x="767439" y="77770"/>
                  <a:pt x="765927" y="78360"/>
                  <a:pt x="764000" y="78360"/>
                </a:cubicBezTo>
                <a:lnTo>
                  <a:pt x="720404" y="78360"/>
                </a:lnTo>
                <a:cubicBezTo>
                  <a:pt x="720404" y="81423"/>
                  <a:pt x="720766" y="84203"/>
                  <a:pt x="721488" y="86702"/>
                </a:cubicBezTo>
                <a:cubicBezTo>
                  <a:pt x="722211" y="89201"/>
                  <a:pt x="723362" y="91325"/>
                  <a:pt x="724941" y="93073"/>
                </a:cubicBezTo>
                <a:cubicBezTo>
                  <a:pt x="726519" y="94819"/>
                  <a:pt x="728553" y="96149"/>
                  <a:pt x="731042" y="97062"/>
                </a:cubicBezTo>
                <a:cubicBezTo>
                  <a:pt x="733531" y="97975"/>
                  <a:pt x="736515" y="98432"/>
                  <a:pt x="739994" y="98432"/>
                </a:cubicBezTo>
                <a:cubicBezTo>
                  <a:pt x="743527" y="98432"/>
                  <a:pt x="746631" y="98173"/>
                  <a:pt x="749308" y="97657"/>
                </a:cubicBezTo>
                <a:cubicBezTo>
                  <a:pt x="751984" y="97140"/>
                  <a:pt x="754299" y="96568"/>
                  <a:pt x="756252" y="95943"/>
                </a:cubicBezTo>
                <a:cubicBezTo>
                  <a:pt x="758206" y="95317"/>
                  <a:pt x="759825" y="94746"/>
                  <a:pt x="761110" y="94229"/>
                </a:cubicBezTo>
                <a:cubicBezTo>
                  <a:pt x="762394" y="93712"/>
                  <a:pt x="763438" y="93454"/>
                  <a:pt x="764241" y="93454"/>
                </a:cubicBezTo>
                <a:cubicBezTo>
                  <a:pt x="764723" y="93454"/>
                  <a:pt x="765124" y="93548"/>
                  <a:pt x="765445" y="93738"/>
                </a:cubicBezTo>
                <a:cubicBezTo>
                  <a:pt x="765766" y="93925"/>
                  <a:pt x="766034" y="94261"/>
                  <a:pt x="766248" y="94746"/>
                </a:cubicBezTo>
                <a:cubicBezTo>
                  <a:pt x="766462" y="95229"/>
                  <a:pt x="766609" y="95915"/>
                  <a:pt x="766690" y="96803"/>
                </a:cubicBezTo>
                <a:cubicBezTo>
                  <a:pt x="766770" y="97692"/>
                  <a:pt x="766810" y="98808"/>
                  <a:pt x="766810" y="100153"/>
                </a:cubicBezTo>
                <a:cubicBezTo>
                  <a:pt x="766810" y="101337"/>
                  <a:pt x="766783" y="102347"/>
                  <a:pt x="766730" y="103181"/>
                </a:cubicBezTo>
                <a:cubicBezTo>
                  <a:pt x="766676" y="104014"/>
                  <a:pt x="766596" y="104727"/>
                  <a:pt x="766489" y="105319"/>
                </a:cubicBezTo>
                <a:cubicBezTo>
                  <a:pt x="766382" y="105911"/>
                  <a:pt x="766221" y="106409"/>
                  <a:pt x="766007" y="106814"/>
                </a:cubicBezTo>
                <a:cubicBezTo>
                  <a:pt x="765793" y="107217"/>
                  <a:pt x="765512" y="107607"/>
                  <a:pt x="765164" y="107983"/>
                </a:cubicBezTo>
                <a:cubicBezTo>
                  <a:pt x="764816" y="108360"/>
                  <a:pt x="763866" y="108869"/>
                  <a:pt x="762314" y="109511"/>
                </a:cubicBezTo>
                <a:cubicBezTo>
                  <a:pt x="760762" y="110154"/>
                  <a:pt x="758781" y="110783"/>
                  <a:pt x="756373" y="111398"/>
                </a:cubicBezTo>
                <a:cubicBezTo>
                  <a:pt x="753964" y="112014"/>
                  <a:pt x="751208" y="112549"/>
                  <a:pt x="748103" y="113004"/>
                </a:cubicBezTo>
                <a:cubicBezTo>
                  <a:pt x="744999" y="113459"/>
                  <a:pt x="741680" y="113686"/>
                  <a:pt x="738148" y="113686"/>
                </a:cubicBezTo>
                <a:cubicBezTo>
                  <a:pt x="731778" y="113686"/>
                  <a:pt x="726198" y="112882"/>
                  <a:pt x="721408" y="111273"/>
                </a:cubicBezTo>
                <a:cubicBezTo>
                  <a:pt x="716617" y="109664"/>
                  <a:pt x="712616" y="107223"/>
                  <a:pt x="709405" y="103952"/>
                </a:cubicBezTo>
                <a:cubicBezTo>
                  <a:pt x="706194" y="100680"/>
                  <a:pt x="703798" y="96551"/>
                  <a:pt x="702219" y="91565"/>
                </a:cubicBezTo>
                <a:cubicBezTo>
                  <a:pt x="700640" y="86577"/>
                  <a:pt x="699851" y="80731"/>
                  <a:pt x="699851" y="74027"/>
                </a:cubicBezTo>
                <a:cubicBezTo>
                  <a:pt x="699851" y="67644"/>
                  <a:pt x="700680" y="61892"/>
                  <a:pt x="702340" y="56770"/>
                </a:cubicBezTo>
                <a:cubicBezTo>
                  <a:pt x="703999" y="51649"/>
                  <a:pt x="706408" y="47305"/>
                  <a:pt x="709566" y="43739"/>
                </a:cubicBezTo>
                <a:cubicBezTo>
                  <a:pt x="712724" y="40171"/>
                  <a:pt x="716564" y="37449"/>
                  <a:pt x="721087" y="35572"/>
                </a:cubicBezTo>
                <a:cubicBezTo>
                  <a:pt x="725610" y="33695"/>
                  <a:pt x="730708" y="32757"/>
                  <a:pt x="736381" y="32757"/>
                </a:cubicBezTo>
                <a:cubicBezTo>
                  <a:pt x="742376" y="32757"/>
                  <a:pt x="747501" y="33642"/>
                  <a:pt x="751756" y="35412"/>
                </a:cubicBezTo>
                <a:cubicBezTo>
                  <a:pt x="756012" y="37181"/>
                  <a:pt x="759504" y="39634"/>
                  <a:pt x="762234" y="42770"/>
                </a:cubicBezTo>
                <a:cubicBezTo>
                  <a:pt x="764964" y="45907"/>
                  <a:pt x="766971" y="49620"/>
                  <a:pt x="768255" y="53910"/>
                </a:cubicBezTo>
                <a:cubicBezTo>
                  <a:pt x="769540" y="58199"/>
                  <a:pt x="770182" y="62864"/>
                  <a:pt x="770182" y="67905"/>
                </a:cubicBezTo>
                <a:lnTo>
                  <a:pt x="770182" y="71122"/>
                </a:lnTo>
                <a:moveTo>
                  <a:pt x="750592" y="65354"/>
                </a:moveTo>
                <a:cubicBezTo>
                  <a:pt x="750753" y="59655"/>
                  <a:pt x="749615" y="55180"/>
                  <a:pt x="747180" y="51928"/>
                </a:cubicBezTo>
                <a:cubicBezTo>
                  <a:pt x="744745" y="48675"/>
                  <a:pt x="740985" y="47048"/>
                  <a:pt x="735900" y="47048"/>
                </a:cubicBezTo>
                <a:cubicBezTo>
                  <a:pt x="733330" y="47048"/>
                  <a:pt x="731096" y="47532"/>
                  <a:pt x="729196" y="48501"/>
                </a:cubicBezTo>
                <a:cubicBezTo>
                  <a:pt x="727296" y="49468"/>
                  <a:pt x="725717" y="50771"/>
                  <a:pt x="724459" y="52412"/>
                </a:cubicBezTo>
                <a:cubicBezTo>
                  <a:pt x="723201" y="54052"/>
                  <a:pt x="722238" y="55987"/>
                  <a:pt x="721568" y="58218"/>
                </a:cubicBezTo>
                <a:cubicBezTo>
                  <a:pt x="720899" y="60448"/>
                  <a:pt x="720511" y="62826"/>
                  <a:pt x="720404" y="65354"/>
                </a:cubicBezTo>
                <a:lnTo>
                  <a:pt x="750592" y="65354"/>
                </a:lnTo>
                <a:close/>
                <a:moveTo>
                  <a:pt x="851520" y="109027"/>
                </a:moveTo>
                <a:cubicBezTo>
                  <a:pt x="851520" y="109562"/>
                  <a:pt x="851359" y="110032"/>
                  <a:pt x="851038" y="110435"/>
                </a:cubicBezTo>
                <a:cubicBezTo>
                  <a:pt x="850717" y="110836"/>
                  <a:pt x="850182" y="111171"/>
                  <a:pt x="849432" y="111438"/>
                </a:cubicBezTo>
                <a:cubicBezTo>
                  <a:pt x="848683" y="111706"/>
                  <a:pt x="847653" y="111907"/>
                  <a:pt x="846341" y="112040"/>
                </a:cubicBezTo>
                <a:cubicBezTo>
                  <a:pt x="845030" y="112174"/>
                  <a:pt x="843411" y="112241"/>
                  <a:pt x="841484" y="112241"/>
                </a:cubicBezTo>
                <a:cubicBezTo>
                  <a:pt x="839504" y="112241"/>
                  <a:pt x="837858" y="112174"/>
                  <a:pt x="836546" y="112040"/>
                </a:cubicBezTo>
                <a:cubicBezTo>
                  <a:pt x="835235" y="111907"/>
                  <a:pt x="834205" y="111706"/>
                  <a:pt x="833455" y="111438"/>
                </a:cubicBezTo>
                <a:cubicBezTo>
                  <a:pt x="832706" y="111171"/>
                  <a:pt x="832171" y="110836"/>
                  <a:pt x="831850" y="110435"/>
                </a:cubicBezTo>
                <a:cubicBezTo>
                  <a:pt x="831528" y="110033"/>
                  <a:pt x="831368" y="109565"/>
                  <a:pt x="831368" y="109030"/>
                </a:cubicBezTo>
                <a:lnTo>
                  <a:pt x="831368" y="68164"/>
                </a:lnTo>
                <a:cubicBezTo>
                  <a:pt x="831368" y="64685"/>
                  <a:pt x="831114" y="61955"/>
                  <a:pt x="830605" y="59974"/>
                </a:cubicBezTo>
                <a:cubicBezTo>
                  <a:pt x="830097" y="57994"/>
                  <a:pt x="829361" y="56295"/>
                  <a:pt x="828397" y="54876"/>
                </a:cubicBezTo>
                <a:cubicBezTo>
                  <a:pt x="827434" y="53458"/>
                  <a:pt x="826189" y="52360"/>
                  <a:pt x="824664" y="51584"/>
                </a:cubicBezTo>
                <a:cubicBezTo>
                  <a:pt x="823138" y="50808"/>
                  <a:pt x="821359" y="50420"/>
                  <a:pt x="819325" y="50420"/>
                </a:cubicBezTo>
                <a:cubicBezTo>
                  <a:pt x="816756" y="50420"/>
                  <a:pt x="814160" y="51357"/>
                  <a:pt x="811537" y="53230"/>
                </a:cubicBezTo>
                <a:cubicBezTo>
                  <a:pt x="808914" y="55104"/>
                  <a:pt x="806185" y="57833"/>
                  <a:pt x="803348" y="61420"/>
                </a:cubicBezTo>
                <a:lnTo>
                  <a:pt x="803348" y="109030"/>
                </a:lnTo>
                <a:cubicBezTo>
                  <a:pt x="803348" y="109565"/>
                  <a:pt x="803187" y="110033"/>
                  <a:pt x="802866" y="110435"/>
                </a:cubicBezTo>
                <a:cubicBezTo>
                  <a:pt x="802545" y="110836"/>
                  <a:pt x="801996" y="111171"/>
                  <a:pt x="801220" y="111438"/>
                </a:cubicBezTo>
                <a:cubicBezTo>
                  <a:pt x="800444" y="111706"/>
                  <a:pt x="799414" y="111907"/>
                  <a:pt x="798129" y="112040"/>
                </a:cubicBezTo>
                <a:cubicBezTo>
                  <a:pt x="796844" y="112174"/>
                  <a:pt x="795212" y="112241"/>
                  <a:pt x="793232" y="112241"/>
                </a:cubicBezTo>
                <a:cubicBezTo>
                  <a:pt x="791251" y="112241"/>
                  <a:pt x="789619" y="112174"/>
                  <a:pt x="788334" y="112040"/>
                </a:cubicBezTo>
                <a:cubicBezTo>
                  <a:pt x="787049" y="111907"/>
                  <a:pt x="786019" y="111706"/>
                  <a:pt x="785243" y="111438"/>
                </a:cubicBezTo>
                <a:cubicBezTo>
                  <a:pt x="784467" y="111171"/>
                  <a:pt x="783918" y="110836"/>
                  <a:pt x="783597" y="110435"/>
                </a:cubicBezTo>
                <a:cubicBezTo>
                  <a:pt x="783276" y="110033"/>
                  <a:pt x="783115" y="109565"/>
                  <a:pt x="783115" y="109030"/>
                </a:cubicBezTo>
                <a:lnTo>
                  <a:pt x="783115" y="37414"/>
                </a:lnTo>
                <a:cubicBezTo>
                  <a:pt x="783115" y="36878"/>
                  <a:pt x="783249" y="36410"/>
                  <a:pt x="783517" y="36009"/>
                </a:cubicBezTo>
                <a:cubicBezTo>
                  <a:pt x="783784" y="35607"/>
                  <a:pt x="784266" y="35273"/>
                  <a:pt x="784962" y="35005"/>
                </a:cubicBezTo>
                <a:cubicBezTo>
                  <a:pt x="785658" y="34737"/>
                  <a:pt x="786554" y="34537"/>
                  <a:pt x="787652" y="34403"/>
                </a:cubicBezTo>
                <a:cubicBezTo>
                  <a:pt x="788749" y="34269"/>
                  <a:pt x="790127" y="34202"/>
                  <a:pt x="791786" y="34202"/>
                </a:cubicBezTo>
                <a:cubicBezTo>
                  <a:pt x="793499" y="34202"/>
                  <a:pt x="794918" y="34269"/>
                  <a:pt x="796042" y="34403"/>
                </a:cubicBezTo>
                <a:cubicBezTo>
                  <a:pt x="797166" y="34537"/>
                  <a:pt x="798035" y="34737"/>
                  <a:pt x="798651" y="35005"/>
                </a:cubicBezTo>
                <a:cubicBezTo>
                  <a:pt x="799266" y="35273"/>
                  <a:pt x="799708" y="35607"/>
                  <a:pt x="799976" y="36009"/>
                </a:cubicBezTo>
                <a:cubicBezTo>
                  <a:pt x="800243" y="36410"/>
                  <a:pt x="800377" y="36878"/>
                  <a:pt x="800377" y="37414"/>
                </a:cubicBezTo>
                <a:lnTo>
                  <a:pt x="800377" y="45683"/>
                </a:lnTo>
                <a:cubicBezTo>
                  <a:pt x="804338" y="41375"/>
                  <a:pt x="808366" y="38143"/>
                  <a:pt x="812460" y="35989"/>
                </a:cubicBezTo>
                <a:cubicBezTo>
                  <a:pt x="816555" y="33834"/>
                  <a:pt x="820824" y="32757"/>
                  <a:pt x="825266" y="32757"/>
                </a:cubicBezTo>
                <a:cubicBezTo>
                  <a:pt x="830137" y="32757"/>
                  <a:pt x="834245" y="33561"/>
                  <a:pt x="837590" y="35168"/>
                </a:cubicBezTo>
                <a:cubicBezTo>
                  <a:pt x="840935" y="36776"/>
                  <a:pt x="843638" y="38959"/>
                  <a:pt x="845699" y="41719"/>
                </a:cubicBezTo>
                <a:cubicBezTo>
                  <a:pt x="847760" y="44477"/>
                  <a:pt x="849245" y="47705"/>
                  <a:pt x="850155" y="51404"/>
                </a:cubicBezTo>
                <a:cubicBezTo>
                  <a:pt x="851065" y="55100"/>
                  <a:pt x="851520" y="59547"/>
                  <a:pt x="851520" y="64744"/>
                </a:cubicBezTo>
                <a:lnTo>
                  <a:pt x="851520" y="109027"/>
                </a:lnTo>
                <a:close/>
                <a:moveTo>
                  <a:pt x="928402" y="97629"/>
                </a:moveTo>
                <a:cubicBezTo>
                  <a:pt x="928402" y="99021"/>
                  <a:pt x="928362" y="100185"/>
                  <a:pt x="928282" y="101121"/>
                </a:cubicBezTo>
                <a:cubicBezTo>
                  <a:pt x="928201" y="102058"/>
                  <a:pt x="928094" y="102848"/>
                  <a:pt x="927961" y="103490"/>
                </a:cubicBezTo>
                <a:cubicBezTo>
                  <a:pt x="927827" y="104132"/>
                  <a:pt x="927666" y="104654"/>
                  <a:pt x="927479" y="105055"/>
                </a:cubicBezTo>
                <a:cubicBezTo>
                  <a:pt x="927292" y="105457"/>
                  <a:pt x="926877" y="105965"/>
                  <a:pt x="926234" y="106581"/>
                </a:cubicBezTo>
                <a:cubicBezTo>
                  <a:pt x="925592" y="107196"/>
                  <a:pt x="924495" y="107946"/>
                  <a:pt x="922943" y="108829"/>
                </a:cubicBezTo>
                <a:cubicBezTo>
                  <a:pt x="921390" y="109712"/>
                  <a:pt x="919624" y="110502"/>
                  <a:pt x="917644" y="111197"/>
                </a:cubicBezTo>
                <a:cubicBezTo>
                  <a:pt x="915663" y="111893"/>
                  <a:pt x="913509" y="112455"/>
                  <a:pt x="911181" y="112883"/>
                </a:cubicBezTo>
                <a:cubicBezTo>
                  <a:pt x="908852" y="113312"/>
                  <a:pt x="906457" y="113526"/>
                  <a:pt x="903995" y="113526"/>
                </a:cubicBezTo>
                <a:cubicBezTo>
                  <a:pt x="898482" y="113526"/>
                  <a:pt x="893598" y="112669"/>
                  <a:pt x="889343" y="110957"/>
                </a:cubicBezTo>
                <a:cubicBezTo>
                  <a:pt x="885087" y="109244"/>
                  <a:pt x="881515" y="106715"/>
                  <a:pt x="878624" y="103369"/>
                </a:cubicBezTo>
                <a:cubicBezTo>
                  <a:pt x="875734" y="100024"/>
                  <a:pt x="873553" y="95943"/>
                  <a:pt x="872081" y="91126"/>
                </a:cubicBezTo>
                <a:cubicBezTo>
                  <a:pt x="870609" y="86308"/>
                  <a:pt x="869873" y="80795"/>
                  <a:pt x="869873" y="74587"/>
                </a:cubicBezTo>
                <a:cubicBezTo>
                  <a:pt x="869873" y="67414"/>
                  <a:pt x="870770" y="61219"/>
                  <a:pt x="872563" y="56000"/>
                </a:cubicBezTo>
                <a:cubicBezTo>
                  <a:pt x="874356" y="50781"/>
                  <a:pt x="876858" y="46459"/>
                  <a:pt x="880069" y="43034"/>
                </a:cubicBezTo>
                <a:cubicBezTo>
                  <a:pt x="883281" y="39608"/>
                  <a:pt x="887081" y="37066"/>
                  <a:pt x="891470" y="35407"/>
                </a:cubicBezTo>
                <a:cubicBezTo>
                  <a:pt x="895859" y="33747"/>
                  <a:pt x="900676" y="32918"/>
                  <a:pt x="905922" y="32918"/>
                </a:cubicBezTo>
                <a:cubicBezTo>
                  <a:pt x="908063" y="32918"/>
                  <a:pt x="910164" y="33105"/>
                  <a:pt x="912224" y="33480"/>
                </a:cubicBezTo>
                <a:cubicBezTo>
                  <a:pt x="914285" y="33854"/>
                  <a:pt x="916212" y="34363"/>
                  <a:pt x="918005" y="35005"/>
                </a:cubicBezTo>
                <a:cubicBezTo>
                  <a:pt x="919798" y="35647"/>
                  <a:pt x="921404" y="36370"/>
                  <a:pt x="922822" y="37173"/>
                </a:cubicBezTo>
                <a:cubicBezTo>
                  <a:pt x="924241" y="37976"/>
                  <a:pt x="925244" y="38672"/>
                  <a:pt x="925833" y="39260"/>
                </a:cubicBezTo>
                <a:cubicBezTo>
                  <a:pt x="926422" y="39849"/>
                  <a:pt x="926837" y="40344"/>
                  <a:pt x="927077" y="40746"/>
                </a:cubicBezTo>
                <a:cubicBezTo>
                  <a:pt x="927318" y="41147"/>
                  <a:pt x="927506" y="41669"/>
                  <a:pt x="927639" y="42311"/>
                </a:cubicBezTo>
                <a:cubicBezTo>
                  <a:pt x="927773" y="42954"/>
                  <a:pt x="927880" y="43743"/>
                  <a:pt x="927961" y="44680"/>
                </a:cubicBezTo>
                <a:cubicBezTo>
                  <a:pt x="928041" y="45616"/>
                  <a:pt x="928081" y="46754"/>
                  <a:pt x="928081" y="48092"/>
                </a:cubicBezTo>
                <a:cubicBezTo>
                  <a:pt x="928081" y="51196"/>
                  <a:pt x="927813" y="53377"/>
                  <a:pt x="927278" y="54635"/>
                </a:cubicBezTo>
                <a:cubicBezTo>
                  <a:pt x="926743" y="55893"/>
                  <a:pt x="926047" y="56522"/>
                  <a:pt x="925191" y="56522"/>
                </a:cubicBezTo>
                <a:cubicBezTo>
                  <a:pt x="924281" y="56522"/>
                  <a:pt x="923317" y="56147"/>
                  <a:pt x="922300" y="55398"/>
                </a:cubicBezTo>
                <a:cubicBezTo>
                  <a:pt x="921283" y="54649"/>
                  <a:pt x="920079" y="53819"/>
                  <a:pt x="918687" y="52909"/>
                </a:cubicBezTo>
                <a:cubicBezTo>
                  <a:pt x="917296" y="51999"/>
                  <a:pt x="915637" y="51170"/>
                  <a:pt x="913710" y="50420"/>
                </a:cubicBezTo>
                <a:cubicBezTo>
                  <a:pt x="911783" y="49671"/>
                  <a:pt x="909481" y="49296"/>
                  <a:pt x="906805" y="49296"/>
                </a:cubicBezTo>
                <a:cubicBezTo>
                  <a:pt x="901560" y="49296"/>
                  <a:pt x="897545" y="51317"/>
                  <a:pt x="894762" y="55358"/>
                </a:cubicBezTo>
                <a:cubicBezTo>
                  <a:pt x="891979" y="59399"/>
                  <a:pt x="890587" y="65327"/>
                  <a:pt x="890587" y="73141"/>
                </a:cubicBezTo>
                <a:cubicBezTo>
                  <a:pt x="890587" y="76995"/>
                  <a:pt x="890935" y="80394"/>
                  <a:pt x="891631" y="83338"/>
                </a:cubicBezTo>
                <a:cubicBezTo>
                  <a:pt x="892327" y="86282"/>
                  <a:pt x="893357" y="88744"/>
                  <a:pt x="894722" y="90724"/>
                </a:cubicBezTo>
                <a:cubicBezTo>
                  <a:pt x="896087" y="92705"/>
                  <a:pt x="897799" y="94190"/>
                  <a:pt x="899860" y="95180"/>
                </a:cubicBezTo>
                <a:cubicBezTo>
                  <a:pt x="901921" y="96170"/>
                  <a:pt x="904316" y="96665"/>
                  <a:pt x="907046" y="96665"/>
                </a:cubicBezTo>
                <a:cubicBezTo>
                  <a:pt x="909829" y="96665"/>
                  <a:pt x="912224" y="96251"/>
                  <a:pt x="914232" y="95421"/>
                </a:cubicBezTo>
                <a:cubicBezTo>
                  <a:pt x="916239" y="94591"/>
                  <a:pt x="917992" y="93668"/>
                  <a:pt x="919490" y="92651"/>
                </a:cubicBezTo>
                <a:cubicBezTo>
                  <a:pt x="920989" y="91634"/>
                  <a:pt x="922247" y="90711"/>
                  <a:pt x="923264" y="89881"/>
                </a:cubicBezTo>
                <a:cubicBezTo>
                  <a:pt x="924281" y="89052"/>
                  <a:pt x="925137" y="88637"/>
                  <a:pt x="925833" y="88637"/>
                </a:cubicBezTo>
                <a:cubicBezTo>
                  <a:pt x="926315" y="88637"/>
                  <a:pt x="926716" y="88771"/>
                  <a:pt x="927037" y="89038"/>
                </a:cubicBezTo>
                <a:cubicBezTo>
                  <a:pt x="927358" y="89306"/>
                  <a:pt x="927613" y="89801"/>
                  <a:pt x="927800" y="90524"/>
                </a:cubicBezTo>
                <a:cubicBezTo>
                  <a:pt x="927987" y="91246"/>
                  <a:pt x="928135" y="92169"/>
                  <a:pt x="928242" y="93293"/>
                </a:cubicBezTo>
                <a:cubicBezTo>
                  <a:pt x="928349" y="94417"/>
                  <a:pt x="928402" y="95863"/>
                  <a:pt x="928402" y="97629"/>
                </a:cubicBezTo>
                <a:close/>
                <a:moveTo>
                  <a:pt x="1007287" y="71122"/>
                </a:moveTo>
                <a:cubicBezTo>
                  <a:pt x="1007287" y="73589"/>
                  <a:pt x="1006738" y="75412"/>
                  <a:pt x="1005641" y="76591"/>
                </a:cubicBezTo>
                <a:cubicBezTo>
                  <a:pt x="1004544" y="77770"/>
                  <a:pt x="1003032" y="78360"/>
                  <a:pt x="1001105" y="78360"/>
                </a:cubicBezTo>
                <a:lnTo>
                  <a:pt x="957509" y="78360"/>
                </a:lnTo>
                <a:cubicBezTo>
                  <a:pt x="957509" y="81423"/>
                  <a:pt x="957870" y="84203"/>
                  <a:pt x="958593" y="86702"/>
                </a:cubicBezTo>
                <a:cubicBezTo>
                  <a:pt x="959315" y="89201"/>
                  <a:pt x="960466" y="91325"/>
                  <a:pt x="962045" y="93073"/>
                </a:cubicBezTo>
                <a:cubicBezTo>
                  <a:pt x="963624" y="94819"/>
                  <a:pt x="965658" y="96149"/>
                  <a:pt x="968147" y="97062"/>
                </a:cubicBezTo>
                <a:cubicBezTo>
                  <a:pt x="970636" y="97975"/>
                  <a:pt x="973620" y="98432"/>
                  <a:pt x="977099" y="98432"/>
                </a:cubicBezTo>
                <a:cubicBezTo>
                  <a:pt x="980632" y="98432"/>
                  <a:pt x="983736" y="98173"/>
                  <a:pt x="986412" y="97657"/>
                </a:cubicBezTo>
                <a:cubicBezTo>
                  <a:pt x="989089" y="97140"/>
                  <a:pt x="991403" y="96568"/>
                  <a:pt x="993357" y="95943"/>
                </a:cubicBezTo>
                <a:cubicBezTo>
                  <a:pt x="995311" y="95317"/>
                  <a:pt x="996930" y="94746"/>
                  <a:pt x="998214" y="94229"/>
                </a:cubicBezTo>
                <a:cubicBezTo>
                  <a:pt x="999499" y="93712"/>
                  <a:pt x="1000543" y="93454"/>
                  <a:pt x="1001346" y="93454"/>
                </a:cubicBezTo>
                <a:cubicBezTo>
                  <a:pt x="1001827" y="93454"/>
                  <a:pt x="1002229" y="93548"/>
                  <a:pt x="1002550" y="93738"/>
                </a:cubicBezTo>
                <a:cubicBezTo>
                  <a:pt x="1002871" y="93925"/>
                  <a:pt x="1003139" y="94261"/>
                  <a:pt x="1003353" y="94746"/>
                </a:cubicBezTo>
                <a:cubicBezTo>
                  <a:pt x="1003567" y="95229"/>
                  <a:pt x="1003714" y="95915"/>
                  <a:pt x="1003794" y="96803"/>
                </a:cubicBezTo>
                <a:cubicBezTo>
                  <a:pt x="1003875" y="97692"/>
                  <a:pt x="1003915" y="98808"/>
                  <a:pt x="1003915" y="100153"/>
                </a:cubicBezTo>
                <a:cubicBezTo>
                  <a:pt x="1003915" y="101337"/>
                  <a:pt x="1003888" y="102347"/>
                  <a:pt x="1003835" y="103181"/>
                </a:cubicBezTo>
                <a:cubicBezTo>
                  <a:pt x="1003781" y="104014"/>
                  <a:pt x="1003701" y="104727"/>
                  <a:pt x="1003594" y="105319"/>
                </a:cubicBezTo>
                <a:cubicBezTo>
                  <a:pt x="1003487" y="105911"/>
                  <a:pt x="1003326" y="106409"/>
                  <a:pt x="1003112" y="106814"/>
                </a:cubicBezTo>
                <a:cubicBezTo>
                  <a:pt x="1002898" y="107217"/>
                  <a:pt x="1002617" y="107607"/>
                  <a:pt x="1002269" y="107983"/>
                </a:cubicBezTo>
                <a:cubicBezTo>
                  <a:pt x="1001921" y="108360"/>
                  <a:pt x="1000971" y="108869"/>
                  <a:pt x="999419" y="109511"/>
                </a:cubicBezTo>
                <a:cubicBezTo>
                  <a:pt x="997867" y="110154"/>
                  <a:pt x="995886" y="110783"/>
                  <a:pt x="993478" y="111398"/>
                </a:cubicBezTo>
                <a:cubicBezTo>
                  <a:pt x="991069" y="112014"/>
                  <a:pt x="988312" y="112549"/>
                  <a:pt x="985208" y="113004"/>
                </a:cubicBezTo>
                <a:cubicBezTo>
                  <a:pt x="982104" y="113459"/>
                  <a:pt x="978785" y="113686"/>
                  <a:pt x="975252" y="113686"/>
                </a:cubicBezTo>
                <a:cubicBezTo>
                  <a:pt x="968883" y="113686"/>
                  <a:pt x="963303" y="112882"/>
                  <a:pt x="958513" y="111273"/>
                </a:cubicBezTo>
                <a:cubicBezTo>
                  <a:pt x="953722" y="109664"/>
                  <a:pt x="949721" y="107223"/>
                  <a:pt x="946510" y="103952"/>
                </a:cubicBezTo>
                <a:cubicBezTo>
                  <a:pt x="943298" y="100680"/>
                  <a:pt x="940903" y="96551"/>
                  <a:pt x="939324" y="91565"/>
                </a:cubicBezTo>
                <a:cubicBezTo>
                  <a:pt x="937745" y="86577"/>
                  <a:pt x="936956" y="80731"/>
                  <a:pt x="936956" y="74027"/>
                </a:cubicBezTo>
                <a:cubicBezTo>
                  <a:pt x="936956" y="67644"/>
                  <a:pt x="937785" y="61892"/>
                  <a:pt x="939444" y="56770"/>
                </a:cubicBezTo>
                <a:cubicBezTo>
                  <a:pt x="941104" y="51649"/>
                  <a:pt x="943512" y="47305"/>
                  <a:pt x="946670" y="43739"/>
                </a:cubicBezTo>
                <a:cubicBezTo>
                  <a:pt x="949828" y="40171"/>
                  <a:pt x="953669" y="37449"/>
                  <a:pt x="958191" y="35572"/>
                </a:cubicBezTo>
                <a:cubicBezTo>
                  <a:pt x="962714" y="33695"/>
                  <a:pt x="967812" y="32757"/>
                  <a:pt x="973486" y="32757"/>
                </a:cubicBezTo>
                <a:cubicBezTo>
                  <a:pt x="979481" y="32757"/>
                  <a:pt x="984606" y="33642"/>
                  <a:pt x="988861" y="35412"/>
                </a:cubicBezTo>
                <a:cubicBezTo>
                  <a:pt x="993116" y="37181"/>
                  <a:pt x="996609" y="39634"/>
                  <a:pt x="999338" y="42770"/>
                </a:cubicBezTo>
                <a:cubicBezTo>
                  <a:pt x="1002068" y="45907"/>
                  <a:pt x="1004075" y="49620"/>
                  <a:pt x="1005360" y="53910"/>
                </a:cubicBezTo>
                <a:cubicBezTo>
                  <a:pt x="1006645" y="58199"/>
                  <a:pt x="1007287" y="62864"/>
                  <a:pt x="1007287" y="67905"/>
                </a:cubicBezTo>
                <a:lnTo>
                  <a:pt x="1007287" y="71122"/>
                </a:lnTo>
                <a:moveTo>
                  <a:pt x="987697" y="65354"/>
                </a:moveTo>
                <a:cubicBezTo>
                  <a:pt x="987857" y="59655"/>
                  <a:pt x="986720" y="55180"/>
                  <a:pt x="984285" y="51928"/>
                </a:cubicBezTo>
                <a:cubicBezTo>
                  <a:pt x="981849" y="48675"/>
                  <a:pt x="978089" y="47048"/>
                  <a:pt x="973004" y="47048"/>
                </a:cubicBezTo>
                <a:cubicBezTo>
                  <a:pt x="970435" y="47048"/>
                  <a:pt x="968201" y="47532"/>
                  <a:pt x="966300" y="48501"/>
                </a:cubicBezTo>
                <a:cubicBezTo>
                  <a:pt x="964400" y="49468"/>
                  <a:pt x="962821" y="50771"/>
                  <a:pt x="961563" y="52412"/>
                </a:cubicBezTo>
                <a:cubicBezTo>
                  <a:pt x="960306" y="54052"/>
                  <a:pt x="959342" y="55987"/>
                  <a:pt x="958673" y="58218"/>
                </a:cubicBezTo>
                <a:cubicBezTo>
                  <a:pt x="958004" y="60448"/>
                  <a:pt x="957616" y="62826"/>
                  <a:pt x="957509" y="65354"/>
                </a:cubicBezTo>
                <a:lnTo>
                  <a:pt x="987697" y="65354"/>
                </a:lnTo>
                <a:close/>
                <a:moveTo>
                  <a:pt x="1045591" y="48252"/>
                </a:moveTo>
                <a:cubicBezTo>
                  <a:pt x="1045591" y="50500"/>
                  <a:pt x="1045403" y="52374"/>
                  <a:pt x="1045029" y="53873"/>
                </a:cubicBezTo>
                <a:cubicBezTo>
                  <a:pt x="1044654" y="55371"/>
                  <a:pt x="1044025" y="56602"/>
                  <a:pt x="1043142" y="57566"/>
                </a:cubicBezTo>
                <a:cubicBezTo>
                  <a:pt x="1042259" y="58529"/>
                  <a:pt x="1041095" y="59212"/>
                  <a:pt x="1039650" y="59613"/>
                </a:cubicBezTo>
                <a:cubicBezTo>
                  <a:pt x="1038204" y="60014"/>
                  <a:pt x="1036385" y="60215"/>
                  <a:pt x="1034190" y="60215"/>
                </a:cubicBezTo>
                <a:cubicBezTo>
                  <a:pt x="1031996" y="60215"/>
                  <a:pt x="1030176" y="60014"/>
                  <a:pt x="1028731" y="59613"/>
                </a:cubicBezTo>
                <a:cubicBezTo>
                  <a:pt x="1027285" y="59212"/>
                  <a:pt x="1026121" y="58529"/>
                  <a:pt x="1025238" y="57566"/>
                </a:cubicBezTo>
                <a:cubicBezTo>
                  <a:pt x="1024355" y="56602"/>
                  <a:pt x="1023753" y="55371"/>
                  <a:pt x="1023432" y="53873"/>
                </a:cubicBezTo>
                <a:cubicBezTo>
                  <a:pt x="1023110" y="52374"/>
                  <a:pt x="1022950" y="50500"/>
                  <a:pt x="1022950" y="48252"/>
                </a:cubicBezTo>
                <a:cubicBezTo>
                  <a:pt x="1022950" y="45951"/>
                  <a:pt x="1023110" y="44024"/>
                  <a:pt x="1023432" y="42472"/>
                </a:cubicBezTo>
                <a:cubicBezTo>
                  <a:pt x="1023753" y="40920"/>
                  <a:pt x="1024355" y="39662"/>
                  <a:pt x="1025238" y="38698"/>
                </a:cubicBezTo>
                <a:cubicBezTo>
                  <a:pt x="1026121" y="37735"/>
                  <a:pt x="1027285" y="37039"/>
                  <a:pt x="1028731" y="36611"/>
                </a:cubicBezTo>
                <a:cubicBezTo>
                  <a:pt x="1030176" y="36183"/>
                  <a:pt x="1031996" y="35969"/>
                  <a:pt x="1034190" y="35969"/>
                </a:cubicBezTo>
                <a:cubicBezTo>
                  <a:pt x="1036385" y="35969"/>
                  <a:pt x="1038204" y="36183"/>
                  <a:pt x="1039650" y="36611"/>
                </a:cubicBezTo>
                <a:cubicBezTo>
                  <a:pt x="1041095" y="37039"/>
                  <a:pt x="1042259" y="37735"/>
                  <a:pt x="1043142" y="38698"/>
                </a:cubicBezTo>
                <a:cubicBezTo>
                  <a:pt x="1044025" y="39662"/>
                  <a:pt x="1044654" y="40920"/>
                  <a:pt x="1045029" y="42472"/>
                </a:cubicBezTo>
                <a:cubicBezTo>
                  <a:pt x="1045403" y="44024"/>
                  <a:pt x="1045591" y="45951"/>
                  <a:pt x="1045591" y="48252"/>
                </a:cubicBezTo>
                <a:moveTo>
                  <a:pt x="1045591" y="100840"/>
                </a:moveTo>
                <a:cubicBezTo>
                  <a:pt x="1045591" y="103088"/>
                  <a:pt x="1045403" y="104975"/>
                  <a:pt x="1045029" y="106501"/>
                </a:cubicBezTo>
                <a:cubicBezTo>
                  <a:pt x="1044654" y="108026"/>
                  <a:pt x="1044025" y="109271"/>
                  <a:pt x="1043142" y="110234"/>
                </a:cubicBezTo>
                <a:cubicBezTo>
                  <a:pt x="1042259" y="111197"/>
                  <a:pt x="1041095" y="111880"/>
                  <a:pt x="1039650" y="112281"/>
                </a:cubicBezTo>
                <a:cubicBezTo>
                  <a:pt x="1038204" y="112683"/>
                  <a:pt x="1036385" y="112883"/>
                  <a:pt x="1034190" y="112883"/>
                </a:cubicBezTo>
                <a:cubicBezTo>
                  <a:pt x="1031996" y="112883"/>
                  <a:pt x="1030176" y="112683"/>
                  <a:pt x="1028731" y="112281"/>
                </a:cubicBezTo>
                <a:cubicBezTo>
                  <a:pt x="1027285" y="111880"/>
                  <a:pt x="1026121" y="111197"/>
                  <a:pt x="1025238" y="110234"/>
                </a:cubicBezTo>
                <a:cubicBezTo>
                  <a:pt x="1024355" y="109271"/>
                  <a:pt x="1023753" y="108026"/>
                  <a:pt x="1023432" y="106501"/>
                </a:cubicBezTo>
                <a:cubicBezTo>
                  <a:pt x="1023110" y="104975"/>
                  <a:pt x="1022950" y="103088"/>
                  <a:pt x="1022950" y="100840"/>
                </a:cubicBezTo>
                <a:cubicBezTo>
                  <a:pt x="1022950" y="98592"/>
                  <a:pt x="1023110" y="96679"/>
                  <a:pt x="1023432" y="95100"/>
                </a:cubicBezTo>
                <a:cubicBezTo>
                  <a:pt x="1023753" y="93521"/>
                  <a:pt x="1024355" y="92250"/>
                  <a:pt x="1025238" y="91286"/>
                </a:cubicBezTo>
                <a:cubicBezTo>
                  <a:pt x="1026121" y="90323"/>
                  <a:pt x="1027285" y="89640"/>
                  <a:pt x="1028731" y="89239"/>
                </a:cubicBezTo>
                <a:cubicBezTo>
                  <a:pt x="1030176" y="88837"/>
                  <a:pt x="1031996" y="88637"/>
                  <a:pt x="1034190" y="88637"/>
                </a:cubicBezTo>
                <a:cubicBezTo>
                  <a:pt x="1036385" y="88637"/>
                  <a:pt x="1038204" y="88837"/>
                  <a:pt x="1039650" y="89239"/>
                </a:cubicBezTo>
                <a:cubicBezTo>
                  <a:pt x="1041095" y="89640"/>
                  <a:pt x="1042259" y="90323"/>
                  <a:pt x="1043142" y="91286"/>
                </a:cubicBezTo>
                <a:cubicBezTo>
                  <a:pt x="1044025" y="92250"/>
                  <a:pt x="1044654" y="93521"/>
                  <a:pt x="1045029" y="95100"/>
                </a:cubicBezTo>
                <a:cubicBezTo>
                  <a:pt x="1045403" y="96679"/>
                  <a:pt x="1045591" y="98592"/>
                  <a:pt x="1045591" y="10084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ba61ebaab4602"/>
          <a:stretch xmlns:a="http://schemas.openxmlformats.org/drawingml/2006/main"/>
        </p:blipFill>
        <p:spPr>
          <a:xfrm xmlns:a="http://schemas.openxmlformats.org/drawingml/2006/main">
            <a:off x="7013215" y="1927167"/>
            <a:ext cx="1149572" cy="1149572"/>
          </a:xfrm>
          <a:prstGeom xmlns:a="http://schemas.openxmlformats.org/drawingml/2006/main" prst="rect">
            <a:avLst/>
          </a:prstGeom>
        </p:spPr>
      </p:pic>
      <p:pic>
        <p:nvPicPr>
          <p:cNvPr id="4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b329fd28c45f9"/>
          <a:stretch xmlns:a="http://schemas.openxmlformats.org/drawingml/2006/main"/>
        </p:blipFill>
        <p:spPr>
          <a:xfrm xmlns:a="http://schemas.openxmlformats.org/drawingml/2006/main">
            <a:off x="8266191" y="1927167"/>
            <a:ext cx="1149572" cy="1149572"/>
          </a:xfrm>
          <a:prstGeom xmlns:a="http://schemas.openxmlformats.org/drawingml/2006/main" prst="rect">
            <a:avLst/>
          </a:prstGeom>
        </p:spPr>
      </p:pic>
      <p:pic>
        <p:nvPicPr>
          <p:cNvPr id="4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4ed10790848ad"/>
          <a:stretch xmlns:a="http://schemas.openxmlformats.org/drawingml/2006/main"/>
        </p:blipFill>
        <p:spPr>
          <a:xfrm xmlns:a="http://schemas.openxmlformats.org/drawingml/2006/main">
            <a:off x="10784306" y="1927167"/>
            <a:ext cx="1149572" cy="1149572"/>
          </a:xfrm>
          <a:prstGeom xmlns:a="http://schemas.openxmlformats.org/drawingml/2006/main" prst="rect">
            <a:avLst/>
          </a:prstGeom>
        </p:spPr>
      </p:pic>
      <p:pic>
        <p:nvPicPr>
          <p:cNvPr id="4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206ba9ff5415e"/>
          <a:stretch xmlns:a="http://schemas.openxmlformats.org/drawingml/2006/main"/>
        </p:blipFill>
        <p:spPr>
          <a:xfrm xmlns:a="http://schemas.openxmlformats.org/drawingml/2006/main">
            <a:off x="9525249" y="1927167"/>
            <a:ext cx="1149572" cy="1149572"/>
          </a:xfrm>
          <a:prstGeom xmlns:a="http://schemas.openxmlformats.org/drawingml/2006/main" prst="rect">
            <a:avLst/>
          </a:prstGeom>
        </p:spPr>
      </p:pic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EFB72-235D-4637-BA78-DEB4AC12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035" y="5503794"/>
            <a:ext cx="176042" cy="169967"/>
          </a:xfrm>
          <a:custGeom xmlns:a="http://schemas.openxmlformats.org/drawingml/2006/main">
            <a:pathLst>
              <a:path w="176042" h="169967">
                <a:moveTo>
                  <a:pt x="88020" y="169967"/>
                </a:moveTo>
                <a:cubicBezTo>
                  <a:pt x="136634" y="169967"/>
                  <a:pt x="176042" y="131919"/>
                  <a:pt x="176042" y="84985"/>
                </a:cubicBezTo>
                <a:cubicBezTo>
                  <a:pt x="176042" y="38050"/>
                  <a:pt x="136634" y="0"/>
                  <a:pt x="88020" y="0"/>
                </a:cubicBezTo>
                <a:cubicBezTo>
                  <a:pt x="39408" y="0"/>
                  <a:pt x="0" y="38050"/>
                  <a:pt x="0" y="84985"/>
                </a:cubicBezTo>
                <a:cubicBezTo>
                  <a:pt x="0" y="131919"/>
                  <a:pt x="39408" y="169967"/>
                  <a:pt x="88020" y="169967"/>
                </a:cubicBezTo>
                <a:close/>
                <a:moveTo>
                  <a:pt x="126873" y="69383"/>
                </a:moveTo>
                <a:lnTo>
                  <a:pt x="82865" y="111874"/>
                </a:lnTo>
                <a:cubicBezTo>
                  <a:pt x="79633" y="114994"/>
                  <a:pt x="74406" y="114994"/>
                  <a:pt x="71206" y="111874"/>
                </a:cubicBezTo>
                <a:lnTo>
                  <a:pt x="49200" y="90628"/>
                </a:lnTo>
                <a:cubicBezTo>
                  <a:pt x="45969" y="87508"/>
                  <a:pt x="45969" y="82462"/>
                  <a:pt x="49200" y="79373"/>
                </a:cubicBezTo>
                <a:cubicBezTo>
                  <a:pt x="52432" y="76287"/>
                  <a:pt x="57659" y="76252"/>
                  <a:pt x="60859" y="79373"/>
                </a:cubicBezTo>
                <a:lnTo>
                  <a:pt x="77018" y="94975"/>
                </a:lnTo>
                <a:lnTo>
                  <a:pt x="115183" y="58096"/>
                </a:lnTo>
                <a:cubicBezTo>
                  <a:pt x="118415" y="54975"/>
                  <a:pt x="123641" y="54975"/>
                  <a:pt x="126836" y="58096"/>
                </a:cubicBezTo>
                <a:cubicBezTo>
                  <a:pt x="130036" y="61216"/>
                  <a:pt x="130068" y="66263"/>
                  <a:pt x="126836" y="69346"/>
                </a:cubicBezTo>
                <a:lnTo>
                  <a:pt x="126873" y="69383"/>
                </a:lnTo>
                <a:close/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A9002-90B6-44DD-922B-E036B0EB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110" y="5686271"/>
            <a:ext cx="169976" cy="176039"/>
          </a:xfrm>
          <a:custGeom xmlns:a="http://schemas.openxmlformats.org/drawingml/2006/main">
            <a:pathLst>
              <a:path w="169976" h="176039">
                <a:moveTo>
                  <a:pt x="84988" y="176039"/>
                </a:moveTo>
                <a:cubicBezTo>
                  <a:pt x="131925" y="176039"/>
                  <a:pt x="169976" y="136631"/>
                  <a:pt x="169976" y="88020"/>
                </a:cubicBezTo>
                <a:cubicBezTo>
                  <a:pt x="169976" y="39408"/>
                  <a:pt x="131925" y="0"/>
                  <a:pt x="84988" y="0"/>
                </a:cubicBezTo>
                <a:cubicBezTo>
                  <a:pt x="38050" y="0"/>
                  <a:pt x="0" y="39408"/>
                  <a:pt x="0" y="88020"/>
                </a:cubicBezTo>
                <a:cubicBezTo>
                  <a:pt x="0" y="136631"/>
                  <a:pt x="38050" y="176039"/>
                  <a:pt x="84988" y="176039"/>
                </a:cubicBezTo>
                <a:close/>
                <a:moveTo>
                  <a:pt x="122501" y="71860"/>
                </a:moveTo>
                <a:lnTo>
                  <a:pt x="80010" y="115872"/>
                </a:lnTo>
                <a:cubicBezTo>
                  <a:pt x="76890" y="119103"/>
                  <a:pt x="71843" y="119103"/>
                  <a:pt x="68751" y="115872"/>
                </a:cubicBezTo>
                <a:lnTo>
                  <a:pt x="47506" y="93866"/>
                </a:lnTo>
                <a:cubicBezTo>
                  <a:pt x="44386" y="90634"/>
                  <a:pt x="44386" y="85408"/>
                  <a:pt x="47506" y="82207"/>
                </a:cubicBezTo>
                <a:cubicBezTo>
                  <a:pt x="50626" y="79013"/>
                  <a:pt x="55673" y="78976"/>
                  <a:pt x="58762" y="82207"/>
                </a:cubicBezTo>
                <a:lnTo>
                  <a:pt x="74366" y="98367"/>
                </a:lnTo>
                <a:lnTo>
                  <a:pt x="111214" y="60170"/>
                </a:lnTo>
                <a:cubicBezTo>
                  <a:pt x="114334" y="56939"/>
                  <a:pt x="119381" y="56939"/>
                  <a:pt x="122467" y="60170"/>
                </a:cubicBezTo>
                <a:cubicBezTo>
                  <a:pt x="125556" y="63402"/>
                  <a:pt x="125587" y="68629"/>
                  <a:pt x="122467" y="71823"/>
                </a:cubicBezTo>
                <a:lnTo>
                  <a:pt x="122501" y="71860"/>
                </a:lnTo>
                <a:close/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3E32F-8054-4840-AE30-E15F512C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368" y="5467480"/>
            <a:ext cx="346018" cy="346006"/>
          </a:xfrm>
          <a:custGeom xmlns:a="http://schemas.openxmlformats.org/drawingml/2006/main">
            <a:pathLst>
              <a:path w="346018" h="346006">
                <a:moveTo>
                  <a:pt x="173010" y="346006"/>
                </a:moveTo>
                <a:cubicBezTo>
                  <a:pt x="268559" y="346006"/>
                  <a:pt x="346018" y="268551"/>
                  <a:pt x="346018" y="173004"/>
                </a:cubicBezTo>
                <a:cubicBezTo>
                  <a:pt x="346018" y="77455"/>
                  <a:pt x="268559" y="0"/>
                  <a:pt x="173010" y="0"/>
                </a:cubicBezTo>
                <a:cubicBezTo>
                  <a:pt x="77458" y="0"/>
                  <a:pt x="0" y="77455"/>
                  <a:pt x="0" y="173004"/>
                </a:cubicBezTo>
                <a:cubicBezTo>
                  <a:pt x="0" y="268551"/>
                  <a:pt x="77458" y="346006"/>
                  <a:pt x="173010" y="346006"/>
                </a:cubicBezTo>
                <a:close/>
                <a:moveTo>
                  <a:pt x="249377" y="141241"/>
                </a:moveTo>
                <a:lnTo>
                  <a:pt x="162872" y="227743"/>
                </a:lnTo>
                <a:cubicBezTo>
                  <a:pt x="156520" y="234095"/>
                  <a:pt x="146247" y="234095"/>
                  <a:pt x="139957" y="227743"/>
                </a:cubicBezTo>
                <a:lnTo>
                  <a:pt x="96706" y="184492"/>
                </a:lnTo>
                <a:cubicBezTo>
                  <a:pt x="90354" y="178139"/>
                  <a:pt x="90354" y="167867"/>
                  <a:pt x="96706" y="161577"/>
                </a:cubicBezTo>
                <a:cubicBezTo>
                  <a:pt x="103059" y="155299"/>
                  <a:pt x="113331" y="155225"/>
                  <a:pt x="119621" y="161577"/>
                </a:cubicBezTo>
                <a:lnTo>
                  <a:pt x="151385" y="193341"/>
                </a:lnTo>
                <a:lnTo>
                  <a:pt x="226400" y="118263"/>
                </a:lnTo>
                <a:cubicBezTo>
                  <a:pt x="232752" y="111911"/>
                  <a:pt x="243025" y="111911"/>
                  <a:pt x="249303" y="118263"/>
                </a:cubicBezTo>
                <a:cubicBezTo>
                  <a:pt x="255592" y="124616"/>
                  <a:pt x="255658" y="134888"/>
                  <a:pt x="249303" y="141169"/>
                </a:cubicBezTo>
                <a:lnTo>
                  <a:pt x="249377" y="141241"/>
                </a:lnTo>
                <a:close/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03F55-12EF-476D-9BB5-8A8C0D99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218" y="5467480"/>
            <a:ext cx="339942" cy="346006"/>
          </a:xfrm>
          <a:custGeom xmlns:a="http://schemas.openxmlformats.org/drawingml/2006/main">
            <a:pathLst>
              <a:path w="339942" h="346006">
                <a:moveTo>
                  <a:pt x="169973" y="346006"/>
                </a:moveTo>
                <a:cubicBezTo>
                  <a:pt x="263847" y="346006"/>
                  <a:pt x="339942" y="268551"/>
                  <a:pt x="339942" y="173004"/>
                </a:cubicBezTo>
                <a:cubicBezTo>
                  <a:pt x="339942" y="77455"/>
                  <a:pt x="263847" y="0"/>
                  <a:pt x="169973" y="0"/>
                </a:cubicBezTo>
                <a:cubicBezTo>
                  <a:pt x="76098" y="0"/>
                  <a:pt x="0" y="77455"/>
                  <a:pt x="0" y="173004"/>
                </a:cubicBezTo>
                <a:cubicBezTo>
                  <a:pt x="0" y="268551"/>
                  <a:pt x="76098" y="346006"/>
                  <a:pt x="169973" y="346006"/>
                </a:cubicBezTo>
                <a:close/>
                <a:moveTo>
                  <a:pt x="244999" y="141241"/>
                </a:moveTo>
                <a:lnTo>
                  <a:pt x="160014" y="227743"/>
                </a:lnTo>
                <a:cubicBezTo>
                  <a:pt x="153774" y="234095"/>
                  <a:pt x="143681" y="234095"/>
                  <a:pt x="137503" y="227743"/>
                </a:cubicBezTo>
                <a:lnTo>
                  <a:pt x="95009" y="184492"/>
                </a:lnTo>
                <a:cubicBezTo>
                  <a:pt x="88768" y="178139"/>
                  <a:pt x="88768" y="167867"/>
                  <a:pt x="95009" y="161577"/>
                </a:cubicBezTo>
                <a:cubicBezTo>
                  <a:pt x="101250" y="155299"/>
                  <a:pt x="111342" y="155225"/>
                  <a:pt x="117520" y="161577"/>
                </a:cubicBezTo>
                <a:lnTo>
                  <a:pt x="148727" y="193341"/>
                </a:lnTo>
                <a:lnTo>
                  <a:pt x="222425" y="118263"/>
                </a:lnTo>
                <a:cubicBezTo>
                  <a:pt x="228666" y="111911"/>
                  <a:pt x="238758" y="111911"/>
                  <a:pt x="244928" y="118263"/>
                </a:cubicBezTo>
                <a:cubicBezTo>
                  <a:pt x="251109" y="124616"/>
                  <a:pt x="251169" y="134888"/>
                  <a:pt x="244928" y="141169"/>
                </a:cubicBezTo>
                <a:lnTo>
                  <a:pt x="244999" y="141241"/>
                </a:lnTo>
                <a:close/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C9FDF-3C4B-4FAD-A474-14153C3E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777" y="5467478"/>
            <a:ext cx="346015" cy="339931"/>
          </a:xfrm>
          <a:custGeom xmlns:a="http://schemas.openxmlformats.org/drawingml/2006/main">
            <a:pathLst>
              <a:path w="346015" h="339931">
                <a:moveTo>
                  <a:pt x="173010" y="339931"/>
                </a:moveTo>
                <a:cubicBezTo>
                  <a:pt x="268559" y="339931"/>
                  <a:pt x="346015" y="263836"/>
                  <a:pt x="346015" y="169967"/>
                </a:cubicBezTo>
                <a:cubicBezTo>
                  <a:pt x="346015" y="76095"/>
                  <a:pt x="268559" y="0"/>
                  <a:pt x="173007" y="0"/>
                </a:cubicBezTo>
                <a:cubicBezTo>
                  <a:pt x="77455" y="0"/>
                  <a:pt x="0" y="76095"/>
                  <a:pt x="0" y="169967"/>
                </a:cubicBezTo>
                <a:cubicBezTo>
                  <a:pt x="0" y="263836"/>
                  <a:pt x="77458" y="339931"/>
                  <a:pt x="173010" y="339931"/>
                </a:cubicBezTo>
                <a:close/>
                <a:moveTo>
                  <a:pt x="249374" y="138763"/>
                </a:moveTo>
                <a:lnTo>
                  <a:pt x="162872" y="223745"/>
                </a:lnTo>
                <a:cubicBezTo>
                  <a:pt x="156520" y="229986"/>
                  <a:pt x="146247" y="229986"/>
                  <a:pt x="139957" y="223745"/>
                </a:cubicBezTo>
                <a:lnTo>
                  <a:pt x="96706" y="181254"/>
                </a:lnTo>
                <a:cubicBezTo>
                  <a:pt x="90354" y="175013"/>
                  <a:pt x="90354" y="164921"/>
                  <a:pt x="96706" y="158743"/>
                </a:cubicBezTo>
                <a:cubicBezTo>
                  <a:pt x="103059" y="152570"/>
                  <a:pt x="113331" y="152502"/>
                  <a:pt x="119621" y="158743"/>
                </a:cubicBezTo>
                <a:lnTo>
                  <a:pt x="151382" y="189947"/>
                </a:lnTo>
                <a:lnTo>
                  <a:pt x="226397" y="116189"/>
                </a:lnTo>
                <a:cubicBezTo>
                  <a:pt x="232749" y="109948"/>
                  <a:pt x="243022" y="109948"/>
                  <a:pt x="249303" y="116189"/>
                </a:cubicBezTo>
                <a:cubicBezTo>
                  <a:pt x="255592" y="122430"/>
                  <a:pt x="255655" y="132519"/>
                  <a:pt x="249303" y="138692"/>
                </a:cubicBezTo>
                <a:lnTo>
                  <a:pt x="249374" y="138763"/>
                </a:lnTo>
                <a:close/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DAE39-3FE1-42C9-B501-9F7804E2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881" y="5467480"/>
            <a:ext cx="346015" cy="346006"/>
          </a:xfrm>
          <a:custGeom xmlns:a="http://schemas.openxmlformats.org/drawingml/2006/main">
            <a:pathLst>
              <a:path w="346015" h="346006">
                <a:moveTo>
                  <a:pt x="173007" y="346006"/>
                </a:moveTo>
                <a:cubicBezTo>
                  <a:pt x="268556" y="346006"/>
                  <a:pt x="346015" y="268551"/>
                  <a:pt x="346015" y="173004"/>
                </a:cubicBezTo>
                <a:cubicBezTo>
                  <a:pt x="346015" y="77455"/>
                  <a:pt x="268556" y="0"/>
                  <a:pt x="173007" y="0"/>
                </a:cubicBezTo>
                <a:cubicBezTo>
                  <a:pt x="77455" y="0"/>
                  <a:pt x="0" y="77455"/>
                  <a:pt x="0" y="173004"/>
                </a:cubicBezTo>
                <a:cubicBezTo>
                  <a:pt x="0" y="268551"/>
                  <a:pt x="77455" y="346006"/>
                  <a:pt x="173007" y="346006"/>
                </a:cubicBezTo>
                <a:close/>
                <a:moveTo>
                  <a:pt x="249377" y="141241"/>
                </a:moveTo>
                <a:lnTo>
                  <a:pt x="162869" y="227743"/>
                </a:lnTo>
                <a:cubicBezTo>
                  <a:pt x="156520" y="234095"/>
                  <a:pt x="146244" y="234095"/>
                  <a:pt x="139960" y="227743"/>
                </a:cubicBezTo>
                <a:lnTo>
                  <a:pt x="96709" y="184492"/>
                </a:lnTo>
                <a:cubicBezTo>
                  <a:pt x="90351" y="178139"/>
                  <a:pt x="90351" y="167867"/>
                  <a:pt x="96709" y="161577"/>
                </a:cubicBezTo>
                <a:cubicBezTo>
                  <a:pt x="103059" y="155299"/>
                  <a:pt x="113326" y="155225"/>
                  <a:pt x="119621" y="161577"/>
                </a:cubicBezTo>
                <a:lnTo>
                  <a:pt x="151385" y="193341"/>
                </a:lnTo>
                <a:lnTo>
                  <a:pt x="226394" y="118263"/>
                </a:lnTo>
                <a:cubicBezTo>
                  <a:pt x="232752" y="111911"/>
                  <a:pt x="243019" y="111911"/>
                  <a:pt x="249305" y="118263"/>
                </a:cubicBezTo>
                <a:cubicBezTo>
                  <a:pt x="255589" y="124616"/>
                  <a:pt x="255655" y="134888"/>
                  <a:pt x="249305" y="141169"/>
                </a:cubicBezTo>
                <a:lnTo>
                  <a:pt x="249377" y="141241"/>
                </a:lnTo>
                <a:close/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3132D-9948-4BC7-A6CD-73E96130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96" y="5467480"/>
            <a:ext cx="346018" cy="346006"/>
          </a:xfrm>
          <a:custGeom xmlns:a="http://schemas.openxmlformats.org/drawingml/2006/main">
            <a:pathLst>
              <a:path w="346018" h="346006">
                <a:moveTo>
                  <a:pt x="173007" y="346006"/>
                </a:moveTo>
                <a:cubicBezTo>
                  <a:pt x="268559" y="346006"/>
                  <a:pt x="346018" y="268551"/>
                  <a:pt x="346018" y="173004"/>
                </a:cubicBezTo>
                <a:cubicBezTo>
                  <a:pt x="346018" y="77455"/>
                  <a:pt x="268559" y="0"/>
                  <a:pt x="173007" y="0"/>
                </a:cubicBezTo>
                <a:cubicBezTo>
                  <a:pt x="77458" y="0"/>
                  <a:pt x="0" y="77455"/>
                  <a:pt x="0" y="173004"/>
                </a:cubicBezTo>
                <a:cubicBezTo>
                  <a:pt x="0" y="268551"/>
                  <a:pt x="77458" y="346006"/>
                  <a:pt x="173007" y="346006"/>
                </a:cubicBezTo>
                <a:close/>
                <a:moveTo>
                  <a:pt x="249380" y="141241"/>
                </a:moveTo>
                <a:lnTo>
                  <a:pt x="162872" y="227743"/>
                </a:lnTo>
                <a:cubicBezTo>
                  <a:pt x="156522" y="234095"/>
                  <a:pt x="146247" y="234095"/>
                  <a:pt x="139960" y="227743"/>
                </a:cubicBezTo>
                <a:lnTo>
                  <a:pt x="96712" y="184492"/>
                </a:lnTo>
                <a:cubicBezTo>
                  <a:pt x="90354" y="178139"/>
                  <a:pt x="90354" y="167867"/>
                  <a:pt x="96712" y="161577"/>
                </a:cubicBezTo>
                <a:cubicBezTo>
                  <a:pt x="103061" y="155299"/>
                  <a:pt x="113328" y="155225"/>
                  <a:pt x="119621" y="161577"/>
                </a:cubicBezTo>
                <a:lnTo>
                  <a:pt x="151387" y="193341"/>
                </a:lnTo>
                <a:lnTo>
                  <a:pt x="226397" y="118263"/>
                </a:lnTo>
                <a:cubicBezTo>
                  <a:pt x="232755" y="111911"/>
                  <a:pt x="243022" y="111911"/>
                  <a:pt x="249305" y="118263"/>
                </a:cubicBezTo>
                <a:cubicBezTo>
                  <a:pt x="255592" y="124616"/>
                  <a:pt x="255658" y="134888"/>
                  <a:pt x="249305" y="141169"/>
                </a:cubicBezTo>
                <a:lnTo>
                  <a:pt x="249380" y="141241"/>
                </a:lnTo>
                <a:close/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29ECA-585B-4AC2-B874-71580DE2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2901" y="5467480"/>
            <a:ext cx="346015" cy="346006"/>
          </a:xfrm>
          <a:custGeom xmlns:a="http://schemas.openxmlformats.org/drawingml/2006/main">
            <a:pathLst>
              <a:path w="346015" h="346006">
                <a:moveTo>
                  <a:pt x="173007" y="346006"/>
                </a:moveTo>
                <a:cubicBezTo>
                  <a:pt x="268559" y="346006"/>
                  <a:pt x="346015" y="268551"/>
                  <a:pt x="346015" y="173004"/>
                </a:cubicBezTo>
                <a:cubicBezTo>
                  <a:pt x="346015" y="77455"/>
                  <a:pt x="268559" y="0"/>
                  <a:pt x="173007" y="0"/>
                </a:cubicBezTo>
                <a:cubicBezTo>
                  <a:pt x="77458" y="0"/>
                  <a:pt x="0" y="77455"/>
                  <a:pt x="0" y="173004"/>
                </a:cubicBezTo>
                <a:cubicBezTo>
                  <a:pt x="0" y="268551"/>
                  <a:pt x="77458" y="346006"/>
                  <a:pt x="173007" y="346006"/>
                </a:cubicBezTo>
                <a:close/>
                <a:moveTo>
                  <a:pt x="249380" y="141241"/>
                </a:moveTo>
                <a:lnTo>
                  <a:pt x="162872" y="227743"/>
                </a:lnTo>
                <a:cubicBezTo>
                  <a:pt x="156520" y="234095"/>
                  <a:pt x="146247" y="234095"/>
                  <a:pt x="139960" y="227743"/>
                </a:cubicBezTo>
                <a:lnTo>
                  <a:pt x="96709" y="184492"/>
                </a:lnTo>
                <a:cubicBezTo>
                  <a:pt x="90351" y="178139"/>
                  <a:pt x="90351" y="167867"/>
                  <a:pt x="96709" y="161577"/>
                </a:cubicBezTo>
                <a:cubicBezTo>
                  <a:pt x="103061" y="155299"/>
                  <a:pt x="113328" y="155225"/>
                  <a:pt x="119621" y="161577"/>
                </a:cubicBezTo>
                <a:lnTo>
                  <a:pt x="151387" y="193341"/>
                </a:lnTo>
                <a:lnTo>
                  <a:pt x="226394" y="118263"/>
                </a:lnTo>
                <a:cubicBezTo>
                  <a:pt x="232755" y="111911"/>
                  <a:pt x="243022" y="111911"/>
                  <a:pt x="249305" y="118263"/>
                </a:cubicBezTo>
                <a:cubicBezTo>
                  <a:pt x="255592" y="124616"/>
                  <a:pt x="255655" y="134888"/>
                  <a:pt x="249305" y="141169"/>
                </a:cubicBezTo>
                <a:lnTo>
                  <a:pt x="249380" y="141241"/>
                </a:lnTo>
                <a:close/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Final">
            <a:extLst xmlns:a="http://schemas.openxmlformats.org/drawingml/2006/main">
              <a:ext uri="{FF2B5EF4-FFF2-40B4-BE49-F238E27FC236}">
                <a16:creationId xmlns:a16="http://schemas.microsoft.com/office/drawing/2014/main" id="{A108EAB3-0B89-4889-B290-5ADA342B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6085" y="4364004"/>
            <a:ext cx="259443" cy="100787"/>
          </a:xfrm>
          <a:custGeom xmlns:a="http://schemas.openxmlformats.org/drawingml/2006/main">
            <a:pathLst>
              <a:path w="259443" h="100787">
                <a:moveTo>
                  <a:pt x="48469" y="12402"/>
                </a:moveTo>
                <a:cubicBezTo>
                  <a:pt x="48469" y="13305"/>
                  <a:pt x="48422" y="14089"/>
                  <a:pt x="48327" y="14755"/>
                </a:cubicBezTo>
                <a:cubicBezTo>
                  <a:pt x="48232" y="15420"/>
                  <a:pt x="48065" y="15954"/>
                  <a:pt x="47828" y="16358"/>
                </a:cubicBezTo>
                <a:cubicBezTo>
                  <a:pt x="47590" y="16762"/>
                  <a:pt x="47317" y="17059"/>
                  <a:pt x="47008" y="17249"/>
                </a:cubicBezTo>
                <a:cubicBezTo>
                  <a:pt x="46699" y="17439"/>
                  <a:pt x="46378" y="17534"/>
                  <a:pt x="46046" y="17534"/>
                </a:cubicBezTo>
                <a:lnTo>
                  <a:pt x="12260" y="17534"/>
                </a:lnTo>
                <a:lnTo>
                  <a:pt x="12260" y="48826"/>
                </a:lnTo>
                <a:lnTo>
                  <a:pt x="44192" y="48826"/>
                </a:lnTo>
                <a:cubicBezTo>
                  <a:pt x="44525" y="48826"/>
                  <a:pt x="44846" y="48909"/>
                  <a:pt x="45155" y="49075"/>
                </a:cubicBezTo>
                <a:cubicBezTo>
                  <a:pt x="45464" y="49241"/>
                  <a:pt x="45737" y="49515"/>
                  <a:pt x="45974" y="49895"/>
                </a:cubicBezTo>
                <a:cubicBezTo>
                  <a:pt x="46212" y="50275"/>
                  <a:pt x="46378" y="50786"/>
                  <a:pt x="46473" y="51427"/>
                </a:cubicBezTo>
                <a:cubicBezTo>
                  <a:pt x="46568" y="52069"/>
                  <a:pt x="46616" y="52888"/>
                  <a:pt x="46616" y="53886"/>
                </a:cubicBezTo>
                <a:cubicBezTo>
                  <a:pt x="46616" y="54789"/>
                  <a:pt x="46568" y="55561"/>
                  <a:pt x="46473" y="56203"/>
                </a:cubicBezTo>
                <a:cubicBezTo>
                  <a:pt x="46378" y="56844"/>
                  <a:pt x="46212" y="57367"/>
                  <a:pt x="45974" y="57771"/>
                </a:cubicBezTo>
                <a:cubicBezTo>
                  <a:pt x="45737" y="58175"/>
                  <a:pt x="45464" y="58484"/>
                  <a:pt x="45155" y="58698"/>
                </a:cubicBezTo>
                <a:cubicBezTo>
                  <a:pt x="44846" y="58911"/>
                  <a:pt x="44525" y="59018"/>
                  <a:pt x="44192" y="59018"/>
                </a:cubicBezTo>
                <a:lnTo>
                  <a:pt x="12260" y="59018"/>
                </a:lnTo>
                <a:lnTo>
                  <a:pt x="12260" y="97504"/>
                </a:lnTo>
                <a:cubicBezTo>
                  <a:pt x="12260" y="97838"/>
                  <a:pt x="12165" y="98160"/>
                  <a:pt x="11975" y="98469"/>
                </a:cubicBezTo>
                <a:cubicBezTo>
                  <a:pt x="11785" y="98777"/>
                  <a:pt x="11452" y="99016"/>
                  <a:pt x="10977" y="99184"/>
                </a:cubicBezTo>
                <a:cubicBezTo>
                  <a:pt x="10502" y="99350"/>
                  <a:pt x="9884" y="99492"/>
                  <a:pt x="9124" y="99611"/>
                </a:cubicBezTo>
                <a:cubicBezTo>
                  <a:pt x="8363" y="99730"/>
                  <a:pt x="7365" y="99789"/>
                  <a:pt x="6130" y="99789"/>
                </a:cubicBezTo>
                <a:cubicBezTo>
                  <a:pt x="4989" y="99789"/>
                  <a:pt x="4015" y="99730"/>
                  <a:pt x="3208" y="99611"/>
                </a:cubicBezTo>
                <a:cubicBezTo>
                  <a:pt x="2400" y="99492"/>
                  <a:pt x="1758" y="99350"/>
                  <a:pt x="1283" y="99184"/>
                </a:cubicBezTo>
                <a:cubicBezTo>
                  <a:pt x="808" y="99017"/>
                  <a:pt x="475" y="98780"/>
                  <a:pt x="285" y="98471"/>
                </a:cubicBezTo>
                <a:cubicBezTo>
                  <a:pt x="95" y="98162"/>
                  <a:pt x="0" y="97841"/>
                  <a:pt x="0" y="97509"/>
                </a:cubicBezTo>
                <a:lnTo>
                  <a:pt x="0" y="12117"/>
                </a:lnTo>
                <a:cubicBezTo>
                  <a:pt x="0" y="10264"/>
                  <a:pt x="487" y="8969"/>
                  <a:pt x="1461" y="8233"/>
                </a:cubicBezTo>
                <a:cubicBezTo>
                  <a:pt x="2435" y="7496"/>
                  <a:pt x="3469" y="7128"/>
                  <a:pt x="4562" y="7128"/>
                </a:cubicBezTo>
                <a:lnTo>
                  <a:pt x="46046" y="7128"/>
                </a:lnTo>
                <a:cubicBezTo>
                  <a:pt x="46378" y="7128"/>
                  <a:pt x="46699" y="7223"/>
                  <a:pt x="47008" y="7413"/>
                </a:cubicBezTo>
                <a:cubicBezTo>
                  <a:pt x="47317" y="7603"/>
                  <a:pt x="47590" y="7912"/>
                  <a:pt x="47828" y="8340"/>
                </a:cubicBezTo>
                <a:cubicBezTo>
                  <a:pt x="48065" y="8767"/>
                  <a:pt x="48232" y="9326"/>
                  <a:pt x="48327" y="10015"/>
                </a:cubicBezTo>
                <a:cubicBezTo>
                  <a:pt x="48422" y="10704"/>
                  <a:pt x="48469" y="11500"/>
                  <a:pt x="48469" y="12402"/>
                </a:cubicBezTo>
                <a:close/>
                <a:moveTo>
                  <a:pt x="77410" y="97580"/>
                </a:moveTo>
                <a:cubicBezTo>
                  <a:pt x="77410" y="97960"/>
                  <a:pt x="77315" y="98281"/>
                  <a:pt x="77125" y="98542"/>
                </a:cubicBezTo>
                <a:cubicBezTo>
                  <a:pt x="76935" y="98803"/>
                  <a:pt x="76626" y="99029"/>
                  <a:pt x="76198" y="99219"/>
                </a:cubicBezTo>
                <a:cubicBezTo>
                  <a:pt x="75770" y="99409"/>
                  <a:pt x="75176" y="99552"/>
                  <a:pt x="74416" y="99647"/>
                </a:cubicBezTo>
                <a:cubicBezTo>
                  <a:pt x="73656" y="99742"/>
                  <a:pt x="72682" y="99789"/>
                  <a:pt x="71494" y="99789"/>
                </a:cubicBezTo>
                <a:cubicBezTo>
                  <a:pt x="70353" y="99789"/>
                  <a:pt x="69403" y="99742"/>
                  <a:pt x="68643" y="99647"/>
                </a:cubicBezTo>
                <a:cubicBezTo>
                  <a:pt x="67882" y="99552"/>
                  <a:pt x="67276" y="99409"/>
                  <a:pt x="66825" y="99219"/>
                </a:cubicBezTo>
                <a:cubicBezTo>
                  <a:pt x="66374" y="99029"/>
                  <a:pt x="66065" y="98803"/>
                  <a:pt x="65898" y="98542"/>
                </a:cubicBezTo>
                <a:cubicBezTo>
                  <a:pt x="65732" y="98281"/>
                  <a:pt x="65649" y="97960"/>
                  <a:pt x="65649" y="97580"/>
                </a:cubicBezTo>
                <a:lnTo>
                  <a:pt x="65649" y="33429"/>
                </a:lnTo>
                <a:cubicBezTo>
                  <a:pt x="65649" y="33097"/>
                  <a:pt x="65732" y="32788"/>
                  <a:pt x="65898" y="32503"/>
                </a:cubicBezTo>
                <a:cubicBezTo>
                  <a:pt x="66065" y="32218"/>
                  <a:pt x="66374" y="31980"/>
                  <a:pt x="66825" y="31790"/>
                </a:cubicBezTo>
                <a:cubicBezTo>
                  <a:pt x="67276" y="31600"/>
                  <a:pt x="67882" y="31457"/>
                  <a:pt x="68643" y="31362"/>
                </a:cubicBezTo>
                <a:cubicBezTo>
                  <a:pt x="69403" y="31267"/>
                  <a:pt x="70353" y="31220"/>
                  <a:pt x="71494" y="31220"/>
                </a:cubicBezTo>
                <a:cubicBezTo>
                  <a:pt x="72682" y="31220"/>
                  <a:pt x="73656" y="31267"/>
                  <a:pt x="74416" y="31362"/>
                </a:cubicBezTo>
                <a:cubicBezTo>
                  <a:pt x="75176" y="31457"/>
                  <a:pt x="75770" y="31600"/>
                  <a:pt x="76198" y="31790"/>
                </a:cubicBezTo>
                <a:cubicBezTo>
                  <a:pt x="76626" y="31980"/>
                  <a:pt x="76935" y="32218"/>
                  <a:pt x="77125" y="32503"/>
                </a:cubicBezTo>
                <a:cubicBezTo>
                  <a:pt x="77315" y="32788"/>
                  <a:pt x="77410" y="33097"/>
                  <a:pt x="77410" y="33429"/>
                </a:cubicBezTo>
                <a:lnTo>
                  <a:pt x="77410" y="97580"/>
                </a:lnTo>
                <a:moveTo>
                  <a:pt x="78764" y="11690"/>
                </a:moveTo>
                <a:cubicBezTo>
                  <a:pt x="78764" y="14446"/>
                  <a:pt x="78241" y="16323"/>
                  <a:pt x="77196" y="17321"/>
                </a:cubicBezTo>
                <a:cubicBezTo>
                  <a:pt x="76151" y="18318"/>
                  <a:pt x="74226" y="18817"/>
                  <a:pt x="71422" y="18817"/>
                </a:cubicBezTo>
                <a:cubicBezTo>
                  <a:pt x="68666" y="18817"/>
                  <a:pt x="66778" y="18330"/>
                  <a:pt x="65756" y="17356"/>
                </a:cubicBezTo>
                <a:cubicBezTo>
                  <a:pt x="64734" y="16382"/>
                  <a:pt x="64223" y="14541"/>
                  <a:pt x="64223" y="11832"/>
                </a:cubicBezTo>
                <a:cubicBezTo>
                  <a:pt x="64223" y="9076"/>
                  <a:pt x="64746" y="7199"/>
                  <a:pt x="65792" y="6201"/>
                </a:cubicBezTo>
                <a:cubicBezTo>
                  <a:pt x="66837" y="5203"/>
                  <a:pt x="68761" y="4704"/>
                  <a:pt x="71565" y="4704"/>
                </a:cubicBezTo>
                <a:cubicBezTo>
                  <a:pt x="74321" y="4704"/>
                  <a:pt x="76210" y="5191"/>
                  <a:pt x="77232" y="6166"/>
                </a:cubicBezTo>
                <a:cubicBezTo>
                  <a:pt x="78253" y="7140"/>
                  <a:pt x="78764" y="8981"/>
                  <a:pt x="78764" y="11690"/>
                </a:cubicBezTo>
                <a:close/>
                <a:moveTo>
                  <a:pt x="157092" y="97580"/>
                </a:moveTo>
                <a:cubicBezTo>
                  <a:pt x="157092" y="97960"/>
                  <a:pt x="156997" y="98281"/>
                  <a:pt x="156807" y="98542"/>
                </a:cubicBezTo>
                <a:cubicBezTo>
                  <a:pt x="156617" y="98803"/>
                  <a:pt x="156308" y="99029"/>
                  <a:pt x="155881" y="99219"/>
                </a:cubicBezTo>
                <a:cubicBezTo>
                  <a:pt x="155453" y="99409"/>
                  <a:pt x="154859" y="99552"/>
                  <a:pt x="154099" y="99647"/>
                </a:cubicBezTo>
                <a:cubicBezTo>
                  <a:pt x="153338" y="99742"/>
                  <a:pt x="152388" y="99789"/>
                  <a:pt x="151248" y="99789"/>
                </a:cubicBezTo>
                <a:cubicBezTo>
                  <a:pt x="150060" y="99789"/>
                  <a:pt x="149085" y="99742"/>
                  <a:pt x="148325" y="99647"/>
                </a:cubicBezTo>
                <a:cubicBezTo>
                  <a:pt x="147565" y="99552"/>
                  <a:pt x="146971" y="99409"/>
                  <a:pt x="146543" y="99219"/>
                </a:cubicBezTo>
                <a:cubicBezTo>
                  <a:pt x="146115" y="99029"/>
                  <a:pt x="145807" y="98803"/>
                  <a:pt x="145617" y="98542"/>
                </a:cubicBezTo>
                <a:cubicBezTo>
                  <a:pt x="145426" y="98281"/>
                  <a:pt x="145331" y="97960"/>
                  <a:pt x="145331" y="97580"/>
                </a:cubicBezTo>
                <a:lnTo>
                  <a:pt x="145331" y="60016"/>
                </a:lnTo>
                <a:cubicBezTo>
                  <a:pt x="145331" y="56357"/>
                  <a:pt x="145046" y="53411"/>
                  <a:pt x="144476" y="51178"/>
                </a:cubicBezTo>
                <a:cubicBezTo>
                  <a:pt x="143906" y="48944"/>
                  <a:pt x="143074" y="47020"/>
                  <a:pt x="141981" y="45404"/>
                </a:cubicBezTo>
                <a:cubicBezTo>
                  <a:pt x="140888" y="43789"/>
                  <a:pt x="139475" y="42553"/>
                  <a:pt x="137740" y="41698"/>
                </a:cubicBezTo>
                <a:cubicBezTo>
                  <a:pt x="136006" y="40842"/>
                  <a:pt x="133998" y="40415"/>
                  <a:pt x="131717" y="40415"/>
                </a:cubicBezTo>
                <a:cubicBezTo>
                  <a:pt x="128771" y="40415"/>
                  <a:pt x="125825" y="41460"/>
                  <a:pt x="122879" y="43551"/>
                </a:cubicBezTo>
                <a:cubicBezTo>
                  <a:pt x="119933" y="45642"/>
                  <a:pt x="116844" y="48707"/>
                  <a:pt x="113613" y="52746"/>
                </a:cubicBezTo>
                <a:lnTo>
                  <a:pt x="113613" y="97580"/>
                </a:lnTo>
                <a:cubicBezTo>
                  <a:pt x="113613" y="97960"/>
                  <a:pt x="113518" y="98281"/>
                  <a:pt x="113328" y="98542"/>
                </a:cubicBezTo>
                <a:cubicBezTo>
                  <a:pt x="113137" y="98803"/>
                  <a:pt x="112829" y="99029"/>
                  <a:pt x="112401" y="99219"/>
                </a:cubicBezTo>
                <a:cubicBezTo>
                  <a:pt x="111973" y="99409"/>
                  <a:pt x="111379" y="99552"/>
                  <a:pt x="110619" y="99647"/>
                </a:cubicBezTo>
                <a:cubicBezTo>
                  <a:pt x="109859" y="99742"/>
                  <a:pt x="108885" y="99789"/>
                  <a:pt x="107697" y="99789"/>
                </a:cubicBezTo>
                <a:cubicBezTo>
                  <a:pt x="106556" y="99789"/>
                  <a:pt x="105606" y="99742"/>
                  <a:pt x="104845" y="99647"/>
                </a:cubicBezTo>
                <a:cubicBezTo>
                  <a:pt x="104085" y="99552"/>
                  <a:pt x="103479" y="99409"/>
                  <a:pt x="103028" y="99219"/>
                </a:cubicBezTo>
                <a:cubicBezTo>
                  <a:pt x="102576" y="99029"/>
                  <a:pt x="102268" y="98803"/>
                  <a:pt x="102101" y="98542"/>
                </a:cubicBezTo>
                <a:cubicBezTo>
                  <a:pt x="101935" y="98281"/>
                  <a:pt x="101852" y="97960"/>
                  <a:pt x="101852" y="97580"/>
                </a:cubicBezTo>
                <a:lnTo>
                  <a:pt x="101852" y="33429"/>
                </a:lnTo>
                <a:cubicBezTo>
                  <a:pt x="101852" y="33049"/>
                  <a:pt x="101923" y="32729"/>
                  <a:pt x="102066" y="32467"/>
                </a:cubicBezTo>
                <a:cubicBezTo>
                  <a:pt x="102208" y="32206"/>
                  <a:pt x="102493" y="31968"/>
                  <a:pt x="102921" y="31754"/>
                </a:cubicBezTo>
                <a:cubicBezTo>
                  <a:pt x="103349" y="31541"/>
                  <a:pt x="103895" y="31398"/>
                  <a:pt x="104560" y="31327"/>
                </a:cubicBezTo>
                <a:cubicBezTo>
                  <a:pt x="105226" y="31255"/>
                  <a:pt x="106105" y="31220"/>
                  <a:pt x="107198" y="31220"/>
                </a:cubicBezTo>
                <a:cubicBezTo>
                  <a:pt x="108243" y="31220"/>
                  <a:pt x="109110" y="31255"/>
                  <a:pt x="109799" y="31327"/>
                </a:cubicBezTo>
                <a:cubicBezTo>
                  <a:pt x="110488" y="31398"/>
                  <a:pt x="111023" y="31541"/>
                  <a:pt x="111403" y="31754"/>
                </a:cubicBezTo>
                <a:cubicBezTo>
                  <a:pt x="111783" y="31968"/>
                  <a:pt x="112056" y="32206"/>
                  <a:pt x="112223" y="32467"/>
                </a:cubicBezTo>
                <a:cubicBezTo>
                  <a:pt x="112389" y="32729"/>
                  <a:pt x="112472" y="33049"/>
                  <a:pt x="112472" y="33429"/>
                </a:cubicBezTo>
                <a:lnTo>
                  <a:pt x="112472" y="41912"/>
                </a:lnTo>
                <a:cubicBezTo>
                  <a:pt x="116084" y="37872"/>
                  <a:pt x="119683" y="34914"/>
                  <a:pt x="123271" y="33037"/>
                </a:cubicBezTo>
                <a:cubicBezTo>
                  <a:pt x="126859" y="31160"/>
                  <a:pt x="130482" y="30222"/>
                  <a:pt x="134141" y="30222"/>
                </a:cubicBezTo>
                <a:cubicBezTo>
                  <a:pt x="138417" y="30222"/>
                  <a:pt x="142017" y="30947"/>
                  <a:pt x="144939" y="32396"/>
                </a:cubicBezTo>
                <a:cubicBezTo>
                  <a:pt x="147862" y="33845"/>
                  <a:pt x="150226" y="35782"/>
                  <a:pt x="152032" y="38205"/>
                </a:cubicBezTo>
                <a:cubicBezTo>
                  <a:pt x="153837" y="40629"/>
                  <a:pt x="155132" y="43468"/>
                  <a:pt x="155916" y="46723"/>
                </a:cubicBezTo>
                <a:cubicBezTo>
                  <a:pt x="156700" y="49978"/>
                  <a:pt x="157092" y="53886"/>
                  <a:pt x="157092" y="58448"/>
                </a:cubicBezTo>
                <a:lnTo>
                  <a:pt x="157092" y="97580"/>
                </a:lnTo>
                <a:close/>
                <a:moveTo>
                  <a:pt x="223167" y="97651"/>
                </a:moveTo>
                <a:cubicBezTo>
                  <a:pt x="223167" y="98221"/>
                  <a:pt x="222977" y="98649"/>
                  <a:pt x="222597" y="98934"/>
                </a:cubicBezTo>
                <a:cubicBezTo>
                  <a:pt x="222217" y="99219"/>
                  <a:pt x="221694" y="99433"/>
                  <a:pt x="221029" y="99576"/>
                </a:cubicBezTo>
                <a:cubicBezTo>
                  <a:pt x="220364" y="99718"/>
                  <a:pt x="219389" y="99789"/>
                  <a:pt x="218106" y="99789"/>
                </a:cubicBezTo>
                <a:cubicBezTo>
                  <a:pt x="216871" y="99789"/>
                  <a:pt x="215885" y="99718"/>
                  <a:pt x="215148" y="99576"/>
                </a:cubicBezTo>
                <a:cubicBezTo>
                  <a:pt x="214412" y="99433"/>
                  <a:pt x="213877" y="99219"/>
                  <a:pt x="213545" y="98934"/>
                </a:cubicBezTo>
                <a:cubicBezTo>
                  <a:pt x="213212" y="98649"/>
                  <a:pt x="213046" y="98221"/>
                  <a:pt x="213046" y="97651"/>
                </a:cubicBezTo>
                <a:lnTo>
                  <a:pt x="213046" y="91236"/>
                </a:lnTo>
                <a:cubicBezTo>
                  <a:pt x="210242" y="94230"/>
                  <a:pt x="207118" y="96570"/>
                  <a:pt x="203673" y="98257"/>
                </a:cubicBezTo>
                <a:cubicBezTo>
                  <a:pt x="200227" y="99944"/>
                  <a:pt x="196580" y="100787"/>
                  <a:pt x="192731" y="100787"/>
                </a:cubicBezTo>
                <a:cubicBezTo>
                  <a:pt x="189358" y="100787"/>
                  <a:pt x="186304" y="100346"/>
                  <a:pt x="183572" y="99464"/>
                </a:cubicBezTo>
                <a:cubicBezTo>
                  <a:pt x="180840" y="98582"/>
                  <a:pt x="178511" y="97307"/>
                  <a:pt x="176587" y="95637"/>
                </a:cubicBezTo>
                <a:cubicBezTo>
                  <a:pt x="174662" y="93968"/>
                  <a:pt x="173166" y="91918"/>
                  <a:pt x="172096" y="89488"/>
                </a:cubicBezTo>
                <a:cubicBezTo>
                  <a:pt x="171027" y="87055"/>
                  <a:pt x="170493" y="84289"/>
                  <a:pt x="170493" y="81188"/>
                </a:cubicBezTo>
                <a:cubicBezTo>
                  <a:pt x="170493" y="77565"/>
                  <a:pt x="171229" y="74418"/>
                  <a:pt x="172702" y="71748"/>
                </a:cubicBezTo>
                <a:cubicBezTo>
                  <a:pt x="174175" y="69077"/>
                  <a:pt x="176290" y="66859"/>
                  <a:pt x="179046" y="65095"/>
                </a:cubicBezTo>
                <a:cubicBezTo>
                  <a:pt x="181802" y="63331"/>
                  <a:pt x="185176" y="62008"/>
                  <a:pt x="189168" y="61125"/>
                </a:cubicBezTo>
                <a:cubicBezTo>
                  <a:pt x="193159" y="60243"/>
                  <a:pt x="197650" y="59802"/>
                  <a:pt x="202639" y="59802"/>
                </a:cubicBezTo>
                <a:lnTo>
                  <a:pt x="211478" y="59802"/>
                </a:lnTo>
                <a:lnTo>
                  <a:pt x="211478" y="54831"/>
                </a:lnTo>
                <a:cubicBezTo>
                  <a:pt x="211478" y="52369"/>
                  <a:pt x="211216" y="50191"/>
                  <a:pt x="210694" y="48298"/>
                </a:cubicBezTo>
                <a:cubicBezTo>
                  <a:pt x="210171" y="46403"/>
                  <a:pt x="209327" y="44828"/>
                  <a:pt x="208163" y="43573"/>
                </a:cubicBezTo>
                <a:cubicBezTo>
                  <a:pt x="206999" y="42318"/>
                  <a:pt x="205490" y="41372"/>
                  <a:pt x="203637" y="40733"/>
                </a:cubicBezTo>
                <a:cubicBezTo>
                  <a:pt x="201784" y="40093"/>
                  <a:pt x="199503" y="39773"/>
                  <a:pt x="196794" y="39773"/>
                </a:cubicBezTo>
                <a:cubicBezTo>
                  <a:pt x="193896" y="39773"/>
                  <a:pt x="191294" y="40114"/>
                  <a:pt x="188989" y="40796"/>
                </a:cubicBezTo>
                <a:cubicBezTo>
                  <a:pt x="186685" y="41477"/>
                  <a:pt x="184665" y="42229"/>
                  <a:pt x="182931" y="43052"/>
                </a:cubicBezTo>
                <a:cubicBezTo>
                  <a:pt x="181196" y="43875"/>
                  <a:pt x="179747" y="44627"/>
                  <a:pt x="178583" y="45308"/>
                </a:cubicBezTo>
                <a:cubicBezTo>
                  <a:pt x="177418" y="45990"/>
                  <a:pt x="176551" y="46331"/>
                  <a:pt x="175981" y="46331"/>
                </a:cubicBezTo>
                <a:cubicBezTo>
                  <a:pt x="175601" y="46331"/>
                  <a:pt x="175268" y="46236"/>
                  <a:pt x="174983" y="46046"/>
                </a:cubicBezTo>
                <a:cubicBezTo>
                  <a:pt x="174698" y="45856"/>
                  <a:pt x="174449" y="45571"/>
                  <a:pt x="174235" y="45190"/>
                </a:cubicBezTo>
                <a:cubicBezTo>
                  <a:pt x="174021" y="44810"/>
                  <a:pt x="173866" y="44323"/>
                  <a:pt x="173771" y="43729"/>
                </a:cubicBezTo>
                <a:cubicBezTo>
                  <a:pt x="173676" y="43135"/>
                  <a:pt x="173629" y="42482"/>
                  <a:pt x="173629" y="41769"/>
                </a:cubicBezTo>
                <a:cubicBezTo>
                  <a:pt x="173629" y="40581"/>
                  <a:pt x="173712" y="39643"/>
                  <a:pt x="173878" y="38954"/>
                </a:cubicBezTo>
                <a:cubicBezTo>
                  <a:pt x="174045" y="38264"/>
                  <a:pt x="174449" y="37611"/>
                  <a:pt x="175090" y="36993"/>
                </a:cubicBezTo>
                <a:cubicBezTo>
                  <a:pt x="175732" y="36376"/>
                  <a:pt x="176836" y="35656"/>
                  <a:pt x="178405" y="34835"/>
                </a:cubicBezTo>
                <a:cubicBezTo>
                  <a:pt x="179973" y="34012"/>
                  <a:pt x="181778" y="33261"/>
                  <a:pt x="183822" y="32581"/>
                </a:cubicBezTo>
                <a:cubicBezTo>
                  <a:pt x="185865" y="31901"/>
                  <a:pt x="188098" y="31338"/>
                  <a:pt x="190522" y="30892"/>
                </a:cubicBezTo>
                <a:cubicBezTo>
                  <a:pt x="192945" y="30445"/>
                  <a:pt x="195392" y="30222"/>
                  <a:pt x="197863" y="30222"/>
                </a:cubicBezTo>
                <a:cubicBezTo>
                  <a:pt x="202473" y="30222"/>
                  <a:pt x="206393" y="30745"/>
                  <a:pt x="209624" y="31790"/>
                </a:cubicBezTo>
                <a:cubicBezTo>
                  <a:pt x="212856" y="32835"/>
                  <a:pt x="215469" y="34368"/>
                  <a:pt x="217465" y="36388"/>
                </a:cubicBezTo>
                <a:cubicBezTo>
                  <a:pt x="219461" y="38407"/>
                  <a:pt x="220910" y="40914"/>
                  <a:pt x="221813" y="43907"/>
                </a:cubicBezTo>
                <a:cubicBezTo>
                  <a:pt x="222716" y="46901"/>
                  <a:pt x="223167" y="50394"/>
                  <a:pt x="223167" y="54385"/>
                </a:cubicBezTo>
                <a:lnTo>
                  <a:pt x="223167" y="97651"/>
                </a:lnTo>
                <a:moveTo>
                  <a:pt x="211478" y="68284"/>
                </a:moveTo>
                <a:lnTo>
                  <a:pt x="201427" y="68284"/>
                </a:lnTo>
                <a:cubicBezTo>
                  <a:pt x="198196" y="68284"/>
                  <a:pt x="195392" y="68560"/>
                  <a:pt x="193017" y="69111"/>
                </a:cubicBezTo>
                <a:cubicBezTo>
                  <a:pt x="190641" y="69660"/>
                  <a:pt x="188669" y="70473"/>
                  <a:pt x="187100" y="71548"/>
                </a:cubicBezTo>
                <a:cubicBezTo>
                  <a:pt x="185532" y="72623"/>
                  <a:pt x="184380" y="73914"/>
                  <a:pt x="183643" y="75421"/>
                </a:cubicBezTo>
                <a:cubicBezTo>
                  <a:pt x="182907" y="76927"/>
                  <a:pt x="182539" y="78660"/>
                  <a:pt x="182539" y="80620"/>
                </a:cubicBezTo>
                <a:cubicBezTo>
                  <a:pt x="182539" y="83967"/>
                  <a:pt x="183596" y="86633"/>
                  <a:pt x="185711" y="88617"/>
                </a:cubicBezTo>
                <a:cubicBezTo>
                  <a:pt x="187825" y="90600"/>
                  <a:pt x="190783" y="91592"/>
                  <a:pt x="194585" y="91592"/>
                </a:cubicBezTo>
                <a:cubicBezTo>
                  <a:pt x="197673" y="91592"/>
                  <a:pt x="200536" y="90804"/>
                  <a:pt x="203174" y="89227"/>
                </a:cubicBezTo>
                <a:cubicBezTo>
                  <a:pt x="205811" y="87648"/>
                  <a:pt x="208579" y="85234"/>
                  <a:pt x="211478" y="81983"/>
                </a:cubicBezTo>
                <a:lnTo>
                  <a:pt x="211478" y="68284"/>
                </a:lnTo>
                <a:close/>
                <a:moveTo>
                  <a:pt x="259443" y="97578"/>
                </a:moveTo>
                <a:cubicBezTo>
                  <a:pt x="259443" y="97958"/>
                  <a:pt x="259348" y="98279"/>
                  <a:pt x="259157" y="98542"/>
                </a:cubicBezTo>
                <a:cubicBezTo>
                  <a:pt x="258967" y="98803"/>
                  <a:pt x="258659" y="99029"/>
                  <a:pt x="258231" y="99219"/>
                </a:cubicBezTo>
                <a:cubicBezTo>
                  <a:pt x="257803" y="99409"/>
                  <a:pt x="257209" y="99552"/>
                  <a:pt x="256449" y="99647"/>
                </a:cubicBezTo>
                <a:cubicBezTo>
                  <a:pt x="255689" y="99742"/>
                  <a:pt x="254714" y="99789"/>
                  <a:pt x="253527" y="99789"/>
                </a:cubicBezTo>
                <a:cubicBezTo>
                  <a:pt x="252386" y="99789"/>
                  <a:pt x="251436" y="99742"/>
                  <a:pt x="250675" y="99647"/>
                </a:cubicBezTo>
                <a:cubicBezTo>
                  <a:pt x="249915" y="99552"/>
                  <a:pt x="249309" y="99409"/>
                  <a:pt x="248858" y="99219"/>
                </a:cubicBezTo>
                <a:cubicBezTo>
                  <a:pt x="248406" y="99029"/>
                  <a:pt x="248097" y="98803"/>
                  <a:pt x="247931" y="98542"/>
                </a:cubicBezTo>
                <a:cubicBezTo>
                  <a:pt x="247765" y="98279"/>
                  <a:pt x="247682" y="97958"/>
                  <a:pt x="247682" y="97578"/>
                </a:cubicBezTo>
                <a:lnTo>
                  <a:pt x="247682" y="2283"/>
                </a:lnTo>
                <a:cubicBezTo>
                  <a:pt x="247682" y="1903"/>
                  <a:pt x="247765" y="1570"/>
                  <a:pt x="247931" y="1285"/>
                </a:cubicBezTo>
                <a:cubicBezTo>
                  <a:pt x="248097" y="999"/>
                  <a:pt x="248406" y="760"/>
                  <a:pt x="248858" y="570"/>
                </a:cubicBezTo>
                <a:cubicBezTo>
                  <a:pt x="249309" y="380"/>
                  <a:pt x="249915" y="238"/>
                  <a:pt x="250675" y="143"/>
                </a:cubicBezTo>
                <a:cubicBezTo>
                  <a:pt x="251436" y="48"/>
                  <a:pt x="252386" y="0"/>
                  <a:pt x="253527" y="0"/>
                </a:cubicBezTo>
                <a:cubicBezTo>
                  <a:pt x="254714" y="0"/>
                  <a:pt x="255689" y="48"/>
                  <a:pt x="256449" y="143"/>
                </a:cubicBezTo>
                <a:cubicBezTo>
                  <a:pt x="257209" y="238"/>
                  <a:pt x="257803" y="380"/>
                  <a:pt x="258231" y="570"/>
                </a:cubicBezTo>
                <a:cubicBezTo>
                  <a:pt x="258659" y="760"/>
                  <a:pt x="258967" y="999"/>
                  <a:pt x="259157" y="1285"/>
                </a:cubicBezTo>
                <a:cubicBezTo>
                  <a:pt x="259348" y="1570"/>
                  <a:pt x="259443" y="1903"/>
                  <a:pt x="259443" y="2283"/>
                </a:cubicBezTo>
                <a:lnTo>
                  <a:pt x="259443" y="975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Stability">
            <a:extLst xmlns:a="http://schemas.openxmlformats.org/drawingml/2006/main">
              <a:ext uri="{FF2B5EF4-FFF2-40B4-BE49-F238E27FC236}">
                <a16:creationId xmlns:a16="http://schemas.microsoft.com/office/drawing/2014/main" id="{B38B4B8C-130C-41E8-B723-E51AB97E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1331" y="4540336"/>
            <a:ext cx="467320" cy="125481"/>
          </a:xfrm>
          <a:custGeom xmlns:a="http://schemas.openxmlformats.org/drawingml/2006/main">
            <a:pathLst>
              <a:path w="467320" h="125481">
                <a:moveTo>
                  <a:pt x="56816" y="73621"/>
                </a:moveTo>
                <a:cubicBezTo>
                  <a:pt x="56816" y="77957"/>
                  <a:pt x="56019" y="81818"/>
                  <a:pt x="54425" y="85202"/>
                </a:cubicBezTo>
                <a:cubicBezTo>
                  <a:pt x="52831" y="88585"/>
                  <a:pt x="50618" y="91456"/>
                  <a:pt x="47787" y="93816"/>
                </a:cubicBezTo>
                <a:cubicBezTo>
                  <a:pt x="44956" y="96175"/>
                  <a:pt x="41625" y="97950"/>
                  <a:pt x="37794" y="99141"/>
                </a:cubicBezTo>
                <a:cubicBezTo>
                  <a:pt x="33964" y="100332"/>
                  <a:pt x="29836" y="100927"/>
                  <a:pt x="25410" y="100927"/>
                </a:cubicBezTo>
                <a:cubicBezTo>
                  <a:pt x="22317" y="100927"/>
                  <a:pt x="19450" y="100666"/>
                  <a:pt x="16809" y="100142"/>
                </a:cubicBezTo>
                <a:cubicBezTo>
                  <a:pt x="14168" y="99619"/>
                  <a:pt x="11813" y="98976"/>
                  <a:pt x="9743" y="98215"/>
                </a:cubicBezTo>
                <a:cubicBezTo>
                  <a:pt x="7673" y="97454"/>
                  <a:pt x="5936" y="96668"/>
                  <a:pt x="4532" y="95860"/>
                </a:cubicBezTo>
                <a:cubicBezTo>
                  <a:pt x="3129" y="95051"/>
                  <a:pt x="2153" y="94361"/>
                  <a:pt x="1606" y="93790"/>
                </a:cubicBezTo>
                <a:cubicBezTo>
                  <a:pt x="1059" y="93219"/>
                  <a:pt x="654" y="92493"/>
                  <a:pt x="393" y="91613"/>
                </a:cubicBezTo>
                <a:cubicBezTo>
                  <a:pt x="131" y="90732"/>
                  <a:pt x="0" y="89555"/>
                  <a:pt x="0" y="88079"/>
                </a:cubicBezTo>
                <a:cubicBezTo>
                  <a:pt x="0" y="87033"/>
                  <a:pt x="48" y="86164"/>
                  <a:pt x="143" y="85474"/>
                </a:cubicBezTo>
                <a:cubicBezTo>
                  <a:pt x="238" y="84784"/>
                  <a:pt x="381" y="84225"/>
                  <a:pt x="571" y="83797"/>
                </a:cubicBezTo>
                <a:cubicBezTo>
                  <a:pt x="761" y="83369"/>
                  <a:pt x="999" y="83071"/>
                  <a:pt x="1285" y="82905"/>
                </a:cubicBezTo>
                <a:cubicBezTo>
                  <a:pt x="1570" y="82738"/>
                  <a:pt x="1903" y="82655"/>
                  <a:pt x="2284" y="82655"/>
                </a:cubicBezTo>
                <a:cubicBezTo>
                  <a:pt x="2950" y="82655"/>
                  <a:pt x="3890" y="83059"/>
                  <a:pt x="5103" y="83868"/>
                </a:cubicBezTo>
                <a:cubicBezTo>
                  <a:pt x="6317" y="84677"/>
                  <a:pt x="7875" y="85557"/>
                  <a:pt x="9779" y="86509"/>
                </a:cubicBezTo>
                <a:cubicBezTo>
                  <a:pt x="11682" y="87461"/>
                  <a:pt x="13978" y="88353"/>
                  <a:pt x="16667" y="89186"/>
                </a:cubicBezTo>
                <a:cubicBezTo>
                  <a:pt x="19355" y="90018"/>
                  <a:pt x="22460" y="90435"/>
                  <a:pt x="25981" y="90435"/>
                </a:cubicBezTo>
                <a:cubicBezTo>
                  <a:pt x="28646" y="90435"/>
                  <a:pt x="31085" y="90077"/>
                  <a:pt x="33297" y="89362"/>
                </a:cubicBezTo>
                <a:cubicBezTo>
                  <a:pt x="35510" y="88647"/>
                  <a:pt x="37414" y="87633"/>
                  <a:pt x="39008" y="86322"/>
                </a:cubicBezTo>
                <a:cubicBezTo>
                  <a:pt x="40602" y="85009"/>
                  <a:pt x="41827" y="83398"/>
                  <a:pt x="42684" y="81490"/>
                </a:cubicBezTo>
                <a:cubicBezTo>
                  <a:pt x="43540" y="79583"/>
                  <a:pt x="43968" y="77412"/>
                  <a:pt x="43968" y="74979"/>
                </a:cubicBezTo>
                <a:cubicBezTo>
                  <a:pt x="43968" y="72358"/>
                  <a:pt x="43374" y="70118"/>
                  <a:pt x="42184" y="68261"/>
                </a:cubicBezTo>
                <a:cubicBezTo>
                  <a:pt x="40994" y="66402"/>
                  <a:pt x="39424" y="64770"/>
                  <a:pt x="37473" y="63365"/>
                </a:cubicBezTo>
                <a:cubicBezTo>
                  <a:pt x="35522" y="61958"/>
                  <a:pt x="33297" y="60671"/>
                  <a:pt x="30799" y="59504"/>
                </a:cubicBezTo>
                <a:cubicBezTo>
                  <a:pt x="28301" y="58335"/>
                  <a:pt x="25743" y="57143"/>
                  <a:pt x="23126" y="55928"/>
                </a:cubicBezTo>
                <a:cubicBezTo>
                  <a:pt x="20509" y="54714"/>
                  <a:pt x="17963" y="53368"/>
                  <a:pt x="15489" y="51891"/>
                </a:cubicBezTo>
                <a:cubicBezTo>
                  <a:pt x="13014" y="50413"/>
                  <a:pt x="10802" y="48673"/>
                  <a:pt x="8851" y="46672"/>
                </a:cubicBezTo>
                <a:cubicBezTo>
                  <a:pt x="6900" y="44670"/>
                  <a:pt x="5318" y="42323"/>
                  <a:pt x="4104" y="39630"/>
                </a:cubicBezTo>
                <a:cubicBezTo>
                  <a:pt x="2891" y="36937"/>
                  <a:pt x="2284" y="33708"/>
                  <a:pt x="2284" y="29943"/>
                </a:cubicBezTo>
                <a:cubicBezTo>
                  <a:pt x="2284" y="26084"/>
                  <a:pt x="2986" y="22641"/>
                  <a:pt x="4390" y="19615"/>
                </a:cubicBezTo>
                <a:cubicBezTo>
                  <a:pt x="5793" y="16588"/>
                  <a:pt x="7744" y="14049"/>
                  <a:pt x="10243" y="12000"/>
                </a:cubicBezTo>
                <a:cubicBezTo>
                  <a:pt x="12741" y="9951"/>
                  <a:pt x="15715" y="8391"/>
                  <a:pt x="19165" y="7318"/>
                </a:cubicBezTo>
                <a:cubicBezTo>
                  <a:pt x="22615" y="6246"/>
                  <a:pt x="26338" y="5710"/>
                  <a:pt x="30335" y="5710"/>
                </a:cubicBezTo>
                <a:cubicBezTo>
                  <a:pt x="32381" y="5710"/>
                  <a:pt x="34439" y="5891"/>
                  <a:pt x="36509" y="6252"/>
                </a:cubicBezTo>
                <a:cubicBezTo>
                  <a:pt x="38579" y="6612"/>
                  <a:pt x="40530" y="7093"/>
                  <a:pt x="42362" y="7695"/>
                </a:cubicBezTo>
                <a:cubicBezTo>
                  <a:pt x="44194" y="8296"/>
                  <a:pt x="45824" y="8970"/>
                  <a:pt x="47252" y="9716"/>
                </a:cubicBezTo>
                <a:cubicBezTo>
                  <a:pt x="48679" y="10461"/>
                  <a:pt x="49619" y="11063"/>
                  <a:pt x="50071" y="11521"/>
                </a:cubicBezTo>
                <a:cubicBezTo>
                  <a:pt x="50523" y="11977"/>
                  <a:pt x="50821" y="12336"/>
                  <a:pt x="50963" y="12598"/>
                </a:cubicBezTo>
                <a:cubicBezTo>
                  <a:pt x="51106" y="12860"/>
                  <a:pt x="51225" y="13193"/>
                  <a:pt x="51320" y="13597"/>
                </a:cubicBezTo>
                <a:cubicBezTo>
                  <a:pt x="51415" y="14002"/>
                  <a:pt x="51487" y="14490"/>
                  <a:pt x="51534" y="15061"/>
                </a:cubicBezTo>
                <a:cubicBezTo>
                  <a:pt x="51582" y="15632"/>
                  <a:pt x="51606" y="16369"/>
                  <a:pt x="51606" y="17273"/>
                </a:cubicBezTo>
                <a:cubicBezTo>
                  <a:pt x="51606" y="18130"/>
                  <a:pt x="51570" y="18891"/>
                  <a:pt x="51499" y="19557"/>
                </a:cubicBezTo>
                <a:cubicBezTo>
                  <a:pt x="51427" y="20224"/>
                  <a:pt x="51320" y="20783"/>
                  <a:pt x="51177" y="21235"/>
                </a:cubicBezTo>
                <a:cubicBezTo>
                  <a:pt x="51035" y="21687"/>
                  <a:pt x="50832" y="22020"/>
                  <a:pt x="50571" y="22234"/>
                </a:cubicBezTo>
                <a:cubicBezTo>
                  <a:pt x="50309" y="22448"/>
                  <a:pt x="50012" y="22555"/>
                  <a:pt x="49679" y="22555"/>
                </a:cubicBezTo>
                <a:cubicBezTo>
                  <a:pt x="49155" y="22555"/>
                  <a:pt x="48334" y="22218"/>
                  <a:pt x="47216" y="21545"/>
                </a:cubicBezTo>
                <a:cubicBezTo>
                  <a:pt x="46098" y="20871"/>
                  <a:pt x="44730" y="20113"/>
                  <a:pt x="43112" y="19272"/>
                </a:cubicBezTo>
                <a:cubicBezTo>
                  <a:pt x="41494" y="18430"/>
                  <a:pt x="39579" y="17661"/>
                  <a:pt x="37366" y="16963"/>
                </a:cubicBezTo>
                <a:cubicBezTo>
                  <a:pt x="35153" y="16266"/>
                  <a:pt x="32667" y="15917"/>
                  <a:pt x="29907" y="15917"/>
                </a:cubicBezTo>
                <a:cubicBezTo>
                  <a:pt x="27337" y="15917"/>
                  <a:pt x="25101" y="16264"/>
                  <a:pt x="23198" y="16957"/>
                </a:cubicBezTo>
                <a:cubicBezTo>
                  <a:pt x="21294" y="17648"/>
                  <a:pt x="19724" y="18566"/>
                  <a:pt x="18487" y="19711"/>
                </a:cubicBezTo>
                <a:cubicBezTo>
                  <a:pt x="17249" y="20856"/>
                  <a:pt x="16322" y="22216"/>
                  <a:pt x="15703" y="23791"/>
                </a:cubicBezTo>
                <a:cubicBezTo>
                  <a:pt x="15084" y="25366"/>
                  <a:pt x="14775" y="27036"/>
                  <a:pt x="14775" y="28801"/>
                </a:cubicBezTo>
                <a:cubicBezTo>
                  <a:pt x="14775" y="31375"/>
                  <a:pt x="15370" y="33591"/>
                  <a:pt x="16559" y="35450"/>
                </a:cubicBezTo>
                <a:cubicBezTo>
                  <a:pt x="17749" y="37307"/>
                  <a:pt x="19331" y="38951"/>
                  <a:pt x="21306" y="40382"/>
                </a:cubicBezTo>
                <a:cubicBezTo>
                  <a:pt x="23281" y="41811"/>
                  <a:pt x="25529" y="43121"/>
                  <a:pt x="28051" y="44314"/>
                </a:cubicBezTo>
                <a:cubicBezTo>
                  <a:pt x="30573" y="45505"/>
                  <a:pt x="33143" y="46708"/>
                  <a:pt x="35760" y="47923"/>
                </a:cubicBezTo>
                <a:cubicBezTo>
                  <a:pt x="38377" y="49138"/>
                  <a:pt x="40947" y="50473"/>
                  <a:pt x="43469" y="51927"/>
                </a:cubicBezTo>
                <a:cubicBezTo>
                  <a:pt x="45991" y="53380"/>
                  <a:pt x="48239" y="55095"/>
                  <a:pt x="50214" y="57073"/>
                </a:cubicBezTo>
                <a:cubicBezTo>
                  <a:pt x="52189" y="59050"/>
                  <a:pt x="53783" y="61386"/>
                  <a:pt x="54996" y="64079"/>
                </a:cubicBezTo>
                <a:cubicBezTo>
                  <a:pt x="56210" y="66770"/>
                  <a:pt x="56816" y="69951"/>
                  <a:pt x="56816" y="73621"/>
                </a:cubicBezTo>
                <a:close/>
                <a:moveTo>
                  <a:pt x="106354" y="93076"/>
                </a:moveTo>
                <a:cubicBezTo>
                  <a:pt x="106354" y="94456"/>
                  <a:pt x="106259" y="95550"/>
                  <a:pt x="106068" y="96359"/>
                </a:cubicBezTo>
                <a:cubicBezTo>
                  <a:pt x="105878" y="97168"/>
                  <a:pt x="105592" y="97763"/>
                  <a:pt x="105212" y="98144"/>
                </a:cubicBezTo>
                <a:cubicBezTo>
                  <a:pt x="104831" y="98524"/>
                  <a:pt x="104260" y="98881"/>
                  <a:pt x="103499" y="99214"/>
                </a:cubicBezTo>
                <a:cubicBezTo>
                  <a:pt x="102737" y="99547"/>
                  <a:pt x="101869" y="99821"/>
                  <a:pt x="100893" y="100035"/>
                </a:cubicBezTo>
                <a:cubicBezTo>
                  <a:pt x="99918" y="100249"/>
                  <a:pt x="98883" y="100428"/>
                  <a:pt x="97789" y="100570"/>
                </a:cubicBezTo>
                <a:cubicBezTo>
                  <a:pt x="96694" y="100713"/>
                  <a:pt x="95600" y="100785"/>
                  <a:pt x="94505" y="100785"/>
                </a:cubicBezTo>
                <a:cubicBezTo>
                  <a:pt x="91174" y="100785"/>
                  <a:pt x="88319" y="100344"/>
                  <a:pt x="85940" y="99462"/>
                </a:cubicBezTo>
                <a:cubicBezTo>
                  <a:pt x="83561" y="98579"/>
                  <a:pt x="81610" y="97242"/>
                  <a:pt x="80087" y="95454"/>
                </a:cubicBezTo>
                <a:cubicBezTo>
                  <a:pt x="78564" y="93665"/>
                  <a:pt x="77458" y="91399"/>
                  <a:pt x="76768" y="88657"/>
                </a:cubicBezTo>
                <a:cubicBezTo>
                  <a:pt x="76078" y="85915"/>
                  <a:pt x="75733" y="82684"/>
                  <a:pt x="75733" y="78963"/>
                </a:cubicBezTo>
                <a:lnTo>
                  <a:pt x="75733" y="41327"/>
                </a:lnTo>
                <a:lnTo>
                  <a:pt x="66740" y="41327"/>
                </a:lnTo>
                <a:cubicBezTo>
                  <a:pt x="66026" y="41327"/>
                  <a:pt x="65455" y="40947"/>
                  <a:pt x="65026" y="40185"/>
                </a:cubicBezTo>
                <a:cubicBezTo>
                  <a:pt x="64598" y="39424"/>
                  <a:pt x="64384" y="38187"/>
                  <a:pt x="64384" y="36474"/>
                </a:cubicBezTo>
                <a:cubicBezTo>
                  <a:pt x="64384" y="35570"/>
                  <a:pt x="64444" y="34808"/>
                  <a:pt x="64562" y="34190"/>
                </a:cubicBezTo>
                <a:cubicBezTo>
                  <a:pt x="64681" y="33571"/>
                  <a:pt x="64836" y="33060"/>
                  <a:pt x="65026" y="32655"/>
                </a:cubicBezTo>
                <a:cubicBezTo>
                  <a:pt x="65217" y="32251"/>
                  <a:pt x="65467" y="31965"/>
                  <a:pt x="65776" y="31799"/>
                </a:cubicBezTo>
                <a:cubicBezTo>
                  <a:pt x="66085" y="31632"/>
                  <a:pt x="66430" y="31549"/>
                  <a:pt x="66811" y="31549"/>
                </a:cubicBezTo>
                <a:lnTo>
                  <a:pt x="75733" y="31549"/>
                </a:lnTo>
                <a:lnTo>
                  <a:pt x="75733" y="16274"/>
                </a:lnTo>
                <a:cubicBezTo>
                  <a:pt x="75733" y="15941"/>
                  <a:pt x="75816" y="15632"/>
                  <a:pt x="75983" y="15346"/>
                </a:cubicBezTo>
                <a:cubicBezTo>
                  <a:pt x="76149" y="15061"/>
                  <a:pt x="76459" y="14811"/>
                  <a:pt x="76911" y="14597"/>
                </a:cubicBezTo>
                <a:cubicBezTo>
                  <a:pt x="77363" y="14382"/>
                  <a:pt x="77970" y="14228"/>
                  <a:pt x="78731" y="14133"/>
                </a:cubicBezTo>
                <a:cubicBezTo>
                  <a:pt x="79492" y="14038"/>
                  <a:pt x="80444" y="13990"/>
                  <a:pt x="81586" y="13990"/>
                </a:cubicBezTo>
                <a:cubicBezTo>
                  <a:pt x="82776" y="13990"/>
                  <a:pt x="83751" y="14038"/>
                  <a:pt x="84512" y="14133"/>
                </a:cubicBezTo>
                <a:cubicBezTo>
                  <a:pt x="85274" y="14228"/>
                  <a:pt x="85869" y="14382"/>
                  <a:pt x="86297" y="14597"/>
                </a:cubicBezTo>
                <a:cubicBezTo>
                  <a:pt x="86725" y="14811"/>
                  <a:pt x="87034" y="15061"/>
                  <a:pt x="87225" y="15346"/>
                </a:cubicBezTo>
                <a:cubicBezTo>
                  <a:pt x="87415" y="15632"/>
                  <a:pt x="87510" y="15941"/>
                  <a:pt x="87510" y="16274"/>
                </a:cubicBezTo>
                <a:lnTo>
                  <a:pt x="87510" y="31549"/>
                </a:lnTo>
                <a:lnTo>
                  <a:pt x="103998" y="31549"/>
                </a:lnTo>
                <a:cubicBezTo>
                  <a:pt x="104379" y="31549"/>
                  <a:pt x="104712" y="31632"/>
                  <a:pt x="104998" y="31799"/>
                </a:cubicBezTo>
                <a:cubicBezTo>
                  <a:pt x="105283" y="31965"/>
                  <a:pt x="105533" y="32251"/>
                  <a:pt x="105747" y="32655"/>
                </a:cubicBezTo>
                <a:cubicBezTo>
                  <a:pt x="105961" y="33060"/>
                  <a:pt x="106116" y="33571"/>
                  <a:pt x="106211" y="34190"/>
                </a:cubicBezTo>
                <a:cubicBezTo>
                  <a:pt x="106306" y="34808"/>
                  <a:pt x="106354" y="35570"/>
                  <a:pt x="106354" y="36474"/>
                </a:cubicBezTo>
                <a:cubicBezTo>
                  <a:pt x="106354" y="38187"/>
                  <a:pt x="106140" y="39424"/>
                  <a:pt x="105711" y="40185"/>
                </a:cubicBezTo>
                <a:cubicBezTo>
                  <a:pt x="105283" y="40947"/>
                  <a:pt x="104712" y="41327"/>
                  <a:pt x="103998" y="41327"/>
                </a:cubicBezTo>
                <a:lnTo>
                  <a:pt x="87510" y="41327"/>
                </a:lnTo>
                <a:lnTo>
                  <a:pt x="87510" y="77264"/>
                </a:lnTo>
                <a:cubicBezTo>
                  <a:pt x="87510" y="81701"/>
                  <a:pt x="88165" y="85053"/>
                  <a:pt x="89473" y="87321"/>
                </a:cubicBezTo>
                <a:cubicBezTo>
                  <a:pt x="90782" y="89587"/>
                  <a:pt x="93125" y="90720"/>
                  <a:pt x="96504" y="90720"/>
                </a:cubicBezTo>
                <a:cubicBezTo>
                  <a:pt x="97598" y="90720"/>
                  <a:pt x="98574" y="90613"/>
                  <a:pt x="99430" y="90399"/>
                </a:cubicBezTo>
                <a:cubicBezTo>
                  <a:pt x="100287" y="90185"/>
                  <a:pt x="101048" y="89959"/>
                  <a:pt x="101714" y="89721"/>
                </a:cubicBezTo>
                <a:cubicBezTo>
                  <a:pt x="102380" y="89483"/>
                  <a:pt x="102952" y="89257"/>
                  <a:pt x="103427" y="89043"/>
                </a:cubicBezTo>
                <a:cubicBezTo>
                  <a:pt x="103903" y="88829"/>
                  <a:pt x="104331" y="88722"/>
                  <a:pt x="104712" y="88722"/>
                </a:cubicBezTo>
                <a:cubicBezTo>
                  <a:pt x="104950" y="88722"/>
                  <a:pt x="105176" y="88781"/>
                  <a:pt x="105390" y="88900"/>
                </a:cubicBezTo>
                <a:cubicBezTo>
                  <a:pt x="105604" y="89019"/>
                  <a:pt x="105771" y="89245"/>
                  <a:pt x="105890" y="89578"/>
                </a:cubicBezTo>
                <a:cubicBezTo>
                  <a:pt x="106009" y="89911"/>
                  <a:pt x="106116" y="90363"/>
                  <a:pt x="106211" y="90934"/>
                </a:cubicBezTo>
                <a:cubicBezTo>
                  <a:pt x="106306" y="91506"/>
                  <a:pt x="106354" y="92219"/>
                  <a:pt x="106354" y="93076"/>
                </a:cubicBezTo>
                <a:close/>
                <a:moveTo>
                  <a:pt x="170313" y="97787"/>
                </a:moveTo>
                <a:cubicBezTo>
                  <a:pt x="170313" y="98358"/>
                  <a:pt x="170123" y="98786"/>
                  <a:pt x="169742" y="99071"/>
                </a:cubicBezTo>
                <a:cubicBezTo>
                  <a:pt x="169361" y="99357"/>
                  <a:pt x="168838" y="99571"/>
                  <a:pt x="168172" y="99714"/>
                </a:cubicBezTo>
                <a:cubicBezTo>
                  <a:pt x="167505" y="99857"/>
                  <a:pt x="166530" y="99928"/>
                  <a:pt x="165245" y="99928"/>
                </a:cubicBezTo>
                <a:cubicBezTo>
                  <a:pt x="164008" y="99928"/>
                  <a:pt x="163020" y="99857"/>
                  <a:pt x="162283" y="99714"/>
                </a:cubicBezTo>
                <a:cubicBezTo>
                  <a:pt x="161545" y="99571"/>
                  <a:pt x="161010" y="99357"/>
                  <a:pt x="160677" y="99071"/>
                </a:cubicBezTo>
                <a:cubicBezTo>
                  <a:pt x="160344" y="98786"/>
                  <a:pt x="160177" y="98358"/>
                  <a:pt x="160177" y="97787"/>
                </a:cubicBezTo>
                <a:lnTo>
                  <a:pt x="160177" y="91363"/>
                </a:lnTo>
                <a:cubicBezTo>
                  <a:pt x="157370" y="94361"/>
                  <a:pt x="154241" y="96704"/>
                  <a:pt x="150791" y="98393"/>
                </a:cubicBezTo>
                <a:cubicBezTo>
                  <a:pt x="147341" y="100083"/>
                  <a:pt x="143689" y="100927"/>
                  <a:pt x="139835" y="100927"/>
                </a:cubicBezTo>
                <a:cubicBezTo>
                  <a:pt x="136456" y="100927"/>
                  <a:pt x="133399" y="100486"/>
                  <a:pt x="130663" y="99602"/>
                </a:cubicBezTo>
                <a:cubicBezTo>
                  <a:pt x="127927" y="98719"/>
                  <a:pt x="125595" y="97442"/>
                  <a:pt x="123668" y="95770"/>
                </a:cubicBezTo>
                <a:cubicBezTo>
                  <a:pt x="121741" y="94099"/>
                  <a:pt x="120242" y="92046"/>
                  <a:pt x="119171" y="89612"/>
                </a:cubicBezTo>
                <a:cubicBezTo>
                  <a:pt x="118100" y="87176"/>
                  <a:pt x="117565" y="84406"/>
                  <a:pt x="117565" y="81301"/>
                </a:cubicBezTo>
                <a:cubicBezTo>
                  <a:pt x="117565" y="77672"/>
                  <a:pt x="118303" y="74521"/>
                  <a:pt x="119778" y="71848"/>
                </a:cubicBezTo>
                <a:cubicBezTo>
                  <a:pt x="121253" y="69173"/>
                  <a:pt x="123370" y="66952"/>
                  <a:pt x="126130" y="65185"/>
                </a:cubicBezTo>
                <a:cubicBezTo>
                  <a:pt x="128890" y="63419"/>
                  <a:pt x="132269" y="62094"/>
                  <a:pt x="136266" y="61210"/>
                </a:cubicBezTo>
                <a:cubicBezTo>
                  <a:pt x="140263" y="60327"/>
                  <a:pt x="144760" y="59885"/>
                  <a:pt x="149756" y="59885"/>
                </a:cubicBezTo>
                <a:lnTo>
                  <a:pt x="158607" y="59885"/>
                </a:lnTo>
                <a:lnTo>
                  <a:pt x="158607" y="54907"/>
                </a:lnTo>
                <a:cubicBezTo>
                  <a:pt x="158607" y="52441"/>
                  <a:pt x="158345" y="50261"/>
                  <a:pt x="157822" y="48365"/>
                </a:cubicBezTo>
                <a:cubicBezTo>
                  <a:pt x="157298" y="46467"/>
                  <a:pt x="156454" y="44890"/>
                  <a:pt x="155288" y="43634"/>
                </a:cubicBezTo>
                <a:cubicBezTo>
                  <a:pt x="154122" y="42377"/>
                  <a:pt x="152611" y="41429"/>
                  <a:pt x="150756" y="40790"/>
                </a:cubicBezTo>
                <a:cubicBezTo>
                  <a:pt x="148900" y="40149"/>
                  <a:pt x="146616" y="39828"/>
                  <a:pt x="143903" y="39828"/>
                </a:cubicBezTo>
                <a:cubicBezTo>
                  <a:pt x="141001" y="39828"/>
                  <a:pt x="138395" y="40170"/>
                  <a:pt x="136088" y="40852"/>
                </a:cubicBezTo>
                <a:cubicBezTo>
                  <a:pt x="133780" y="41535"/>
                  <a:pt x="131757" y="42288"/>
                  <a:pt x="130020" y="43112"/>
                </a:cubicBezTo>
                <a:cubicBezTo>
                  <a:pt x="128284" y="43936"/>
                  <a:pt x="126832" y="44689"/>
                  <a:pt x="125666" y="45371"/>
                </a:cubicBezTo>
                <a:cubicBezTo>
                  <a:pt x="124501" y="46054"/>
                  <a:pt x="123632" y="46395"/>
                  <a:pt x="123061" y="46395"/>
                </a:cubicBezTo>
                <a:cubicBezTo>
                  <a:pt x="122681" y="46395"/>
                  <a:pt x="122347" y="46300"/>
                  <a:pt x="122062" y="46110"/>
                </a:cubicBezTo>
                <a:cubicBezTo>
                  <a:pt x="121776" y="45919"/>
                  <a:pt x="121527" y="45634"/>
                  <a:pt x="121312" y="45253"/>
                </a:cubicBezTo>
                <a:cubicBezTo>
                  <a:pt x="121098" y="44872"/>
                  <a:pt x="120944" y="44385"/>
                  <a:pt x="120848" y="43790"/>
                </a:cubicBezTo>
                <a:cubicBezTo>
                  <a:pt x="120753" y="43195"/>
                  <a:pt x="120706" y="42541"/>
                  <a:pt x="120706" y="41827"/>
                </a:cubicBezTo>
                <a:cubicBezTo>
                  <a:pt x="120706" y="40637"/>
                  <a:pt x="120789" y="39698"/>
                  <a:pt x="120956" y="39008"/>
                </a:cubicBezTo>
                <a:cubicBezTo>
                  <a:pt x="121122" y="38318"/>
                  <a:pt x="121527" y="37663"/>
                  <a:pt x="122169" y="37045"/>
                </a:cubicBezTo>
                <a:cubicBezTo>
                  <a:pt x="122811" y="36426"/>
                  <a:pt x="123918" y="35706"/>
                  <a:pt x="125488" y="34883"/>
                </a:cubicBezTo>
                <a:cubicBezTo>
                  <a:pt x="127058" y="34060"/>
                  <a:pt x="128867" y="33307"/>
                  <a:pt x="130913" y="32626"/>
                </a:cubicBezTo>
                <a:cubicBezTo>
                  <a:pt x="132959" y="31945"/>
                  <a:pt x="135195" y="31381"/>
                  <a:pt x="137622" y="30935"/>
                </a:cubicBezTo>
                <a:cubicBezTo>
                  <a:pt x="140049" y="30488"/>
                  <a:pt x="142500" y="30264"/>
                  <a:pt x="144974" y="30264"/>
                </a:cubicBezTo>
                <a:cubicBezTo>
                  <a:pt x="149590" y="30264"/>
                  <a:pt x="153515" y="30787"/>
                  <a:pt x="156751" y="31834"/>
                </a:cubicBezTo>
                <a:cubicBezTo>
                  <a:pt x="159987" y="32881"/>
                  <a:pt x="162604" y="34416"/>
                  <a:pt x="164603" y="36438"/>
                </a:cubicBezTo>
                <a:cubicBezTo>
                  <a:pt x="166601" y="38460"/>
                  <a:pt x="168053" y="40970"/>
                  <a:pt x="168957" y="43968"/>
                </a:cubicBezTo>
                <a:cubicBezTo>
                  <a:pt x="169861" y="46966"/>
                  <a:pt x="170313" y="50464"/>
                  <a:pt x="170313" y="54461"/>
                </a:cubicBezTo>
                <a:lnTo>
                  <a:pt x="170313" y="97787"/>
                </a:lnTo>
                <a:moveTo>
                  <a:pt x="158607" y="68379"/>
                </a:moveTo>
                <a:lnTo>
                  <a:pt x="148543" y="68379"/>
                </a:lnTo>
                <a:cubicBezTo>
                  <a:pt x="145307" y="68379"/>
                  <a:pt x="142500" y="68655"/>
                  <a:pt x="140120" y="69207"/>
                </a:cubicBezTo>
                <a:cubicBezTo>
                  <a:pt x="137741" y="69757"/>
                  <a:pt x="135766" y="70570"/>
                  <a:pt x="134196" y="71647"/>
                </a:cubicBezTo>
                <a:cubicBezTo>
                  <a:pt x="132626" y="72724"/>
                  <a:pt x="131472" y="74017"/>
                  <a:pt x="130734" y="75526"/>
                </a:cubicBezTo>
                <a:cubicBezTo>
                  <a:pt x="129997" y="77034"/>
                  <a:pt x="129628" y="78769"/>
                  <a:pt x="129628" y="80732"/>
                </a:cubicBezTo>
                <a:cubicBezTo>
                  <a:pt x="129628" y="84084"/>
                  <a:pt x="130687" y="86753"/>
                  <a:pt x="132804" y="88740"/>
                </a:cubicBezTo>
                <a:cubicBezTo>
                  <a:pt x="134922" y="90726"/>
                  <a:pt x="137884" y="91720"/>
                  <a:pt x="141691" y="91720"/>
                </a:cubicBezTo>
                <a:cubicBezTo>
                  <a:pt x="144784" y="91720"/>
                  <a:pt x="147651" y="90930"/>
                  <a:pt x="150292" y="89351"/>
                </a:cubicBezTo>
                <a:cubicBezTo>
                  <a:pt x="152933" y="87770"/>
                  <a:pt x="155704" y="85352"/>
                  <a:pt x="158607" y="82097"/>
                </a:cubicBezTo>
                <a:lnTo>
                  <a:pt x="158607" y="68379"/>
                </a:lnTo>
                <a:close/>
                <a:moveTo>
                  <a:pt x="247971" y="64775"/>
                </a:moveTo>
                <a:cubicBezTo>
                  <a:pt x="247971" y="70347"/>
                  <a:pt x="247364" y="75359"/>
                  <a:pt x="246151" y="79813"/>
                </a:cubicBezTo>
                <a:cubicBezTo>
                  <a:pt x="244937" y="84267"/>
                  <a:pt x="243153" y="88066"/>
                  <a:pt x="240797" y="91211"/>
                </a:cubicBezTo>
                <a:cubicBezTo>
                  <a:pt x="238442" y="94355"/>
                  <a:pt x="235551" y="96760"/>
                  <a:pt x="232125" y="98427"/>
                </a:cubicBezTo>
                <a:cubicBezTo>
                  <a:pt x="228699" y="100094"/>
                  <a:pt x="224773" y="100927"/>
                  <a:pt x="220348" y="100927"/>
                </a:cubicBezTo>
                <a:cubicBezTo>
                  <a:pt x="218302" y="100927"/>
                  <a:pt x="216410" y="100724"/>
                  <a:pt x="214673" y="100318"/>
                </a:cubicBezTo>
                <a:cubicBezTo>
                  <a:pt x="212936" y="99914"/>
                  <a:pt x="211235" y="99260"/>
                  <a:pt x="209570" y="98355"/>
                </a:cubicBezTo>
                <a:cubicBezTo>
                  <a:pt x="207904" y="97450"/>
                  <a:pt x="206239" y="96306"/>
                  <a:pt x="204573" y="94925"/>
                </a:cubicBezTo>
                <a:cubicBezTo>
                  <a:pt x="202908" y="93543"/>
                  <a:pt x="201147" y="91877"/>
                  <a:pt x="199291" y="89924"/>
                </a:cubicBezTo>
                <a:lnTo>
                  <a:pt x="199291" y="97729"/>
                </a:lnTo>
                <a:cubicBezTo>
                  <a:pt x="199291" y="98106"/>
                  <a:pt x="199196" y="98437"/>
                  <a:pt x="199006" y="98721"/>
                </a:cubicBezTo>
                <a:cubicBezTo>
                  <a:pt x="198816" y="99005"/>
                  <a:pt x="198506" y="99231"/>
                  <a:pt x="198078" y="99397"/>
                </a:cubicBezTo>
                <a:cubicBezTo>
                  <a:pt x="197650" y="99562"/>
                  <a:pt x="197114" y="99692"/>
                  <a:pt x="196472" y="99785"/>
                </a:cubicBezTo>
                <a:cubicBezTo>
                  <a:pt x="195830" y="99880"/>
                  <a:pt x="195009" y="99928"/>
                  <a:pt x="194010" y="99928"/>
                </a:cubicBezTo>
                <a:cubicBezTo>
                  <a:pt x="193058" y="99928"/>
                  <a:pt x="192249" y="99880"/>
                  <a:pt x="191583" y="99785"/>
                </a:cubicBezTo>
                <a:cubicBezTo>
                  <a:pt x="190917" y="99690"/>
                  <a:pt x="190369" y="99559"/>
                  <a:pt x="189941" y="99393"/>
                </a:cubicBezTo>
                <a:cubicBezTo>
                  <a:pt x="189513" y="99226"/>
                  <a:pt x="189227" y="99000"/>
                  <a:pt x="189085" y="98715"/>
                </a:cubicBezTo>
                <a:cubicBezTo>
                  <a:pt x="188942" y="98428"/>
                  <a:pt x="188870" y="98094"/>
                  <a:pt x="188870" y="97713"/>
                </a:cubicBezTo>
                <a:lnTo>
                  <a:pt x="188870" y="2286"/>
                </a:lnTo>
                <a:cubicBezTo>
                  <a:pt x="188870" y="1906"/>
                  <a:pt x="188954" y="1573"/>
                  <a:pt x="189120" y="1287"/>
                </a:cubicBezTo>
                <a:cubicBezTo>
                  <a:pt x="189287" y="1000"/>
                  <a:pt x="189596" y="761"/>
                  <a:pt x="190048" y="571"/>
                </a:cubicBezTo>
                <a:cubicBezTo>
                  <a:pt x="190500" y="381"/>
                  <a:pt x="191107" y="238"/>
                  <a:pt x="191868" y="143"/>
                </a:cubicBezTo>
                <a:cubicBezTo>
                  <a:pt x="192630" y="48"/>
                  <a:pt x="193581" y="0"/>
                  <a:pt x="194723" y="0"/>
                </a:cubicBezTo>
                <a:cubicBezTo>
                  <a:pt x="195913" y="0"/>
                  <a:pt x="196888" y="48"/>
                  <a:pt x="197650" y="143"/>
                </a:cubicBezTo>
                <a:cubicBezTo>
                  <a:pt x="198411" y="238"/>
                  <a:pt x="199006" y="381"/>
                  <a:pt x="199434" y="573"/>
                </a:cubicBezTo>
                <a:cubicBezTo>
                  <a:pt x="199862" y="764"/>
                  <a:pt x="200172" y="1002"/>
                  <a:pt x="200362" y="1289"/>
                </a:cubicBezTo>
                <a:cubicBezTo>
                  <a:pt x="200552" y="1575"/>
                  <a:pt x="200648" y="1908"/>
                  <a:pt x="200648" y="2289"/>
                </a:cubicBezTo>
                <a:lnTo>
                  <a:pt x="200648" y="40839"/>
                </a:lnTo>
                <a:cubicBezTo>
                  <a:pt x="202551" y="38886"/>
                  <a:pt x="204395" y="37243"/>
                  <a:pt x="206179" y="35909"/>
                </a:cubicBezTo>
                <a:cubicBezTo>
                  <a:pt x="207964" y="34576"/>
                  <a:pt x="209713" y="33492"/>
                  <a:pt x="211426" y="32660"/>
                </a:cubicBezTo>
                <a:cubicBezTo>
                  <a:pt x="213139" y="31825"/>
                  <a:pt x="214852" y="31218"/>
                  <a:pt x="216565" y="30837"/>
                </a:cubicBezTo>
                <a:cubicBezTo>
                  <a:pt x="218278" y="30455"/>
                  <a:pt x="220086" y="30264"/>
                  <a:pt x="221989" y="30264"/>
                </a:cubicBezTo>
                <a:cubicBezTo>
                  <a:pt x="226653" y="30264"/>
                  <a:pt x="230638" y="31193"/>
                  <a:pt x="233945" y="33052"/>
                </a:cubicBezTo>
                <a:cubicBezTo>
                  <a:pt x="237252" y="34909"/>
                  <a:pt x="239941" y="37398"/>
                  <a:pt x="242011" y="40518"/>
                </a:cubicBezTo>
                <a:cubicBezTo>
                  <a:pt x="244081" y="43637"/>
                  <a:pt x="245591" y="47293"/>
                  <a:pt x="246543" y="51485"/>
                </a:cubicBezTo>
                <a:cubicBezTo>
                  <a:pt x="247495" y="55676"/>
                  <a:pt x="247971" y="60106"/>
                  <a:pt x="247971" y="64775"/>
                </a:cubicBezTo>
                <a:moveTo>
                  <a:pt x="235551" y="66131"/>
                </a:moveTo>
                <a:cubicBezTo>
                  <a:pt x="235551" y="62843"/>
                  <a:pt x="235301" y="59650"/>
                  <a:pt x="234802" y="56553"/>
                </a:cubicBezTo>
                <a:cubicBezTo>
                  <a:pt x="234302" y="53456"/>
                  <a:pt x="233434" y="50716"/>
                  <a:pt x="232196" y="48333"/>
                </a:cubicBezTo>
                <a:cubicBezTo>
                  <a:pt x="230959" y="45951"/>
                  <a:pt x="229317" y="44034"/>
                  <a:pt x="227271" y="42581"/>
                </a:cubicBezTo>
                <a:cubicBezTo>
                  <a:pt x="225225" y="41127"/>
                  <a:pt x="222679" y="40399"/>
                  <a:pt x="219634" y="40399"/>
                </a:cubicBezTo>
                <a:cubicBezTo>
                  <a:pt x="218111" y="40399"/>
                  <a:pt x="216612" y="40614"/>
                  <a:pt x="215137" y="41044"/>
                </a:cubicBezTo>
                <a:cubicBezTo>
                  <a:pt x="213662" y="41472"/>
                  <a:pt x="212163" y="42187"/>
                  <a:pt x="210640" y="43188"/>
                </a:cubicBezTo>
                <a:cubicBezTo>
                  <a:pt x="209118" y="44188"/>
                  <a:pt x="207535" y="45475"/>
                  <a:pt x="205894" y="47049"/>
                </a:cubicBezTo>
                <a:cubicBezTo>
                  <a:pt x="204252" y="48622"/>
                  <a:pt x="202503" y="50600"/>
                  <a:pt x="200648" y="52984"/>
                </a:cubicBezTo>
                <a:lnTo>
                  <a:pt x="200648" y="78635"/>
                </a:lnTo>
                <a:cubicBezTo>
                  <a:pt x="203883" y="82592"/>
                  <a:pt x="206976" y="85608"/>
                  <a:pt x="209927" y="87682"/>
                </a:cubicBezTo>
                <a:cubicBezTo>
                  <a:pt x="212877" y="89755"/>
                  <a:pt x="215946" y="90792"/>
                  <a:pt x="219134" y="90792"/>
                </a:cubicBezTo>
                <a:cubicBezTo>
                  <a:pt x="222085" y="90792"/>
                  <a:pt x="224607" y="90077"/>
                  <a:pt x="226700" y="88648"/>
                </a:cubicBezTo>
                <a:cubicBezTo>
                  <a:pt x="228794" y="87218"/>
                  <a:pt x="230495" y="85323"/>
                  <a:pt x="231804" y="82965"/>
                </a:cubicBezTo>
                <a:cubicBezTo>
                  <a:pt x="233112" y="80606"/>
                  <a:pt x="234064" y="77962"/>
                  <a:pt x="234659" y="75031"/>
                </a:cubicBezTo>
                <a:cubicBezTo>
                  <a:pt x="235254" y="72100"/>
                  <a:pt x="235551" y="69133"/>
                  <a:pt x="235551" y="66131"/>
                </a:cubicBezTo>
                <a:close/>
                <a:moveTo>
                  <a:pt x="279731" y="97715"/>
                </a:moveTo>
                <a:cubicBezTo>
                  <a:pt x="279731" y="98096"/>
                  <a:pt x="279636" y="98417"/>
                  <a:pt x="279446" y="98679"/>
                </a:cubicBezTo>
                <a:cubicBezTo>
                  <a:pt x="279255" y="98941"/>
                  <a:pt x="278946" y="99167"/>
                  <a:pt x="278518" y="99357"/>
                </a:cubicBezTo>
                <a:cubicBezTo>
                  <a:pt x="278090" y="99547"/>
                  <a:pt x="277495" y="99690"/>
                  <a:pt x="276733" y="99785"/>
                </a:cubicBezTo>
                <a:cubicBezTo>
                  <a:pt x="275972" y="99880"/>
                  <a:pt x="274997" y="99928"/>
                  <a:pt x="273807" y="99928"/>
                </a:cubicBezTo>
                <a:cubicBezTo>
                  <a:pt x="272665" y="99928"/>
                  <a:pt x="271713" y="99880"/>
                  <a:pt x="270952" y="99785"/>
                </a:cubicBezTo>
                <a:cubicBezTo>
                  <a:pt x="270190" y="99690"/>
                  <a:pt x="269584" y="99547"/>
                  <a:pt x="269132" y="99357"/>
                </a:cubicBezTo>
                <a:cubicBezTo>
                  <a:pt x="268680" y="99167"/>
                  <a:pt x="268370" y="98941"/>
                  <a:pt x="268204" y="98679"/>
                </a:cubicBezTo>
                <a:cubicBezTo>
                  <a:pt x="268037" y="98417"/>
                  <a:pt x="267954" y="98096"/>
                  <a:pt x="267954" y="97715"/>
                </a:cubicBezTo>
                <a:lnTo>
                  <a:pt x="267954" y="33476"/>
                </a:lnTo>
                <a:cubicBezTo>
                  <a:pt x="267954" y="33143"/>
                  <a:pt x="268037" y="32833"/>
                  <a:pt x="268204" y="32548"/>
                </a:cubicBezTo>
                <a:cubicBezTo>
                  <a:pt x="268370" y="32262"/>
                  <a:pt x="268680" y="32025"/>
                  <a:pt x="269132" y="31834"/>
                </a:cubicBezTo>
                <a:cubicBezTo>
                  <a:pt x="269584" y="31644"/>
                  <a:pt x="270190" y="31501"/>
                  <a:pt x="270952" y="31406"/>
                </a:cubicBezTo>
                <a:cubicBezTo>
                  <a:pt x="271713" y="31311"/>
                  <a:pt x="272665" y="31263"/>
                  <a:pt x="273807" y="31263"/>
                </a:cubicBezTo>
                <a:cubicBezTo>
                  <a:pt x="274997" y="31263"/>
                  <a:pt x="275972" y="31311"/>
                  <a:pt x="276733" y="31406"/>
                </a:cubicBezTo>
                <a:cubicBezTo>
                  <a:pt x="277495" y="31501"/>
                  <a:pt x="278090" y="31644"/>
                  <a:pt x="278518" y="31834"/>
                </a:cubicBezTo>
                <a:cubicBezTo>
                  <a:pt x="278946" y="32025"/>
                  <a:pt x="279255" y="32262"/>
                  <a:pt x="279446" y="32548"/>
                </a:cubicBezTo>
                <a:cubicBezTo>
                  <a:pt x="279636" y="32833"/>
                  <a:pt x="279731" y="33143"/>
                  <a:pt x="279731" y="33476"/>
                </a:cubicBezTo>
                <a:lnTo>
                  <a:pt x="279731" y="97715"/>
                </a:lnTo>
                <a:moveTo>
                  <a:pt x="281087" y="11706"/>
                </a:moveTo>
                <a:cubicBezTo>
                  <a:pt x="281087" y="14466"/>
                  <a:pt x="280564" y="16345"/>
                  <a:pt x="279517" y="17345"/>
                </a:cubicBezTo>
                <a:cubicBezTo>
                  <a:pt x="278470" y="18344"/>
                  <a:pt x="276543" y="18844"/>
                  <a:pt x="273736" y="18844"/>
                </a:cubicBezTo>
                <a:cubicBezTo>
                  <a:pt x="270976" y="18844"/>
                  <a:pt x="269084" y="18356"/>
                  <a:pt x="268061" y="17380"/>
                </a:cubicBezTo>
                <a:cubicBezTo>
                  <a:pt x="267038" y="16405"/>
                  <a:pt x="266526" y="14561"/>
                  <a:pt x="266526" y="11849"/>
                </a:cubicBezTo>
                <a:cubicBezTo>
                  <a:pt x="266526" y="9089"/>
                  <a:pt x="267050" y="7209"/>
                  <a:pt x="268097" y="6210"/>
                </a:cubicBezTo>
                <a:cubicBezTo>
                  <a:pt x="269144" y="5211"/>
                  <a:pt x="271071" y="4711"/>
                  <a:pt x="273878" y="4711"/>
                </a:cubicBezTo>
                <a:cubicBezTo>
                  <a:pt x="276638" y="4711"/>
                  <a:pt x="278530" y="5199"/>
                  <a:pt x="279553" y="6174"/>
                </a:cubicBezTo>
                <a:cubicBezTo>
                  <a:pt x="280576" y="7150"/>
                  <a:pt x="281087" y="8994"/>
                  <a:pt x="281087" y="11706"/>
                </a:cubicBezTo>
                <a:close/>
                <a:moveTo>
                  <a:pt x="310283" y="97713"/>
                </a:moveTo>
                <a:cubicBezTo>
                  <a:pt x="310283" y="98094"/>
                  <a:pt x="310188" y="98416"/>
                  <a:pt x="309998" y="98679"/>
                </a:cubicBezTo>
                <a:cubicBezTo>
                  <a:pt x="309807" y="98941"/>
                  <a:pt x="309498" y="99167"/>
                  <a:pt x="309070" y="99357"/>
                </a:cubicBezTo>
                <a:cubicBezTo>
                  <a:pt x="308641" y="99547"/>
                  <a:pt x="308047" y="99690"/>
                  <a:pt x="307285" y="99785"/>
                </a:cubicBezTo>
                <a:cubicBezTo>
                  <a:pt x="306524" y="99880"/>
                  <a:pt x="305548" y="99928"/>
                  <a:pt x="304359" y="99928"/>
                </a:cubicBezTo>
                <a:cubicBezTo>
                  <a:pt x="303217" y="99928"/>
                  <a:pt x="302265" y="99880"/>
                  <a:pt x="301504" y="99785"/>
                </a:cubicBezTo>
                <a:cubicBezTo>
                  <a:pt x="300742" y="99690"/>
                  <a:pt x="300136" y="99547"/>
                  <a:pt x="299684" y="99357"/>
                </a:cubicBezTo>
                <a:cubicBezTo>
                  <a:pt x="299231" y="99167"/>
                  <a:pt x="298922" y="98941"/>
                  <a:pt x="298756" y="98679"/>
                </a:cubicBezTo>
                <a:cubicBezTo>
                  <a:pt x="298589" y="98416"/>
                  <a:pt x="298506" y="98094"/>
                  <a:pt x="298506" y="97713"/>
                </a:cubicBezTo>
                <a:lnTo>
                  <a:pt x="298506" y="2286"/>
                </a:lnTo>
                <a:cubicBezTo>
                  <a:pt x="298506" y="1906"/>
                  <a:pt x="298589" y="1573"/>
                  <a:pt x="298756" y="1287"/>
                </a:cubicBezTo>
                <a:cubicBezTo>
                  <a:pt x="298922" y="1000"/>
                  <a:pt x="299231" y="761"/>
                  <a:pt x="299684" y="571"/>
                </a:cubicBezTo>
                <a:cubicBezTo>
                  <a:pt x="300136" y="381"/>
                  <a:pt x="300742" y="238"/>
                  <a:pt x="301504" y="143"/>
                </a:cubicBezTo>
                <a:cubicBezTo>
                  <a:pt x="302265" y="48"/>
                  <a:pt x="303217" y="0"/>
                  <a:pt x="304359" y="0"/>
                </a:cubicBezTo>
                <a:cubicBezTo>
                  <a:pt x="305548" y="0"/>
                  <a:pt x="306524" y="48"/>
                  <a:pt x="307285" y="143"/>
                </a:cubicBezTo>
                <a:cubicBezTo>
                  <a:pt x="308047" y="238"/>
                  <a:pt x="308641" y="381"/>
                  <a:pt x="309070" y="571"/>
                </a:cubicBezTo>
                <a:cubicBezTo>
                  <a:pt x="309498" y="761"/>
                  <a:pt x="309807" y="1000"/>
                  <a:pt x="309998" y="1287"/>
                </a:cubicBezTo>
                <a:cubicBezTo>
                  <a:pt x="310188" y="1573"/>
                  <a:pt x="310283" y="1906"/>
                  <a:pt x="310283" y="2286"/>
                </a:cubicBezTo>
                <a:lnTo>
                  <a:pt x="310283" y="97713"/>
                </a:lnTo>
                <a:close/>
                <a:moveTo>
                  <a:pt x="346828" y="97715"/>
                </a:moveTo>
                <a:cubicBezTo>
                  <a:pt x="346828" y="98096"/>
                  <a:pt x="346733" y="98417"/>
                  <a:pt x="346542" y="98679"/>
                </a:cubicBezTo>
                <a:cubicBezTo>
                  <a:pt x="346352" y="98941"/>
                  <a:pt x="346043" y="99167"/>
                  <a:pt x="345614" y="99357"/>
                </a:cubicBezTo>
                <a:cubicBezTo>
                  <a:pt x="345186" y="99547"/>
                  <a:pt x="344591" y="99690"/>
                  <a:pt x="343830" y="99785"/>
                </a:cubicBezTo>
                <a:cubicBezTo>
                  <a:pt x="343069" y="99880"/>
                  <a:pt x="342093" y="99928"/>
                  <a:pt x="340904" y="99928"/>
                </a:cubicBezTo>
                <a:cubicBezTo>
                  <a:pt x="339762" y="99928"/>
                  <a:pt x="338810" y="99880"/>
                  <a:pt x="338048" y="99785"/>
                </a:cubicBezTo>
                <a:cubicBezTo>
                  <a:pt x="337287" y="99690"/>
                  <a:pt x="336680" y="99547"/>
                  <a:pt x="336228" y="99357"/>
                </a:cubicBezTo>
                <a:cubicBezTo>
                  <a:pt x="335776" y="99167"/>
                  <a:pt x="335467" y="98941"/>
                  <a:pt x="335300" y="98679"/>
                </a:cubicBezTo>
                <a:cubicBezTo>
                  <a:pt x="335134" y="98417"/>
                  <a:pt x="335051" y="98096"/>
                  <a:pt x="335051" y="97715"/>
                </a:cubicBezTo>
                <a:lnTo>
                  <a:pt x="335051" y="33476"/>
                </a:lnTo>
                <a:cubicBezTo>
                  <a:pt x="335051" y="33143"/>
                  <a:pt x="335134" y="32833"/>
                  <a:pt x="335300" y="32548"/>
                </a:cubicBezTo>
                <a:cubicBezTo>
                  <a:pt x="335467" y="32262"/>
                  <a:pt x="335776" y="32025"/>
                  <a:pt x="336228" y="31834"/>
                </a:cubicBezTo>
                <a:cubicBezTo>
                  <a:pt x="336680" y="31644"/>
                  <a:pt x="337287" y="31501"/>
                  <a:pt x="338048" y="31406"/>
                </a:cubicBezTo>
                <a:cubicBezTo>
                  <a:pt x="338810" y="31311"/>
                  <a:pt x="339762" y="31263"/>
                  <a:pt x="340904" y="31263"/>
                </a:cubicBezTo>
                <a:cubicBezTo>
                  <a:pt x="342093" y="31263"/>
                  <a:pt x="343069" y="31311"/>
                  <a:pt x="343830" y="31406"/>
                </a:cubicBezTo>
                <a:cubicBezTo>
                  <a:pt x="344591" y="31501"/>
                  <a:pt x="345186" y="31644"/>
                  <a:pt x="345614" y="31834"/>
                </a:cubicBezTo>
                <a:cubicBezTo>
                  <a:pt x="346043" y="32025"/>
                  <a:pt x="346352" y="32262"/>
                  <a:pt x="346542" y="32548"/>
                </a:cubicBezTo>
                <a:cubicBezTo>
                  <a:pt x="346733" y="32833"/>
                  <a:pt x="346828" y="33143"/>
                  <a:pt x="346828" y="33476"/>
                </a:cubicBezTo>
                <a:lnTo>
                  <a:pt x="346828" y="97715"/>
                </a:lnTo>
                <a:moveTo>
                  <a:pt x="348184" y="11706"/>
                </a:moveTo>
                <a:cubicBezTo>
                  <a:pt x="348184" y="14466"/>
                  <a:pt x="347661" y="16345"/>
                  <a:pt x="346614" y="17345"/>
                </a:cubicBezTo>
                <a:cubicBezTo>
                  <a:pt x="345567" y="18344"/>
                  <a:pt x="343640" y="18844"/>
                  <a:pt x="340832" y="18844"/>
                </a:cubicBezTo>
                <a:cubicBezTo>
                  <a:pt x="338072" y="18844"/>
                  <a:pt x="336181" y="18356"/>
                  <a:pt x="335158" y="17380"/>
                </a:cubicBezTo>
                <a:cubicBezTo>
                  <a:pt x="334135" y="16405"/>
                  <a:pt x="333623" y="14561"/>
                  <a:pt x="333623" y="11849"/>
                </a:cubicBezTo>
                <a:cubicBezTo>
                  <a:pt x="333623" y="9089"/>
                  <a:pt x="334147" y="7209"/>
                  <a:pt x="335193" y="6210"/>
                </a:cubicBezTo>
                <a:cubicBezTo>
                  <a:pt x="336240" y="5211"/>
                  <a:pt x="338167" y="4711"/>
                  <a:pt x="340975" y="4711"/>
                </a:cubicBezTo>
                <a:cubicBezTo>
                  <a:pt x="343735" y="4711"/>
                  <a:pt x="345626" y="5199"/>
                  <a:pt x="346649" y="6174"/>
                </a:cubicBezTo>
                <a:cubicBezTo>
                  <a:pt x="347673" y="7150"/>
                  <a:pt x="348184" y="8994"/>
                  <a:pt x="348184" y="11706"/>
                </a:cubicBezTo>
                <a:close/>
                <a:moveTo>
                  <a:pt x="399007" y="93076"/>
                </a:moveTo>
                <a:cubicBezTo>
                  <a:pt x="399007" y="94456"/>
                  <a:pt x="398912" y="95550"/>
                  <a:pt x="398721" y="96359"/>
                </a:cubicBezTo>
                <a:cubicBezTo>
                  <a:pt x="398531" y="97168"/>
                  <a:pt x="398246" y="97763"/>
                  <a:pt x="397865" y="98144"/>
                </a:cubicBezTo>
                <a:cubicBezTo>
                  <a:pt x="397484" y="98524"/>
                  <a:pt x="396913" y="98881"/>
                  <a:pt x="396152" y="99214"/>
                </a:cubicBezTo>
                <a:cubicBezTo>
                  <a:pt x="395391" y="99547"/>
                  <a:pt x="394522" y="99821"/>
                  <a:pt x="393547" y="100035"/>
                </a:cubicBezTo>
                <a:cubicBezTo>
                  <a:pt x="392571" y="100249"/>
                  <a:pt x="391536" y="100428"/>
                  <a:pt x="390442" y="100570"/>
                </a:cubicBezTo>
                <a:cubicBezTo>
                  <a:pt x="389347" y="100713"/>
                  <a:pt x="388253" y="100785"/>
                  <a:pt x="387158" y="100785"/>
                </a:cubicBezTo>
                <a:cubicBezTo>
                  <a:pt x="383827" y="100785"/>
                  <a:pt x="380972" y="100344"/>
                  <a:pt x="378593" y="99462"/>
                </a:cubicBezTo>
                <a:cubicBezTo>
                  <a:pt x="376214" y="98579"/>
                  <a:pt x="374263" y="97242"/>
                  <a:pt x="372740" y="95454"/>
                </a:cubicBezTo>
                <a:cubicBezTo>
                  <a:pt x="371217" y="93665"/>
                  <a:pt x="370111" y="91399"/>
                  <a:pt x="369421" y="88657"/>
                </a:cubicBezTo>
                <a:cubicBezTo>
                  <a:pt x="368731" y="85915"/>
                  <a:pt x="368386" y="82684"/>
                  <a:pt x="368386" y="78963"/>
                </a:cubicBezTo>
                <a:lnTo>
                  <a:pt x="368386" y="41327"/>
                </a:lnTo>
                <a:lnTo>
                  <a:pt x="359393" y="41327"/>
                </a:lnTo>
                <a:cubicBezTo>
                  <a:pt x="358679" y="41327"/>
                  <a:pt x="358108" y="40947"/>
                  <a:pt x="357680" y="40185"/>
                </a:cubicBezTo>
                <a:cubicBezTo>
                  <a:pt x="357251" y="39424"/>
                  <a:pt x="357037" y="38187"/>
                  <a:pt x="357037" y="36474"/>
                </a:cubicBezTo>
                <a:cubicBezTo>
                  <a:pt x="357037" y="35570"/>
                  <a:pt x="357097" y="34808"/>
                  <a:pt x="357216" y="34190"/>
                </a:cubicBezTo>
                <a:cubicBezTo>
                  <a:pt x="357335" y="33571"/>
                  <a:pt x="357489" y="33060"/>
                  <a:pt x="357680" y="32655"/>
                </a:cubicBezTo>
                <a:cubicBezTo>
                  <a:pt x="357870" y="32251"/>
                  <a:pt x="358120" y="31965"/>
                  <a:pt x="358429" y="31799"/>
                </a:cubicBezTo>
                <a:cubicBezTo>
                  <a:pt x="358738" y="31632"/>
                  <a:pt x="359083" y="31549"/>
                  <a:pt x="359464" y="31549"/>
                </a:cubicBezTo>
                <a:lnTo>
                  <a:pt x="368386" y="31549"/>
                </a:lnTo>
                <a:lnTo>
                  <a:pt x="368386" y="16274"/>
                </a:lnTo>
                <a:cubicBezTo>
                  <a:pt x="368386" y="15941"/>
                  <a:pt x="368469" y="15632"/>
                  <a:pt x="368636" y="15346"/>
                </a:cubicBezTo>
                <a:cubicBezTo>
                  <a:pt x="368803" y="15061"/>
                  <a:pt x="369112" y="14811"/>
                  <a:pt x="369564" y="14597"/>
                </a:cubicBezTo>
                <a:cubicBezTo>
                  <a:pt x="370016" y="14382"/>
                  <a:pt x="370623" y="14228"/>
                  <a:pt x="371384" y="14133"/>
                </a:cubicBezTo>
                <a:cubicBezTo>
                  <a:pt x="372145" y="14038"/>
                  <a:pt x="373097" y="13990"/>
                  <a:pt x="374239" y="13990"/>
                </a:cubicBezTo>
                <a:cubicBezTo>
                  <a:pt x="375429" y="13990"/>
                  <a:pt x="376404" y="14038"/>
                  <a:pt x="377166" y="14133"/>
                </a:cubicBezTo>
                <a:cubicBezTo>
                  <a:pt x="377927" y="14228"/>
                  <a:pt x="378522" y="14382"/>
                  <a:pt x="378950" y="14597"/>
                </a:cubicBezTo>
                <a:cubicBezTo>
                  <a:pt x="379378" y="14811"/>
                  <a:pt x="379688" y="15061"/>
                  <a:pt x="379878" y="15346"/>
                </a:cubicBezTo>
                <a:cubicBezTo>
                  <a:pt x="380068" y="15632"/>
                  <a:pt x="380163" y="15941"/>
                  <a:pt x="380163" y="16274"/>
                </a:cubicBezTo>
                <a:lnTo>
                  <a:pt x="380163" y="31549"/>
                </a:lnTo>
                <a:lnTo>
                  <a:pt x="396652" y="31549"/>
                </a:lnTo>
                <a:cubicBezTo>
                  <a:pt x="397032" y="31549"/>
                  <a:pt x="397365" y="31632"/>
                  <a:pt x="397651" y="31799"/>
                </a:cubicBezTo>
                <a:cubicBezTo>
                  <a:pt x="397936" y="31965"/>
                  <a:pt x="398186" y="32251"/>
                  <a:pt x="398400" y="32655"/>
                </a:cubicBezTo>
                <a:cubicBezTo>
                  <a:pt x="398614" y="33060"/>
                  <a:pt x="398769" y="33571"/>
                  <a:pt x="398864" y="34190"/>
                </a:cubicBezTo>
                <a:cubicBezTo>
                  <a:pt x="398959" y="34808"/>
                  <a:pt x="399007" y="35570"/>
                  <a:pt x="399007" y="36474"/>
                </a:cubicBezTo>
                <a:cubicBezTo>
                  <a:pt x="399007" y="38187"/>
                  <a:pt x="398793" y="39424"/>
                  <a:pt x="398365" y="40185"/>
                </a:cubicBezTo>
                <a:cubicBezTo>
                  <a:pt x="397936" y="40947"/>
                  <a:pt x="397365" y="41327"/>
                  <a:pt x="396652" y="41327"/>
                </a:cubicBezTo>
                <a:lnTo>
                  <a:pt x="380163" y="41327"/>
                </a:lnTo>
                <a:lnTo>
                  <a:pt x="380163" y="77264"/>
                </a:lnTo>
                <a:cubicBezTo>
                  <a:pt x="380163" y="81701"/>
                  <a:pt x="380818" y="85053"/>
                  <a:pt x="382126" y="87321"/>
                </a:cubicBezTo>
                <a:cubicBezTo>
                  <a:pt x="383435" y="89587"/>
                  <a:pt x="385778" y="90720"/>
                  <a:pt x="389157" y="90720"/>
                </a:cubicBezTo>
                <a:cubicBezTo>
                  <a:pt x="390251" y="90720"/>
                  <a:pt x="391227" y="90613"/>
                  <a:pt x="392083" y="90399"/>
                </a:cubicBezTo>
                <a:cubicBezTo>
                  <a:pt x="392940" y="90185"/>
                  <a:pt x="393701" y="89959"/>
                  <a:pt x="394367" y="89721"/>
                </a:cubicBezTo>
                <a:cubicBezTo>
                  <a:pt x="395034" y="89483"/>
                  <a:pt x="395605" y="89257"/>
                  <a:pt x="396081" y="89043"/>
                </a:cubicBezTo>
                <a:cubicBezTo>
                  <a:pt x="396556" y="88829"/>
                  <a:pt x="396985" y="88722"/>
                  <a:pt x="397365" y="88722"/>
                </a:cubicBezTo>
                <a:cubicBezTo>
                  <a:pt x="397603" y="88722"/>
                  <a:pt x="397829" y="88781"/>
                  <a:pt x="398043" y="88900"/>
                </a:cubicBezTo>
                <a:cubicBezTo>
                  <a:pt x="398258" y="89019"/>
                  <a:pt x="398424" y="89245"/>
                  <a:pt x="398543" y="89578"/>
                </a:cubicBezTo>
                <a:cubicBezTo>
                  <a:pt x="398662" y="89911"/>
                  <a:pt x="398769" y="90363"/>
                  <a:pt x="398864" y="90934"/>
                </a:cubicBezTo>
                <a:cubicBezTo>
                  <a:pt x="398959" y="91506"/>
                  <a:pt x="399007" y="92219"/>
                  <a:pt x="399007" y="93076"/>
                </a:cubicBezTo>
                <a:close/>
                <a:moveTo>
                  <a:pt x="443837" y="99500"/>
                </a:moveTo>
                <a:lnTo>
                  <a:pt x="435272" y="123126"/>
                </a:lnTo>
                <a:cubicBezTo>
                  <a:pt x="434986" y="123887"/>
                  <a:pt x="434261" y="124470"/>
                  <a:pt x="433095" y="124874"/>
                </a:cubicBezTo>
                <a:cubicBezTo>
                  <a:pt x="431929" y="125279"/>
                  <a:pt x="430157" y="125481"/>
                  <a:pt x="427777" y="125481"/>
                </a:cubicBezTo>
                <a:cubicBezTo>
                  <a:pt x="426540" y="125481"/>
                  <a:pt x="425541" y="125422"/>
                  <a:pt x="424780" y="125303"/>
                </a:cubicBezTo>
                <a:cubicBezTo>
                  <a:pt x="424018" y="125184"/>
                  <a:pt x="423435" y="124981"/>
                  <a:pt x="423031" y="124696"/>
                </a:cubicBezTo>
                <a:cubicBezTo>
                  <a:pt x="422626" y="124410"/>
                  <a:pt x="422400" y="124030"/>
                  <a:pt x="422353" y="123554"/>
                </a:cubicBezTo>
                <a:cubicBezTo>
                  <a:pt x="422305" y="123078"/>
                  <a:pt x="422424" y="122507"/>
                  <a:pt x="422710" y="121841"/>
                </a:cubicBezTo>
                <a:lnTo>
                  <a:pt x="431560" y="99500"/>
                </a:lnTo>
                <a:cubicBezTo>
                  <a:pt x="431132" y="99309"/>
                  <a:pt x="430728" y="99000"/>
                  <a:pt x="430347" y="98572"/>
                </a:cubicBezTo>
                <a:cubicBezTo>
                  <a:pt x="429966" y="98144"/>
                  <a:pt x="429705" y="97692"/>
                  <a:pt x="429562" y="97216"/>
                </a:cubicBezTo>
                <a:lnTo>
                  <a:pt x="406650" y="35831"/>
                </a:lnTo>
                <a:cubicBezTo>
                  <a:pt x="406269" y="34832"/>
                  <a:pt x="406079" y="34047"/>
                  <a:pt x="406079" y="33476"/>
                </a:cubicBezTo>
                <a:cubicBezTo>
                  <a:pt x="406079" y="32905"/>
                  <a:pt x="406269" y="32453"/>
                  <a:pt x="406650" y="32120"/>
                </a:cubicBezTo>
                <a:cubicBezTo>
                  <a:pt x="407030" y="31787"/>
                  <a:pt x="407649" y="31561"/>
                  <a:pt x="408506" y="31442"/>
                </a:cubicBezTo>
                <a:cubicBezTo>
                  <a:pt x="409362" y="31323"/>
                  <a:pt x="410504" y="31263"/>
                  <a:pt x="411932" y="31263"/>
                </a:cubicBezTo>
                <a:cubicBezTo>
                  <a:pt x="413359" y="31263"/>
                  <a:pt x="414477" y="31299"/>
                  <a:pt x="415286" y="31370"/>
                </a:cubicBezTo>
                <a:cubicBezTo>
                  <a:pt x="416095" y="31442"/>
                  <a:pt x="416738" y="31572"/>
                  <a:pt x="417214" y="31763"/>
                </a:cubicBezTo>
                <a:cubicBezTo>
                  <a:pt x="417689" y="31953"/>
                  <a:pt x="418034" y="32227"/>
                  <a:pt x="418249" y="32584"/>
                </a:cubicBezTo>
                <a:cubicBezTo>
                  <a:pt x="418463" y="32941"/>
                  <a:pt x="418689" y="33428"/>
                  <a:pt x="418927" y="34047"/>
                </a:cubicBezTo>
                <a:lnTo>
                  <a:pt x="437271" y="85581"/>
                </a:lnTo>
                <a:lnTo>
                  <a:pt x="437485" y="85581"/>
                </a:lnTo>
                <a:lnTo>
                  <a:pt x="455186" y="33761"/>
                </a:lnTo>
                <a:cubicBezTo>
                  <a:pt x="455472" y="32857"/>
                  <a:pt x="455817" y="32274"/>
                  <a:pt x="456221" y="32013"/>
                </a:cubicBezTo>
                <a:cubicBezTo>
                  <a:pt x="456626" y="31751"/>
                  <a:pt x="457232" y="31561"/>
                  <a:pt x="458041" y="31442"/>
                </a:cubicBezTo>
                <a:cubicBezTo>
                  <a:pt x="458850" y="31323"/>
                  <a:pt x="460016" y="31263"/>
                  <a:pt x="461539" y="31263"/>
                </a:cubicBezTo>
                <a:cubicBezTo>
                  <a:pt x="462871" y="31263"/>
                  <a:pt x="463966" y="31323"/>
                  <a:pt x="464822" y="31442"/>
                </a:cubicBezTo>
                <a:cubicBezTo>
                  <a:pt x="465679" y="31561"/>
                  <a:pt x="466309" y="31787"/>
                  <a:pt x="466714" y="32120"/>
                </a:cubicBezTo>
                <a:cubicBezTo>
                  <a:pt x="467118" y="32453"/>
                  <a:pt x="467320" y="32905"/>
                  <a:pt x="467320" y="33476"/>
                </a:cubicBezTo>
                <a:cubicBezTo>
                  <a:pt x="467320" y="34047"/>
                  <a:pt x="467178" y="34761"/>
                  <a:pt x="466892" y="35617"/>
                </a:cubicBezTo>
                <a:lnTo>
                  <a:pt x="443837" y="995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Check">
            <a:extLst xmlns:a="http://schemas.openxmlformats.org/drawingml/2006/main">
              <a:ext uri="{FF2B5EF4-FFF2-40B4-BE49-F238E27FC236}">
                <a16:creationId xmlns:a16="http://schemas.microsoft.com/office/drawing/2014/main" id="{D346926D-CB20-468E-98A2-99F1AD41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3191" y="4717026"/>
            <a:ext cx="348475" cy="100787"/>
          </a:xfrm>
          <a:custGeom xmlns:a="http://schemas.openxmlformats.org/drawingml/2006/main">
            <a:pathLst>
              <a:path w="348475" h="100787">
                <a:moveTo>
                  <a:pt x="66930" y="86247"/>
                </a:moveTo>
                <a:cubicBezTo>
                  <a:pt x="66930" y="87007"/>
                  <a:pt x="66906" y="87672"/>
                  <a:pt x="66859" y="88242"/>
                </a:cubicBezTo>
                <a:cubicBezTo>
                  <a:pt x="66811" y="88813"/>
                  <a:pt x="66728" y="89312"/>
                  <a:pt x="66609" y="89739"/>
                </a:cubicBezTo>
                <a:cubicBezTo>
                  <a:pt x="66491" y="90167"/>
                  <a:pt x="66336" y="90547"/>
                  <a:pt x="66146" y="90880"/>
                </a:cubicBezTo>
                <a:cubicBezTo>
                  <a:pt x="65956" y="91212"/>
                  <a:pt x="65623" y="91618"/>
                  <a:pt x="65148" y="92098"/>
                </a:cubicBezTo>
                <a:cubicBezTo>
                  <a:pt x="64673" y="92576"/>
                  <a:pt x="63675" y="93306"/>
                  <a:pt x="62155" y="94288"/>
                </a:cubicBezTo>
                <a:cubicBezTo>
                  <a:pt x="60634" y="95269"/>
                  <a:pt x="58745" y="96227"/>
                  <a:pt x="56488" y="97161"/>
                </a:cubicBezTo>
                <a:cubicBezTo>
                  <a:pt x="54231" y="98095"/>
                  <a:pt x="51641" y="98885"/>
                  <a:pt x="48719" y="99531"/>
                </a:cubicBezTo>
                <a:cubicBezTo>
                  <a:pt x="45796" y="100178"/>
                  <a:pt x="42601" y="100502"/>
                  <a:pt x="39132" y="100502"/>
                </a:cubicBezTo>
                <a:cubicBezTo>
                  <a:pt x="33144" y="100502"/>
                  <a:pt x="27739" y="99504"/>
                  <a:pt x="22916" y="97509"/>
                </a:cubicBezTo>
                <a:cubicBezTo>
                  <a:pt x="18093" y="95513"/>
                  <a:pt x="13982" y="92567"/>
                  <a:pt x="10585" y="88670"/>
                </a:cubicBezTo>
                <a:cubicBezTo>
                  <a:pt x="7187" y="84773"/>
                  <a:pt x="4574" y="79962"/>
                  <a:pt x="2744" y="74236"/>
                </a:cubicBezTo>
                <a:cubicBezTo>
                  <a:pt x="915" y="68510"/>
                  <a:pt x="0" y="61917"/>
                  <a:pt x="0" y="54457"/>
                </a:cubicBezTo>
                <a:cubicBezTo>
                  <a:pt x="0" y="46806"/>
                  <a:pt x="986" y="39987"/>
                  <a:pt x="2958" y="34000"/>
                </a:cubicBezTo>
                <a:cubicBezTo>
                  <a:pt x="4930" y="28012"/>
                  <a:pt x="7698" y="22940"/>
                  <a:pt x="11262" y="18782"/>
                </a:cubicBezTo>
                <a:cubicBezTo>
                  <a:pt x="14826" y="14624"/>
                  <a:pt x="19091" y="11452"/>
                  <a:pt x="24056" y="9266"/>
                </a:cubicBezTo>
                <a:cubicBezTo>
                  <a:pt x="29022" y="7080"/>
                  <a:pt x="34522" y="5987"/>
                  <a:pt x="40557" y="5987"/>
                </a:cubicBezTo>
                <a:cubicBezTo>
                  <a:pt x="43218" y="5987"/>
                  <a:pt x="45808" y="6239"/>
                  <a:pt x="48327" y="6742"/>
                </a:cubicBezTo>
                <a:cubicBezTo>
                  <a:pt x="50845" y="7246"/>
                  <a:pt x="53174" y="7881"/>
                  <a:pt x="55312" y="8647"/>
                </a:cubicBezTo>
                <a:cubicBezTo>
                  <a:pt x="57450" y="9413"/>
                  <a:pt x="59351" y="10300"/>
                  <a:pt x="61014" y="11306"/>
                </a:cubicBezTo>
                <a:cubicBezTo>
                  <a:pt x="62677" y="12312"/>
                  <a:pt x="63830" y="13138"/>
                  <a:pt x="64471" y="13786"/>
                </a:cubicBezTo>
                <a:cubicBezTo>
                  <a:pt x="65113" y="14432"/>
                  <a:pt x="65528" y="14921"/>
                  <a:pt x="65718" y="15254"/>
                </a:cubicBezTo>
                <a:cubicBezTo>
                  <a:pt x="65909" y="15586"/>
                  <a:pt x="66063" y="15978"/>
                  <a:pt x="66182" y="16430"/>
                </a:cubicBezTo>
                <a:cubicBezTo>
                  <a:pt x="66301" y="16881"/>
                  <a:pt x="66396" y="17416"/>
                  <a:pt x="66467" y="18033"/>
                </a:cubicBezTo>
                <a:cubicBezTo>
                  <a:pt x="66538" y="18651"/>
                  <a:pt x="66574" y="19388"/>
                  <a:pt x="66574" y="20243"/>
                </a:cubicBezTo>
                <a:cubicBezTo>
                  <a:pt x="66574" y="21193"/>
                  <a:pt x="66526" y="22001"/>
                  <a:pt x="66431" y="22666"/>
                </a:cubicBezTo>
                <a:cubicBezTo>
                  <a:pt x="66336" y="23332"/>
                  <a:pt x="66194" y="23890"/>
                  <a:pt x="66004" y="24341"/>
                </a:cubicBezTo>
                <a:cubicBezTo>
                  <a:pt x="65814" y="24793"/>
                  <a:pt x="65588" y="25126"/>
                  <a:pt x="65326" y="25339"/>
                </a:cubicBezTo>
                <a:cubicBezTo>
                  <a:pt x="65065" y="25553"/>
                  <a:pt x="64744" y="25660"/>
                  <a:pt x="64364" y="25660"/>
                </a:cubicBezTo>
                <a:cubicBezTo>
                  <a:pt x="63699" y="25660"/>
                  <a:pt x="62772" y="25193"/>
                  <a:pt x="61584" y="24259"/>
                </a:cubicBezTo>
                <a:cubicBezTo>
                  <a:pt x="60396" y="23325"/>
                  <a:pt x="58864" y="22295"/>
                  <a:pt x="56987" y="21170"/>
                </a:cubicBezTo>
                <a:cubicBezTo>
                  <a:pt x="55110" y="20044"/>
                  <a:pt x="52829" y="19014"/>
                  <a:pt x="50144" y="18080"/>
                </a:cubicBezTo>
                <a:cubicBezTo>
                  <a:pt x="47459" y="17146"/>
                  <a:pt x="44240" y="16679"/>
                  <a:pt x="40486" y="16679"/>
                </a:cubicBezTo>
                <a:cubicBezTo>
                  <a:pt x="36399" y="16679"/>
                  <a:pt x="32681" y="17499"/>
                  <a:pt x="29331" y="19138"/>
                </a:cubicBezTo>
                <a:cubicBezTo>
                  <a:pt x="25981" y="20778"/>
                  <a:pt x="23118" y="23189"/>
                  <a:pt x="20742" y="26373"/>
                </a:cubicBezTo>
                <a:cubicBezTo>
                  <a:pt x="18366" y="29557"/>
                  <a:pt x="16525" y="33441"/>
                  <a:pt x="15218" y="38027"/>
                </a:cubicBezTo>
                <a:cubicBezTo>
                  <a:pt x="13911" y="42612"/>
                  <a:pt x="13258" y="47851"/>
                  <a:pt x="13258" y="53744"/>
                </a:cubicBezTo>
                <a:cubicBezTo>
                  <a:pt x="13258" y="59589"/>
                  <a:pt x="13887" y="64756"/>
                  <a:pt x="15147" y="69247"/>
                </a:cubicBezTo>
                <a:cubicBezTo>
                  <a:pt x="16406" y="73737"/>
                  <a:pt x="18212" y="77491"/>
                  <a:pt x="20564" y="80509"/>
                </a:cubicBezTo>
                <a:cubicBezTo>
                  <a:pt x="22916" y="83526"/>
                  <a:pt x="25803" y="85807"/>
                  <a:pt x="29224" y="87351"/>
                </a:cubicBezTo>
                <a:cubicBezTo>
                  <a:pt x="32645" y="88896"/>
                  <a:pt x="36518" y="89668"/>
                  <a:pt x="40842" y="89668"/>
                </a:cubicBezTo>
                <a:cubicBezTo>
                  <a:pt x="44501" y="89668"/>
                  <a:pt x="47697" y="89213"/>
                  <a:pt x="50429" y="88303"/>
                </a:cubicBezTo>
                <a:cubicBezTo>
                  <a:pt x="53162" y="87392"/>
                  <a:pt x="55490" y="86374"/>
                  <a:pt x="57415" y="85249"/>
                </a:cubicBezTo>
                <a:cubicBezTo>
                  <a:pt x="59339" y="84123"/>
                  <a:pt x="60919" y="83105"/>
                  <a:pt x="62155" y="82195"/>
                </a:cubicBezTo>
                <a:cubicBezTo>
                  <a:pt x="63390" y="81285"/>
                  <a:pt x="64364" y="80829"/>
                  <a:pt x="65077" y="80829"/>
                </a:cubicBezTo>
                <a:cubicBezTo>
                  <a:pt x="65410" y="80829"/>
                  <a:pt x="65695" y="80901"/>
                  <a:pt x="65932" y="81043"/>
                </a:cubicBezTo>
                <a:cubicBezTo>
                  <a:pt x="66170" y="81186"/>
                  <a:pt x="66360" y="81459"/>
                  <a:pt x="66503" y="81863"/>
                </a:cubicBezTo>
                <a:cubicBezTo>
                  <a:pt x="66645" y="82267"/>
                  <a:pt x="66752" y="82825"/>
                  <a:pt x="66823" y="83538"/>
                </a:cubicBezTo>
                <a:cubicBezTo>
                  <a:pt x="66895" y="84251"/>
                  <a:pt x="66930" y="85154"/>
                  <a:pt x="66930" y="86247"/>
                </a:cubicBezTo>
                <a:close/>
                <a:moveTo>
                  <a:pt x="138207" y="97580"/>
                </a:moveTo>
                <a:cubicBezTo>
                  <a:pt x="138207" y="97960"/>
                  <a:pt x="138112" y="98281"/>
                  <a:pt x="137921" y="98542"/>
                </a:cubicBezTo>
                <a:cubicBezTo>
                  <a:pt x="137731" y="98803"/>
                  <a:pt x="137423" y="99029"/>
                  <a:pt x="136995" y="99219"/>
                </a:cubicBezTo>
                <a:cubicBezTo>
                  <a:pt x="136567" y="99409"/>
                  <a:pt x="135973" y="99552"/>
                  <a:pt x="135213" y="99647"/>
                </a:cubicBezTo>
                <a:cubicBezTo>
                  <a:pt x="134453" y="99742"/>
                  <a:pt x="133502" y="99789"/>
                  <a:pt x="132362" y="99789"/>
                </a:cubicBezTo>
                <a:cubicBezTo>
                  <a:pt x="131174" y="99789"/>
                  <a:pt x="130200" y="99742"/>
                  <a:pt x="129439" y="99647"/>
                </a:cubicBezTo>
                <a:cubicBezTo>
                  <a:pt x="128679" y="99552"/>
                  <a:pt x="128085" y="99409"/>
                  <a:pt x="127657" y="99219"/>
                </a:cubicBezTo>
                <a:cubicBezTo>
                  <a:pt x="127230" y="99029"/>
                  <a:pt x="126921" y="98803"/>
                  <a:pt x="126731" y="98542"/>
                </a:cubicBezTo>
                <a:cubicBezTo>
                  <a:pt x="126541" y="98281"/>
                  <a:pt x="126446" y="97960"/>
                  <a:pt x="126446" y="97580"/>
                </a:cubicBezTo>
                <a:lnTo>
                  <a:pt x="126446" y="60016"/>
                </a:lnTo>
                <a:cubicBezTo>
                  <a:pt x="126446" y="56357"/>
                  <a:pt x="126161" y="53411"/>
                  <a:pt x="125590" y="51178"/>
                </a:cubicBezTo>
                <a:cubicBezTo>
                  <a:pt x="125020" y="48944"/>
                  <a:pt x="124189" y="47020"/>
                  <a:pt x="123096" y="45404"/>
                </a:cubicBezTo>
                <a:cubicBezTo>
                  <a:pt x="122003" y="43789"/>
                  <a:pt x="120589" y="42553"/>
                  <a:pt x="118855" y="41698"/>
                </a:cubicBezTo>
                <a:cubicBezTo>
                  <a:pt x="117120" y="40842"/>
                  <a:pt x="115112" y="40415"/>
                  <a:pt x="112832" y="40415"/>
                </a:cubicBezTo>
                <a:cubicBezTo>
                  <a:pt x="109885" y="40415"/>
                  <a:pt x="106939" y="41460"/>
                  <a:pt x="103993" y="43551"/>
                </a:cubicBezTo>
                <a:cubicBezTo>
                  <a:pt x="101047" y="45642"/>
                  <a:pt x="97958" y="48707"/>
                  <a:pt x="94727" y="52746"/>
                </a:cubicBezTo>
                <a:lnTo>
                  <a:pt x="94727" y="97580"/>
                </a:lnTo>
                <a:cubicBezTo>
                  <a:pt x="94727" y="97960"/>
                  <a:pt x="94632" y="98281"/>
                  <a:pt x="94442" y="98542"/>
                </a:cubicBezTo>
                <a:cubicBezTo>
                  <a:pt x="94252" y="98803"/>
                  <a:pt x="93943" y="99029"/>
                  <a:pt x="93515" y="99219"/>
                </a:cubicBezTo>
                <a:cubicBezTo>
                  <a:pt x="93088" y="99409"/>
                  <a:pt x="92494" y="99552"/>
                  <a:pt x="91733" y="99647"/>
                </a:cubicBezTo>
                <a:cubicBezTo>
                  <a:pt x="90973" y="99742"/>
                  <a:pt x="89999" y="99789"/>
                  <a:pt x="88811" y="99789"/>
                </a:cubicBezTo>
                <a:cubicBezTo>
                  <a:pt x="87670" y="99789"/>
                  <a:pt x="86720" y="99742"/>
                  <a:pt x="85960" y="99647"/>
                </a:cubicBezTo>
                <a:cubicBezTo>
                  <a:pt x="85199" y="99552"/>
                  <a:pt x="84594" y="99409"/>
                  <a:pt x="84142" y="99219"/>
                </a:cubicBezTo>
                <a:cubicBezTo>
                  <a:pt x="83691" y="99029"/>
                  <a:pt x="83382" y="98803"/>
                  <a:pt x="83215" y="98542"/>
                </a:cubicBezTo>
                <a:cubicBezTo>
                  <a:pt x="83049" y="98279"/>
                  <a:pt x="82966" y="97958"/>
                  <a:pt x="82966" y="97578"/>
                </a:cubicBezTo>
                <a:lnTo>
                  <a:pt x="82966" y="2283"/>
                </a:lnTo>
                <a:cubicBezTo>
                  <a:pt x="82966" y="1903"/>
                  <a:pt x="83049" y="1570"/>
                  <a:pt x="83215" y="1285"/>
                </a:cubicBezTo>
                <a:cubicBezTo>
                  <a:pt x="83382" y="999"/>
                  <a:pt x="83691" y="760"/>
                  <a:pt x="84142" y="570"/>
                </a:cubicBezTo>
                <a:cubicBezTo>
                  <a:pt x="84594" y="380"/>
                  <a:pt x="85199" y="238"/>
                  <a:pt x="85960" y="143"/>
                </a:cubicBezTo>
                <a:cubicBezTo>
                  <a:pt x="86720" y="48"/>
                  <a:pt x="87670" y="0"/>
                  <a:pt x="88811" y="0"/>
                </a:cubicBezTo>
                <a:cubicBezTo>
                  <a:pt x="89999" y="0"/>
                  <a:pt x="90973" y="48"/>
                  <a:pt x="91733" y="143"/>
                </a:cubicBezTo>
                <a:cubicBezTo>
                  <a:pt x="92494" y="238"/>
                  <a:pt x="93088" y="381"/>
                  <a:pt x="93515" y="572"/>
                </a:cubicBezTo>
                <a:cubicBezTo>
                  <a:pt x="93943" y="763"/>
                  <a:pt x="94252" y="1000"/>
                  <a:pt x="94442" y="1285"/>
                </a:cubicBezTo>
                <a:cubicBezTo>
                  <a:pt x="94632" y="1570"/>
                  <a:pt x="94727" y="1904"/>
                  <a:pt x="94727" y="2285"/>
                </a:cubicBezTo>
                <a:lnTo>
                  <a:pt x="94727" y="40771"/>
                </a:lnTo>
                <a:cubicBezTo>
                  <a:pt x="98101" y="37207"/>
                  <a:pt x="101498" y="34558"/>
                  <a:pt x="104920" y="32824"/>
                </a:cubicBezTo>
                <a:cubicBezTo>
                  <a:pt x="108341" y="31089"/>
                  <a:pt x="111786" y="30222"/>
                  <a:pt x="115255" y="30222"/>
                </a:cubicBezTo>
                <a:cubicBezTo>
                  <a:pt x="119532" y="30222"/>
                  <a:pt x="123131" y="30947"/>
                  <a:pt x="126054" y="32396"/>
                </a:cubicBezTo>
                <a:cubicBezTo>
                  <a:pt x="128976" y="33845"/>
                  <a:pt x="131340" y="35782"/>
                  <a:pt x="133146" y="38205"/>
                </a:cubicBezTo>
                <a:cubicBezTo>
                  <a:pt x="134952" y="40629"/>
                  <a:pt x="136246" y="43468"/>
                  <a:pt x="137031" y="46723"/>
                </a:cubicBezTo>
                <a:cubicBezTo>
                  <a:pt x="137815" y="49978"/>
                  <a:pt x="138207" y="53910"/>
                  <a:pt x="138207" y="58519"/>
                </a:cubicBezTo>
                <a:lnTo>
                  <a:pt x="138207" y="97580"/>
                </a:lnTo>
                <a:close/>
                <a:moveTo>
                  <a:pt x="216680" y="62725"/>
                </a:moveTo>
                <a:cubicBezTo>
                  <a:pt x="216680" y="64578"/>
                  <a:pt x="216217" y="65897"/>
                  <a:pt x="215290" y="66681"/>
                </a:cubicBezTo>
                <a:cubicBezTo>
                  <a:pt x="214364" y="67465"/>
                  <a:pt x="213307" y="67857"/>
                  <a:pt x="212119" y="67857"/>
                </a:cubicBezTo>
                <a:lnTo>
                  <a:pt x="170064" y="67857"/>
                </a:lnTo>
                <a:cubicBezTo>
                  <a:pt x="170064" y="71431"/>
                  <a:pt x="170421" y="74648"/>
                  <a:pt x="171134" y="77508"/>
                </a:cubicBezTo>
                <a:cubicBezTo>
                  <a:pt x="171846" y="80368"/>
                  <a:pt x="173034" y="82823"/>
                  <a:pt x="174698" y="84872"/>
                </a:cubicBezTo>
                <a:cubicBezTo>
                  <a:pt x="176361" y="86921"/>
                  <a:pt x="178523" y="88495"/>
                  <a:pt x="181184" y="89592"/>
                </a:cubicBezTo>
                <a:cubicBezTo>
                  <a:pt x="183845" y="90688"/>
                  <a:pt x="187100" y="91236"/>
                  <a:pt x="190949" y="91236"/>
                </a:cubicBezTo>
                <a:cubicBezTo>
                  <a:pt x="193990" y="91236"/>
                  <a:pt x="196699" y="90987"/>
                  <a:pt x="199075" y="90488"/>
                </a:cubicBezTo>
                <a:cubicBezTo>
                  <a:pt x="201451" y="89989"/>
                  <a:pt x="203506" y="89430"/>
                  <a:pt x="205240" y="88813"/>
                </a:cubicBezTo>
                <a:cubicBezTo>
                  <a:pt x="206975" y="88195"/>
                  <a:pt x="208400" y="87636"/>
                  <a:pt x="209517" y="87138"/>
                </a:cubicBezTo>
                <a:cubicBezTo>
                  <a:pt x="210634" y="86639"/>
                  <a:pt x="211477" y="86389"/>
                  <a:pt x="212047" y="86389"/>
                </a:cubicBezTo>
                <a:cubicBezTo>
                  <a:pt x="212380" y="86389"/>
                  <a:pt x="212677" y="86472"/>
                  <a:pt x="212938" y="86639"/>
                </a:cubicBezTo>
                <a:cubicBezTo>
                  <a:pt x="213200" y="86805"/>
                  <a:pt x="213402" y="87054"/>
                  <a:pt x="213544" y="87387"/>
                </a:cubicBezTo>
                <a:cubicBezTo>
                  <a:pt x="213687" y="87720"/>
                  <a:pt x="213794" y="88183"/>
                  <a:pt x="213865" y="88777"/>
                </a:cubicBezTo>
                <a:cubicBezTo>
                  <a:pt x="213936" y="89371"/>
                  <a:pt x="213972" y="90096"/>
                  <a:pt x="213972" y="90951"/>
                </a:cubicBezTo>
                <a:cubicBezTo>
                  <a:pt x="213972" y="91569"/>
                  <a:pt x="213948" y="92103"/>
                  <a:pt x="213901" y="92555"/>
                </a:cubicBezTo>
                <a:cubicBezTo>
                  <a:pt x="213853" y="93006"/>
                  <a:pt x="213794" y="93410"/>
                  <a:pt x="213722" y="93766"/>
                </a:cubicBezTo>
                <a:cubicBezTo>
                  <a:pt x="213651" y="94123"/>
                  <a:pt x="213532" y="94444"/>
                  <a:pt x="213366" y="94729"/>
                </a:cubicBezTo>
                <a:cubicBezTo>
                  <a:pt x="213200" y="95014"/>
                  <a:pt x="212986" y="95287"/>
                  <a:pt x="212724" y="95548"/>
                </a:cubicBezTo>
                <a:cubicBezTo>
                  <a:pt x="212463" y="95810"/>
                  <a:pt x="211691" y="96237"/>
                  <a:pt x="210408" y="96831"/>
                </a:cubicBezTo>
                <a:cubicBezTo>
                  <a:pt x="209125" y="97425"/>
                  <a:pt x="207462" y="98007"/>
                  <a:pt x="205418" y="98578"/>
                </a:cubicBezTo>
                <a:cubicBezTo>
                  <a:pt x="203375" y="99148"/>
                  <a:pt x="201011" y="99659"/>
                  <a:pt x="198326" y="100110"/>
                </a:cubicBezTo>
                <a:cubicBezTo>
                  <a:pt x="195641" y="100562"/>
                  <a:pt x="192778" y="100787"/>
                  <a:pt x="189737" y="100787"/>
                </a:cubicBezTo>
                <a:cubicBezTo>
                  <a:pt x="184463" y="100787"/>
                  <a:pt x="179841" y="100050"/>
                  <a:pt x="175874" y="98575"/>
                </a:cubicBezTo>
                <a:cubicBezTo>
                  <a:pt x="171906" y="97101"/>
                  <a:pt x="168568" y="94913"/>
                  <a:pt x="165859" y="92011"/>
                </a:cubicBezTo>
                <a:cubicBezTo>
                  <a:pt x="163150" y="89110"/>
                  <a:pt x="161107" y="85471"/>
                  <a:pt x="159729" y="81095"/>
                </a:cubicBezTo>
                <a:cubicBezTo>
                  <a:pt x="158351" y="76718"/>
                  <a:pt x="157662" y="71629"/>
                  <a:pt x="157662" y="65825"/>
                </a:cubicBezTo>
                <a:cubicBezTo>
                  <a:pt x="157662" y="60307"/>
                  <a:pt x="158375" y="55348"/>
                  <a:pt x="159800" y="50948"/>
                </a:cubicBezTo>
                <a:cubicBezTo>
                  <a:pt x="161226" y="46548"/>
                  <a:pt x="163281" y="42814"/>
                  <a:pt x="165966" y="39746"/>
                </a:cubicBezTo>
                <a:cubicBezTo>
                  <a:pt x="168651" y="36679"/>
                  <a:pt x="171894" y="34324"/>
                  <a:pt x="175695" y="32683"/>
                </a:cubicBezTo>
                <a:cubicBezTo>
                  <a:pt x="179497" y="31042"/>
                  <a:pt x="183750" y="30222"/>
                  <a:pt x="188454" y="30222"/>
                </a:cubicBezTo>
                <a:cubicBezTo>
                  <a:pt x="193491" y="30222"/>
                  <a:pt x="197780" y="31030"/>
                  <a:pt x="201320" y="32645"/>
                </a:cubicBezTo>
                <a:cubicBezTo>
                  <a:pt x="204860" y="34261"/>
                  <a:pt x="207771" y="36435"/>
                  <a:pt x="210052" y="39167"/>
                </a:cubicBezTo>
                <a:cubicBezTo>
                  <a:pt x="212332" y="41900"/>
                  <a:pt x="214007" y="45107"/>
                  <a:pt x="215077" y="48790"/>
                </a:cubicBezTo>
                <a:cubicBezTo>
                  <a:pt x="216146" y="52473"/>
                  <a:pt x="216680" y="56405"/>
                  <a:pt x="216680" y="60586"/>
                </a:cubicBezTo>
                <a:lnTo>
                  <a:pt x="216680" y="62725"/>
                </a:lnTo>
                <a:moveTo>
                  <a:pt x="204848" y="59232"/>
                </a:moveTo>
                <a:cubicBezTo>
                  <a:pt x="204991" y="53055"/>
                  <a:pt x="203625" y="48208"/>
                  <a:pt x="200750" y="44691"/>
                </a:cubicBezTo>
                <a:cubicBezTo>
                  <a:pt x="197875" y="41175"/>
                  <a:pt x="193610" y="39417"/>
                  <a:pt x="187955" y="39417"/>
                </a:cubicBezTo>
                <a:cubicBezTo>
                  <a:pt x="185057" y="39417"/>
                  <a:pt x="182514" y="39963"/>
                  <a:pt x="180329" y="41056"/>
                </a:cubicBezTo>
                <a:cubicBezTo>
                  <a:pt x="178143" y="42149"/>
                  <a:pt x="176313" y="43598"/>
                  <a:pt x="174840" y="45404"/>
                </a:cubicBezTo>
                <a:cubicBezTo>
                  <a:pt x="173367" y="47210"/>
                  <a:pt x="172227" y="49313"/>
                  <a:pt x="171419" y="51712"/>
                </a:cubicBezTo>
                <a:cubicBezTo>
                  <a:pt x="170611" y="54112"/>
                  <a:pt x="170159" y="56619"/>
                  <a:pt x="170064" y="59232"/>
                </a:cubicBezTo>
                <a:lnTo>
                  <a:pt x="204848" y="59232"/>
                </a:lnTo>
                <a:close/>
                <a:moveTo>
                  <a:pt x="280752" y="87886"/>
                </a:moveTo>
                <a:cubicBezTo>
                  <a:pt x="280752" y="88694"/>
                  <a:pt x="280728" y="89395"/>
                  <a:pt x="280681" y="89989"/>
                </a:cubicBezTo>
                <a:cubicBezTo>
                  <a:pt x="280633" y="90583"/>
                  <a:pt x="280550" y="91082"/>
                  <a:pt x="280431" y="91486"/>
                </a:cubicBezTo>
                <a:cubicBezTo>
                  <a:pt x="280313" y="91889"/>
                  <a:pt x="280170" y="92246"/>
                  <a:pt x="280004" y="92555"/>
                </a:cubicBezTo>
                <a:cubicBezTo>
                  <a:pt x="279837" y="92864"/>
                  <a:pt x="279457" y="93315"/>
                  <a:pt x="278863" y="93909"/>
                </a:cubicBezTo>
                <a:cubicBezTo>
                  <a:pt x="278269" y="94503"/>
                  <a:pt x="277260" y="95240"/>
                  <a:pt x="275834" y="96119"/>
                </a:cubicBezTo>
                <a:cubicBezTo>
                  <a:pt x="274408" y="96998"/>
                  <a:pt x="272805" y="97782"/>
                  <a:pt x="271023" y="98471"/>
                </a:cubicBezTo>
                <a:cubicBezTo>
                  <a:pt x="269241" y="99160"/>
                  <a:pt x="267304" y="99718"/>
                  <a:pt x="265214" y="100146"/>
                </a:cubicBezTo>
                <a:cubicBezTo>
                  <a:pt x="263123" y="100573"/>
                  <a:pt x="260961" y="100787"/>
                  <a:pt x="258727" y="100787"/>
                </a:cubicBezTo>
                <a:cubicBezTo>
                  <a:pt x="254118" y="100787"/>
                  <a:pt x="250031" y="100026"/>
                  <a:pt x="246467" y="98502"/>
                </a:cubicBezTo>
                <a:cubicBezTo>
                  <a:pt x="242904" y="96978"/>
                  <a:pt x="239922" y="94752"/>
                  <a:pt x="237522" y="91824"/>
                </a:cubicBezTo>
                <a:cubicBezTo>
                  <a:pt x="235122" y="88896"/>
                  <a:pt x="233293" y="85301"/>
                  <a:pt x="232034" y="81039"/>
                </a:cubicBezTo>
                <a:cubicBezTo>
                  <a:pt x="230774" y="76777"/>
                  <a:pt x="230145" y="71861"/>
                  <a:pt x="230145" y="66291"/>
                </a:cubicBezTo>
                <a:cubicBezTo>
                  <a:pt x="230145" y="59958"/>
                  <a:pt x="230917" y="54517"/>
                  <a:pt x="232461" y="49970"/>
                </a:cubicBezTo>
                <a:cubicBezTo>
                  <a:pt x="234006" y="45423"/>
                  <a:pt x="236120" y="41698"/>
                  <a:pt x="238805" y="38793"/>
                </a:cubicBezTo>
                <a:cubicBezTo>
                  <a:pt x="241490" y="35889"/>
                  <a:pt x="244650" y="33734"/>
                  <a:pt x="248285" y="32329"/>
                </a:cubicBezTo>
                <a:cubicBezTo>
                  <a:pt x="251920" y="30924"/>
                  <a:pt x="255852" y="30222"/>
                  <a:pt x="260082" y="30222"/>
                </a:cubicBezTo>
                <a:cubicBezTo>
                  <a:pt x="262125" y="30222"/>
                  <a:pt x="264109" y="30412"/>
                  <a:pt x="266033" y="30792"/>
                </a:cubicBezTo>
                <a:cubicBezTo>
                  <a:pt x="267958" y="31172"/>
                  <a:pt x="269728" y="31671"/>
                  <a:pt x="271344" y="32289"/>
                </a:cubicBezTo>
                <a:cubicBezTo>
                  <a:pt x="272959" y="32907"/>
                  <a:pt x="274397" y="33620"/>
                  <a:pt x="275656" y="34427"/>
                </a:cubicBezTo>
                <a:cubicBezTo>
                  <a:pt x="276915" y="35235"/>
                  <a:pt x="277830" y="35924"/>
                  <a:pt x="278400" y="36494"/>
                </a:cubicBezTo>
                <a:cubicBezTo>
                  <a:pt x="278970" y="37065"/>
                  <a:pt x="279362" y="37516"/>
                  <a:pt x="279576" y="37849"/>
                </a:cubicBezTo>
                <a:cubicBezTo>
                  <a:pt x="279790" y="38181"/>
                  <a:pt x="279968" y="38573"/>
                  <a:pt x="280111" y="39025"/>
                </a:cubicBezTo>
                <a:cubicBezTo>
                  <a:pt x="280253" y="39476"/>
                  <a:pt x="280348" y="39987"/>
                  <a:pt x="280396" y="40557"/>
                </a:cubicBezTo>
                <a:cubicBezTo>
                  <a:pt x="280443" y="41127"/>
                  <a:pt x="280467" y="41840"/>
                  <a:pt x="280467" y="42696"/>
                </a:cubicBezTo>
                <a:cubicBezTo>
                  <a:pt x="280467" y="44549"/>
                  <a:pt x="280253" y="45844"/>
                  <a:pt x="279826" y="46580"/>
                </a:cubicBezTo>
                <a:cubicBezTo>
                  <a:pt x="279398" y="47317"/>
                  <a:pt x="278875" y="47685"/>
                  <a:pt x="278257" y="47685"/>
                </a:cubicBezTo>
                <a:cubicBezTo>
                  <a:pt x="277545" y="47685"/>
                  <a:pt x="276725" y="47293"/>
                  <a:pt x="275798" y="46509"/>
                </a:cubicBezTo>
                <a:cubicBezTo>
                  <a:pt x="274872" y="45725"/>
                  <a:pt x="273696" y="44858"/>
                  <a:pt x="272270" y="43907"/>
                </a:cubicBezTo>
                <a:cubicBezTo>
                  <a:pt x="270845" y="42957"/>
                  <a:pt x="269122" y="42090"/>
                  <a:pt x="267102" y="41306"/>
                </a:cubicBezTo>
                <a:cubicBezTo>
                  <a:pt x="265083" y="40522"/>
                  <a:pt x="262695" y="40130"/>
                  <a:pt x="259939" y="40130"/>
                </a:cubicBezTo>
                <a:cubicBezTo>
                  <a:pt x="254284" y="40130"/>
                  <a:pt x="249948" y="42310"/>
                  <a:pt x="246931" y="46672"/>
                </a:cubicBezTo>
                <a:cubicBezTo>
                  <a:pt x="243913" y="51031"/>
                  <a:pt x="242405" y="57357"/>
                  <a:pt x="242405" y="65647"/>
                </a:cubicBezTo>
                <a:cubicBezTo>
                  <a:pt x="242405" y="69793"/>
                  <a:pt x="242797" y="73427"/>
                  <a:pt x="243581" y="76548"/>
                </a:cubicBezTo>
                <a:cubicBezTo>
                  <a:pt x="244365" y="79670"/>
                  <a:pt x="245517" y="82279"/>
                  <a:pt x="247038" y="84376"/>
                </a:cubicBezTo>
                <a:cubicBezTo>
                  <a:pt x="248558" y="86472"/>
                  <a:pt x="250423" y="88033"/>
                  <a:pt x="252633" y="89058"/>
                </a:cubicBezTo>
                <a:cubicBezTo>
                  <a:pt x="254843" y="90082"/>
                  <a:pt x="257373" y="90595"/>
                  <a:pt x="260224" y="90595"/>
                </a:cubicBezTo>
                <a:cubicBezTo>
                  <a:pt x="262933" y="90595"/>
                  <a:pt x="265309" y="90167"/>
                  <a:pt x="267352" y="89312"/>
                </a:cubicBezTo>
                <a:cubicBezTo>
                  <a:pt x="269395" y="88456"/>
                  <a:pt x="271165" y="87518"/>
                  <a:pt x="272662" y="86496"/>
                </a:cubicBezTo>
                <a:cubicBezTo>
                  <a:pt x="274159" y="85474"/>
                  <a:pt x="275418" y="84548"/>
                  <a:pt x="276440" y="83716"/>
                </a:cubicBezTo>
                <a:cubicBezTo>
                  <a:pt x="277462" y="82885"/>
                  <a:pt x="278257" y="82469"/>
                  <a:pt x="278828" y="82469"/>
                </a:cubicBezTo>
                <a:cubicBezTo>
                  <a:pt x="279160" y="82469"/>
                  <a:pt x="279445" y="82564"/>
                  <a:pt x="279683" y="82754"/>
                </a:cubicBezTo>
                <a:cubicBezTo>
                  <a:pt x="279921" y="82944"/>
                  <a:pt x="280123" y="83265"/>
                  <a:pt x="280289" y="83716"/>
                </a:cubicBezTo>
                <a:cubicBezTo>
                  <a:pt x="280455" y="84168"/>
                  <a:pt x="280574" y="84738"/>
                  <a:pt x="280645" y="85427"/>
                </a:cubicBezTo>
                <a:cubicBezTo>
                  <a:pt x="280717" y="86116"/>
                  <a:pt x="280752" y="86936"/>
                  <a:pt x="280752" y="87886"/>
                </a:cubicBezTo>
                <a:close/>
                <a:moveTo>
                  <a:pt x="348475" y="97509"/>
                </a:moveTo>
                <a:cubicBezTo>
                  <a:pt x="348475" y="97889"/>
                  <a:pt x="348380" y="98221"/>
                  <a:pt x="348189" y="98506"/>
                </a:cubicBezTo>
                <a:cubicBezTo>
                  <a:pt x="347999" y="98792"/>
                  <a:pt x="347679" y="99029"/>
                  <a:pt x="347227" y="99219"/>
                </a:cubicBezTo>
                <a:cubicBezTo>
                  <a:pt x="346776" y="99409"/>
                  <a:pt x="346146" y="99552"/>
                  <a:pt x="345338" y="99647"/>
                </a:cubicBezTo>
                <a:cubicBezTo>
                  <a:pt x="344531" y="99742"/>
                  <a:pt x="343509" y="99789"/>
                  <a:pt x="342273" y="99789"/>
                </a:cubicBezTo>
                <a:cubicBezTo>
                  <a:pt x="340990" y="99789"/>
                  <a:pt x="339933" y="99754"/>
                  <a:pt x="339102" y="99683"/>
                </a:cubicBezTo>
                <a:cubicBezTo>
                  <a:pt x="338270" y="99611"/>
                  <a:pt x="337569" y="99492"/>
                  <a:pt x="336999" y="99326"/>
                </a:cubicBezTo>
                <a:cubicBezTo>
                  <a:pt x="336429" y="99160"/>
                  <a:pt x="335965" y="98922"/>
                  <a:pt x="335609" y="98613"/>
                </a:cubicBezTo>
                <a:cubicBezTo>
                  <a:pt x="335253" y="98304"/>
                  <a:pt x="334932" y="97936"/>
                  <a:pt x="334647" y="97509"/>
                </a:cubicBezTo>
                <a:lnTo>
                  <a:pt x="307561" y="62012"/>
                </a:lnTo>
                <a:lnTo>
                  <a:pt x="307561" y="97580"/>
                </a:lnTo>
                <a:cubicBezTo>
                  <a:pt x="307561" y="97960"/>
                  <a:pt x="307466" y="98281"/>
                  <a:pt x="307276" y="98542"/>
                </a:cubicBezTo>
                <a:cubicBezTo>
                  <a:pt x="307086" y="98803"/>
                  <a:pt x="306777" y="99029"/>
                  <a:pt x="306349" y="99219"/>
                </a:cubicBezTo>
                <a:cubicBezTo>
                  <a:pt x="305922" y="99409"/>
                  <a:pt x="305328" y="99552"/>
                  <a:pt x="304567" y="99647"/>
                </a:cubicBezTo>
                <a:cubicBezTo>
                  <a:pt x="303807" y="99742"/>
                  <a:pt x="302833" y="99789"/>
                  <a:pt x="301645" y="99789"/>
                </a:cubicBezTo>
                <a:cubicBezTo>
                  <a:pt x="300504" y="99789"/>
                  <a:pt x="299554" y="99742"/>
                  <a:pt x="298794" y="99647"/>
                </a:cubicBezTo>
                <a:cubicBezTo>
                  <a:pt x="298033" y="99552"/>
                  <a:pt x="297428" y="99409"/>
                  <a:pt x="296976" y="99219"/>
                </a:cubicBezTo>
                <a:cubicBezTo>
                  <a:pt x="296525" y="99029"/>
                  <a:pt x="296216" y="98803"/>
                  <a:pt x="296050" y="98542"/>
                </a:cubicBezTo>
                <a:cubicBezTo>
                  <a:pt x="295883" y="98279"/>
                  <a:pt x="295800" y="97958"/>
                  <a:pt x="295800" y="97578"/>
                </a:cubicBezTo>
                <a:lnTo>
                  <a:pt x="295800" y="2283"/>
                </a:lnTo>
                <a:cubicBezTo>
                  <a:pt x="295800" y="1903"/>
                  <a:pt x="295883" y="1570"/>
                  <a:pt x="296050" y="1285"/>
                </a:cubicBezTo>
                <a:cubicBezTo>
                  <a:pt x="296216" y="999"/>
                  <a:pt x="296525" y="760"/>
                  <a:pt x="296976" y="570"/>
                </a:cubicBezTo>
                <a:cubicBezTo>
                  <a:pt x="297428" y="380"/>
                  <a:pt x="298033" y="238"/>
                  <a:pt x="298794" y="143"/>
                </a:cubicBezTo>
                <a:cubicBezTo>
                  <a:pt x="299554" y="48"/>
                  <a:pt x="300504" y="0"/>
                  <a:pt x="301645" y="0"/>
                </a:cubicBezTo>
                <a:cubicBezTo>
                  <a:pt x="302833" y="0"/>
                  <a:pt x="303807" y="48"/>
                  <a:pt x="304567" y="143"/>
                </a:cubicBezTo>
                <a:cubicBezTo>
                  <a:pt x="305328" y="238"/>
                  <a:pt x="305922" y="380"/>
                  <a:pt x="306349" y="570"/>
                </a:cubicBezTo>
                <a:cubicBezTo>
                  <a:pt x="306777" y="760"/>
                  <a:pt x="307086" y="999"/>
                  <a:pt x="307276" y="1285"/>
                </a:cubicBezTo>
                <a:cubicBezTo>
                  <a:pt x="307466" y="1570"/>
                  <a:pt x="307561" y="1903"/>
                  <a:pt x="307561" y="2283"/>
                </a:cubicBezTo>
                <a:lnTo>
                  <a:pt x="307561" y="60373"/>
                </a:lnTo>
                <a:lnTo>
                  <a:pt x="331796" y="33715"/>
                </a:lnTo>
                <a:cubicBezTo>
                  <a:pt x="332176" y="33239"/>
                  <a:pt x="332580" y="32847"/>
                  <a:pt x="333007" y="32538"/>
                </a:cubicBezTo>
                <a:cubicBezTo>
                  <a:pt x="333435" y="32230"/>
                  <a:pt x="333946" y="31968"/>
                  <a:pt x="334540" y="31754"/>
                </a:cubicBezTo>
                <a:cubicBezTo>
                  <a:pt x="335134" y="31541"/>
                  <a:pt x="335835" y="31398"/>
                  <a:pt x="336642" y="31327"/>
                </a:cubicBezTo>
                <a:cubicBezTo>
                  <a:pt x="337450" y="31255"/>
                  <a:pt x="338424" y="31220"/>
                  <a:pt x="339565" y="31220"/>
                </a:cubicBezTo>
                <a:cubicBezTo>
                  <a:pt x="340753" y="31220"/>
                  <a:pt x="341751" y="31255"/>
                  <a:pt x="342559" y="31327"/>
                </a:cubicBezTo>
                <a:cubicBezTo>
                  <a:pt x="343366" y="31398"/>
                  <a:pt x="344020" y="31517"/>
                  <a:pt x="344519" y="31683"/>
                </a:cubicBezTo>
                <a:cubicBezTo>
                  <a:pt x="345018" y="31849"/>
                  <a:pt x="345374" y="32063"/>
                  <a:pt x="345588" y="32325"/>
                </a:cubicBezTo>
                <a:cubicBezTo>
                  <a:pt x="345802" y="32586"/>
                  <a:pt x="345909" y="32931"/>
                  <a:pt x="345909" y="33358"/>
                </a:cubicBezTo>
                <a:cubicBezTo>
                  <a:pt x="345909" y="33928"/>
                  <a:pt x="345754" y="34499"/>
                  <a:pt x="345445" y="35069"/>
                </a:cubicBezTo>
                <a:cubicBezTo>
                  <a:pt x="345136" y="35639"/>
                  <a:pt x="344626" y="36304"/>
                  <a:pt x="343913" y="37065"/>
                </a:cubicBezTo>
                <a:lnTo>
                  <a:pt x="320676" y="60301"/>
                </a:lnTo>
                <a:lnTo>
                  <a:pt x="346764" y="94158"/>
                </a:lnTo>
                <a:cubicBezTo>
                  <a:pt x="347382" y="94966"/>
                  <a:pt x="347821" y="95620"/>
                  <a:pt x="348083" y="96119"/>
                </a:cubicBezTo>
                <a:cubicBezTo>
                  <a:pt x="348344" y="96618"/>
                  <a:pt x="348475" y="97081"/>
                  <a:pt x="348475" y="975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9F8B35-F499-40EC-BCEB-E8D9686A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3268" y="4849720"/>
            <a:ext cx="790470" cy="48740"/>
          </a:xfrm>
          <a:custGeom xmlns:a="http://schemas.openxmlformats.org/drawingml/2006/main">
            <a:pathLst>
              <a:path w="790470" h="48740">
                <a:moveTo>
                  <a:pt x="741810" y="48740"/>
                </a:moveTo>
                <a:lnTo>
                  <a:pt x="790470" y="24409"/>
                </a:lnTo>
                <a:lnTo>
                  <a:pt x="741810" y="0"/>
                </a:lnTo>
                <a:lnTo>
                  <a:pt x="741810" y="16299"/>
                </a:lnTo>
                <a:lnTo>
                  <a:pt x="0" y="16299"/>
                </a:lnTo>
                <a:lnTo>
                  <a:pt x="0" y="32521"/>
                </a:lnTo>
                <a:lnTo>
                  <a:pt x="741810" y="32521"/>
                </a:lnTo>
                <a:lnTo>
                  <a:pt x="741810" y="487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Output">
            <a:extLst xmlns:a="http://schemas.openxmlformats.org/drawingml/2006/main">
              <a:ext uri="{FF2B5EF4-FFF2-40B4-BE49-F238E27FC236}">
                <a16:creationId xmlns:a16="http://schemas.microsoft.com/office/drawing/2014/main" id="{448EC5EE-E08B-46BF-B3E7-CEE3FE46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9431" y="4581623"/>
            <a:ext cx="472608" cy="135043"/>
          </a:xfrm>
          <a:custGeom xmlns:a="http://schemas.openxmlformats.org/drawingml/2006/main">
            <a:pathLst>
              <a:path w="472608" h="135043">
                <a:moveTo>
                  <a:pt x="98351" y="52666"/>
                </a:moveTo>
                <a:cubicBezTo>
                  <a:pt x="98351" y="61297"/>
                  <a:pt x="97281" y="69016"/>
                  <a:pt x="95140" y="75823"/>
                </a:cubicBezTo>
                <a:cubicBezTo>
                  <a:pt x="92999" y="82631"/>
                  <a:pt x="89814" y="88408"/>
                  <a:pt x="85586" y="93153"/>
                </a:cubicBezTo>
                <a:cubicBezTo>
                  <a:pt x="81357" y="97897"/>
                  <a:pt x="76125" y="101514"/>
                  <a:pt x="69890" y="104007"/>
                </a:cubicBezTo>
                <a:cubicBezTo>
                  <a:pt x="63654" y="106499"/>
                  <a:pt x="56442" y="107745"/>
                  <a:pt x="48252" y="107745"/>
                </a:cubicBezTo>
                <a:cubicBezTo>
                  <a:pt x="40170" y="107745"/>
                  <a:pt x="33118" y="106686"/>
                  <a:pt x="27097" y="104569"/>
                </a:cubicBezTo>
                <a:cubicBezTo>
                  <a:pt x="21075" y="102451"/>
                  <a:pt x="16057" y="99221"/>
                  <a:pt x="12043" y="94879"/>
                </a:cubicBezTo>
                <a:cubicBezTo>
                  <a:pt x="8029" y="90537"/>
                  <a:pt x="5018" y="85016"/>
                  <a:pt x="3011" y="78317"/>
                </a:cubicBezTo>
                <a:cubicBezTo>
                  <a:pt x="1004" y="71617"/>
                  <a:pt x="0" y="63683"/>
                  <a:pt x="0" y="54515"/>
                </a:cubicBezTo>
                <a:cubicBezTo>
                  <a:pt x="0" y="46100"/>
                  <a:pt x="1070" y="38529"/>
                  <a:pt x="3211" y="31801"/>
                </a:cubicBezTo>
                <a:cubicBezTo>
                  <a:pt x="5352" y="25074"/>
                  <a:pt x="8537" y="19352"/>
                  <a:pt x="12766" y="14635"/>
                </a:cubicBezTo>
                <a:cubicBezTo>
                  <a:pt x="16994" y="9916"/>
                  <a:pt x="22226" y="6298"/>
                  <a:pt x="28462" y="3779"/>
                </a:cubicBezTo>
                <a:cubicBezTo>
                  <a:pt x="34697" y="1259"/>
                  <a:pt x="41937" y="0"/>
                  <a:pt x="50179" y="0"/>
                </a:cubicBezTo>
                <a:cubicBezTo>
                  <a:pt x="58047" y="0"/>
                  <a:pt x="64992" y="1045"/>
                  <a:pt x="71014" y="3136"/>
                </a:cubicBezTo>
                <a:cubicBezTo>
                  <a:pt x="77035" y="5227"/>
                  <a:pt x="82067" y="8444"/>
                  <a:pt x="86108" y="12786"/>
                </a:cubicBezTo>
                <a:cubicBezTo>
                  <a:pt x="90149" y="17126"/>
                  <a:pt x="93200" y="22607"/>
                  <a:pt x="95260" y="29227"/>
                </a:cubicBezTo>
                <a:cubicBezTo>
                  <a:pt x="97321" y="35847"/>
                  <a:pt x="98351" y="43660"/>
                  <a:pt x="98351" y="52666"/>
                </a:cubicBezTo>
                <a:moveTo>
                  <a:pt x="76192" y="53752"/>
                </a:moveTo>
                <a:cubicBezTo>
                  <a:pt x="76192" y="48286"/>
                  <a:pt x="75764" y="43316"/>
                  <a:pt x="74908" y="38841"/>
                </a:cubicBezTo>
                <a:cubicBezTo>
                  <a:pt x="74051" y="34367"/>
                  <a:pt x="72593" y="30536"/>
                  <a:pt x="70532" y="27348"/>
                </a:cubicBezTo>
                <a:cubicBezTo>
                  <a:pt x="68471" y="24160"/>
                  <a:pt x="65728" y="21695"/>
                  <a:pt x="62303" y="19954"/>
                </a:cubicBezTo>
                <a:cubicBezTo>
                  <a:pt x="58877" y="18213"/>
                  <a:pt x="54595" y="17342"/>
                  <a:pt x="49457" y="17342"/>
                </a:cubicBezTo>
                <a:cubicBezTo>
                  <a:pt x="44265" y="17342"/>
                  <a:pt x="39929" y="18320"/>
                  <a:pt x="36450" y="20277"/>
                </a:cubicBezTo>
                <a:cubicBezTo>
                  <a:pt x="32971" y="22233"/>
                  <a:pt x="30161" y="24845"/>
                  <a:pt x="28020" y="28113"/>
                </a:cubicBezTo>
                <a:cubicBezTo>
                  <a:pt x="25879" y="31381"/>
                  <a:pt x="24367" y="35199"/>
                  <a:pt x="23484" y="39566"/>
                </a:cubicBezTo>
                <a:cubicBezTo>
                  <a:pt x="22601" y="43934"/>
                  <a:pt x="22159" y="48555"/>
                  <a:pt x="22159" y="53431"/>
                </a:cubicBezTo>
                <a:cubicBezTo>
                  <a:pt x="22159" y="59111"/>
                  <a:pt x="22587" y="64215"/>
                  <a:pt x="23444" y="68743"/>
                </a:cubicBezTo>
                <a:cubicBezTo>
                  <a:pt x="24300" y="73271"/>
                  <a:pt x="25745" y="77142"/>
                  <a:pt x="27779" y="80357"/>
                </a:cubicBezTo>
                <a:cubicBezTo>
                  <a:pt x="29813" y="83572"/>
                  <a:pt x="32543" y="86023"/>
                  <a:pt x="35969" y="87711"/>
                </a:cubicBezTo>
                <a:cubicBezTo>
                  <a:pt x="39394" y="89399"/>
                  <a:pt x="43703" y="90243"/>
                  <a:pt x="48895" y="90243"/>
                </a:cubicBezTo>
                <a:cubicBezTo>
                  <a:pt x="54087" y="90243"/>
                  <a:pt x="58422" y="89278"/>
                  <a:pt x="61901" y="87350"/>
                </a:cubicBezTo>
                <a:cubicBezTo>
                  <a:pt x="65380" y="85419"/>
                  <a:pt x="68190" y="82793"/>
                  <a:pt x="70331" y="79472"/>
                </a:cubicBezTo>
                <a:cubicBezTo>
                  <a:pt x="72472" y="76150"/>
                  <a:pt x="73984" y="72278"/>
                  <a:pt x="74868" y="67858"/>
                </a:cubicBezTo>
                <a:cubicBezTo>
                  <a:pt x="75751" y="63437"/>
                  <a:pt x="76192" y="58735"/>
                  <a:pt x="76192" y="53752"/>
                </a:cubicBezTo>
                <a:close/>
                <a:moveTo>
                  <a:pt x="181289" y="103088"/>
                </a:moveTo>
                <a:cubicBezTo>
                  <a:pt x="181289" y="103624"/>
                  <a:pt x="181155" y="104092"/>
                  <a:pt x="180887" y="104493"/>
                </a:cubicBezTo>
                <a:cubicBezTo>
                  <a:pt x="180619" y="104895"/>
                  <a:pt x="180151" y="105229"/>
                  <a:pt x="179482" y="105497"/>
                </a:cubicBezTo>
                <a:cubicBezTo>
                  <a:pt x="178813" y="105765"/>
                  <a:pt x="177930" y="105965"/>
                  <a:pt x="176833" y="106099"/>
                </a:cubicBezTo>
                <a:cubicBezTo>
                  <a:pt x="175735" y="106233"/>
                  <a:pt x="174357" y="106300"/>
                  <a:pt x="172698" y="106300"/>
                </a:cubicBezTo>
                <a:cubicBezTo>
                  <a:pt x="170931" y="106300"/>
                  <a:pt x="169500" y="106233"/>
                  <a:pt x="168402" y="106099"/>
                </a:cubicBezTo>
                <a:cubicBezTo>
                  <a:pt x="167305" y="105965"/>
                  <a:pt x="166435" y="105765"/>
                  <a:pt x="165793" y="105497"/>
                </a:cubicBezTo>
                <a:cubicBezTo>
                  <a:pt x="165151" y="105229"/>
                  <a:pt x="164696" y="104895"/>
                  <a:pt x="164428" y="104493"/>
                </a:cubicBezTo>
                <a:cubicBezTo>
                  <a:pt x="164161" y="104092"/>
                  <a:pt x="164027" y="103624"/>
                  <a:pt x="164027" y="103088"/>
                </a:cubicBezTo>
                <a:lnTo>
                  <a:pt x="164027" y="94819"/>
                </a:lnTo>
                <a:cubicBezTo>
                  <a:pt x="160066" y="99128"/>
                  <a:pt x="156038" y="102359"/>
                  <a:pt x="151944" y="104514"/>
                </a:cubicBezTo>
                <a:cubicBezTo>
                  <a:pt x="147849" y="106668"/>
                  <a:pt x="143607" y="107745"/>
                  <a:pt x="139218" y="107745"/>
                </a:cubicBezTo>
                <a:cubicBezTo>
                  <a:pt x="134294" y="107745"/>
                  <a:pt x="130159" y="106941"/>
                  <a:pt x="126814" y="105334"/>
                </a:cubicBezTo>
                <a:cubicBezTo>
                  <a:pt x="123469" y="103727"/>
                  <a:pt x="120766" y="101530"/>
                  <a:pt x="118705" y="98745"/>
                </a:cubicBezTo>
                <a:cubicBezTo>
                  <a:pt x="116644" y="95959"/>
                  <a:pt x="115172" y="92731"/>
                  <a:pt x="114289" y="89061"/>
                </a:cubicBezTo>
                <a:cubicBezTo>
                  <a:pt x="113406" y="85389"/>
                  <a:pt x="112964" y="80821"/>
                  <a:pt x="112964" y="75357"/>
                </a:cubicBezTo>
                <a:lnTo>
                  <a:pt x="112964" y="31475"/>
                </a:lnTo>
                <a:cubicBezTo>
                  <a:pt x="112964" y="30940"/>
                  <a:pt x="113112" y="30471"/>
                  <a:pt x="113406" y="30070"/>
                </a:cubicBezTo>
                <a:cubicBezTo>
                  <a:pt x="113700" y="29667"/>
                  <a:pt x="114236" y="29331"/>
                  <a:pt x="115012" y="29064"/>
                </a:cubicBezTo>
                <a:cubicBezTo>
                  <a:pt x="115788" y="28796"/>
                  <a:pt x="116831" y="28596"/>
                  <a:pt x="118143" y="28462"/>
                </a:cubicBezTo>
                <a:cubicBezTo>
                  <a:pt x="119454" y="28328"/>
                  <a:pt x="121073" y="28261"/>
                  <a:pt x="123000" y="28261"/>
                </a:cubicBezTo>
                <a:cubicBezTo>
                  <a:pt x="124981" y="28261"/>
                  <a:pt x="126613" y="28328"/>
                  <a:pt x="127898" y="28462"/>
                </a:cubicBezTo>
                <a:cubicBezTo>
                  <a:pt x="129182" y="28596"/>
                  <a:pt x="130213" y="28796"/>
                  <a:pt x="130989" y="29064"/>
                </a:cubicBezTo>
                <a:cubicBezTo>
                  <a:pt x="131765" y="29331"/>
                  <a:pt x="132313" y="29666"/>
                  <a:pt x="132635" y="30067"/>
                </a:cubicBezTo>
                <a:cubicBezTo>
                  <a:pt x="132956" y="30469"/>
                  <a:pt x="133116" y="30937"/>
                  <a:pt x="133116" y="31472"/>
                </a:cubicBezTo>
                <a:lnTo>
                  <a:pt x="133116" y="71937"/>
                </a:lnTo>
                <a:cubicBezTo>
                  <a:pt x="133116" y="75684"/>
                  <a:pt x="133357" y="78547"/>
                  <a:pt x="133839" y="80528"/>
                </a:cubicBezTo>
                <a:cubicBezTo>
                  <a:pt x="134321" y="82508"/>
                  <a:pt x="135057" y="84208"/>
                  <a:pt x="136047" y="85626"/>
                </a:cubicBezTo>
                <a:cubicBezTo>
                  <a:pt x="137037" y="87044"/>
                  <a:pt x="138295" y="88142"/>
                  <a:pt x="139820" y="88918"/>
                </a:cubicBezTo>
                <a:cubicBezTo>
                  <a:pt x="141346" y="89694"/>
                  <a:pt x="143125" y="90082"/>
                  <a:pt x="145159" y="90082"/>
                </a:cubicBezTo>
                <a:cubicBezTo>
                  <a:pt x="147729" y="90082"/>
                  <a:pt x="150311" y="89145"/>
                  <a:pt x="152907" y="87272"/>
                </a:cubicBezTo>
                <a:cubicBezTo>
                  <a:pt x="155503" y="85399"/>
                  <a:pt x="158273" y="82669"/>
                  <a:pt x="161217" y="79083"/>
                </a:cubicBezTo>
                <a:lnTo>
                  <a:pt x="161217" y="31472"/>
                </a:lnTo>
                <a:cubicBezTo>
                  <a:pt x="161217" y="30937"/>
                  <a:pt x="161364" y="30469"/>
                  <a:pt x="161658" y="30067"/>
                </a:cubicBezTo>
                <a:cubicBezTo>
                  <a:pt x="161953" y="29666"/>
                  <a:pt x="162488" y="29331"/>
                  <a:pt x="163264" y="29064"/>
                </a:cubicBezTo>
                <a:cubicBezTo>
                  <a:pt x="164040" y="28796"/>
                  <a:pt x="165071" y="28596"/>
                  <a:pt x="166355" y="28462"/>
                </a:cubicBezTo>
                <a:cubicBezTo>
                  <a:pt x="167640" y="28328"/>
                  <a:pt x="169272" y="28261"/>
                  <a:pt x="171253" y="28261"/>
                </a:cubicBezTo>
                <a:cubicBezTo>
                  <a:pt x="173233" y="28261"/>
                  <a:pt x="174866" y="28328"/>
                  <a:pt x="176150" y="28462"/>
                </a:cubicBezTo>
                <a:cubicBezTo>
                  <a:pt x="177435" y="28596"/>
                  <a:pt x="178452" y="28796"/>
                  <a:pt x="179201" y="29064"/>
                </a:cubicBezTo>
                <a:cubicBezTo>
                  <a:pt x="179950" y="29331"/>
                  <a:pt x="180486" y="29666"/>
                  <a:pt x="180807" y="30067"/>
                </a:cubicBezTo>
                <a:cubicBezTo>
                  <a:pt x="181128" y="30469"/>
                  <a:pt x="181289" y="30937"/>
                  <a:pt x="181289" y="31472"/>
                </a:cubicBezTo>
                <a:lnTo>
                  <a:pt x="181289" y="103088"/>
                </a:lnTo>
                <a:close/>
                <a:moveTo>
                  <a:pt x="241095" y="95968"/>
                </a:moveTo>
                <a:cubicBezTo>
                  <a:pt x="241095" y="98335"/>
                  <a:pt x="240948" y="100150"/>
                  <a:pt x="240654" y="101415"/>
                </a:cubicBezTo>
                <a:cubicBezTo>
                  <a:pt x="240359" y="102678"/>
                  <a:pt x="239971" y="103565"/>
                  <a:pt x="239490" y="104077"/>
                </a:cubicBezTo>
                <a:cubicBezTo>
                  <a:pt x="239008" y="104587"/>
                  <a:pt x="238299" y="105044"/>
                  <a:pt x="237362" y="105447"/>
                </a:cubicBezTo>
                <a:cubicBezTo>
                  <a:pt x="236425" y="105850"/>
                  <a:pt x="235328" y="106200"/>
                  <a:pt x="234070" y="106496"/>
                </a:cubicBezTo>
                <a:cubicBezTo>
                  <a:pt x="232812" y="106792"/>
                  <a:pt x="231448" y="107020"/>
                  <a:pt x="229976" y="107181"/>
                </a:cubicBezTo>
                <a:cubicBezTo>
                  <a:pt x="228504" y="107343"/>
                  <a:pt x="227018" y="107424"/>
                  <a:pt x="225520" y="107424"/>
                </a:cubicBezTo>
                <a:cubicBezTo>
                  <a:pt x="221505" y="107424"/>
                  <a:pt x="218026" y="106915"/>
                  <a:pt x="215082" y="105898"/>
                </a:cubicBezTo>
                <a:cubicBezTo>
                  <a:pt x="212139" y="104881"/>
                  <a:pt x="209703" y="103316"/>
                  <a:pt x="207776" y="101202"/>
                </a:cubicBezTo>
                <a:cubicBezTo>
                  <a:pt x="205849" y="99087"/>
                  <a:pt x="204431" y="96425"/>
                  <a:pt x="203521" y="93213"/>
                </a:cubicBezTo>
                <a:cubicBezTo>
                  <a:pt x="202611" y="90002"/>
                  <a:pt x="202156" y="86201"/>
                  <a:pt x="202156" y="81812"/>
                </a:cubicBezTo>
                <a:lnTo>
                  <a:pt x="202156" y="45121"/>
                </a:lnTo>
                <a:lnTo>
                  <a:pt x="193565" y="45121"/>
                </a:lnTo>
                <a:cubicBezTo>
                  <a:pt x="192549" y="45121"/>
                  <a:pt x="191772" y="44492"/>
                  <a:pt x="191237" y="43235"/>
                </a:cubicBezTo>
                <a:cubicBezTo>
                  <a:pt x="190702" y="41977"/>
                  <a:pt x="190434" y="39876"/>
                  <a:pt x="190434" y="36932"/>
                </a:cubicBezTo>
                <a:cubicBezTo>
                  <a:pt x="190434" y="35380"/>
                  <a:pt x="190501" y="34068"/>
                  <a:pt x="190635" y="32998"/>
                </a:cubicBezTo>
                <a:cubicBezTo>
                  <a:pt x="190769" y="31927"/>
                  <a:pt x="190970" y="31084"/>
                  <a:pt x="191237" y="30469"/>
                </a:cubicBezTo>
                <a:cubicBezTo>
                  <a:pt x="191505" y="29853"/>
                  <a:pt x="191839" y="29412"/>
                  <a:pt x="192241" y="29144"/>
                </a:cubicBezTo>
                <a:cubicBezTo>
                  <a:pt x="192642" y="28877"/>
                  <a:pt x="193111" y="28743"/>
                  <a:pt x="193646" y="28743"/>
                </a:cubicBezTo>
                <a:lnTo>
                  <a:pt x="202156" y="28743"/>
                </a:lnTo>
                <a:lnTo>
                  <a:pt x="202156" y="12700"/>
                </a:lnTo>
                <a:cubicBezTo>
                  <a:pt x="202156" y="12162"/>
                  <a:pt x="202303" y="11678"/>
                  <a:pt x="202598" y="11248"/>
                </a:cubicBezTo>
                <a:cubicBezTo>
                  <a:pt x="202892" y="10818"/>
                  <a:pt x="203427" y="10456"/>
                  <a:pt x="204204" y="10161"/>
                </a:cubicBezTo>
                <a:cubicBezTo>
                  <a:pt x="204980" y="9865"/>
                  <a:pt x="206023" y="9650"/>
                  <a:pt x="207335" y="9517"/>
                </a:cubicBezTo>
                <a:cubicBezTo>
                  <a:pt x="208646" y="9381"/>
                  <a:pt x="210265" y="9313"/>
                  <a:pt x="212192" y="9313"/>
                </a:cubicBezTo>
                <a:cubicBezTo>
                  <a:pt x="214172" y="9313"/>
                  <a:pt x="215818" y="9381"/>
                  <a:pt x="217130" y="9517"/>
                </a:cubicBezTo>
                <a:cubicBezTo>
                  <a:pt x="218441" y="9650"/>
                  <a:pt x="219471" y="9865"/>
                  <a:pt x="220221" y="10161"/>
                </a:cubicBezTo>
                <a:cubicBezTo>
                  <a:pt x="220970" y="10456"/>
                  <a:pt x="221505" y="10818"/>
                  <a:pt x="221826" y="11248"/>
                </a:cubicBezTo>
                <a:cubicBezTo>
                  <a:pt x="222148" y="11678"/>
                  <a:pt x="222308" y="12162"/>
                  <a:pt x="222308" y="12700"/>
                </a:cubicBezTo>
                <a:lnTo>
                  <a:pt x="222308" y="28743"/>
                </a:lnTo>
                <a:lnTo>
                  <a:pt x="237884" y="28743"/>
                </a:lnTo>
                <a:cubicBezTo>
                  <a:pt x="238419" y="28743"/>
                  <a:pt x="238887" y="28877"/>
                  <a:pt x="239289" y="29144"/>
                </a:cubicBezTo>
                <a:cubicBezTo>
                  <a:pt x="239690" y="29412"/>
                  <a:pt x="240025" y="29853"/>
                  <a:pt x="240292" y="30469"/>
                </a:cubicBezTo>
                <a:cubicBezTo>
                  <a:pt x="240560" y="31084"/>
                  <a:pt x="240761" y="31927"/>
                  <a:pt x="240895" y="32998"/>
                </a:cubicBezTo>
                <a:cubicBezTo>
                  <a:pt x="241028" y="34068"/>
                  <a:pt x="241095" y="35380"/>
                  <a:pt x="241095" y="36932"/>
                </a:cubicBezTo>
                <a:cubicBezTo>
                  <a:pt x="241095" y="39876"/>
                  <a:pt x="240828" y="41977"/>
                  <a:pt x="240292" y="43235"/>
                </a:cubicBezTo>
                <a:cubicBezTo>
                  <a:pt x="239757" y="44492"/>
                  <a:pt x="238981" y="45121"/>
                  <a:pt x="237964" y="45121"/>
                </a:cubicBezTo>
                <a:lnTo>
                  <a:pt x="222308" y="45121"/>
                </a:lnTo>
                <a:lnTo>
                  <a:pt x="222308" y="78701"/>
                </a:lnTo>
                <a:cubicBezTo>
                  <a:pt x="222308" y="82602"/>
                  <a:pt x="222924" y="85527"/>
                  <a:pt x="224155" y="87478"/>
                </a:cubicBezTo>
                <a:cubicBezTo>
                  <a:pt x="225386" y="89428"/>
                  <a:pt x="227580" y="90403"/>
                  <a:pt x="230738" y="90403"/>
                </a:cubicBezTo>
                <a:cubicBezTo>
                  <a:pt x="231809" y="90403"/>
                  <a:pt x="232772" y="90309"/>
                  <a:pt x="233629" y="90122"/>
                </a:cubicBezTo>
                <a:cubicBezTo>
                  <a:pt x="234485" y="89935"/>
                  <a:pt x="235248" y="89721"/>
                  <a:pt x="235917" y="89480"/>
                </a:cubicBezTo>
                <a:cubicBezTo>
                  <a:pt x="236586" y="89239"/>
                  <a:pt x="237148" y="89025"/>
                  <a:pt x="237603" y="88837"/>
                </a:cubicBezTo>
                <a:cubicBezTo>
                  <a:pt x="238058" y="88650"/>
                  <a:pt x="238473" y="88556"/>
                  <a:pt x="238847" y="88556"/>
                </a:cubicBezTo>
                <a:cubicBezTo>
                  <a:pt x="239168" y="88556"/>
                  <a:pt x="239476" y="88650"/>
                  <a:pt x="239771" y="88837"/>
                </a:cubicBezTo>
                <a:cubicBezTo>
                  <a:pt x="240065" y="89025"/>
                  <a:pt x="240292" y="89400"/>
                  <a:pt x="240453" y="89964"/>
                </a:cubicBezTo>
                <a:cubicBezTo>
                  <a:pt x="240614" y="90526"/>
                  <a:pt x="240761" y="91291"/>
                  <a:pt x="240895" y="92260"/>
                </a:cubicBezTo>
                <a:cubicBezTo>
                  <a:pt x="241028" y="93227"/>
                  <a:pt x="241095" y="94463"/>
                  <a:pt x="241095" y="95968"/>
                </a:cubicBezTo>
                <a:close/>
                <a:moveTo>
                  <a:pt x="331639" y="66234"/>
                </a:moveTo>
                <a:cubicBezTo>
                  <a:pt x="331639" y="72617"/>
                  <a:pt x="330956" y="78369"/>
                  <a:pt x="329592" y="83491"/>
                </a:cubicBezTo>
                <a:cubicBezTo>
                  <a:pt x="328227" y="88613"/>
                  <a:pt x="326233" y="92970"/>
                  <a:pt x="323610" y="96563"/>
                </a:cubicBezTo>
                <a:cubicBezTo>
                  <a:pt x="320987" y="100155"/>
                  <a:pt x="317722" y="102918"/>
                  <a:pt x="313815" y="104850"/>
                </a:cubicBezTo>
                <a:cubicBezTo>
                  <a:pt x="309908" y="106780"/>
                  <a:pt x="305439" y="107745"/>
                  <a:pt x="300407" y="107745"/>
                </a:cubicBezTo>
                <a:cubicBezTo>
                  <a:pt x="298320" y="107745"/>
                  <a:pt x="296406" y="107544"/>
                  <a:pt x="294667" y="107140"/>
                </a:cubicBezTo>
                <a:cubicBezTo>
                  <a:pt x="292927" y="106739"/>
                  <a:pt x="291241" y="106123"/>
                  <a:pt x="289609" y="105291"/>
                </a:cubicBezTo>
                <a:cubicBezTo>
                  <a:pt x="287976" y="104460"/>
                  <a:pt x="286357" y="103428"/>
                  <a:pt x="284751" y="102195"/>
                </a:cubicBezTo>
                <a:cubicBezTo>
                  <a:pt x="283146" y="100961"/>
                  <a:pt x="281486" y="99512"/>
                  <a:pt x="279773" y="97850"/>
                </a:cubicBezTo>
                <a:lnTo>
                  <a:pt x="279773" y="131588"/>
                </a:lnTo>
                <a:cubicBezTo>
                  <a:pt x="279773" y="132123"/>
                  <a:pt x="279613" y="132605"/>
                  <a:pt x="279292" y="133033"/>
                </a:cubicBezTo>
                <a:cubicBezTo>
                  <a:pt x="278971" y="133463"/>
                  <a:pt x="278422" y="133825"/>
                  <a:pt x="277646" y="134119"/>
                </a:cubicBezTo>
                <a:cubicBezTo>
                  <a:pt x="276870" y="134414"/>
                  <a:pt x="275839" y="134641"/>
                  <a:pt x="274555" y="134802"/>
                </a:cubicBezTo>
                <a:cubicBezTo>
                  <a:pt x="273270" y="134962"/>
                  <a:pt x="271638" y="135043"/>
                  <a:pt x="269657" y="135043"/>
                </a:cubicBezTo>
                <a:cubicBezTo>
                  <a:pt x="267677" y="135043"/>
                  <a:pt x="266044" y="134962"/>
                  <a:pt x="264760" y="134802"/>
                </a:cubicBezTo>
                <a:cubicBezTo>
                  <a:pt x="263475" y="134641"/>
                  <a:pt x="262445" y="134414"/>
                  <a:pt x="261669" y="134119"/>
                </a:cubicBezTo>
                <a:cubicBezTo>
                  <a:pt x="260893" y="133825"/>
                  <a:pt x="260344" y="133463"/>
                  <a:pt x="260023" y="133033"/>
                </a:cubicBezTo>
                <a:cubicBezTo>
                  <a:pt x="259702" y="132605"/>
                  <a:pt x="259541" y="132123"/>
                  <a:pt x="259541" y="131588"/>
                </a:cubicBezTo>
                <a:lnTo>
                  <a:pt x="259541" y="31475"/>
                </a:lnTo>
                <a:cubicBezTo>
                  <a:pt x="259541" y="30940"/>
                  <a:pt x="259675" y="30471"/>
                  <a:pt x="259943" y="30070"/>
                </a:cubicBezTo>
                <a:cubicBezTo>
                  <a:pt x="260210" y="29667"/>
                  <a:pt x="260679" y="29331"/>
                  <a:pt x="261348" y="29064"/>
                </a:cubicBezTo>
                <a:cubicBezTo>
                  <a:pt x="262017" y="28796"/>
                  <a:pt x="262900" y="28596"/>
                  <a:pt x="263997" y="28462"/>
                </a:cubicBezTo>
                <a:cubicBezTo>
                  <a:pt x="265094" y="28328"/>
                  <a:pt x="266473" y="28261"/>
                  <a:pt x="268132" y="28261"/>
                </a:cubicBezTo>
                <a:cubicBezTo>
                  <a:pt x="269738" y="28261"/>
                  <a:pt x="271089" y="28328"/>
                  <a:pt x="272186" y="28462"/>
                </a:cubicBezTo>
                <a:cubicBezTo>
                  <a:pt x="273284" y="28594"/>
                  <a:pt x="274167" y="28794"/>
                  <a:pt x="274836" y="29061"/>
                </a:cubicBezTo>
                <a:cubicBezTo>
                  <a:pt x="275505" y="29327"/>
                  <a:pt x="275973" y="29660"/>
                  <a:pt x="276241" y="30060"/>
                </a:cubicBezTo>
                <a:cubicBezTo>
                  <a:pt x="276508" y="30458"/>
                  <a:pt x="276642" y="30924"/>
                  <a:pt x="276642" y="31457"/>
                </a:cubicBezTo>
                <a:lnTo>
                  <a:pt x="276642" y="39847"/>
                </a:lnTo>
                <a:cubicBezTo>
                  <a:pt x="278730" y="37703"/>
                  <a:pt x="280777" y="35813"/>
                  <a:pt x="282784" y="34177"/>
                </a:cubicBezTo>
                <a:cubicBezTo>
                  <a:pt x="284791" y="32541"/>
                  <a:pt x="286839" y="31174"/>
                  <a:pt x="288926" y="30075"/>
                </a:cubicBezTo>
                <a:cubicBezTo>
                  <a:pt x="291014" y="28974"/>
                  <a:pt x="293168" y="28156"/>
                  <a:pt x="295389" y="27621"/>
                </a:cubicBezTo>
                <a:cubicBezTo>
                  <a:pt x="297611" y="27084"/>
                  <a:pt x="299979" y="26816"/>
                  <a:pt x="302495" y="26816"/>
                </a:cubicBezTo>
                <a:cubicBezTo>
                  <a:pt x="307740" y="26816"/>
                  <a:pt x="312209" y="27849"/>
                  <a:pt x="315903" y="29914"/>
                </a:cubicBezTo>
                <a:cubicBezTo>
                  <a:pt x="319596" y="31978"/>
                  <a:pt x="322607" y="34807"/>
                  <a:pt x="324935" y="38400"/>
                </a:cubicBezTo>
                <a:cubicBezTo>
                  <a:pt x="327263" y="41993"/>
                  <a:pt x="328963" y="46176"/>
                  <a:pt x="330033" y="50950"/>
                </a:cubicBezTo>
                <a:cubicBezTo>
                  <a:pt x="331104" y="55723"/>
                  <a:pt x="331639" y="60818"/>
                  <a:pt x="331639" y="66234"/>
                </a:cubicBezTo>
                <a:moveTo>
                  <a:pt x="310604" y="67722"/>
                </a:moveTo>
                <a:cubicBezTo>
                  <a:pt x="310604" y="64666"/>
                  <a:pt x="310376" y="61731"/>
                  <a:pt x="309921" y="58916"/>
                </a:cubicBezTo>
                <a:cubicBezTo>
                  <a:pt x="309466" y="56100"/>
                  <a:pt x="308690" y="53594"/>
                  <a:pt x="307593" y="51396"/>
                </a:cubicBezTo>
                <a:cubicBezTo>
                  <a:pt x="306496" y="49198"/>
                  <a:pt x="305050" y="47443"/>
                  <a:pt x="303257" y="46130"/>
                </a:cubicBezTo>
                <a:cubicBezTo>
                  <a:pt x="301464" y="44815"/>
                  <a:pt x="299230" y="44158"/>
                  <a:pt x="296553" y="44158"/>
                </a:cubicBezTo>
                <a:cubicBezTo>
                  <a:pt x="295215" y="44158"/>
                  <a:pt x="293891" y="44359"/>
                  <a:pt x="292579" y="44760"/>
                </a:cubicBezTo>
                <a:cubicBezTo>
                  <a:pt x="291268" y="45160"/>
                  <a:pt x="289930" y="45814"/>
                  <a:pt x="288565" y="46722"/>
                </a:cubicBezTo>
                <a:cubicBezTo>
                  <a:pt x="287200" y="47630"/>
                  <a:pt x="285795" y="48806"/>
                  <a:pt x="284350" y="50250"/>
                </a:cubicBezTo>
                <a:cubicBezTo>
                  <a:pt x="282905" y="51691"/>
                  <a:pt x="281379" y="53480"/>
                  <a:pt x="279773" y="55616"/>
                </a:cubicBezTo>
                <a:lnTo>
                  <a:pt x="279773" y="79266"/>
                </a:lnTo>
                <a:cubicBezTo>
                  <a:pt x="282610" y="82870"/>
                  <a:pt x="285313" y="85654"/>
                  <a:pt x="287882" y="87618"/>
                </a:cubicBezTo>
                <a:cubicBezTo>
                  <a:pt x="290452" y="89582"/>
                  <a:pt x="293128" y="90564"/>
                  <a:pt x="295911" y="90564"/>
                </a:cubicBezTo>
                <a:cubicBezTo>
                  <a:pt x="298534" y="90564"/>
                  <a:pt x="300769" y="89894"/>
                  <a:pt x="302615" y="88554"/>
                </a:cubicBezTo>
                <a:cubicBezTo>
                  <a:pt x="304462" y="87213"/>
                  <a:pt x="305974" y="85456"/>
                  <a:pt x="307151" y="83285"/>
                </a:cubicBezTo>
                <a:cubicBezTo>
                  <a:pt x="308329" y="81114"/>
                  <a:pt x="309199" y="78661"/>
                  <a:pt x="309761" y="75926"/>
                </a:cubicBezTo>
                <a:cubicBezTo>
                  <a:pt x="310323" y="73192"/>
                  <a:pt x="310604" y="70457"/>
                  <a:pt x="310604" y="67722"/>
                </a:cubicBezTo>
                <a:close/>
                <a:moveTo>
                  <a:pt x="412802" y="103088"/>
                </a:moveTo>
                <a:cubicBezTo>
                  <a:pt x="412802" y="103624"/>
                  <a:pt x="412668" y="104092"/>
                  <a:pt x="412401" y="104493"/>
                </a:cubicBezTo>
                <a:cubicBezTo>
                  <a:pt x="412133" y="104895"/>
                  <a:pt x="411665" y="105229"/>
                  <a:pt x="410996" y="105497"/>
                </a:cubicBezTo>
                <a:cubicBezTo>
                  <a:pt x="410327" y="105765"/>
                  <a:pt x="409444" y="105965"/>
                  <a:pt x="408346" y="106099"/>
                </a:cubicBezTo>
                <a:cubicBezTo>
                  <a:pt x="407249" y="106233"/>
                  <a:pt x="405871" y="106300"/>
                  <a:pt x="404212" y="106300"/>
                </a:cubicBezTo>
                <a:cubicBezTo>
                  <a:pt x="402445" y="106300"/>
                  <a:pt x="401014" y="106233"/>
                  <a:pt x="399916" y="106099"/>
                </a:cubicBezTo>
                <a:cubicBezTo>
                  <a:pt x="398819" y="105965"/>
                  <a:pt x="397949" y="105765"/>
                  <a:pt x="397307" y="105497"/>
                </a:cubicBezTo>
                <a:cubicBezTo>
                  <a:pt x="396665" y="105229"/>
                  <a:pt x="396210" y="104895"/>
                  <a:pt x="395942" y="104493"/>
                </a:cubicBezTo>
                <a:cubicBezTo>
                  <a:pt x="395674" y="104092"/>
                  <a:pt x="395541" y="103624"/>
                  <a:pt x="395541" y="103088"/>
                </a:cubicBezTo>
                <a:lnTo>
                  <a:pt x="395541" y="94819"/>
                </a:lnTo>
                <a:cubicBezTo>
                  <a:pt x="391580" y="99128"/>
                  <a:pt x="387552" y="102359"/>
                  <a:pt x="383457" y="104514"/>
                </a:cubicBezTo>
                <a:cubicBezTo>
                  <a:pt x="379363" y="106668"/>
                  <a:pt x="375121" y="107745"/>
                  <a:pt x="370732" y="107745"/>
                </a:cubicBezTo>
                <a:cubicBezTo>
                  <a:pt x="365808" y="107745"/>
                  <a:pt x="361673" y="106941"/>
                  <a:pt x="358328" y="105334"/>
                </a:cubicBezTo>
                <a:cubicBezTo>
                  <a:pt x="354982" y="103727"/>
                  <a:pt x="352279" y="101530"/>
                  <a:pt x="350219" y="98745"/>
                </a:cubicBezTo>
                <a:cubicBezTo>
                  <a:pt x="348158" y="95959"/>
                  <a:pt x="346686" y="92731"/>
                  <a:pt x="345803" y="89061"/>
                </a:cubicBezTo>
                <a:cubicBezTo>
                  <a:pt x="344920" y="85389"/>
                  <a:pt x="344478" y="80821"/>
                  <a:pt x="344478" y="75357"/>
                </a:cubicBezTo>
                <a:lnTo>
                  <a:pt x="344478" y="31475"/>
                </a:lnTo>
                <a:cubicBezTo>
                  <a:pt x="344478" y="30940"/>
                  <a:pt x="344625" y="30471"/>
                  <a:pt x="344920" y="30070"/>
                </a:cubicBezTo>
                <a:cubicBezTo>
                  <a:pt x="345214" y="29667"/>
                  <a:pt x="345749" y="29331"/>
                  <a:pt x="346525" y="29064"/>
                </a:cubicBezTo>
                <a:cubicBezTo>
                  <a:pt x="347302" y="28796"/>
                  <a:pt x="348345" y="28596"/>
                  <a:pt x="349657" y="28462"/>
                </a:cubicBezTo>
                <a:cubicBezTo>
                  <a:pt x="350968" y="28328"/>
                  <a:pt x="352587" y="28261"/>
                  <a:pt x="354514" y="28261"/>
                </a:cubicBezTo>
                <a:cubicBezTo>
                  <a:pt x="356494" y="28261"/>
                  <a:pt x="358127" y="28328"/>
                  <a:pt x="359411" y="28462"/>
                </a:cubicBezTo>
                <a:cubicBezTo>
                  <a:pt x="360696" y="28596"/>
                  <a:pt x="361726" y="28796"/>
                  <a:pt x="362503" y="29064"/>
                </a:cubicBezTo>
                <a:cubicBezTo>
                  <a:pt x="363279" y="29331"/>
                  <a:pt x="363827" y="29666"/>
                  <a:pt x="364148" y="30067"/>
                </a:cubicBezTo>
                <a:cubicBezTo>
                  <a:pt x="364470" y="30469"/>
                  <a:pt x="364630" y="30937"/>
                  <a:pt x="364630" y="31472"/>
                </a:cubicBezTo>
                <a:lnTo>
                  <a:pt x="364630" y="71937"/>
                </a:lnTo>
                <a:cubicBezTo>
                  <a:pt x="364630" y="75684"/>
                  <a:pt x="364871" y="78547"/>
                  <a:pt x="365353" y="80528"/>
                </a:cubicBezTo>
                <a:cubicBezTo>
                  <a:pt x="365834" y="82508"/>
                  <a:pt x="366570" y="84208"/>
                  <a:pt x="367561" y="85626"/>
                </a:cubicBezTo>
                <a:cubicBezTo>
                  <a:pt x="368551" y="87044"/>
                  <a:pt x="369809" y="88142"/>
                  <a:pt x="371334" y="88918"/>
                </a:cubicBezTo>
                <a:cubicBezTo>
                  <a:pt x="372860" y="89694"/>
                  <a:pt x="374639" y="90082"/>
                  <a:pt x="376673" y="90082"/>
                </a:cubicBezTo>
                <a:cubicBezTo>
                  <a:pt x="379242" y="90082"/>
                  <a:pt x="381825" y="89145"/>
                  <a:pt x="384421" y="87272"/>
                </a:cubicBezTo>
                <a:cubicBezTo>
                  <a:pt x="387017" y="85399"/>
                  <a:pt x="389787" y="82669"/>
                  <a:pt x="392731" y="79083"/>
                </a:cubicBezTo>
                <a:lnTo>
                  <a:pt x="392731" y="31472"/>
                </a:lnTo>
                <a:cubicBezTo>
                  <a:pt x="392731" y="30937"/>
                  <a:pt x="392878" y="30469"/>
                  <a:pt x="393172" y="30067"/>
                </a:cubicBezTo>
                <a:cubicBezTo>
                  <a:pt x="393467" y="29666"/>
                  <a:pt x="394002" y="29331"/>
                  <a:pt x="394778" y="29064"/>
                </a:cubicBezTo>
                <a:cubicBezTo>
                  <a:pt x="395554" y="28796"/>
                  <a:pt x="396584" y="28596"/>
                  <a:pt x="397869" y="28462"/>
                </a:cubicBezTo>
                <a:cubicBezTo>
                  <a:pt x="399154" y="28328"/>
                  <a:pt x="400786" y="28261"/>
                  <a:pt x="402766" y="28261"/>
                </a:cubicBezTo>
                <a:cubicBezTo>
                  <a:pt x="404747" y="28261"/>
                  <a:pt x="406379" y="28328"/>
                  <a:pt x="407664" y="28462"/>
                </a:cubicBezTo>
                <a:cubicBezTo>
                  <a:pt x="408949" y="28596"/>
                  <a:pt x="409965" y="28796"/>
                  <a:pt x="410715" y="29064"/>
                </a:cubicBezTo>
                <a:cubicBezTo>
                  <a:pt x="411464" y="29331"/>
                  <a:pt x="411999" y="29666"/>
                  <a:pt x="412321" y="30067"/>
                </a:cubicBezTo>
                <a:cubicBezTo>
                  <a:pt x="412642" y="30469"/>
                  <a:pt x="412802" y="30937"/>
                  <a:pt x="412802" y="31472"/>
                </a:cubicBezTo>
                <a:lnTo>
                  <a:pt x="412802" y="103088"/>
                </a:lnTo>
                <a:close/>
                <a:moveTo>
                  <a:pt x="472608" y="95968"/>
                </a:moveTo>
                <a:cubicBezTo>
                  <a:pt x="472608" y="98335"/>
                  <a:pt x="472461" y="100150"/>
                  <a:pt x="472167" y="101415"/>
                </a:cubicBezTo>
                <a:cubicBezTo>
                  <a:pt x="471872" y="102678"/>
                  <a:pt x="471484" y="103565"/>
                  <a:pt x="471003" y="104077"/>
                </a:cubicBezTo>
                <a:cubicBezTo>
                  <a:pt x="470521" y="104587"/>
                  <a:pt x="469812" y="105044"/>
                  <a:pt x="468875" y="105447"/>
                </a:cubicBezTo>
                <a:cubicBezTo>
                  <a:pt x="467938" y="105850"/>
                  <a:pt x="466841" y="106200"/>
                  <a:pt x="465583" y="106496"/>
                </a:cubicBezTo>
                <a:cubicBezTo>
                  <a:pt x="464325" y="106792"/>
                  <a:pt x="462960" y="107020"/>
                  <a:pt x="461489" y="107181"/>
                </a:cubicBezTo>
                <a:cubicBezTo>
                  <a:pt x="460017" y="107343"/>
                  <a:pt x="458531" y="107424"/>
                  <a:pt x="457033" y="107424"/>
                </a:cubicBezTo>
                <a:cubicBezTo>
                  <a:pt x="453018" y="107424"/>
                  <a:pt x="449539" y="106915"/>
                  <a:pt x="446595" y="105898"/>
                </a:cubicBezTo>
                <a:cubicBezTo>
                  <a:pt x="443651" y="104881"/>
                  <a:pt x="441216" y="103316"/>
                  <a:pt x="439289" y="101202"/>
                </a:cubicBezTo>
                <a:cubicBezTo>
                  <a:pt x="437362" y="99087"/>
                  <a:pt x="435944" y="96425"/>
                  <a:pt x="435034" y="93213"/>
                </a:cubicBezTo>
                <a:cubicBezTo>
                  <a:pt x="434124" y="90002"/>
                  <a:pt x="433669" y="86201"/>
                  <a:pt x="433669" y="81812"/>
                </a:cubicBezTo>
                <a:lnTo>
                  <a:pt x="433669" y="45121"/>
                </a:lnTo>
                <a:lnTo>
                  <a:pt x="425078" y="45121"/>
                </a:lnTo>
                <a:cubicBezTo>
                  <a:pt x="424061" y="45121"/>
                  <a:pt x="423285" y="44492"/>
                  <a:pt x="422750" y="43235"/>
                </a:cubicBezTo>
                <a:cubicBezTo>
                  <a:pt x="422215" y="41977"/>
                  <a:pt x="421947" y="39876"/>
                  <a:pt x="421947" y="36932"/>
                </a:cubicBezTo>
                <a:cubicBezTo>
                  <a:pt x="421947" y="35380"/>
                  <a:pt x="422014" y="34068"/>
                  <a:pt x="422148" y="32998"/>
                </a:cubicBezTo>
                <a:cubicBezTo>
                  <a:pt x="422282" y="31927"/>
                  <a:pt x="422482" y="31084"/>
                  <a:pt x="422750" y="30469"/>
                </a:cubicBezTo>
                <a:cubicBezTo>
                  <a:pt x="423018" y="29853"/>
                  <a:pt x="423352" y="29412"/>
                  <a:pt x="423754" y="29144"/>
                </a:cubicBezTo>
                <a:cubicBezTo>
                  <a:pt x="424155" y="28877"/>
                  <a:pt x="424623" y="28743"/>
                  <a:pt x="425159" y="28743"/>
                </a:cubicBezTo>
                <a:lnTo>
                  <a:pt x="433669" y="28743"/>
                </a:lnTo>
                <a:lnTo>
                  <a:pt x="433669" y="12700"/>
                </a:lnTo>
                <a:cubicBezTo>
                  <a:pt x="433669" y="12162"/>
                  <a:pt x="433816" y="11678"/>
                  <a:pt x="434111" y="11248"/>
                </a:cubicBezTo>
                <a:cubicBezTo>
                  <a:pt x="434405" y="10818"/>
                  <a:pt x="434940" y="10456"/>
                  <a:pt x="435716" y="10161"/>
                </a:cubicBezTo>
                <a:cubicBezTo>
                  <a:pt x="436493" y="9865"/>
                  <a:pt x="437536" y="9650"/>
                  <a:pt x="438848" y="9517"/>
                </a:cubicBezTo>
                <a:cubicBezTo>
                  <a:pt x="440159" y="9381"/>
                  <a:pt x="441778" y="9313"/>
                  <a:pt x="443705" y="9313"/>
                </a:cubicBezTo>
                <a:cubicBezTo>
                  <a:pt x="445685" y="9313"/>
                  <a:pt x="447331" y="9381"/>
                  <a:pt x="448643" y="9517"/>
                </a:cubicBezTo>
                <a:cubicBezTo>
                  <a:pt x="449954" y="9650"/>
                  <a:pt x="450984" y="9865"/>
                  <a:pt x="451734" y="10161"/>
                </a:cubicBezTo>
                <a:cubicBezTo>
                  <a:pt x="452483" y="10456"/>
                  <a:pt x="453018" y="10818"/>
                  <a:pt x="453339" y="11248"/>
                </a:cubicBezTo>
                <a:cubicBezTo>
                  <a:pt x="453661" y="11678"/>
                  <a:pt x="453821" y="12162"/>
                  <a:pt x="453821" y="12700"/>
                </a:cubicBezTo>
                <a:lnTo>
                  <a:pt x="453821" y="28743"/>
                </a:lnTo>
                <a:lnTo>
                  <a:pt x="469397" y="28743"/>
                </a:lnTo>
                <a:cubicBezTo>
                  <a:pt x="469932" y="28743"/>
                  <a:pt x="470400" y="28877"/>
                  <a:pt x="470802" y="29144"/>
                </a:cubicBezTo>
                <a:cubicBezTo>
                  <a:pt x="471203" y="29412"/>
                  <a:pt x="471538" y="29853"/>
                  <a:pt x="471805" y="30469"/>
                </a:cubicBezTo>
                <a:cubicBezTo>
                  <a:pt x="472073" y="31084"/>
                  <a:pt x="472274" y="31927"/>
                  <a:pt x="472408" y="32998"/>
                </a:cubicBezTo>
                <a:cubicBezTo>
                  <a:pt x="472541" y="34068"/>
                  <a:pt x="472608" y="35380"/>
                  <a:pt x="472608" y="36932"/>
                </a:cubicBezTo>
                <a:cubicBezTo>
                  <a:pt x="472608" y="39876"/>
                  <a:pt x="472341" y="41977"/>
                  <a:pt x="471805" y="43235"/>
                </a:cubicBezTo>
                <a:cubicBezTo>
                  <a:pt x="471270" y="44492"/>
                  <a:pt x="470494" y="45121"/>
                  <a:pt x="469477" y="45121"/>
                </a:cubicBezTo>
                <a:lnTo>
                  <a:pt x="453821" y="45121"/>
                </a:lnTo>
                <a:lnTo>
                  <a:pt x="453821" y="78701"/>
                </a:lnTo>
                <a:cubicBezTo>
                  <a:pt x="453821" y="82602"/>
                  <a:pt x="454437" y="85527"/>
                  <a:pt x="455668" y="87478"/>
                </a:cubicBezTo>
                <a:cubicBezTo>
                  <a:pt x="456899" y="89428"/>
                  <a:pt x="459093" y="90403"/>
                  <a:pt x="462251" y="90403"/>
                </a:cubicBezTo>
                <a:cubicBezTo>
                  <a:pt x="463322" y="90403"/>
                  <a:pt x="464285" y="90309"/>
                  <a:pt x="465142" y="90122"/>
                </a:cubicBezTo>
                <a:cubicBezTo>
                  <a:pt x="465998" y="89935"/>
                  <a:pt x="466761" y="89721"/>
                  <a:pt x="467430" y="89480"/>
                </a:cubicBezTo>
                <a:cubicBezTo>
                  <a:pt x="468099" y="89239"/>
                  <a:pt x="468661" y="89025"/>
                  <a:pt x="469116" y="88837"/>
                </a:cubicBezTo>
                <a:cubicBezTo>
                  <a:pt x="469571" y="88650"/>
                  <a:pt x="469986" y="88556"/>
                  <a:pt x="470360" y="88556"/>
                </a:cubicBezTo>
                <a:cubicBezTo>
                  <a:pt x="470681" y="88556"/>
                  <a:pt x="470989" y="88650"/>
                  <a:pt x="471284" y="88837"/>
                </a:cubicBezTo>
                <a:cubicBezTo>
                  <a:pt x="471578" y="89025"/>
                  <a:pt x="471805" y="89400"/>
                  <a:pt x="471966" y="89964"/>
                </a:cubicBezTo>
                <a:cubicBezTo>
                  <a:pt x="472127" y="90526"/>
                  <a:pt x="472274" y="91291"/>
                  <a:pt x="472408" y="92260"/>
                </a:cubicBezTo>
                <a:cubicBezTo>
                  <a:pt x="472541" y="93227"/>
                  <a:pt x="472608" y="94463"/>
                  <a:pt x="472608" y="959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F10F9-1FDC-418A-8603-3A4746C0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0399" y="4749754"/>
            <a:ext cx="339951" cy="339934"/>
          </a:xfrm>
          <a:custGeom xmlns:a="http://schemas.openxmlformats.org/drawingml/2006/main">
            <a:pathLst>
              <a:path w="339951" h="339934">
                <a:moveTo>
                  <a:pt x="169976" y="339934"/>
                </a:moveTo>
                <a:cubicBezTo>
                  <a:pt x="263847" y="339934"/>
                  <a:pt x="339951" y="263836"/>
                  <a:pt x="339942" y="169967"/>
                </a:cubicBezTo>
                <a:cubicBezTo>
                  <a:pt x="339942" y="76095"/>
                  <a:pt x="263847" y="0"/>
                  <a:pt x="169976" y="0"/>
                </a:cubicBezTo>
                <a:cubicBezTo>
                  <a:pt x="76104" y="0"/>
                  <a:pt x="0" y="76095"/>
                  <a:pt x="0" y="169967"/>
                </a:cubicBezTo>
                <a:cubicBezTo>
                  <a:pt x="0" y="263836"/>
                  <a:pt x="76104" y="339934"/>
                  <a:pt x="169976" y="339934"/>
                </a:cubicBezTo>
                <a:close/>
                <a:moveTo>
                  <a:pt x="244999" y="138763"/>
                </a:moveTo>
                <a:lnTo>
                  <a:pt x="160017" y="223745"/>
                </a:lnTo>
                <a:cubicBezTo>
                  <a:pt x="153774" y="229986"/>
                  <a:pt x="143684" y="229986"/>
                  <a:pt x="137503" y="223745"/>
                </a:cubicBezTo>
                <a:lnTo>
                  <a:pt x="95015" y="181254"/>
                </a:lnTo>
                <a:cubicBezTo>
                  <a:pt x="88771" y="175013"/>
                  <a:pt x="88771" y="164921"/>
                  <a:pt x="95015" y="158743"/>
                </a:cubicBezTo>
                <a:cubicBezTo>
                  <a:pt x="101253" y="152570"/>
                  <a:pt x="111342" y="152502"/>
                  <a:pt x="117520" y="158743"/>
                </a:cubicBezTo>
                <a:lnTo>
                  <a:pt x="148727" y="189947"/>
                </a:lnTo>
                <a:lnTo>
                  <a:pt x="222431" y="116189"/>
                </a:lnTo>
                <a:cubicBezTo>
                  <a:pt x="228666" y="109948"/>
                  <a:pt x="238764" y="109948"/>
                  <a:pt x="244928" y="116189"/>
                </a:cubicBezTo>
                <a:cubicBezTo>
                  <a:pt x="251106" y="122430"/>
                  <a:pt x="251171" y="132522"/>
                  <a:pt x="244928" y="138692"/>
                </a:cubicBezTo>
                <a:lnTo>
                  <a:pt x="244999" y="138763"/>
                </a:lnTo>
                <a:close/>
              </a:path>
            </a:pathLst>
          </a:custGeom>
          <a:solidFill xmlns:a="http://schemas.openxmlformats.org/drawingml/2006/main">
            <a:srgbClr val="4EA7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D8D034-5AB3-4D54-9729-3906CDDD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8084" y="3998264"/>
            <a:ext cx="10" cy="859079"/>
          </a:xfrm>
          <a:custGeom xmlns:a="http://schemas.openxmlformats.org/drawingml/2006/main">
            <a:pathLst>
              <a:path w="1" h="859079" fill="none">
                <a:moveTo>
                  <a:pt x="0" y="8590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22" cap="flat">
            <a:solidFill>
              <a:srgbClr val="000000"/>
            </a:solidFill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4EB43-7686-46C0-9C48-D791F45C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794" y="3998264"/>
            <a:ext cx="2457859" cy="10"/>
          </a:xfrm>
          <a:custGeom xmlns:a="http://schemas.openxmlformats.org/drawingml/2006/main">
            <a:pathLst>
              <a:path w="2457859" h="1" fill="none">
                <a:moveTo>
                  <a:pt x="0" y="0"/>
                </a:moveTo>
                <a:lnTo>
                  <a:pt x="24578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222" cap="flat">
            <a:solidFill>
              <a:srgbClr val="000000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20352-75D5-46F4-B272-7BE23108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354" y="5467480"/>
            <a:ext cx="346018" cy="346006"/>
          </a:xfrm>
          <a:custGeom xmlns:a="http://schemas.openxmlformats.org/drawingml/2006/main">
            <a:pathLst>
              <a:path w="346018" h="346006">
                <a:moveTo>
                  <a:pt x="173007" y="346006"/>
                </a:moveTo>
                <a:cubicBezTo>
                  <a:pt x="268559" y="346006"/>
                  <a:pt x="346018" y="268551"/>
                  <a:pt x="346018" y="173004"/>
                </a:cubicBezTo>
                <a:cubicBezTo>
                  <a:pt x="346018" y="77455"/>
                  <a:pt x="268559" y="0"/>
                  <a:pt x="173007" y="0"/>
                </a:cubicBezTo>
                <a:cubicBezTo>
                  <a:pt x="77458" y="0"/>
                  <a:pt x="0" y="77455"/>
                  <a:pt x="0" y="173004"/>
                </a:cubicBezTo>
                <a:cubicBezTo>
                  <a:pt x="3" y="268551"/>
                  <a:pt x="77458" y="346006"/>
                  <a:pt x="173007" y="346006"/>
                </a:cubicBezTo>
                <a:close/>
                <a:moveTo>
                  <a:pt x="118266" y="118263"/>
                </a:moveTo>
                <a:cubicBezTo>
                  <a:pt x="124624" y="111911"/>
                  <a:pt x="134891" y="111911"/>
                  <a:pt x="141178" y="118263"/>
                </a:cubicBezTo>
                <a:lnTo>
                  <a:pt x="172936" y="150027"/>
                </a:lnTo>
                <a:lnTo>
                  <a:pt x="204703" y="118263"/>
                </a:lnTo>
                <a:cubicBezTo>
                  <a:pt x="211052" y="111911"/>
                  <a:pt x="221328" y="111911"/>
                  <a:pt x="227611" y="118263"/>
                </a:cubicBezTo>
                <a:cubicBezTo>
                  <a:pt x="233898" y="124616"/>
                  <a:pt x="233969" y="134888"/>
                  <a:pt x="227611" y="141169"/>
                </a:cubicBezTo>
                <a:lnTo>
                  <a:pt x="195853" y="172933"/>
                </a:lnTo>
                <a:lnTo>
                  <a:pt x="227611" y="204694"/>
                </a:lnTo>
                <a:cubicBezTo>
                  <a:pt x="233969" y="211046"/>
                  <a:pt x="233969" y="221319"/>
                  <a:pt x="227611" y="227608"/>
                </a:cubicBezTo>
                <a:cubicBezTo>
                  <a:pt x="221262" y="233889"/>
                  <a:pt x="210986" y="233961"/>
                  <a:pt x="204703" y="227608"/>
                </a:cubicBezTo>
                <a:lnTo>
                  <a:pt x="172936" y="195847"/>
                </a:lnTo>
                <a:lnTo>
                  <a:pt x="141178" y="227608"/>
                </a:lnTo>
                <a:cubicBezTo>
                  <a:pt x="134820" y="233961"/>
                  <a:pt x="124553" y="233961"/>
                  <a:pt x="118266" y="227608"/>
                </a:cubicBezTo>
                <a:cubicBezTo>
                  <a:pt x="111983" y="221256"/>
                  <a:pt x="111917" y="210984"/>
                  <a:pt x="118266" y="204694"/>
                </a:cubicBezTo>
                <a:lnTo>
                  <a:pt x="150033" y="172933"/>
                </a:lnTo>
                <a:lnTo>
                  <a:pt x="118266" y="141169"/>
                </a:lnTo>
                <a:cubicBezTo>
                  <a:pt x="111917" y="134817"/>
                  <a:pt x="111917" y="124544"/>
                  <a:pt x="118266" y="11826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97352-3895-46A8-B83B-DC9E9914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2465" y="3998265"/>
            <a:ext cx="48740" cy="228291"/>
          </a:xfrm>
          <a:custGeom xmlns:a="http://schemas.openxmlformats.org/drawingml/2006/main">
            <a:pathLst>
              <a:path w="48740" h="228291">
                <a:moveTo>
                  <a:pt x="32438" y="0"/>
                </a:moveTo>
                <a:lnTo>
                  <a:pt x="16219" y="0"/>
                </a:lnTo>
                <a:lnTo>
                  <a:pt x="16219" y="179634"/>
                </a:lnTo>
                <a:lnTo>
                  <a:pt x="0" y="179634"/>
                </a:lnTo>
                <a:lnTo>
                  <a:pt x="24329" y="228291"/>
                </a:lnTo>
                <a:lnTo>
                  <a:pt x="48740" y="179634"/>
                </a:lnTo>
                <a:lnTo>
                  <a:pt x="32438" y="179634"/>
                </a:lnTo>
                <a:lnTo>
                  <a:pt x="324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Removeunstablebricksand">
            <a:extLst xmlns:a="http://schemas.openxmlformats.org/drawingml/2006/main">
              <a:ext uri="{FF2B5EF4-FFF2-40B4-BE49-F238E27FC236}">
                <a16:creationId xmlns:a16="http://schemas.microsoft.com/office/drawing/2014/main" id="{AA848249-E8D4-4910-A4FC-61E6B17A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876" y="3648956"/>
            <a:ext cx="1633656" cy="100787"/>
          </a:xfrm>
          <a:custGeom xmlns:a="http://schemas.openxmlformats.org/drawingml/2006/main">
            <a:pathLst>
              <a:path w="1633656" h="100787">
                <a:moveTo>
                  <a:pt x="61513" y="97509"/>
                </a:moveTo>
                <a:cubicBezTo>
                  <a:pt x="61513" y="97889"/>
                  <a:pt x="61442" y="98221"/>
                  <a:pt x="61299" y="98506"/>
                </a:cubicBezTo>
                <a:cubicBezTo>
                  <a:pt x="61157" y="98792"/>
                  <a:pt x="60848" y="99029"/>
                  <a:pt x="60373" y="99219"/>
                </a:cubicBezTo>
                <a:cubicBezTo>
                  <a:pt x="59897" y="99409"/>
                  <a:pt x="59232" y="99552"/>
                  <a:pt x="58377" y="99647"/>
                </a:cubicBezTo>
                <a:cubicBezTo>
                  <a:pt x="57521" y="99742"/>
                  <a:pt x="56381" y="99789"/>
                  <a:pt x="54955" y="99789"/>
                </a:cubicBezTo>
                <a:cubicBezTo>
                  <a:pt x="53720" y="99789"/>
                  <a:pt x="52710" y="99742"/>
                  <a:pt x="51926" y="99647"/>
                </a:cubicBezTo>
                <a:cubicBezTo>
                  <a:pt x="51142" y="99552"/>
                  <a:pt x="50512" y="99397"/>
                  <a:pt x="50037" y="99184"/>
                </a:cubicBezTo>
                <a:cubicBezTo>
                  <a:pt x="49562" y="98970"/>
                  <a:pt x="49194" y="98673"/>
                  <a:pt x="48932" y="98293"/>
                </a:cubicBezTo>
                <a:cubicBezTo>
                  <a:pt x="48671" y="97912"/>
                  <a:pt x="48445" y="97437"/>
                  <a:pt x="48255" y="96867"/>
                </a:cubicBezTo>
                <a:lnTo>
                  <a:pt x="39773" y="75127"/>
                </a:lnTo>
                <a:cubicBezTo>
                  <a:pt x="38775" y="72656"/>
                  <a:pt x="37742" y="70387"/>
                  <a:pt x="36673" y="68320"/>
                </a:cubicBezTo>
                <a:cubicBezTo>
                  <a:pt x="35603" y="66253"/>
                  <a:pt x="34332" y="64471"/>
                  <a:pt x="32859" y="62974"/>
                </a:cubicBezTo>
                <a:cubicBezTo>
                  <a:pt x="31386" y="61477"/>
                  <a:pt x="29652" y="60313"/>
                  <a:pt x="27656" y="59482"/>
                </a:cubicBezTo>
                <a:cubicBezTo>
                  <a:pt x="25660" y="58650"/>
                  <a:pt x="23260" y="58234"/>
                  <a:pt x="20457" y="58234"/>
                </a:cubicBezTo>
                <a:lnTo>
                  <a:pt x="12260" y="58234"/>
                </a:lnTo>
                <a:lnTo>
                  <a:pt x="12260" y="97509"/>
                </a:lnTo>
                <a:cubicBezTo>
                  <a:pt x="12260" y="97889"/>
                  <a:pt x="12153" y="98221"/>
                  <a:pt x="11939" y="98506"/>
                </a:cubicBezTo>
                <a:cubicBezTo>
                  <a:pt x="11725" y="98792"/>
                  <a:pt x="11393" y="99017"/>
                  <a:pt x="10941" y="99184"/>
                </a:cubicBezTo>
                <a:cubicBezTo>
                  <a:pt x="10490" y="99350"/>
                  <a:pt x="9872" y="99492"/>
                  <a:pt x="9088" y="99611"/>
                </a:cubicBezTo>
                <a:cubicBezTo>
                  <a:pt x="8304" y="99730"/>
                  <a:pt x="7318" y="99789"/>
                  <a:pt x="6130" y="99789"/>
                </a:cubicBezTo>
                <a:cubicBezTo>
                  <a:pt x="4942" y="99789"/>
                  <a:pt x="3956" y="99730"/>
                  <a:pt x="3172" y="99611"/>
                </a:cubicBezTo>
                <a:cubicBezTo>
                  <a:pt x="2388" y="99492"/>
                  <a:pt x="1758" y="99350"/>
                  <a:pt x="1283" y="99184"/>
                </a:cubicBezTo>
                <a:cubicBezTo>
                  <a:pt x="808" y="99017"/>
                  <a:pt x="475" y="98792"/>
                  <a:pt x="285" y="98506"/>
                </a:cubicBezTo>
                <a:cubicBezTo>
                  <a:pt x="95" y="98221"/>
                  <a:pt x="0" y="97889"/>
                  <a:pt x="0" y="97509"/>
                </a:cubicBezTo>
                <a:lnTo>
                  <a:pt x="0" y="12117"/>
                </a:lnTo>
                <a:cubicBezTo>
                  <a:pt x="0" y="10264"/>
                  <a:pt x="487" y="8969"/>
                  <a:pt x="1461" y="8233"/>
                </a:cubicBezTo>
                <a:cubicBezTo>
                  <a:pt x="2435" y="7496"/>
                  <a:pt x="3469" y="7128"/>
                  <a:pt x="4562" y="7128"/>
                </a:cubicBezTo>
                <a:lnTo>
                  <a:pt x="24163" y="7128"/>
                </a:lnTo>
                <a:cubicBezTo>
                  <a:pt x="26492" y="7128"/>
                  <a:pt x="28428" y="7187"/>
                  <a:pt x="29972" y="7306"/>
                </a:cubicBezTo>
                <a:cubicBezTo>
                  <a:pt x="31517" y="7425"/>
                  <a:pt x="32907" y="7555"/>
                  <a:pt x="34142" y="7698"/>
                </a:cubicBezTo>
                <a:cubicBezTo>
                  <a:pt x="37706" y="8316"/>
                  <a:pt x="40854" y="9290"/>
                  <a:pt x="43587" y="10620"/>
                </a:cubicBezTo>
                <a:cubicBezTo>
                  <a:pt x="46319" y="11951"/>
                  <a:pt x="48612" y="13638"/>
                  <a:pt x="50465" y="15681"/>
                </a:cubicBezTo>
                <a:cubicBezTo>
                  <a:pt x="52318" y="17725"/>
                  <a:pt x="53708" y="20065"/>
                  <a:pt x="54635" y="22702"/>
                </a:cubicBezTo>
                <a:cubicBezTo>
                  <a:pt x="55561" y="25339"/>
                  <a:pt x="56025" y="28250"/>
                  <a:pt x="56025" y="31434"/>
                </a:cubicBezTo>
                <a:cubicBezTo>
                  <a:pt x="56025" y="34522"/>
                  <a:pt x="55609" y="37290"/>
                  <a:pt x="54777" y="39738"/>
                </a:cubicBezTo>
                <a:cubicBezTo>
                  <a:pt x="53946" y="42185"/>
                  <a:pt x="52746" y="44347"/>
                  <a:pt x="51178" y="46224"/>
                </a:cubicBezTo>
                <a:cubicBezTo>
                  <a:pt x="49610" y="48101"/>
                  <a:pt x="47733" y="49728"/>
                  <a:pt x="45547" y="51106"/>
                </a:cubicBezTo>
                <a:cubicBezTo>
                  <a:pt x="43361" y="52484"/>
                  <a:pt x="40914" y="53649"/>
                  <a:pt x="38205" y="54599"/>
                </a:cubicBezTo>
                <a:cubicBezTo>
                  <a:pt x="39726" y="55264"/>
                  <a:pt x="41104" y="56108"/>
                  <a:pt x="42339" y="57129"/>
                </a:cubicBezTo>
                <a:cubicBezTo>
                  <a:pt x="43575" y="58151"/>
                  <a:pt x="44727" y="59375"/>
                  <a:pt x="45796" y="60800"/>
                </a:cubicBezTo>
                <a:cubicBezTo>
                  <a:pt x="46865" y="62226"/>
                  <a:pt x="47875" y="63865"/>
                  <a:pt x="48826" y="65718"/>
                </a:cubicBezTo>
                <a:cubicBezTo>
                  <a:pt x="49776" y="67572"/>
                  <a:pt x="50726" y="69663"/>
                  <a:pt x="51677" y="71991"/>
                </a:cubicBezTo>
                <a:lnTo>
                  <a:pt x="59945" y="92305"/>
                </a:lnTo>
                <a:cubicBezTo>
                  <a:pt x="60610" y="94016"/>
                  <a:pt x="61038" y="95216"/>
                  <a:pt x="61228" y="95905"/>
                </a:cubicBezTo>
                <a:cubicBezTo>
                  <a:pt x="61418" y="96594"/>
                  <a:pt x="61513" y="97128"/>
                  <a:pt x="61513" y="97509"/>
                </a:cubicBezTo>
                <a:moveTo>
                  <a:pt x="43052" y="32717"/>
                </a:moveTo>
                <a:cubicBezTo>
                  <a:pt x="43052" y="29105"/>
                  <a:pt x="42244" y="26052"/>
                  <a:pt x="40629" y="23557"/>
                </a:cubicBezTo>
                <a:cubicBezTo>
                  <a:pt x="39013" y="21063"/>
                  <a:pt x="36304" y="19269"/>
                  <a:pt x="32503" y="18176"/>
                </a:cubicBezTo>
                <a:cubicBezTo>
                  <a:pt x="31315" y="17843"/>
                  <a:pt x="29972" y="17606"/>
                  <a:pt x="28476" y="17463"/>
                </a:cubicBezTo>
                <a:cubicBezTo>
                  <a:pt x="26979" y="17321"/>
                  <a:pt x="25019" y="17249"/>
                  <a:pt x="22595" y="17249"/>
                </a:cubicBezTo>
                <a:lnTo>
                  <a:pt x="12260" y="17249"/>
                </a:lnTo>
                <a:lnTo>
                  <a:pt x="12260" y="48327"/>
                </a:lnTo>
                <a:lnTo>
                  <a:pt x="24235" y="48327"/>
                </a:lnTo>
                <a:cubicBezTo>
                  <a:pt x="27466" y="48327"/>
                  <a:pt x="30258" y="47935"/>
                  <a:pt x="32610" y="47151"/>
                </a:cubicBezTo>
                <a:cubicBezTo>
                  <a:pt x="34962" y="46366"/>
                  <a:pt x="36922" y="45274"/>
                  <a:pt x="38490" y="43872"/>
                </a:cubicBezTo>
                <a:cubicBezTo>
                  <a:pt x="40058" y="42470"/>
                  <a:pt x="41211" y="40819"/>
                  <a:pt x="41947" y="38918"/>
                </a:cubicBezTo>
                <a:cubicBezTo>
                  <a:pt x="42684" y="37017"/>
                  <a:pt x="43052" y="34950"/>
                  <a:pt x="43052" y="32717"/>
                </a:cubicBezTo>
                <a:close/>
                <a:moveTo>
                  <a:pt x="132653" y="62725"/>
                </a:moveTo>
                <a:cubicBezTo>
                  <a:pt x="132653" y="64578"/>
                  <a:pt x="132190" y="65897"/>
                  <a:pt x="131263" y="66681"/>
                </a:cubicBezTo>
                <a:cubicBezTo>
                  <a:pt x="130337" y="67465"/>
                  <a:pt x="129279" y="67857"/>
                  <a:pt x="128091" y="67857"/>
                </a:cubicBezTo>
                <a:lnTo>
                  <a:pt x="86037" y="67857"/>
                </a:lnTo>
                <a:cubicBezTo>
                  <a:pt x="86037" y="71431"/>
                  <a:pt x="86394" y="74648"/>
                  <a:pt x="87107" y="77508"/>
                </a:cubicBezTo>
                <a:cubicBezTo>
                  <a:pt x="87819" y="80368"/>
                  <a:pt x="89007" y="82823"/>
                  <a:pt x="90670" y="84872"/>
                </a:cubicBezTo>
                <a:cubicBezTo>
                  <a:pt x="92334" y="86921"/>
                  <a:pt x="94496" y="88495"/>
                  <a:pt x="97157" y="89592"/>
                </a:cubicBezTo>
                <a:cubicBezTo>
                  <a:pt x="99818" y="90688"/>
                  <a:pt x="103073" y="91236"/>
                  <a:pt x="106922" y="91236"/>
                </a:cubicBezTo>
                <a:cubicBezTo>
                  <a:pt x="109963" y="91236"/>
                  <a:pt x="112672" y="90987"/>
                  <a:pt x="115048" y="90488"/>
                </a:cubicBezTo>
                <a:cubicBezTo>
                  <a:pt x="117423" y="89989"/>
                  <a:pt x="119479" y="89430"/>
                  <a:pt x="121213" y="88813"/>
                </a:cubicBezTo>
                <a:cubicBezTo>
                  <a:pt x="122948" y="88195"/>
                  <a:pt x="124373" y="87636"/>
                  <a:pt x="125490" y="87138"/>
                </a:cubicBezTo>
                <a:cubicBezTo>
                  <a:pt x="126606" y="86639"/>
                  <a:pt x="127450" y="86389"/>
                  <a:pt x="128020" y="86389"/>
                </a:cubicBezTo>
                <a:cubicBezTo>
                  <a:pt x="128353" y="86389"/>
                  <a:pt x="128650" y="86472"/>
                  <a:pt x="128911" y="86639"/>
                </a:cubicBezTo>
                <a:cubicBezTo>
                  <a:pt x="129172" y="86805"/>
                  <a:pt x="129374" y="87054"/>
                  <a:pt x="129517" y="87387"/>
                </a:cubicBezTo>
                <a:cubicBezTo>
                  <a:pt x="129660" y="87720"/>
                  <a:pt x="129766" y="88183"/>
                  <a:pt x="129838" y="88777"/>
                </a:cubicBezTo>
                <a:cubicBezTo>
                  <a:pt x="129909" y="89371"/>
                  <a:pt x="129945" y="90096"/>
                  <a:pt x="129945" y="90951"/>
                </a:cubicBezTo>
                <a:cubicBezTo>
                  <a:pt x="129945" y="91569"/>
                  <a:pt x="129921" y="92103"/>
                  <a:pt x="129873" y="92555"/>
                </a:cubicBezTo>
                <a:cubicBezTo>
                  <a:pt x="129826" y="93006"/>
                  <a:pt x="129766" y="93410"/>
                  <a:pt x="129695" y="93766"/>
                </a:cubicBezTo>
                <a:cubicBezTo>
                  <a:pt x="129624" y="94123"/>
                  <a:pt x="129505" y="94444"/>
                  <a:pt x="129339" y="94729"/>
                </a:cubicBezTo>
                <a:cubicBezTo>
                  <a:pt x="129172" y="95014"/>
                  <a:pt x="128959" y="95287"/>
                  <a:pt x="128697" y="95548"/>
                </a:cubicBezTo>
                <a:cubicBezTo>
                  <a:pt x="128436" y="95810"/>
                  <a:pt x="127664" y="96237"/>
                  <a:pt x="126381" y="96831"/>
                </a:cubicBezTo>
                <a:cubicBezTo>
                  <a:pt x="125098" y="97425"/>
                  <a:pt x="123435" y="98007"/>
                  <a:pt x="121391" y="98578"/>
                </a:cubicBezTo>
                <a:cubicBezTo>
                  <a:pt x="119348" y="99148"/>
                  <a:pt x="116984" y="99659"/>
                  <a:pt x="114299" y="100110"/>
                </a:cubicBezTo>
                <a:cubicBezTo>
                  <a:pt x="111614" y="100562"/>
                  <a:pt x="108751" y="100787"/>
                  <a:pt x="105710" y="100787"/>
                </a:cubicBezTo>
                <a:cubicBezTo>
                  <a:pt x="100436" y="100787"/>
                  <a:pt x="95814" y="100050"/>
                  <a:pt x="91847" y="98575"/>
                </a:cubicBezTo>
                <a:cubicBezTo>
                  <a:pt x="87879" y="97101"/>
                  <a:pt x="84540" y="94913"/>
                  <a:pt x="81832" y="92011"/>
                </a:cubicBezTo>
                <a:cubicBezTo>
                  <a:pt x="79123" y="89110"/>
                  <a:pt x="77080" y="85471"/>
                  <a:pt x="75702" y="81095"/>
                </a:cubicBezTo>
                <a:cubicBezTo>
                  <a:pt x="74324" y="76718"/>
                  <a:pt x="73635" y="71629"/>
                  <a:pt x="73635" y="65825"/>
                </a:cubicBezTo>
                <a:cubicBezTo>
                  <a:pt x="73635" y="60307"/>
                  <a:pt x="74348" y="55348"/>
                  <a:pt x="75773" y="50948"/>
                </a:cubicBezTo>
                <a:cubicBezTo>
                  <a:pt x="77199" y="46548"/>
                  <a:pt x="79254" y="42814"/>
                  <a:pt x="81939" y="39746"/>
                </a:cubicBezTo>
                <a:cubicBezTo>
                  <a:pt x="84624" y="36679"/>
                  <a:pt x="87867" y="34324"/>
                  <a:pt x="91668" y="32683"/>
                </a:cubicBezTo>
                <a:cubicBezTo>
                  <a:pt x="95470" y="31042"/>
                  <a:pt x="99723" y="30222"/>
                  <a:pt x="104427" y="30222"/>
                </a:cubicBezTo>
                <a:cubicBezTo>
                  <a:pt x="109464" y="30222"/>
                  <a:pt x="113753" y="31030"/>
                  <a:pt x="117293" y="32645"/>
                </a:cubicBezTo>
                <a:cubicBezTo>
                  <a:pt x="120833" y="34261"/>
                  <a:pt x="123743" y="36435"/>
                  <a:pt x="126024" y="39167"/>
                </a:cubicBezTo>
                <a:cubicBezTo>
                  <a:pt x="128305" y="41900"/>
                  <a:pt x="129980" y="45107"/>
                  <a:pt x="131049" y="48790"/>
                </a:cubicBezTo>
                <a:cubicBezTo>
                  <a:pt x="132119" y="52473"/>
                  <a:pt x="132653" y="56405"/>
                  <a:pt x="132653" y="60586"/>
                </a:cubicBezTo>
                <a:lnTo>
                  <a:pt x="132653" y="62725"/>
                </a:lnTo>
                <a:moveTo>
                  <a:pt x="120821" y="59232"/>
                </a:moveTo>
                <a:cubicBezTo>
                  <a:pt x="120964" y="53055"/>
                  <a:pt x="119597" y="48208"/>
                  <a:pt x="116723" y="44691"/>
                </a:cubicBezTo>
                <a:cubicBezTo>
                  <a:pt x="113848" y="41175"/>
                  <a:pt x="109583" y="39417"/>
                  <a:pt x="103928" y="39417"/>
                </a:cubicBezTo>
                <a:cubicBezTo>
                  <a:pt x="101030" y="39417"/>
                  <a:pt x="98487" y="39963"/>
                  <a:pt x="96301" y="41056"/>
                </a:cubicBezTo>
                <a:cubicBezTo>
                  <a:pt x="94116" y="42149"/>
                  <a:pt x="92286" y="43598"/>
                  <a:pt x="90813" y="45404"/>
                </a:cubicBezTo>
                <a:cubicBezTo>
                  <a:pt x="89340" y="47210"/>
                  <a:pt x="88199" y="49313"/>
                  <a:pt x="87392" y="51712"/>
                </a:cubicBezTo>
                <a:cubicBezTo>
                  <a:pt x="86584" y="54112"/>
                  <a:pt x="86132" y="56619"/>
                  <a:pt x="86037" y="59232"/>
                </a:cubicBezTo>
                <a:lnTo>
                  <a:pt x="120821" y="59232"/>
                </a:lnTo>
                <a:close/>
                <a:moveTo>
                  <a:pt x="245765" y="97580"/>
                </a:moveTo>
                <a:cubicBezTo>
                  <a:pt x="245765" y="97960"/>
                  <a:pt x="245670" y="98281"/>
                  <a:pt x="245480" y="98542"/>
                </a:cubicBezTo>
                <a:cubicBezTo>
                  <a:pt x="245290" y="98803"/>
                  <a:pt x="244981" y="99029"/>
                  <a:pt x="244554" y="99219"/>
                </a:cubicBezTo>
                <a:cubicBezTo>
                  <a:pt x="244126" y="99409"/>
                  <a:pt x="243532" y="99552"/>
                  <a:pt x="242772" y="99647"/>
                </a:cubicBezTo>
                <a:cubicBezTo>
                  <a:pt x="242011" y="99742"/>
                  <a:pt x="241061" y="99789"/>
                  <a:pt x="239921" y="99789"/>
                </a:cubicBezTo>
                <a:cubicBezTo>
                  <a:pt x="238733" y="99789"/>
                  <a:pt x="237758" y="99742"/>
                  <a:pt x="236998" y="99647"/>
                </a:cubicBezTo>
                <a:cubicBezTo>
                  <a:pt x="236238" y="99552"/>
                  <a:pt x="235632" y="99409"/>
                  <a:pt x="235181" y="99219"/>
                </a:cubicBezTo>
                <a:cubicBezTo>
                  <a:pt x="234729" y="99029"/>
                  <a:pt x="234408" y="98803"/>
                  <a:pt x="234218" y="98542"/>
                </a:cubicBezTo>
                <a:cubicBezTo>
                  <a:pt x="234028" y="98281"/>
                  <a:pt x="233933" y="97960"/>
                  <a:pt x="233933" y="97580"/>
                </a:cubicBezTo>
                <a:lnTo>
                  <a:pt x="233933" y="58591"/>
                </a:lnTo>
                <a:cubicBezTo>
                  <a:pt x="233933" y="55882"/>
                  <a:pt x="233696" y="53411"/>
                  <a:pt x="233220" y="51178"/>
                </a:cubicBezTo>
                <a:cubicBezTo>
                  <a:pt x="232745" y="48944"/>
                  <a:pt x="231985" y="47020"/>
                  <a:pt x="230939" y="45404"/>
                </a:cubicBezTo>
                <a:cubicBezTo>
                  <a:pt x="229894" y="43789"/>
                  <a:pt x="228564" y="42553"/>
                  <a:pt x="226948" y="41698"/>
                </a:cubicBezTo>
                <a:cubicBezTo>
                  <a:pt x="225332" y="40842"/>
                  <a:pt x="223432" y="40415"/>
                  <a:pt x="221246" y="40415"/>
                </a:cubicBezTo>
                <a:cubicBezTo>
                  <a:pt x="218537" y="40415"/>
                  <a:pt x="215817" y="41460"/>
                  <a:pt x="213084" y="43551"/>
                </a:cubicBezTo>
                <a:cubicBezTo>
                  <a:pt x="210352" y="45642"/>
                  <a:pt x="207346" y="48707"/>
                  <a:pt x="204068" y="52746"/>
                </a:cubicBezTo>
                <a:lnTo>
                  <a:pt x="204068" y="97580"/>
                </a:lnTo>
                <a:cubicBezTo>
                  <a:pt x="204068" y="97960"/>
                  <a:pt x="203973" y="98281"/>
                  <a:pt x="203783" y="98542"/>
                </a:cubicBezTo>
                <a:cubicBezTo>
                  <a:pt x="203592" y="98803"/>
                  <a:pt x="203272" y="99029"/>
                  <a:pt x="202820" y="99219"/>
                </a:cubicBezTo>
                <a:cubicBezTo>
                  <a:pt x="202369" y="99409"/>
                  <a:pt x="201763" y="99552"/>
                  <a:pt x="201003" y="99647"/>
                </a:cubicBezTo>
                <a:cubicBezTo>
                  <a:pt x="200242" y="99742"/>
                  <a:pt x="199292" y="99789"/>
                  <a:pt x="198152" y="99789"/>
                </a:cubicBezTo>
                <a:cubicBezTo>
                  <a:pt x="197059" y="99789"/>
                  <a:pt x="196120" y="99742"/>
                  <a:pt x="195336" y="99647"/>
                </a:cubicBezTo>
                <a:cubicBezTo>
                  <a:pt x="194552" y="99552"/>
                  <a:pt x="193934" y="99409"/>
                  <a:pt x="193483" y="99219"/>
                </a:cubicBezTo>
                <a:cubicBezTo>
                  <a:pt x="193031" y="99029"/>
                  <a:pt x="192723" y="98803"/>
                  <a:pt x="192556" y="98542"/>
                </a:cubicBezTo>
                <a:cubicBezTo>
                  <a:pt x="192390" y="98281"/>
                  <a:pt x="192307" y="97960"/>
                  <a:pt x="192307" y="97580"/>
                </a:cubicBezTo>
                <a:lnTo>
                  <a:pt x="192307" y="58591"/>
                </a:lnTo>
                <a:cubicBezTo>
                  <a:pt x="192307" y="55882"/>
                  <a:pt x="192045" y="53411"/>
                  <a:pt x="191523" y="51178"/>
                </a:cubicBezTo>
                <a:cubicBezTo>
                  <a:pt x="191000" y="48944"/>
                  <a:pt x="190216" y="47020"/>
                  <a:pt x="189170" y="45404"/>
                </a:cubicBezTo>
                <a:cubicBezTo>
                  <a:pt x="188125" y="43789"/>
                  <a:pt x="186806" y="42553"/>
                  <a:pt x="185215" y="41698"/>
                </a:cubicBezTo>
                <a:cubicBezTo>
                  <a:pt x="183623" y="40842"/>
                  <a:pt x="181734" y="40415"/>
                  <a:pt x="179548" y="40415"/>
                </a:cubicBezTo>
                <a:cubicBezTo>
                  <a:pt x="176839" y="40415"/>
                  <a:pt x="174107" y="41460"/>
                  <a:pt x="171351" y="43551"/>
                </a:cubicBezTo>
                <a:cubicBezTo>
                  <a:pt x="168595" y="45642"/>
                  <a:pt x="165601" y="48707"/>
                  <a:pt x="162370" y="52746"/>
                </a:cubicBezTo>
                <a:lnTo>
                  <a:pt x="162370" y="97580"/>
                </a:lnTo>
                <a:cubicBezTo>
                  <a:pt x="162370" y="97960"/>
                  <a:pt x="162275" y="98281"/>
                  <a:pt x="162085" y="98542"/>
                </a:cubicBezTo>
                <a:cubicBezTo>
                  <a:pt x="161895" y="98803"/>
                  <a:pt x="161586" y="99029"/>
                  <a:pt x="161158" y="99219"/>
                </a:cubicBezTo>
                <a:cubicBezTo>
                  <a:pt x="160730" y="99409"/>
                  <a:pt x="160137" y="99552"/>
                  <a:pt x="159376" y="99647"/>
                </a:cubicBezTo>
                <a:cubicBezTo>
                  <a:pt x="158616" y="99742"/>
                  <a:pt x="157642" y="99789"/>
                  <a:pt x="156454" y="99789"/>
                </a:cubicBezTo>
                <a:cubicBezTo>
                  <a:pt x="155313" y="99789"/>
                  <a:pt x="154363" y="99742"/>
                  <a:pt x="153603" y="99647"/>
                </a:cubicBezTo>
                <a:cubicBezTo>
                  <a:pt x="152842" y="99552"/>
                  <a:pt x="152237" y="99409"/>
                  <a:pt x="151785" y="99219"/>
                </a:cubicBezTo>
                <a:cubicBezTo>
                  <a:pt x="151334" y="99029"/>
                  <a:pt x="151025" y="98803"/>
                  <a:pt x="150858" y="98542"/>
                </a:cubicBezTo>
                <a:cubicBezTo>
                  <a:pt x="150692" y="98281"/>
                  <a:pt x="150609" y="97960"/>
                  <a:pt x="150609" y="97580"/>
                </a:cubicBezTo>
                <a:lnTo>
                  <a:pt x="150609" y="33429"/>
                </a:lnTo>
                <a:cubicBezTo>
                  <a:pt x="150609" y="33049"/>
                  <a:pt x="150680" y="32729"/>
                  <a:pt x="150823" y="32467"/>
                </a:cubicBezTo>
                <a:cubicBezTo>
                  <a:pt x="150965" y="32206"/>
                  <a:pt x="151250" y="31968"/>
                  <a:pt x="151678" y="31754"/>
                </a:cubicBezTo>
                <a:cubicBezTo>
                  <a:pt x="152106" y="31541"/>
                  <a:pt x="152652" y="31398"/>
                  <a:pt x="153318" y="31327"/>
                </a:cubicBezTo>
                <a:cubicBezTo>
                  <a:pt x="153983" y="31255"/>
                  <a:pt x="154862" y="31220"/>
                  <a:pt x="155955" y="31220"/>
                </a:cubicBezTo>
                <a:cubicBezTo>
                  <a:pt x="157000" y="31220"/>
                  <a:pt x="157867" y="31255"/>
                  <a:pt x="158557" y="31327"/>
                </a:cubicBezTo>
                <a:cubicBezTo>
                  <a:pt x="159246" y="31398"/>
                  <a:pt x="159780" y="31541"/>
                  <a:pt x="160160" y="31754"/>
                </a:cubicBezTo>
                <a:cubicBezTo>
                  <a:pt x="160540" y="31968"/>
                  <a:pt x="160814" y="32206"/>
                  <a:pt x="160980" y="32467"/>
                </a:cubicBezTo>
                <a:cubicBezTo>
                  <a:pt x="161146" y="32729"/>
                  <a:pt x="161229" y="33049"/>
                  <a:pt x="161229" y="33429"/>
                </a:cubicBezTo>
                <a:lnTo>
                  <a:pt x="161229" y="41912"/>
                </a:lnTo>
                <a:cubicBezTo>
                  <a:pt x="164841" y="37872"/>
                  <a:pt x="168345" y="34914"/>
                  <a:pt x="171743" y="33037"/>
                </a:cubicBezTo>
                <a:cubicBezTo>
                  <a:pt x="175141" y="31160"/>
                  <a:pt x="178574" y="30222"/>
                  <a:pt x="182043" y="30222"/>
                </a:cubicBezTo>
                <a:cubicBezTo>
                  <a:pt x="184704" y="30222"/>
                  <a:pt x="187092" y="30531"/>
                  <a:pt x="189206" y="31149"/>
                </a:cubicBezTo>
                <a:cubicBezTo>
                  <a:pt x="191321" y="31766"/>
                  <a:pt x="193186" y="32634"/>
                  <a:pt x="194801" y="33750"/>
                </a:cubicBezTo>
                <a:cubicBezTo>
                  <a:pt x="196417" y="34867"/>
                  <a:pt x="197795" y="36197"/>
                  <a:pt x="198936" y="37742"/>
                </a:cubicBezTo>
                <a:cubicBezTo>
                  <a:pt x="200076" y="39286"/>
                  <a:pt x="201026" y="41009"/>
                  <a:pt x="201787" y="42909"/>
                </a:cubicBezTo>
                <a:cubicBezTo>
                  <a:pt x="203925" y="40581"/>
                  <a:pt x="205956" y="38609"/>
                  <a:pt x="207881" y="36993"/>
                </a:cubicBezTo>
                <a:cubicBezTo>
                  <a:pt x="209806" y="35378"/>
                  <a:pt x="211659" y="34071"/>
                  <a:pt x="213441" y="33073"/>
                </a:cubicBezTo>
                <a:cubicBezTo>
                  <a:pt x="215223" y="32075"/>
                  <a:pt x="216957" y="31351"/>
                  <a:pt x="218644" y="30899"/>
                </a:cubicBezTo>
                <a:cubicBezTo>
                  <a:pt x="220331" y="30448"/>
                  <a:pt x="222030" y="30222"/>
                  <a:pt x="223740" y="30222"/>
                </a:cubicBezTo>
                <a:cubicBezTo>
                  <a:pt x="227875" y="30222"/>
                  <a:pt x="231343" y="30947"/>
                  <a:pt x="234147" y="32396"/>
                </a:cubicBezTo>
                <a:cubicBezTo>
                  <a:pt x="236951" y="33845"/>
                  <a:pt x="239220" y="35782"/>
                  <a:pt x="240954" y="38205"/>
                </a:cubicBezTo>
                <a:cubicBezTo>
                  <a:pt x="242689" y="40629"/>
                  <a:pt x="243924" y="43468"/>
                  <a:pt x="244661" y="46723"/>
                </a:cubicBezTo>
                <a:cubicBezTo>
                  <a:pt x="245397" y="49978"/>
                  <a:pt x="245765" y="53411"/>
                  <a:pt x="245765" y="57023"/>
                </a:cubicBezTo>
                <a:lnTo>
                  <a:pt x="245765" y="97580"/>
                </a:lnTo>
                <a:close/>
                <a:moveTo>
                  <a:pt x="325883" y="64827"/>
                </a:moveTo>
                <a:cubicBezTo>
                  <a:pt x="325883" y="70059"/>
                  <a:pt x="325194" y="74875"/>
                  <a:pt x="323816" y="79275"/>
                </a:cubicBezTo>
                <a:cubicBezTo>
                  <a:pt x="322438" y="83675"/>
                  <a:pt x="320383" y="87469"/>
                  <a:pt x="317650" y="90657"/>
                </a:cubicBezTo>
                <a:cubicBezTo>
                  <a:pt x="314918" y="93844"/>
                  <a:pt x="311497" y="96329"/>
                  <a:pt x="307386" y="98112"/>
                </a:cubicBezTo>
                <a:cubicBezTo>
                  <a:pt x="303276" y="99896"/>
                  <a:pt x="298512" y="100787"/>
                  <a:pt x="293095" y="100787"/>
                </a:cubicBezTo>
                <a:cubicBezTo>
                  <a:pt x="287820" y="100787"/>
                  <a:pt x="283223" y="100003"/>
                  <a:pt x="279303" y="98433"/>
                </a:cubicBezTo>
                <a:cubicBezTo>
                  <a:pt x="275382" y="96863"/>
                  <a:pt x="272115" y="94580"/>
                  <a:pt x="269502" y="91584"/>
                </a:cubicBezTo>
                <a:cubicBezTo>
                  <a:pt x="266888" y="88587"/>
                  <a:pt x="264940" y="84948"/>
                  <a:pt x="263657" y="80667"/>
                </a:cubicBezTo>
                <a:cubicBezTo>
                  <a:pt x="262374" y="76386"/>
                  <a:pt x="261733" y="71534"/>
                  <a:pt x="261733" y="66110"/>
                </a:cubicBezTo>
                <a:cubicBezTo>
                  <a:pt x="261733" y="60879"/>
                  <a:pt x="262410" y="56063"/>
                  <a:pt x="263764" y="51663"/>
                </a:cubicBezTo>
                <a:cubicBezTo>
                  <a:pt x="265118" y="47263"/>
                  <a:pt x="267162" y="43470"/>
                  <a:pt x="269894" y="40283"/>
                </a:cubicBezTo>
                <a:cubicBezTo>
                  <a:pt x="272626" y="37095"/>
                  <a:pt x="276036" y="34621"/>
                  <a:pt x="280122" y="32861"/>
                </a:cubicBezTo>
                <a:cubicBezTo>
                  <a:pt x="284209" y="31102"/>
                  <a:pt x="288985" y="30222"/>
                  <a:pt x="294449" y="30222"/>
                </a:cubicBezTo>
                <a:cubicBezTo>
                  <a:pt x="299724" y="30222"/>
                  <a:pt x="304321" y="31007"/>
                  <a:pt x="308242" y="32576"/>
                </a:cubicBezTo>
                <a:cubicBezTo>
                  <a:pt x="312162" y="34146"/>
                  <a:pt x="315429" y="36429"/>
                  <a:pt x="318042" y="39426"/>
                </a:cubicBezTo>
                <a:cubicBezTo>
                  <a:pt x="320656" y="42422"/>
                  <a:pt x="322616" y="46061"/>
                  <a:pt x="323923" y="50342"/>
                </a:cubicBezTo>
                <a:cubicBezTo>
                  <a:pt x="325230" y="54624"/>
                  <a:pt x="325883" y="59452"/>
                  <a:pt x="325883" y="64827"/>
                </a:cubicBezTo>
                <a:moveTo>
                  <a:pt x="313481" y="65612"/>
                </a:moveTo>
                <a:cubicBezTo>
                  <a:pt x="313481" y="62138"/>
                  <a:pt x="313160" y="58855"/>
                  <a:pt x="312518" y="55762"/>
                </a:cubicBezTo>
                <a:cubicBezTo>
                  <a:pt x="311877" y="52669"/>
                  <a:pt x="310820" y="49956"/>
                  <a:pt x="309346" y="47625"/>
                </a:cubicBezTo>
                <a:cubicBezTo>
                  <a:pt x="307873" y="45294"/>
                  <a:pt x="305878" y="43450"/>
                  <a:pt x="303359" y="42094"/>
                </a:cubicBezTo>
                <a:cubicBezTo>
                  <a:pt x="300841" y="40737"/>
                  <a:pt x="297704" y="40058"/>
                  <a:pt x="293950" y="40058"/>
                </a:cubicBezTo>
                <a:cubicBezTo>
                  <a:pt x="290481" y="40058"/>
                  <a:pt x="287500" y="40677"/>
                  <a:pt x="285005" y="41914"/>
                </a:cubicBezTo>
                <a:cubicBezTo>
                  <a:pt x="282510" y="43151"/>
                  <a:pt x="280455" y="44900"/>
                  <a:pt x="278839" y="47162"/>
                </a:cubicBezTo>
                <a:cubicBezTo>
                  <a:pt x="277224" y="49422"/>
                  <a:pt x="276024" y="52098"/>
                  <a:pt x="275240" y="55192"/>
                </a:cubicBezTo>
                <a:cubicBezTo>
                  <a:pt x="274456" y="58283"/>
                  <a:pt x="274064" y="61662"/>
                  <a:pt x="274064" y="65326"/>
                </a:cubicBezTo>
                <a:cubicBezTo>
                  <a:pt x="274064" y="68847"/>
                  <a:pt x="274385" y="72154"/>
                  <a:pt x="275026" y="75247"/>
                </a:cubicBezTo>
                <a:cubicBezTo>
                  <a:pt x="275668" y="78341"/>
                  <a:pt x="276737" y="81041"/>
                  <a:pt x="278234" y="83349"/>
                </a:cubicBezTo>
                <a:cubicBezTo>
                  <a:pt x="279730" y="85656"/>
                  <a:pt x="281738" y="87489"/>
                  <a:pt x="284257" y="88846"/>
                </a:cubicBezTo>
                <a:cubicBezTo>
                  <a:pt x="286775" y="90202"/>
                  <a:pt x="289911" y="90880"/>
                  <a:pt x="293665" y="90880"/>
                </a:cubicBezTo>
                <a:cubicBezTo>
                  <a:pt x="297087" y="90880"/>
                  <a:pt x="300057" y="90261"/>
                  <a:pt x="302575" y="89024"/>
                </a:cubicBezTo>
                <a:cubicBezTo>
                  <a:pt x="305094" y="87787"/>
                  <a:pt x="307161" y="86051"/>
                  <a:pt x="308776" y="83814"/>
                </a:cubicBezTo>
                <a:cubicBezTo>
                  <a:pt x="310392" y="81576"/>
                  <a:pt x="311580" y="78912"/>
                  <a:pt x="312340" y="75820"/>
                </a:cubicBezTo>
                <a:cubicBezTo>
                  <a:pt x="313100" y="72727"/>
                  <a:pt x="313481" y="69324"/>
                  <a:pt x="313481" y="65612"/>
                </a:cubicBezTo>
                <a:close/>
                <a:moveTo>
                  <a:pt x="391815" y="33287"/>
                </a:moveTo>
                <a:cubicBezTo>
                  <a:pt x="391815" y="33477"/>
                  <a:pt x="391803" y="33679"/>
                  <a:pt x="391780" y="33893"/>
                </a:cubicBezTo>
                <a:cubicBezTo>
                  <a:pt x="391756" y="34107"/>
                  <a:pt x="391720" y="34332"/>
                  <a:pt x="391673" y="34570"/>
                </a:cubicBezTo>
                <a:cubicBezTo>
                  <a:pt x="391625" y="34808"/>
                  <a:pt x="391566" y="35069"/>
                  <a:pt x="391495" y="35354"/>
                </a:cubicBezTo>
                <a:cubicBezTo>
                  <a:pt x="391423" y="35639"/>
                  <a:pt x="391340" y="35948"/>
                  <a:pt x="391245" y="36281"/>
                </a:cubicBezTo>
                <a:lnTo>
                  <a:pt x="369363" y="97223"/>
                </a:lnTo>
                <a:cubicBezTo>
                  <a:pt x="369173" y="97746"/>
                  <a:pt x="368923" y="98174"/>
                  <a:pt x="368614" y="98506"/>
                </a:cubicBezTo>
                <a:cubicBezTo>
                  <a:pt x="368305" y="98839"/>
                  <a:pt x="367842" y="99100"/>
                  <a:pt x="367224" y="99290"/>
                </a:cubicBezTo>
                <a:cubicBezTo>
                  <a:pt x="366607" y="99481"/>
                  <a:pt x="365823" y="99611"/>
                  <a:pt x="364872" y="99683"/>
                </a:cubicBezTo>
                <a:cubicBezTo>
                  <a:pt x="363922" y="99754"/>
                  <a:pt x="362734" y="99789"/>
                  <a:pt x="361308" y="99789"/>
                </a:cubicBezTo>
                <a:cubicBezTo>
                  <a:pt x="359883" y="99789"/>
                  <a:pt x="358695" y="99742"/>
                  <a:pt x="357744" y="99647"/>
                </a:cubicBezTo>
                <a:cubicBezTo>
                  <a:pt x="356794" y="99552"/>
                  <a:pt x="356022" y="99409"/>
                  <a:pt x="355428" y="99219"/>
                </a:cubicBezTo>
                <a:cubicBezTo>
                  <a:pt x="354834" y="99029"/>
                  <a:pt x="354370" y="98768"/>
                  <a:pt x="354038" y="98435"/>
                </a:cubicBezTo>
                <a:cubicBezTo>
                  <a:pt x="353705" y="98103"/>
                  <a:pt x="353444" y="97699"/>
                  <a:pt x="353254" y="97223"/>
                </a:cubicBezTo>
                <a:lnTo>
                  <a:pt x="331443" y="36281"/>
                </a:lnTo>
                <a:cubicBezTo>
                  <a:pt x="331253" y="35710"/>
                  <a:pt x="331098" y="35211"/>
                  <a:pt x="330979" y="34784"/>
                </a:cubicBezTo>
                <a:cubicBezTo>
                  <a:pt x="330861" y="34356"/>
                  <a:pt x="330789" y="34035"/>
                  <a:pt x="330766" y="33821"/>
                </a:cubicBezTo>
                <a:cubicBezTo>
                  <a:pt x="330742" y="33608"/>
                  <a:pt x="330730" y="33429"/>
                  <a:pt x="330730" y="33287"/>
                </a:cubicBezTo>
                <a:cubicBezTo>
                  <a:pt x="330730" y="32907"/>
                  <a:pt x="330825" y="32574"/>
                  <a:pt x="331015" y="32289"/>
                </a:cubicBezTo>
                <a:cubicBezTo>
                  <a:pt x="331205" y="32004"/>
                  <a:pt x="331526" y="31778"/>
                  <a:pt x="331977" y="31612"/>
                </a:cubicBezTo>
                <a:cubicBezTo>
                  <a:pt x="332429" y="31446"/>
                  <a:pt x="333023" y="31339"/>
                  <a:pt x="333759" y="31291"/>
                </a:cubicBezTo>
                <a:cubicBezTo>
                  <a:pt x="334496" y="31244"/>
                  <a:pt x="335410" y="31220"/>
                  <a:pt x="336503" y="31220"/>
                </a:cubicBezTo>
                <a:cubicBezTo>
                  <a:pt x="337881" y="31220"/>
                  <a:pt x="338986" y="31255"/>
                  <a:pt x="339818" y="31327"/>
                </a:cubicBezTo>
                <a:cubicBezTo>
                  <a:pt x="340649" y="31398"/>
                  <a:pt x="341291" y="31529"/>
                  <a:pt x="341742" y="31719"/>
                </a:cubicBezTo>
                <a:cubicBezTo>
                  <a:pt x="342194" y="31909"/>
                  <a:pt x="342526" y="32146"/>
                  <a:pt x="342740" y="32432"/>
                </a:cubicBezTo>
                <a:cubicBezTo>
                  <a:pt x="342954" y="32717"/>
                  <a:pt x="343156" y="33073"/>
                  <a:pt x="343346" y="33501"/>
                </a:cubicBezTo>
                <a:lnTo>
                  <a:pt x="361451" y="86389"/>
                </a:lnTo>
                <a:lnTo>
                  <a:pt x="361736" y="87244"/>
                </a:lnTo>
                <a:lnTo>
                  <a:pt x="361950" y="86389"/>
                </a:lnTo>
                <a:lnTo>
                  <a:pt x="379841" y="33501"/>
                </a:lnTo>
                <a:cubicBezTo>
                  <a:pt x="379936" y="33073"/>
                  <a:pt x="380102" y="32717"/>
                  <a:pt x="380339" y="32432"/>
                </a:cubicBezTo>
                <a:cubicBezTo>
                  <a:pt x="380577" y="32146"/>
                  <a:pt x="380922" y="31909"/>
                  <a:pt x="381373" y="31719"/>
                </a:cubicBezTo>
                <a:cubicBezTo>
                  <a:pt x="381824" y="31529"/>
                  <a:pt x="382442" y="31398"/>
                  <a:pt x="383226" y="31327"/>
                </a:cubicBezTo>
                <a:cubicBezTo>
                  <a:pt x="384010" y="31255"/>
                  <a:pt x="385044" y="31220"/>
                  <a:pt x="386327" y="31220"/>
                </a:cubicBezTo>
                <a:cubicBezTo>
                  <a:pt x="387420" y="31220"/>
                  <a:pt x="388323" y="31244"/>
                  <a:pt x="389035" y="31291"/>
                </a:cubicBezTo>
                <a:cubicBezTo>
                  <a:pt x="389748" y="31339"/>
                  <a:pt x="390307" y="31457"/>
                  <a:pt x="390710" y="31648"/>
                </a:cubicBezTo>
                <a:cubicBezTo>
                  <a:pt x="391114" y="31838"/>
                  <a:pt x="391399" y="32063"/>
                  <a:pt x="391566" y="32325"/>
                </a:cubicBezTo>
                <a:cubicBezTo>
                  <a:pt x="391732" y="32586"/>
                  <a:pt x="391815" y="32907"/>
                  <a:pt x="391815" y="33287"/>
                </a:cubicBezTo>
                <a:close/>
                <a:moveTo>
                  <a:pt x="460665" y="62725"/>
                </a:moveTo>
                <a:cubicBezTo>
                  <a:pt x="460665" y="64578"/>
                  <a:pt x="460202" y="65897"/>
                  <a:pt x="459275" y="66681"/>
                </a:cubicBezTo>
                <a:cubicBezTo>
                  <a:pt x="458348" y="67465"/>
                  <a:pt x="457291" y="67857"/>
                  <a:pt x="456103" y="67857"/>
                </a:cubicBezTo>
                <a:lnTo>
                  <a:pt x="414049" y="67857"/>
                </a:lnTo>
                <a:cubicBezTo>
                  <a:pt x="414049" y="71431"/>
                  <a:pt x="414405" y="74648"/>
                  <a:pt x="415118" y="77508"/>
                </a:cubicBezTo>
                <a:cubicBezTo>
                  <a:pt x="415831" y="80368"/>
                  <a:pt x="417019" y="82823"/>
                  <a:pt x="418682" y="84872"/>
                </a:cubicBezTo>
                <a:cubicBezTo>
                  <a:pt x="420345" y="86921"/>
                  <a:pt x="422507" y="88495"/>
                  <a:pt x="425168" y="89592"/>
                </a:cubicBezTo>
                <a:cubicBezTo>
                  <a:pt x="427829" y="90688"/>
                  <a:pt x="431084" y="91236"/>
                  <a:pt x="434933" y="91236"/>
                </a:cubicBezTo>
                <a:cubicBezTo>
                  <a:pt x="437975" y="91236"/>
                  <a:pt x="440683" y="90987"/>
                  <a:pt x="443059" y="90488"/>
                </a:cubicBezTo>
                <a:cubicBezTo>
                  <a:pt x="445435" y="89989"/>
                  <a:pt x="447490" y="89430"/>
                  <a:pt x="449225" y="88813"/>
                </a:cubicBezTo>
                <a:cubicBezTo>
                  <a:pt x="450959" y="88195"/>
                  <a:pt x="452385" y="87636"/>
                  <a:pt x="453501" y="87138"/>
                </a:cubicBezTo>
                <a:cubicBezTo>
                  <a:pt x="454618" y="86639"/>
                  <a:pt x="455462" y="86389"/>
                  <a:pt x="456032" y="86389"/>
                </a:cubicBezTo>
                <a:cubicBezTo>
                  <a:pt x="456364" y="86389"/>
                  <a:pt x="456661" y="86472"/>
                  <a:pt x="456923" y="86639"/>
                </a:cubicBezTo>
                <a:cubicBezTo>
                  <a:pt x="457184" y="86805"/>
                  <a:pt x="457386" y="87054"/>
                  <a:pt x="457529" y="87387"/>
                </a:cubicBezTo>
                <a:cubicBezTo>
                  <a:pt x="457671" y="87720"/>
                  <a:pt x="457778" y="88183"/>
                  <a:pt x="457849" y="88777"/>
                </a:cubicBezTo>
                <a:cubicBezTo>
                  <a:pt x="457921" y="89371"/>
                  <a:pt x="457956" y="90096"/>
                  <a:pt x="457956" y="90951"/>
                </a:cubicBezTo>
                <a:cubicBezTo>
                  <a:pt x="457956" y="91569"/>
                  <a:pt x="457932" y="92103"/>
                  <a:pt x="457885" y="92555"/>
                </a:cubicBezTo>
                <a:cubicBezTo>
                  <a:pt x="457837" y="93006"/>
                  <a:pt x="457778" y="93410"/>
                  <a:pt x="457707" y="93766"/>
                </a:cubicBezTo>
                <a:cubicBezTo>
                  <a:pt x="457635" y="94123"/>
                  <a:pt x="457517" y="94444"/>
                  <a:pt x="457350" y="94729"/>
                </a:cubicBezTo>
                <a:cubicBezTo>
                  <a:pt x="457184" y="95014"/>
                  <a:pt x="456970" y="95287"/>
                  <a:pt x="456709" y="95548"/>
                </a:cubicBezTo>
                <a:cubicBezTo>
                  <a:pt x="456448" y="95810"/>
                  <a:pt x="455675" y="96237"/>
                  <a:pt x="454392" y="96831"/>
                </a:cubicBezTo>
                <a:cubicBezTo>
                  <a:pt x="453109" y="97425"/>
                  <a:pt x="451446" y="98007"/>
                  <a:pt x="449403" y="98578"/>
                </a:cubicBezTo>
                <a:cubicBezTo>
                  <a:pt x="447360" y="99148"/>
                  <a:pt x="444996" y="99659"/>
                  <a:pt x="442311" y="100110"/>
                </a:cubicBezTo>
                <a:cubicBezTo>
                  <a:pt x="439626" y="100562"/>
                  <a:pt x="436763" y="100787"/>
                  <a:pt x="433722" y="100787"/>
                </a:cubicBezTo>
                <a:cubicBezTo>
                  <a:pt x="428447" y="100787"/>
                  <a:pt x="423826" y="100050"/>
                  <a:pt x="419858" y="98575"/>
                </a:cubicBezTo>
                <a:cubicBezTo>
                  <a:pt x="415890" y="97101"/>
                  <a:pt x="412552" y="94913"/>
                  <a:pt x="409843" y="92011"/>
                </a:cubicBezTo>
                <a:cubicBezTo>
                  <a:pt x="407135" y="89110"/>
                  <a:pt x="405092" y="85471"/>
                  <a:pt x="403714" y="81095"/>
                </a:cubicBezTo>
                <a:cubicBezTo>
                  <a:pt x="402336" y="76718"/>
                  <a:pt x="401647" y="71629"/>
                  <a:pt x="401647" y="65825"/>
                </a:cubicBezTo>
                <a:cubicBezTo>
                  <a:pt x="401647" y="60307"/>
                  <a:pt x="402359" y="55348"/>
                  <a:pt x="403785" y="50948"/>
                </a:cubicBezTo>
                <a:cubicBezTo>
                  <a:pt x="405210" y="46548"/>
                  <a:pt x="407266" y="42814"/>
                  <a:pt x="409950" y="39746"/>
                </a:cubicBezTo>
                <a:cubicBezTo>
                  <a:pt x="412635" y="36679"/>
                  <a:pt x="415878" y="34324"/>
                  <a:pt x="419680" y="32683"/>
                </a:cubicBezTo>
                <a:cubicBezTo>
                  <a:pt x="423481" y="31042"/>
                  <a:pt x="427734" y="30222"/>
                  <a:pt x="432439" y="30222"/>
                </a:cubicBezTo>
                <a:cubicBezTo>
                  <a:pt x="437476" y="30222"/>
                  <a:pt x="441764" y="31030"/>
                  <a:pt x="445304" y="32645"/>
                </a:cubicBezTo>
                <a:cubicBezTo>
                  <a:pt x="448845" y="34261"/>
                  <a:pt x="451755" y="36435"/>
                  <a:pt x="454036" y="39167"/>
                </a:cubicBezTo>
                <a:cubicBezTo>
                  <a:pt x="456317" y="41900"/>
                  <a:pt x="457992" y="45107"/>
                  <a:pt x="459061" y="48790"/>
                </a:cubicBezTo>
                <a:cubicBezTo>
                  <a:pt x="460130" y="52473"/>
                  <a:pt x="460665" y="56405"/>
                  <a:pt x="460665" y="60586"/>
                </a:cubicBezTo>
                <a:lnTo>
                  <a:pt x="460665" y="62725"/>
                </a:lnTo>
                <a:moveTo>
                  <a:pt x="448833" y="59232"/>
                </a:moveTo>
                <a:cubicBezTo>
                  <a:pt x="448975" y="53055"/>
                  <a:pt x="447609" y="48208"/>
                  <a:pt x="444734" y="44691"/>
                </a:cubicBezTo>
                <a:cubicBezTo>
                  <a:pt x="441859" y="41175"/>
                  <a:pt x="437594" y="39417"/>
                  <a:pt x="431940" y="39417"/>
                </a:cubicBezTo>
                <a:cubicBezTo>
                  <a:pt x="429041" y="39417"/>
                  <a:pt x="426499" y="39963"/>
                  <a:pt x="424313" y="41056"/>
                </a:cubicBezTo>
                <a:cubicBezTo>
                  <a:pt x="422127" y="42149"/>
                  <a:pt x="420298" y="43598"/>
                  <a:pt x="418825" y="45404"/>
                </a:cubicBezTo>
                <a:cubicBezTo>
                  <a:pt x="417351" y="47210"/>
                  <a:pt x="416211" y="49313"/>
                  <a:pt x="415403" y="51712"/>
                </a:cubicBezTo>
                <a:cubicBezTo>
                  <a:pt x="414595" y="54112"/>
                  <a:pt x="414144" y="56619"/>
                  <a:pt x="414049" y="59232"/>
                </a:cubicBezTo>
                <a:lnTo>
                  <a:pt x="448833" y="59232"/>
                </a:lnTo>
                <a:close/>
                <a:moveTo>
                  <a:pt x="564231" y="97580"/>
                </a:moveTo>
                <a:cubicBezTo>
                  <a:pt x="564231" y="97960"/>
                  <a:pt x="564148" y="98281"/>
                  <a:pt x="563982" y="98542"/>
                </a:cubicBezTo>
                <a:cubicBezTo>
                  <a:pt x="563815" y="98803"/>
                  <a:pt x="563518" y="99029"/>
                  <a:pt x="563091" y="99219"/>
                </a:cubicBezTo>
                <a:cubicBezTo>
                  <a:pt x="562663" y="99409"/>
                  <a:pt x="562105" y="99552"/>
                  <a:pt x="561416" y="99647"/>
                </a:cubicBezTo>
                <a:cubicBezTo>
                  <a:pt x="560726" y="99742"/>
                  <a:pt x="559883" y="99789"/>
                  <a:pt x="558885" y="99789"/>
                </a:cubicBezTo>
                <a:cubicBezTo>
                  <a:pt x="557792" y="99789"/>
                  <a:pt x="556901" y="99742"/>
                  <a:pt x="556212" y="99647"/>
                </a:cubicBezTo>
                <a:cubicBezTo>
                  <a:pt x="555523" y="99552"/>
                  <a:pt x="554977" y="99409"/>
                  <a:pt x="554573" y="99219"/>
                </a:cubicBezTo>
                <a:cubicBezTo>
                  <a:pt x="554169" y="99029"/>
                  <a:pt x="553896" y="98803"/>
                  <a:pt x="553753" y="98542"/>
                </a:cubicBezTo>
                <a:cubicBezTo>
                  <a:pt x="553611" y="98281"/>
                  <a:pt x="553539" y="97960"/>
                  <a:pt x="553539" y="97580"/>
                </a:cubicBezTo>
                <a:lnTo>
                  <a:pt x="553539" y="89098"/>
                </a:lnTo>
                <a:cubicBezTo>
                  <a:pt x="549880" y="93162"/>
                  <a:pt x="546269" y="96127"/>
                  <a:pt x="542705" y="97992"/>
                </a:cubicBezTo>
                <a:cubicBezTo>
                  <a:pt x="539141" y="99856"/>
                  <a:pt x="535530" y="100787"/>
                  <a:pt x="531871" y="100787"/>
                </a:cubicBezTo>
                <a:cubicBezTo>
                  <a:pt x="527594" y="100787"/>
                  <a:pt x="523994" y="100074"/>
                  <a:pt x="521072" y="98647"/>
                </a:cubicBezTo>
                <a:cubicBezTo>
                  <a:pt x="518150" y="97220"/>
                  <a:pt x="515786" y="95282"/>
                  <a:pt x="513980" y="92833"/>
                </a:cubicBezTo>
                <a:cubicBezTo>
                  <a:pt x="512174" y="90383"/>
                  <a:pt x="510879" y="87529"/>
                  <a:pt x="510095" y="84271"/>
                </a:cubicBezTo>
                <a:cubicBezTo>
                  <a:pt x="509311" y="81011"/>
                  <a:pt x="508919" y="77051"/>
                  <a:pt x="508919" y="72390"/>
                </a:cubicBezTo>
                <a:lnTo>
                  <a:pt x="508919" y="33432"/>
                </a:lnTo>
                <a:cubicBezTo>
                  <a:pt x="508919" y="33052"/>
                  <a:pt x="509002" y="32731"/>
                  <a:pt x="509169" y="32469"/>
                </a:cubicBezTo>
                <a:cubicBezTo>
                  <a:pt x="509335" y="32207"/>
                  <a:pt x="509656" y="31968"/>
                  <a:pt x="510131" y="31754"/>
                </a:cubicBezTo>
                <a:cubicBezTo>
                  <a:pt x="510606" y="31541"/>
                  <a:pt x="511224" y="31398"/>
                  <a:pt x="511984" y="31327"/>
                </a:cubicBezTo>
                <a:cubicBezTo>
                  <a:pt x="512744" y="31255"/>
                  <a:pt x="513695" y="31220"/>
                  <a:pt x="514835" y="31220"/>
                </a:cubicBezTo>
                <a:cubicBezTo>
                  <a:pt x="515976" y="31220"/>
                  <a:pt x="516926" y="31255"/>
                  <a:pt x="517686" y="31327"/>
                </a:cubicBezTo>
                <a:cubicBezTo>
                  <a:pt x="518447" y="31398"/>
                  <a:pt x="519053" y="31541"/>
                  <a:pt x="519504" y="31754"/>
                </a:cubicBezTo>
                <a:cubicBezTo>
                  <a:pt x="519955" y="31968"/>
                  <a:pt x="520276" y="32207"/>
                  <a:pt x="520466" y="32469"/>
                </a:cubicBezTo>
                <a:cubicBezTo>
                  <a:pt x="520656" y="32731"/>
                  <a:pt x="520751" y="33052"/>
                  <a:pt x="520751" y="33432"/>
                </a:cubicBezTo>
                <a:lnTo>
                  <a:pt x="520751" y="70826"/>
                </a:lnTo>
                <a:cubicBezTo>
                  <a:pt x="520751" y="74584"/>
                  <a:pt x="521025" y="77594"/>
                  <a:pt x="521571" y="79854"/>
                </a:cubicBezTo>
                <a:cubicBezTo>
                  <a:pt x="522117" y="82114"/>
                  <a:pt x="522949" y="84041"/>
                  <a:pt x="524066" y="85636"/>
                </a:cubicBezTo>
                <a:cubicBezTo>
                  <a:pt x="525182" y="87230"/>
                  <a:pt x="526596" y="88467"/>
                  <a:pt x="528307" y="89347"/>
                </a:cubicBezTo>
                <a:cubicBezTo>
                  <a:pt x="530017" y="90226"/>
                  <a:pt x="532013" y="90666"/>
                  <a:pt x="534294" y="90666"/>
                </a:cubicBezTo>
                <a:cubicBezTo>
                  <a:pt x="537240" y="90666"/>
                  <a:pt x="540175" y="89614"/>
                  <a:pt x="543097" y="87512"/>
                </a:cubicBezTo>
                <a:cubicBezTo>
                  <a:pt x="546019" y="85409"/>
                  <a:pt x="549120" y="82326"/>
                  <a:pt x="552399" y="78263"/>
                </a:cubicBezTo>
                <a:lnTo>
                  <a:pt x="552399" y="33429"/>
                </a:lnTo>
                <a:cubicBezTo>
                  <a:pt x="552399" y="33049"/>
                  <a:pt x="552482" y="32729"/>
                  <a:pt x="552648" y="32467"/>
                </a:cubicBezTo>
                <a:cubicBezTo>
                  <a:pt x="552815" y="32206"/>
                  <a:pt x="553135" y="31968"/>
                  <a:pt x="553611" y="31754"/>
                </a:cubicBezTo>
                <a:cubicBezTo>
                  <a:pt x="554086" y="31541"/>
                  <a:pt x="554692" y="31398"/>
                  <a:pt x="555428" y="31327"/>
                </a:cubicBezTo>
                <a:cubicBezTo>
                  <a:pt x="556165" y="31255"/>
                  <a:pt x="557127" y="31220"/>
                  <a:pt x="558315" y="31220"/>
                </a:cubicBezTo>
                <a:cubicBezTo>
                  <a:pt x="559455" y="31220"/>
                  <a:pt x="560406" y="31255"/>
                  <a:pt x="561166" y="31327"/>
                </a:cubicBezTo>
                <a:cubicBezTo>
                  <a:pt x="561926" y="31398"/>
                  <a:pt x="562520" y="31541"/>
                  <a:pt x="562948" y="31754"/>
                </a:cubicBezTo>
                <a:cubicBezTo>
                  <a:pt x="563376" y="31968"/>
                  <a:pt x="563696" y="32206"/>
                  <a:pt x="563910" y="32467"/>
                </a:cubicBezTo>
                <a:cubicBezTo>
                  <a:pt x="564124" y="32729"/>
                  <a:pt x="564231" y="33049"/>
                  <a:pt x="564231" y="33429"/>
                </a:cubicBezTo>
                <a:lnTo>
                  <a:pt x="564231" y="97580"/>
                </a:lnTo>
                <a:close/>
                <a:moveTo>
                  <a:pt x="643490" y="97580"/>
                </a:moveTo>
                <a:cubicBezTo>
                  <a:pt x="643490" y="97960"/>
                  <a:pt x="643395" y="98281"/>
                  <a:pt x="643205" y="98542"/>
                </a:cubicBezTo>
                <a:cubicBezTo>
                  <a:pt x="643015" y="98803"/>
                  <a:pt x="642706" y="99029"/>
                  <a:pt x="642278" y="99219"/>
                </a:cubicBezTo>
                <a:cubicBezTo>
                  <a:pt x="641850" y="99409"/>
                  <a:pt x="641256" y="99552"/>
                  <a:pt x="640496" y="99647"/>
                </a:cubicBezTo>
                <a:cubicBezTo>
                  <a:pt x="639736" y="99742"/>
                  <a:pt x="638785" y="99789"/>
                  <a:pt x="637645" y="99789"/>
                </a:cubicBezTo>
                <a:cubicBezTo>
                  <a:pt x="636457" y="99789"/>
                  <a:pt x="635483" y="99742"/>
                  <a:pt x="634722" y="99647"/>
                </a:cubicBezTo>
                <a:cubicBezTo>
                  <a:pt x="633962" y="99552"/>
                  <a:pt x="633368" y="99409"/>
                  <a:pt x="632941" y="99219"/>
                </a:cubicBezTo>
                <a:cubicBezTo>
                  <a:pt x="632513" y="99029"/>
                  <a:pt x="632204" y="98803"/>
                  <a:pt x="632014" y="98542"/>
                </a:cubicBezTo>
                <a:cubicBezTo>
                  <a:pt x="631824" y="98281"/>
                  <a:pt x="631729" y="97960"/>
                  <a:pt x="631729" y="97580"/>
                </a:cubicBezTo>
                <a:lnTo>
                  <a:pt x="631729" y="60016"/>
                </a:lnTo>
                <a:cubicBezTo>
                  <a:pt x="631729" y="56357"/>
                  <a:pt x="631444" y="53411"/>
                  <a:pt x="630873" y="51178"/>
                </a:cubicBezTo>
                <a:cubicBezTo>
                  <a:pt x="630303" y="48944"/>
                  <a:pt x="629472" y="47020"/>
                  <a:pt x="628379" y="45404"/>
                </a:cubicBezTo>
                <a:cubicBezTo>
                  <a:pt x="627286" y="43789"/>
                  <a:pt x="625872" y="42553"/>
                  <a:pt x="624138" y="41698"/>
                </a:cubicBezTo>
                <a:cubicBezTo>
                  <a:pt x="622403" y="40842"/>
                  <a:pt x="620396" y="40415"/>
                  <a:pt x="618115" y="40415"/>
                </a:cubicBezTo>
                <a:cubicBezTo>
                  <a:pt x="615169" y="40415"/>
                  <a:pt x="612222" y="41460"/>
                  <a:pt x="609276" y="43551"/>
                </a:cubicBezTo>
                <a:cubicBezTo>
                  <a:pt x="606330" y="45642"/>
                  <a:pt x="603241" y="48707"/>
                  <a:pt x="600010" y="52746"/>
                </a:cubicBezTo>
                <a:lnTo>
                  <a:pt x="600010" y="97580"/>
                </a:lnTo>
                <a:cubicBezTo>
                  <a:pt x="600010" y="97960"/>
                  <a:pt x="599915" y="98281"/>
                  <a:pt x="599725" y="98542"/>
                </a:cubicBezTo>
                <a:cubicBezTo>
                  <a:pt x="599535" y="98803"/>
                  <a:pt x="599226" y="99029"/>
                  <a:pt x="598798" y="99219"/>
                </a:cubicBezTo>
                <a:cubicBezTo>
                  <a:pt x="598371" y="99409"/>
                  <a:pt x="597777" y="99552"/>
                  <a:pt x="597016" y="99647"/>
                </a:cubicBezTo>
                <a:cubicBezTo>
                  <a:pt x="596256" y="99742"/>
                  <a:pt x="595282" y="99789"/>
                  <a:pt x="594094" y="99789"/>
                </a:cubicBezTo>
                <a:cubicBezTo>
                  <a:pt x="592953" y="99789"/>
                  <a:pt x="592003" y="99742"/>
                  <a:pt x="591243" y="99647"/>
                </a:cubicBezTo>
                <a:cubicBezTo>
                  <a:pt x="590483" y="99552"/>
                  <a:pt x="589877" y="99409"/>
                  <a:pt x="589425" y="99219"/>
                </a:cubicBezTo>
                <a:cubicBezTo>
                  <a:pt x="588974" y="99029"/>
                  <a:pt x="588665" y="98803"/>
                  <a:pt x="588499" y="98542"/>
                </a:cubicBezTo>
                <a:cubicBezTo>
                  <a:pt x="588332" y="98281"/>
                  <a:pt x="588249" y="97960"/>
                  <a:pt x="588249" y="97580"/>
                </a:cubicBezTo>
                <a:lnTo>
                  <a:pt x="588249" y="33429"/>
                </a:lnTo>
                <a:cubicBezTo>
                  <a:pt x="588249" y="33049"/>
                  <a:pt x="588320" y="32729"/>
                  <a:pt x="588463" y="32467"/>
                </a:cubicBezTo>
                <a:cubicBezTo>
                  <a:pt x="588606" y="32206"/>
                  <a:pt x="588891" y="31968"/>
                  <a:pt x="589318" y="31754"/>
                </a:cubicBezTo>
                <a:cubicBezTo>
                  <a:pt x="589746" y="31541"/>
                  <a:pt x="590292" y="31398"/>
                  <a:pt x="590958" y="31327"/>
                </a:cubicBezTo>
                <a:cubicBezTo>
                  <a:pt x="591623" y="31255"/>
                  <a:pt x="592502" y="31220"/>
                  <a:pt x="593595" y="31220"/>
                </a:cubicBezTo>
                <a:cubicBezTo>
                  <a:pt x="594640" y="31220"/>
                  <a:pt x="595508" y="31255"/>
                  <a:pt x="596197" y="31327"/>
                </a:cubicBezTo>
                <a:cubicBezTo>
                  <a:pt x="596886" y="31398"/>
                  <a:pt x="597420" y="31541"/>
                  <a:pt x="597800" y="31754"/>
                </a:cubicBezTo>
                <a:cubicBezTo>
                  <a:pt x="598181" y="31968"/>
                  <a:pt x="598454" y="32206"/>
                  <a:pt x="598620" y="32467"/>
                </a:cubicBezTo>
                <a:cubicBezTo>
                  <a:pt x="598786" y="32729"/>
                  <a:pt x="598870" y="33049"/>
                  <a:pt x="598870" y="33429"/>
                </a:cubicBezTo>
                <a:lnTo>
                  <a:pt x="598870" y="41912"/>
                </a:lnTo>
                <a:cubicBezTo>
                  <a:pt x="602481" y="37872"/>
                  <a:pt x="606081" y="34914"/>
                  <a:pt x="609668" y="33037"/>
                </a:cubicBezTo>
                <a:cubicBezTo>
                  <a:pt x="613256" y="31160"/>
                  <a:pt x="616879" y="30222"/>
                  <a:pt x="620538" y="30222"/>
                </a:cubicBezTo>
                <a:cubicBezTo>
                  <a:pt x="624815" y="30222"/>
                  <a:pt x="628414" y="30947"/>
                  <a:pt x="631337" y="32396"/>
                </a:cubicBezTo>
                <a:cubicBezTo>
                  <a:pt x="634259" y="33845"/>
                  <a:pt x="636623" y="35782"/>
                  <a:pt x="638429" y="38205"/>
                </a:cubicBezTo>
                <a:cubicBezTo>
                  <a:pt x="640235" y="40629"/>
                  <a:pt x="641530" y="43468"/>
                  <a:pt x="642314" y="46723"/>
                </a:cubicBezTo>
                <a:cubicBezTo>
                  <a:pt x="643098" y="49978"/>
                  <a:pt x="643490" y="53886"/>
                  <a:pt x="643490" y="58448"/>
                </a:cubicBezTo>
                <a:lnTo>
                  <a:pt x="643490" y="97580"/>
                </a:lnTo>
                <a:close/>
                <a:moveTo>
                  <a:pt x="707494" y="80168"/>
                </a:moveTo>
                <a:cubicBezTo>
                  <a:pt x="707494" y="83450"/>
                  <a:pt x="706888" y="86375"/>
                  <a:pt x="705677" y="88944"/>
                </a:cubicBezTo>
                <a:cubicBezTo>
                  <a:pt x="704465" y="91512"/>
                  <a:pt x="702742" y="93676"/>
                  <a:pt x="700509" y="95437"/>
                </a:cubicBezTo>
                <a:cubicBezTo>
                  <a:pt x="698276" y="97197"/>
                  <a:pt x="695615" y="98528"/>
                  <a:pt x="692526" y="99431"/>
                </a:cubicBezTo>
                <a:cubicBezTo>
                  <a:pt x="689437" y="100335"/>
                  <a:pt x="686040" y="100787"/>
                  <a:pt x="682333" y="100787"/>
                </a:cubicBezTo>
                <a:cubicBezTo>
                  <a:pt x="680052" y="100787"/>
                  <a:pt x="677878" y="100609"/>
                  <a:pt x="675811" y="100253"/>
                </a:cubicBezTo>
                <a:cubicBezTo>
                  <a:pt x="673744" y="99896"/>
                  <a:pt x="671891" y="99445"/>
                  <a:pt x="670251" y="98898"/>
                </a:cubicBezTo>
                <a:cubicBezTo>
                  <a:pt x="668612" y="98352"/>
                  <a:pt x="667222" y="97782"/>
                  <a:pt x="666082" y="97188"/>
                </a:cubicBezTo>
                <a:cubicBezTo>
                  <a:pt x="664941" y="96594"/>
                  <a:pt x="664110" y="96059"/>
                  <a:pt x="663587" y="95584"/>
                </a:cubicBezTo>
                <a:cubicBezTo>
                  <a:pt x="663064" y="95109"/>
                  <a:pt x="662684" y="94444"/>
                  <a:pt x="662446" y="93588"/>
                </a:cubicBezTo>
                <a:cubicBezTo>
                  <a:pt x="662209" y="92733"/>
                  <a:pt x="662090" y="91569"/>
                  <a:pt x="662090" y="90096"/>
                </a:cubicBezTo>
                <a:cubicBezTo>
                  <a:pt x="662090" y="89193"/>
                  <a:pt x="662138" y="88432"/>
                  <a:pt x="662233" y="87815"/>
                </a:cubicBezTo>
                <a:cubicBezTo>
                  <a:pt x="662328" y="87197"/>
                  <a:pt x="662446" y="86698"/>
                  <a:pt x="662589" y="86318"/>
                </a:cubicBezTo>
                <a:cubicBezTo>
                  <a:pt x="662732" y="85938"/>
                  <a:pt x="662934" y="85664"/>
                  <a:pt x="663195" y="85498"/>
                </a:cubicBezTo>
                <a:cubicBezTo>
                  <a:pt x="663456" y="85332"/>
                  <a:pt x="663753" y="85249"/>
                  <a:pt x="664086" y="85249"/>
                </a:cubicBezTo>
                <a:cubicBezTo>
                  <a:pt x="664609" y="85249"/>
                  <a:pt x="665381" y="85569"/>
                  <a:pt x="666402" y="86211"/>
                </a:cubicBezTo>
                <a:cubicBezTo>
                  <a:pt x="667424" y="86852"/>
                  <a:pt x="668683" y="87553"/>
                  <a:pt x="670180" y="88314"/>
                </a:cubicBezTo>
                <a:cubicBezTo>
                  <a:pt x="671677" y="89074"/>
                  <a:pt x="673447" y="89775"/>
                  <a:pt x="675490" y="90416"/>
                </a:cubicBezTo>
                <a:cubicBezTo>
                  <a:pt x="677534" y="91058"/>
                  <a:pt x="679886" y="91379"/>
                  <a:pt x="682547" y="91379"/>
                </a:cubicBezTo>
                <a:cubicBezTo>
                  <a:pt x="684543" y="91379"/>
                  <a:pt x="686348" y="91165"/>
                  <a:pt x="687964" y="90737"/>
                </a:cubicBezTo>
                <a:cubicBezTo>
                  <a:pt x="689580" y="90308"/>
                  <a:pt x="690982" y="89677"/>
                  <a:pt x="692169" y="88844"/>
                </a:cubicBezTo>
                <a:cubicBezTo>
                  <a:pt x="693357" y="88011"/>
                  <a:pt x="694272" y="86951"/>
                  <a:pt x="694914" y="85665"/>
                </a:cubicBezTo>
                <a:cubicBezTo>
                  <a:pt x="695555" y="84379"/>
                  <a:pt x="695876" y="82856"/>
                  <a:pt x="695876" y="81095"/>
                </a:cubicBezTo>
                <a:cubicBezTo>
                  <a:pt x="695876" y="79287"/>
                  <a:pt x="695413" y="77765"/>
                  <a:pt x="694486" y="76528"/>
                </a:cubicBezTo>
                <a:cubicBezTo>
                  <a:pt x="693559" y="75291"/>
                  <a:pt x="692336" y="74198"/>
                  <a:pt x="690815" y="73247"/>
                </a:cubicBezTo>
                <a:cubicBezTo>
                  <a:pt x="689295" y="72295"/>
                  <a:pt x="687584" y="71451"/>
                  <a:pt x="685683" y="70715"/>
                </a:cubicBezTo>
                <a:cubicBezTo>
                  <a:pt x="683782" y="69977"/>
                  <a:pt x="681822" y="69204"/>
                  <a:pt x="679803" y="68396"/>
                </a:cubicBezTo>
                <a:cubicBezTo>
                  <a:pt x="677783" y="67587"/>
                  <a:pt x="675811" y="66670"/>
                  <a:pt x="673887" y="65647"/>
                </a:cubicBezTo>
                <a:cubicBezTo>
                  <a:pt x="671962" y="64624"/>
                  <a:pt x="670240" y="63375"/>
                  <a:pt x="668719" y="61901"/>
                </a:cubicBezTo>
                <a:cubicBezTo>
                  <a:pt x="667198" y="60426"/>
                  <a:pt x="665975" y="58666"/>
                  <a:pt x="665048" y="56622"/>
                </a:cubicBezTo>
                <a:cubicBezTo>
                  <a:pt x="664122" y="54577"/>
                  <a:pt x="663658" y="52127"/>
                  <a:pt x="663658" y="49273"/>
                </a:cubicBezTo>
                <a:cubicBezTo>
                  <a:pt x="663658" y="46752"/>
                  <a:pt x="664145" y="44338"/>
                  <a:pt x="665119" y="42032"/>
                </a:cubicBezTo>
                <a:cubicBezTo>
                  <a:pt x="666094" y="39724"/>
                  <a:pt x="667555" y="37702"/>
                  <a:pt x="669503" y="35967"/>
                </a:cubicBezTo>
                <a:cubicBezTo>
                  <a:pt x="671451" y="34229"/>
                  <a:pt x="673887" y="32838"/>
                  <a:pt x="676809" y="31792"/>
                </a:cubicBezTo>
                <a:cubicBezTo>
                  <a:pt x="679731" y="30745"/>
                  <a:pt x="683141" y="30222"/>
                  <a:pt x="687037" y="30222"/>
                </a:cubicBezTo>
                <a:cubicBezTo>
                  <a:pt x="688748" y="30222"/>
                  <a:pt x="690459" y="30367"/>
                  <a:pt x="692169" y="30656"/>
                </a:cubicBezTo>
                <a:cubicBezTo>
                  <a:pt x="693880" y="30946"/>
                  <a:pt x="695425" y="31307"/>
                  <a:pt x="696803" y="31741"/>
                </a:cubicBezTo>
                <a:cubicBezTo>
                  <a:pt x="698181" y="32175"/>
                  <a:pt x="699357" y="32645"/>
                  <a:pt x="700331" y="33151"/>
                </a:cubicBezTo>
                <a:cubicBezTo>
                  <a:pt x="701305" y="33657"/>
                  <a:pt x="702042" y="34104"/>
                  <a:pt x="702540" y="34490"/>
                </a:cubicBezTo>
                <a:cubicBezTo>
                  <a:pt x="703039" y="34876"/>
                  <a:pt x="703372" y="35211"/>
                  <a:pt x="703538" y="35497"/>
                </a:cubicBezTo>
                <a:cubicBezTo>
                  <a:pt x="703705" y="35782"/>
                  <a:pt x="703823" y="36102"/>
                  <a:pt x="703895" y="36459"/>
                </a:cubicBezTo>
                <a:cubicBezTo>
                  <a:pt x="703966" y="36815"/>
                  <a:pt x="704037" y="37255"/>
                  <a:pt x="704109" y="37777"/>
                </a:cubicBezTo>
                <a:cubicBezTo>
                  <a:pt x="704180" y="38300"/>
                  <a:pt x="704215" y="38942"/>
                  <a:pt x="704215" y="39702"/>
                </a:cubicBezTo>
                <a:cubicBezTo>
                  <a:pt x="704215" y="40510"/>
                  <a:pt x="704180" y="41211"/>
                  <a:pt x="704109" y="41805"/>
                </a:cubicBezTo>
                <a:cubicBezTo>
                  <a:pt x="704037" y="42399"/>
                  <a:pt x="703919" y="42886"/>
                  <a:pt x="703752" y="43266"/>
                </a:cubicBezTo>
                <a:cubicBezTo>
                  <a:pt x="703586" y="43646"/>
                  <a:pt x="703384" y="43919"/>
                  <a:pt x="703146" y="44086"/>
                </a:cubicBezTo>
                <a:cubicBezTo>
                  <a:pt x="702909" y="44252"/>
                  <a:pt x="702647" y="44335"/>
                  <a:pt x="702362" y="44335"/>
                </a:cubicBezTo>
                <a:cubicBezTo>
                  <a:pt x="701935" y="44335"/>
                  <a:pt x="701317" y="44070"/>
                  <a:pt x="700509" y="43540"/>
                </a:cubicBezTo>
                <a:cubicBezTo>
                  <a:pt x="699701" y="43010"/>
                  <a:pt x="698656" y="42443"/>
                  <a:pt x="697373" y="41840"/>
                </a:cubicBezTo>
                <a:cubicBezTo>
                  <a:pt x="696090" y="41237"/>
                  <a:pt x="694581" y="40671"/>
                  <a:pt x="692847" y="40141"/>
                </a:cubicBezTo>
                <a:cubicBezTo>
                  <a:pt x="691112" y="39611"/>
                  <a:pt x="689128" y="39346"/>
                  <a:pt x="686895" y="39346"/>
                </a:cubicBezTo>
                <a:cubicBezTo>
                  <a:pt x="684899" y="39346"/>
                  <a:pt x="683141" y="39572"/>
                  <a:pt x="681620" y="40025"/>
                </a:cubicBezTo>
                <a:cubicBezTo>
                  <a:pt x="680100" y="40476"/>
                  <a:pt x="678852" y="41119"/>
                  <a:pt x="677878" y="41952"/>
                </a:cubicBezTo>
                <a:cubicBezTo>
                  <a:pt x="676904" y="42785"/>
                  <a:pt x="676168" y="43773"/>
                  <a:pt x="675669" y="44916"/>
                </a:cubicBezTo>
                <a:cubicBezTo>
                  <a:pt x="675170" y="46058"/>
                  <a:pt x="674920" y="47296"/>
                  <a:pt x="674920" y="48630"/>
                </a:cubicBezTo>
                <a:cubicBezTo>
                  <a:pt x="674920" y="50484"/>
                  <a:pt x="675395" y="52042"/>
                  <a:pt x="676346" y="53303"/>
                </a:cubicBezTo>
                <a:cubicBezTo>
                  <a:pt x="677296" y="54563"/>
                  <a:pt x="678532" y="55670"/>
                  <a:pt x="680052" y="56622"/>
                </a:cubicBezTo>
                <a:cubicBezTo>
                  <a:pt x="681573" y="57572"/>
                  <a:pt x="683307" y="58428"/>
                  <a:pt x="685256" y="59190"/>
                </a:cubicBezTo>
                <a:cubicBezTo>
                  <a:pt x="687204" y="59950"/>
                  <a:pt x="689188" y="60735"/>
                  <a:pt x="691207" y="61544"/>
                </a:cubicBezTo>
                <a:cubicBezTo>
                  <a:pt x="693227" y="62352"/>
                  <a:pt x="695223" y="63256"/>
                  <a:pt x="697195" y="64255"/>
                </a:cubicBezTo>
                <a:cubicBezTo>
                  <a:pt x="699167" y="65254"/>
                  <a:pt x="700913" y="66468"/>
                  <a:pt x="702434" y="67895"/>
                </a:cubicBezTo>
                <a:cubicBezTo>
                  <a:pt x="703954" y="69322"/>
                  <a:pt x="705178" y="71035"/>
                  <a:pt x="706104" y="73033"/>
                </a:cubicBezTo>
                <a:cubicBezTo>
                  <a:pt x="707031" y="75031"/>
                  <a:pt x="707494" y="77409"/>
                  <a:pt x="707494" y="80168"/>
                </a:cubicBezTo>
                <a:close/>
                <a:moveTo>
                  <a:pt x="755322" y="92947"/>
                </a:moveTo>
                <a:cubicBezTo>
                  <a:pt x="755322" y="94325"/>
                  <a:pt x="755227" y="95418"/>
                  <a:pt x="755037" y="96226"/>
                </a:cubicBezTo>
                <a:cubicBezTo>
                  <a:pt x="754847" y="97033"/>
                  <a:pt x="754561" y="97627"/>
                  <a:pt x="754181" y="98007"/>
                </a:cubicBezTo>
                <a:cubicBezTo>
                  <a:pt x="753801" y="98388"/>
                  <a:pt x="753231" y="98744"/>
                  <a:pt x="752471" y="99077"/>
                </a:cubicBezTo>
                <a:cubicBezTo>
                  <a:pt x="751710" y="99409"/>
                  <a:pt x="750843" y="99683"/>
                  <a:pt x="749869" y="99896"/>
                </a:cubicBezTo>
                <a:cubicBezTo>
                  <a:pt x="748895" y="100110"/>
                  <a:pt x="747861" y="100288"/>
                  <a:pt x="746768" y="100431"/>
                </a:cubicBezTo>
                <a:cubicBezTo>
                  <a:pt x="745675" y="100573"/>
                  <a:pt x="744582" y="100645"/>
                  <a:pt x="743490" y="100645"/>
                </a:cubicBezTo>
                <a:cubicBezTo>
                  <a:pt x="740163" y="100645"/>
                  <a:pt x="737312" y="100204"/>
                  <a:pt x="734936" y="99324"/>
                </a:cubicBezTo>
                <a:cubicBezTo>
                  <a:pt x="732560" y="98442"/>
                  <a:pt x="730612" y="97108"/>
                  <a:pt x="729091" y="95321"/>
                </a:cubicBezTo>
                <a:cubicBezTo>
                  <a:pt x="727571" y="93535"/>
                  <a:pt x="726466" y="91272"/>
                  <a:pt x="725777" y="88534"/>
                </a:cubicBezTo>
                <a:cubicBezTo>
                  <a:pt x="725088" y="85796"/>
                  <a:pt x="724743" y="82569"/>
                  <a:pt x="724743" y="78854"/>
                </a:cubicBezTo>
                <a:lnTo>
                  <a:pt x="724743" y="41270"/>
                </a:lnTo>
                <a:lnTo>
                  <a:pt x="715762" y="41270"/>
                </a:lnTo>
                <a:cubicBezTo>
                  <a:pt x="715050" y="41270"/>
                  <a:pt x="714479" y="40890"/>
                  <a:pt x="714052" y="40130"/>
                </a:cubicBezTo>
                <a:cubicBezTo>
                  <a:pt x="713624" y="39369"/>
                  <a:pt x="713410" y="38134"/>
                  <a:pt x="713410" y="36423"/>
                </a:cubicBezTo>
                <a:cubicBezTo>
                  <a:pt x="713410" y="35520"/>
                  <a:pt x="713470" y="34760"/>
                  <a:pt x="713588" y="34142"/>
                </a:cubicBezTo>
                <a:cubicBezTo>
                  <a:pt x="713707" y="33524"/>
                  <a:pt x="713862" y="33014"/>
                  <a:pt x="714052" y="32610"/>
                </a:cubicBezTo>
                <a:cubicBezTo>
                  <a:pt x="714242" y="32206"/>
                  <a:pt x="714491" y="31921"/>
                  <a:pt x="714800" y="31754"/>
                </a:cubicBezTo>
                <a:cubicBezTo>
                  <a:pt x="715109" y="31588"/>
                  <a:pt x="715453" y="31505"/>
                  <a:pt x="715834" y="31505"/>
                </a:cubicBezTo>
                <a:lnTo>
                  <a:pt x="724743" y="31505"/>
                </a:lnTo>
                <a:lnTo>
                  <a:pt x="724743" y="16251"/>
                </a:lnTo>
                <a:cubicBezTo>
                  <a:pt x="724743" y="15919"/>
                  <a:pt x="724827" y="15610"/>
                  <a:pt x="724993" y="15325"/>
                </a:cubicBezTo>
                <a:cubicBezTo>
                  <a:pt x="725159" y="15040"/>
                  <a:pt x="725468" y="14790"/>
                  <a:pt x="725919" y="14576"/>
                </a:cubicBezTo>
                <a:cubicBezTo>
                  <a:pt x="726371" y="14363"/>
                  <a:pt x="726977" y="14208"/>
                  <a:pt x="727737" y="14113"/>
                </a:cubicBezTo>
                <a:cubicBezTo>
                  <a:pt x="728497" y="14018"/>
                  <a:pt x="729448" y="13971"/>
                  <a:pt x="730588" y="13971"/>
                </a:cubicBezTo>
                <a:cubicBezTo>
                  <a:pt x="731776" y="13971"/>
                  <a:pt x="732750" y="14018"/>
                  <a:pt x="733511" y="14113"/>
                </a:cubicBezTo>
                <a:cubicBezTo>
                  <a:pt x="734271" y="14208"/>
                  <a:pt x="734865" y="14363"/>
                  <a:pt x="735293" y="14576"/>
                </a:cubicBezTo>
                <a:cubicBezTo>
                  <a:pt x="735720" y="14790"/>
                  <a:pt x="736029" y="15040"/>
                  <a:pt x="736219" y="15325"/>
                </a:cubicBezTo>
                <a:cubicBezTo>
                  <a:pt x="736409" y="15610"/>
                  <a:pt x="736504" y="15919"/>
                  <a:pt x="736504" y="16251"/>
                </a:cubicBezTo>
                <a:lnTo>
                  <a:pt x="736504" y="31505"/>
                </a:lnTo>
                <a:lnTo>
                  <a:pt x="752970" y="31505"/>
                </a:lnTo>
                <a:cubicBezTo>
                  <a:pt x="753350" y="31505"/>
                  <a:pt x="753682" y="31588"/>
                  <a:pt x="753967" y="31754"/>
                </a:cubicBezTo>
                <a:cubicBezTo>
                  <a:pt x="754253" y="31921"/>
                  <a:pt x="754502" y="32206"/>
                  <a:pt x="754716" y="32610"/>
                </a:cubicBezTo>
                <a:cubicBezTo>
                  <a:pt x="754930" y="33014"/>
                  <a:pt x="755084" y="33524"/>
                  <a:pt x="755179" y="34142"/>
                </a:cubicBezTo>
                <a:cubicBezTo>
                  <a:pt x="755274" y="34760"/>
                  <a:pt x="755322" y="35520"/>
                  <a:pt x="755322" y="36423"/>
                </a:cubicBezTo>
                <a:cubicBezTo>
                  <a:pt x="755322" y="38134"/>
                  <a:pt x="755108" y="39369"/>
                  <a:pt x="754680" y="40130"/>
                </a:cubicBezTo>
                <a:cubicBezTo>
                  <a:pt x="754253" y="40890"/>
                  <a:pt x="753682" y="41270"/>
                  <a:pt x="752970" y="41270"/>
                </a:cubicBezTo>
                <a:lnTo>
                  <a:pt x="736504" y="41270"/>
                </a:lnTo>
                <a:lnTo>
                  <a:pt x="736504" y="77156"/>
                </a:lnTo>
                <a:cubicBezTo>
                  <a:pt x="736504" y="81588"/>
                  <a:pt x="737158" y="84935"/>
                  <a:pt x="738464" y="87200"/>
                </a:cubicBezTo>
                <a:cubicBezTo>
                  <a:pt x="739771" y="89463"/>
                  <a:pt x="742112" y="90595"/>
                  <a:pt x="745485" y="90595"/>
                </a:cubicBezTo>
                <a:cubicBezTo>
                  <a:pt x="746578" y="90595"/>
                  <a:pt x="747552" y="90488"/>
                  <a:pt x="748408" y="90274"/>
                </a:cubicBezTo>
                <a:cubicBezTo>
                  <a:pt x="749263" y="90060"/>
                  <a:pt x="750023" y="89834"/>
                  <a:pt x="750689" y="89597"/>
                </a:cubicBezTo>
                <a:cubicBezTo>
                  <a:pt x="751354" y="89359"/>
                  <a:pt x="751924" y="89133"/>
                  <a:pt x="752399" y="88920"/>
                </a:cubicBezTo>
                <a:cubicBezTo>
                  <a:pt x="752875" y="88706"/>
                  <a:pt x="753302" y="88599"/>
                  <a:pt x="753682" y="88599"/>
                </a:cubicBezTo>
                <a:cubicBezTo>
                  <a:pt x="753920" y="88599"/>
                  <a:pt x="754146" y="88658"/>
                  <a:pt x="754359" y="88777"/>
                </a:cubicBezTo>
                <a:cubicBezTo>
                  <a:pt x="754573" y="88896"/>
                  <a:pt x="754740" y="89121"/>
                  <a:pt x="754858" y="89454"/>
                </a:cubicBezTo>
                <a:cubicBezTo>
                  <a:pt x="754977" y="89787"/>
                  <a:pt x="755084" y="90238"/>
                  <a:pt x="755179" y="90808"/>
                </a:cubicBezTo>
                <a:cubicBezTo>
                  <a:pt x="755274" y="91379"/>
                  <a:pt x="755322" y="92091"/>
                  <a:pt x="755322" y="92947"/>
                </a:cubicBezTo>
                <a:close/>
                <a:moveTo>
                  <a:pt x="819193" y="97651"/>
                </a:moveTo>
                <a:cubicBezTo>
                  <a:pt x="819193" y="98221"/>
                  <a:pt x="819003" y="98649"/>
                  <a:pt x="818623" y="98934"/>
                </a:cubicBezTo>
                <a:cubicBezTo>
                  <a:pt x="818243" y="99219"/>
                  <a:pt x="817720" y="99433"/>
                  <a:pt x="817055" y="99576"/>
                </a:cubicBezTo>
                <a:cubicBezTo>
                  <a:pt x="816390" y="99718"/>
                  <a:pt x="815415" y="99789"/>
                  <a:pt x="814132" y="99789"/>
                </a:cubicBezTo>
                <a:cubicBezTo>
                  <a:pt x="812897" y="99789"/>
                  <a:pt x="811911" y="99718"/>
                  <a:pt x="811174" y="99576"/>
                </a:cubicBezTo>
                <a:cubicBezTo>
                  <a:pt x="810438" y="99433"/>
                  <a:pt x="809903" y="99219"/>
                  <a:pt x="809571" y="98934"/>
                </a:cubicBezTo>
                <a:cubicBezTo>
                  <a:pt x="809238" y="98649"/>
                  <a:pt x="809072" y="98221"/>
                  <a:pt x="809072" y="97651"/>
                </a:cubicBezTo>
                <a:lnTo>
                  <a:pt x="809072" y="91236"/>
                </a:lnTo>
                <a:cubicBezTo>
                  <a:pt x="806268" y="94230"/>
                  <a:pt x="803144" y="96570"/>
                  <a:pt x="799699" y="98257"/>
                </a:cubicBezTo>
                <a:cubicBezTo>
                  <a:pt x="796253" y="99944"/>
                  <a:pt x="792606" y="100787"/>
                  <a:pt x="788757" y="100787"/>
                </a:cubicBezTo>
                <a:cubicBezTo>
                  <a:pt x="785383" y="100787"/>
                  <a:pt x="782330" y="100346"/>
                  <a:pt x="779598" y="99464"/>
                </a:cubicBezTo>
                <a:cubicBezTo>
                  <a:pt x="776866" y="98582"/>
                  <a:pt x="774537" y="97307"/>
                  <a:pt x="772613" y="95637"/>
                </a:cubicBezTo>
                <a:cubicBezTo>
                  <a:pt x="770688" y="93968"/>
                  <a:pt x="769191" y="91918"/>
                  <a:pt x="768122" y="89488"/>
                </a:cubicBezTo>
                <a:cubicBezTo>
                  <a:pt x="767053" y="87055"/>
                  <a:pt x="766519" y="84289"/>
                  <a:pt x="766519" y="81188"/>
                </a:cubicBezTo>
                <a:cubicBezTo>
                  <a:pt x="766519" y="77565"/>
                  <a:pt x="767255" y="74418"/>
                  <a:pt x="768728" y="71748"/>
                </a:cubicBezTo>
                <a:cubicBezTo>
                  <a:pt x="770201" y="69077"/>
                  <a:pt x="772316" y="66859"/>
                  <a:pt x="775072" y="65095"/>
                </a:cubicBezTo>
                <a:cubicBezTo>
                  <a:pt x="777828" y="63331"/>
                  <a:pt x="781202" y="62008"/>
                  <a:pt x="785193" y="61125"/>
                </a:cubicBezTo>
                <a:cubicBezTo>
                  <a:pt x="789185" y="60243"/>
                  <a:pt x="793676" y="59802"/>
                  <a:pt x="798665" y="59802"/>
                </a:cubicBezTo>
                <a:lnTo>
                  <a:pt x="807503" y="59802"/>
                </a:lnTo>
                <a:lnTo>
                  <a:pt x="807503" y="54831"/>
                </a:lnTo>
                <a:cubicBezTo>
                  <a:pt x="807503" y="52369"/>
                  <a:pt x="807242" y="50191"/>
                  <a:pt x="806719" y="48298"/>
                </a:cubicBezTo>
                <a:cubicBezTo>
                  <a:pt x="806197" y="46403"/>
                  <a:pt x="805353" y="44828"/>
                  <a:pt x="804189" y="43573"/>
                </a:cubicBezTo>
                <a:cubicBezTo>
                  <a:pt x="803025" y="42318"/>
                  <a:pt x="801516" y="41372"/>
                  <a:pt x="799663" y="40733"/>
                </a:cubicBezTo>
                <a:cubicBezTo>
                  <a:pt x="797810" y="40093"/>
                  <a:pt x="795529" y="39773"/>
                  <a:pt x="792820" y="39773"/>
                </a:cubicBezTo>
                <a:cubicBezTo>
                  <a:pt x="789922" y="39773"/>
                  <a:pt x="787320" y="40114"/>
                  <a:pt x="785015" y="40796"/>
                </a:cubicBezTo>
                <a:cubicBezTo>
                  <a:pt x="782711" y="41477"/>
                  <a:pt x="780691" y="42229"/>
                  <a:pt x="778957" y="43052"/>
                </a:cubicBezTo>
                <a:cubicBezTo>
                  <a:pt x="777222" y="43875"/>
                  <a:pt x="775773" y="44627"/>
                  <a:pt x="774609" y="45308"/>
                </a:cubicBezTo>
                <a:cubicBezTo>
                  <a:pt x="773444" y="45990"/>
                  <a:pt x="772577" y="46331"/>
                  <a:pt x="772007" y="46331"/>
                </a:cubicBezTo>
                <a:cubicBezTo>
                  <a:pt x="771627" y="46331"/>
                  <a:pt x="771294" y="46236"/>
                  <a:pt x="771009" y="46046"/>
                </a:cubicBezTo>
                <a:cubicBezTo>
                  <a:pt x="770724" y="45856"/>
                  <a:pt x="770474" y="45571"/>
                  <a:pt x="770261" y="45190"/>
                </a:cubicBezTo>
                <a:cubicBezTo>
                  <a:pt x="770047" y="44810"/>
                  <a:pt x="769892" y="44323"/>
                  <a:pt x="769797" y="43729"/>
                </a:cubicBezTo>
                <a:cubicBezTo>
                  <a:pt x="769702" y="43135"/>
                  <a:pt x="769655" y="42482"/>
                  <a:pt x="769655" y="41769"/>
                </a:cubicBezTo>
                <a:cubicBezTo>
                  <a:pt x="769655" y="40581"/>
                  <a:pt x="769738" y="39643"/>
                  <a:pt x="769904" y="38954"/>
                </a:cubicBezTo>
                <a:cubicBezTo>
                  <a:pt x="770071" y="38264"/>
                  <a:pt x="770474" y="37611"/>
                  <a:pt x="771116" y="36993"/>
                </a:cubicBezTo>
                <a:cubicBezTo>
                  <a:pt x="771757" y="36376"/>
                  <a:pt x="772862" y="35656"/>
                  <a:pt x="774430" y="34835"/>
                </a:cubicBezTo>
                <a:cubicBezTo>
                  <a:pt x="775999" y="34012"/>
                  <a:pt x="777804" y="33261"/>
                  <a:pt x="779848" y="32581"/>
                </a:cubicBezTo>
                <a:cubicBezTo>
                  <a:pt x="781891" y="31901"/>
                  <a:pt x="784124" y="31338"/>
                  <a:pt x="786548" y="30892"/>
                </a:cubicBezTo>
                <a:cubicBezTo>
                  <a:pt x="788971" y="30445"/>
                  <a:pt x="791418" y="30222"/>
                  <a:pt x="793889" y="30222"/>
                </a:cubicBezTo>
                <a:cubicBezTo>
                  <a:pt x="798499" y="30222"/>
                  <a:pt x="802419" y="30745"/>
                  <a:pt x="805650" y="31790"/>
                </a:cubicBezTo>
                <a:cubicBezTo>
                  <a:pt x="808882" y="32835"/>
                  <a:pt x="811495" y="34368"/>
                  <a:pt x="813491" y="36388"/>
                </a:cubicBezTo>
                <a:cubicBezTo>
                  <a:pt x="815487" y="38407"/>
                  <a:pt x="816936" y="40914"/>
                  <a:pt x="817839" y="43907"/>
                </a:cubicBezTo>
                <a:cubicBezTo>
                  <a:pt x="818742" y="46901"/>
                  <a:pt x="819193" y="50394"/>
                  <a:pt x="819193" y="54385"/>
                </a:cubicBezTo>
                <a:lnTo>
                  <a:pt x="819193" y="97651"/>
                </a:lnTo>
                <a:moveTo>
                  <a:pt x="807503" y="68284"/>
                </a:moveTo>
                <a:lnTo>
                  <a:pt x="797453" y="68284"/>
                </a:lnTo>
                <a:cubicBezTo>
                  <a:pt x="794222" y="68284"/>
                  <a:pt x="791418" y="68560"/>
                  <a:pt x="789042" y="69111"/>
                </a:cubicBezTo>
                <a:cubicBezTo>
                  <a:pt x="786667" y="69660"/>
                  <a:pt x="784694" y="70473"/>
                  <a:pt x="783126" y="71548"/>
                </a:cubicBezTo>
                <a:cubicBezTo>
                  <a:pt x="781558" y="72623"/>
                  <a:pt x="780406" y="73914"/>
                  <a:pt x="779669" y="75421"/>
                </a:cubicBezTo>
                <a:cubicBezTo>
                  <a:pt x="778933" y="76927"/>
                  <a:pt x="778565" y="78660"/>
                  <a:pt x="778565" y="80620"/>
                </a:cubicBezTo>
                <a:cubicBezTo>
                  <a:pt x="778565" y="83967"/>
                  <a:pt x="779622" y="86633"/>
                  <a:pt x="781736" y="88617"/>
                </a:cubicBezTo>
                <a:cubicBezTo>
                  <a:pt x="783851" y="90600"/>
                  <a:pt x="786809" y="91592"/>
                  <a:pt x="790611" y="91592"/>
                </a:cubicBezTo>
                <a:cubicBezTo>
                  <a:pt x="793699" y="91592"/>
                  <a:pt x="796562" y="90804"/>
                  <a:pt x="799200" y="89227"/>
                </a:cubicBezTo>
                <a:cubicBezTo>
                  <a:pt x="801837" y="87648"/>
                  <a:pt x="804605" y="85234"/>
                  <a:pt x="807503" y="81983"/>
                </a:cubicBezTo>
                <a:lnTo>
                  <a:pt x="807503" y="68284"/>
                </a:lnTo>
                <a:close/>
                <a:moveTo>
                  <a:pt x="896596" y="64685"/>
                </a:moveTo>
                <a:cubicBezTo>
                  <a:pt x="896596" y="70249"/>
                  <a:pt x="895990" y="75255"/>
                  <a:pt x="894778" y="79702"/>
                </a:cubicBezTo>
                <a:cubicBezTo>
                  <a:pt x="893567" y="84150"/>
                  <a:pt x="891785" y="87944"/>
                  <a:pt x="889433" y="91085"/>
                </a:cubicBezTo>
                <a:cubicBezTo>
                  <a:pt x="887080" y="94224"/>
                  <a:pt x="884194" y="96626"/>
                  <a:pt x="880772" y="98290"/>
                </a:cubicBezTo>
                <a:cubicBezTo>
                  <a:pt x="877351" y="99955"/>
                  <a:pt x="873431" y="100787"/>
                  <a:pt x="869011" y="100787"/>
                </a:cubicBezTo>
                <a:cubicBezTo>
                  <a:pt x="866968" y="100787"/>
                  <a:pt x="865079" y="100585"/>
                  <a:pt x="863345" y="100179"/>
                </a:cubicBezTo>
                <a:cubicBezTo>
                  <a:pt x="861610" y="99775"/>
                  <a:pt x="859912" y="99122"/>
                  <a:pt x="858248" y="98219"/>
                </a:cubicBezTo>
                <a:cubicBezTo>
                  <a:pt x="856585" y="97315"/>
                  <a:pt x="854922" y="96173"/>
                  <a:pt x="853259" y="94793"/>
                </a:cubicBezTo>
                <a:cubicBezTo>
                  <a:pt x="851596" y="93414"/>
                  <a:pt x="849838" y="91749"/>
                  <a:pt x="847984" y="89799"/>
                </a:cubicBezTo>
                <a:lnTo>
                  <a:pt x="847984" y="97593"/>
                </a:lnTo>
                <a:cubicBezTo>
                  <a:pt x="847984" y="97970"/>
                  <a:pt x="847889" y="98301"/>
                  <a:pt x="847699" y="98584"/>
                </a:cubicBezTo>
                <a:cubicBezTo>
                  <a:pt x="847509" y="98868"/>
                  <a:pt x="847200" y="99093"/>
                  <a:pt x="846773" y="99259"/>
                </a:cubicBezTo>
                <a:cubicBezTo>
                  <a:pt x="846345" y="99424"/>
                  <a:pt x="845810" y="99553"/>
                  <a:pt x="845169" y="99647"/>
                </a:cubicBezTo>
                <a:cubicBezTo>
                  <a:pt x="844527" y="99742"/>
                  <a:pt x="843708" y="99789"/>
                  <a:pt x="842710" y="99789"/>
                </a:cubicBezTo>
                <a:cubicBezTo>
                  <a:pt x="841759" y="99789"/>
                  <a:pt x="840952" y="99742"/>
                  <a:pt x="840286" y="99647"/>
                </a:cubicBezTo>
                <a:cubicBezTo>
                  <a:pt x="839621" y="99552"/>
                  <a:pt x="839075" y="99421"/>
                  <a:pt x="838647" y="99255"/>
                </a:cubicBezTo>
                <a:cubicBezTo>
                  <a:pt x="838219" y="99089"/>
                  <a:pt x="837934" y="98863"/>
                  <a:pt x="837792" y="98578"/>
                </a:cubicBezTo>
                <a:cubicBezTo>
                  <a:pt x="837649" y="98291"/>
                  <a:pt x="837578" y="97958"/>
                  <a:pt x="837578" y="97578"/>
                </a:cubicBezTo>
                <a:lnTo>
                  <a:pt x="837578" y="2283"/>
                </a:lnTo>
                <a:cubicBezTo>
                  <a:pt x="837578" y="1903"/>
                  <a:pt x="837661" y="1570"/>
                  <a:pt x="837827" y="1285"/>
                </a:cubicBezTo>
                <a:cubicBezTo>
                  <a:pt x="837994" y="999"/>
                  <a:pt x="838302" y="760"/>
                  <a:pt x="838754" y="570"/>
                </a:cubicBezTo>
                <a:cubicBezTo>
                  <a:pt x="839205" y="380"/>
                  <a:pt x="839811" y="238"/>
                  <a:pt x="840571" y="143"/>
                </a:cubicBezTo>
                <a:cubicBezTo>
                  <a:pt x="841332" y="48"/>
                  <a:pt x="842282" y="0"/>
                  <a:pt x="843423" y="0"/>
                </a:cubicBezTo>
                <a:cubicBezTo>
                  <a:pt x="844610" y="0"/>
                  <a:pt x="845585" y="48"/>
                  <a:pt x="846345" y="143"/>
                </a:cubicBezTo>
                <a:cubicBezTo>
                  <a:pt x="847105" y="238"/>
                  <a:pt x="847699" y="381"/>
                  <a:pt x="848127" y="572"/>
                </a:cubicBezTo>
                <a:cubicBezTo>
                  <a:pt x="848555" y="763"/>
                  <a:pt x="848863" y="1001"/>
                  <a:pt x="849053" y="1287"/>
                </a:cubicBezTo>
                <a:cubicBezTo>
                  <a:pt x="849244" y="1573"/>
                  <a:pt x="849339" y="1905"/>
                  <a:pt x="849339" y="2285"/>
                </a:cubicBezTo>
                <a:lnTo>
                  <a:pt x="849339" y="40782"/>
                </a:lnTo>
                <a:cubicBezTo>
                  <a:pt x="851239" y="38832"/>
                  <a:pt x="853081" y="37192"/>
                  <a:pt x="854863" y="35860"/>
                </a:cubicBezTo>
                <a:cubicBezTo>
                  <a:pt x="856645" y="34528"/>
                  <a:pt x="858391" y="33446"/>
                  <a:pt x="860102" y="32614"/>
                </a:cubicBezTo>
                <a:cubicBezTo>
                  <a:pt x="861812" y="31781"/>
                  <a:pt x="863523" y="31175"/>
                  <a:pt x="865234" y="30794"/>
                </a:cubicBezTo>
                <a:cubicBezTo>
                  <a:pt x="866944" y="30413"/>
                  <a:pt x="868750" y="30222"/>
                  <a:pt x="870651" y="30222"/>
                </a:cubicBezTo>
                <a:cubicBezTo>
                  <a:pt x="875308" y="30222"/>
                  <a:pt x="879287" y="31150"/>
                  <a:pt x="882590" y="33006"/>
                </a:cubicBezTo>
                <a:cubicBezTo>
                  <a:pt x="885892" y="34861"/>
                  <a:pt x="888577" y="37346"/>
                  <a:pt x="890644" y="40461"/>
                </a:cubicBezTo>
                <a:cubicBezTo>
                  <a:pt x="892711" y="43577"/>
                  <a:pt x="894220" y="47228"/>
                  <a:pt x="895170" y="51414"/>
                </a:cubicBezTo>
                <a:cubicBezTo>
                  <a:pt x="896121" y="55598"/>
                  <a:pt x="896596" y="60022"/>
                  <a:pt x="896596" y="64685"/>
                </a:cubicBezTo>
                <a:moveTo>
                  <a:pt x="884194" y="66039"/>
                </a:moveTo>
                <a:cubicBezTo>
                  <a:pt x="884194" y="62756"/>
                  <a:pt x="883944" y="59568"/>
                  <a:pt x="883445" y="56475"/>
                </a:cubicBezTo>
                <a:cubicBezTo>
                  <a:pt x="882946" y="53381"/>
                  <a:pt x="882079" y="50645"/>
                  <a:pt x="880844" y="48266"/>
                </a:cubicBezTo>
                <a:cubicBezTo>
                  <a:pt x="879608" y="45888"/>
                  <a:pt x="877969" y="43973"/>
                  <a:pt x="875925" y="42522"/>
                </a:cubicBezTo>
                <a:cubicBezTo>
                  <a:pt x="873882" y="41070"/>
                  <a:pt x="871340" y="40343"/>
                  <a:pt x="868299" y="40343"/>
                </a:cubicBezTo>
                <a:cubicBezTo>
                  <a:pt x="866778" y="40343"/>
                  <a:pt x="865281" y="40558"/>
                  <a:pt x="863808" y="40987"/>
                </a:cubicBezTo>
                <a:cubicBezTo>
                  <a:pt x="862335" y="41415"/>
                  <a:pt x="860838" y="42128"/>
                  <a:pt x="859318" y="43128"/>
                </a:cubicBezTo>
                <a:cubicBezTo>
                  <a:pt x="857797" y="44127"/>
                  <a:pt x="856217" y="45412"/>
                  <a:pt x="854578" y="46983"/>
                </a:cubicBezTo>
                <a:cubicBezTo>
                  <a:pt x="852938" y="48555"/>
                  <a:pt x="851192" y="50530"/>
                  <a:pt x="849339" y="52911"/>
                </a:cubicBezTo>
                <a:lnTo>
                  <a:pt x="849339" y="78526"/>
                </a:lnTo>
                <a:cubicBezTo>
                  <a:pt x="852570" y="82478"/>
                  <a:pt x="855659" y="85489"/>
                  <a:pt x="858605" y="87561"/>
                </a:cubicBezTo>
                <a:cubicBezTo>
                  <a:pt x="861551" y="89631"/>
                  <a:pt x="864616" y="90666"/>
                  <a:pt x="867800" y="90666"/>
                </a:cubicBezTo>
                <a:cubicBezTo>
                  <a:pt x="870746" y="90666"/>
                  <a:pt x="873264" y="89952"/>
                  <a:pt x="875355" y="88525"/>
                </a:cubicBezTo>
                <a:cubicBezTo>
                  <a:pt x="877446" y="87097"/>
                  <a:pt x="879145" y="85205"/>
                  <a:pt x="880452" y="82850"/>
                </a:cubicBezTo>
                <a:cubicBezTo>
                  <a:pt x="881758" y="80495"/>
                  <a:pt x="882709" y="77854"/>
                  <a:pt x="883303" y="74927"/>
                </a:cubicBezTo>
                <a:cubicBezTo>
                  <a:pt x="883897" y="72000"/>
                  <a:pt x="884194" y="69037"/>
                  <a:pt x="884194" y="66039"/>
                </a:cubicBezTo>
                <a:close/>
                <a:moveTo>
                  <a:pt x="928312" y="97578"/>
                </a:moveTo>
                <a:cubicBezTo>
                  <a:pt x="928312" y="97958"/>
                  <a:pt x="928217" y="98279"/>
                  <a:pt x="928027" y="98542"/>
                </a:cubicBezTo>
                <a:cubicBezTo>
                  <a:pt x="927836" y="98803"/>
                  <a:pt x="927528" y="99029"/>
                  <a:pt x="927100" y="99219"/>
                </a:cubicBezTo>
                <a:cubicBezTo>
                  <a:pt x="926672" y="99409"/>
                  <a:pt x="926078" y="99552"/>
                  <a:pt x="925318" y="99647"/>
                </a:cubicBezTo>
                <a:cubicBezTo>
                  <a:pt x="924558" y="99742"/>
                  <a:pt x="923584" y="99789"/>
                  <a:pt x="922396" y="99789"/>
                </a:cubicBezTo>
                <a:cubicBezTo>
                  <a:pt x="921255" y="99789"/>
                  <a:pt x="920305" y="99742"/>
                  <a:pt x="919544" y="99647"/>
                </a:cubicBezTo>
                <a:cubicBezTo>
                  <a:pt x="918784" y="99552"/>
                  <a:pt x="918178" y="99409"/>
                  <a:pt x="917727" y="99219"/>
                </a:cubicBezTo>
                <a:cubicBezTo>
                  <a:pt x="917275" y="99029"/>
                  <a:pt x="916967" y="98803"/>
                  <a:pt x="916800" y="98542"/>
                </a:cubicBezTo>
                <a:cubicBezTo>
                  <a:pt x="916634" y="98279"/>
                  <a:pt x="916551" y="97958"/>
                  <a:pt x="916551" y="97578"/>
                </a:cubicBezTo>
                <a:lnTo>
                  <a:pt x="916551" y="2283"/>
                </a:lnTo>
                <a:cubicBezTo>
                  <a:pt x="916551" y="1903"/>
                  <a:pt x="916634" y="1570"/>
                  <a:pt x="916800" y="1285"/>
                </a:cubicBezTo>
                <a:cubicBezTo>
                  <a:pt x="916967" y="999"/>
                  <a:pt x="917275" y="760"/>
                  <a:pt x="917727" y="570"/>
                </a:cubicBezTo>
                <a:cubicBezTo>
                  <a:pt x="918178" y="380"/>
                  <a:pt x="918784" y="238"/>
                  <a:pt x="919544" y="143"/>
                </a:cubicBezTo>
                <a:cubicBezTo>
                  <a:pt x="920305" y="48"/>
                  <a:pt x="921255" y="0"/>
                  <a:pt x="922396" y="0"/>
                </a:cubicBezTo>
                <a:cubicBezTo>
                  <a:pt x="923584" y="0"/>
                  <a:pt x="924558" y="48"/>
                  <a:pt x="925318" y="143"/>
                </a:cubicBezTo>
                <a:cubicBezTo>
                  <a:pt x="926078" y="238"/>
                  <a:pt x="926672" y="380"/>
                  <a:pt x="927100" y="570"/>
                </a:cubicBezTo>
                <a:cubicBezTo>
                  <a:pt x="927528" y="760"/>
                  <a:pt x="927836" y="999"/>
                  <a:pt x="928027" y="1285"/>
                </a:cubicBezTo>
                <a:cubicBezTo>
                  <a:pt x="928217" y="1570"/>
                  <a:pt x="928312" y="1903"/>
                  <a:pt x="928312" y="2283"/>
                </a:cubicBezTo>
                <a:lnTo>
                  <a:pt x="928312" y="97578"/>
                </a:lnTo>
                <a:close/>
                <a:moveTo>
                  <a:pt x="1001656" y="62725"/>
                </a:moveTo>
                <a:cubicBezTo>
                  <a:pt x="1001656" y="64578"/>
                  <a:pt x="1001192" y="65897"/>
                  <a:pt x="1000266" y="66681"/>
                </a:cubicBezTo>
                <a:cubicBezTo>
                  <a:pt x="999339" y="67465"/>
                  <a:pt x="998282" y="67857"/>
                  <a:pt x="997094" y="67857"/>
                </a:cubicBezTo>
                <a:lnTo>
                  <a:pt x="955040" y="67857"/>
                </a:lnTo>
                <a:cubicBezTo>
                  <a:pt x="955040" y="71431"/>
                  <a:pt x="955396" y="74648"/>
                  <a:pt x="956109" y="77508"/>
                </a:cubicBezTo>
                <a:cubicBezTo>
                  <a:pt x="956822" y="80368"/>
                  <a:pt x="958010" y="82823"/>
                  <a:pt x="959673" y="84872"/>
                </a:cubicBezTo>
                <a:cubicBezTo>
                  <a:pt x="961336" y="86921"/>
                  <a:pt x="963498" y="88495"/>
                  <a:pt x="966159" y="89592"/>
                </a:cubicBezTo>
                <a:cubicBezTo>
                  <a:pt x="968820" y="90688"/>
                  <a:pt x="972075" y="91236"/>
                  <a:pt x="975924" y="91236"/>
                </a:cubicBezTo>
                <a:cubicBezTo>
                  <a:pt x="978965" y="91236"/>
                  <a:pt x="981674" y="90987"/>
                  <a:pt x="984050" y="90488"/>
                </a:cubicBezTo>
                <a:cubicBezTo>
                  <a:pt x="986426" y="89989"/>
                  <a:pt x="988481" y="89430"/>
                  <a:pt x="990215" y="88813"/>
                </a:cubicBezTo>
                <a:cubicBezTo>
                  <a:pt x="991950" y="88195"/>
                  <a:pt x="993375" y="87636"/>
                  <a:pt x="994492" y="87138"/>
                </a:cubicBezTo>
                <a:cubicBezTo>
                  <a:pt x="995609" y="86639"/>
                  <a:pt x="996452" y="86389"/>
                  <a:pt x="997022" y="86389"/>
                </a:cubicBezTo>
                <a:cubicBezTo>
                  <a:pt x="997355" y="86389"/>
                  <a:pt x="997652" y="86472"/>
                  <a:pt x="997913" y="86639"/>
                </a:cubicBezTo>
                <a:cubicBezTo>
                  <a:pt x="998175" y="86805"/>
                  <a:pt x="998377" y="87054"/>
                  <a:pt x="998519" y="87387"/>
                </a:cubicBezTo>
                <a:cubicBezTo>
                  <a:pt x="998662" y="87720"/>
                  <a:pt x="998769" y="88183"/>
                  <a:pt x="998840" y="88777"/>
                </a:cubicBezTo>
                <a:cubicBezTo>
                  <a:pt x="998911" y="89371"/>
                  <a:pt x="998947" y="90096"/>
                  <a:pt x="998947" y="90951"/>
                </a:cubicBezTo>
                <a:cubicBezTo>
                  <a:pt x="998947" y="91569"/>
                  <a:pt x="998923" y="92103"/>
                  <a:pt x="998876" y="92555"/>
                </a:cubicBezTo>
                <a:cubicBezTo>
                  <a:pt x="998828" y="93006"/>
                  <a:pt x="998769" y="93410"/>
                  <a:pt x="998698" y="93766"/>
                </a:cubicBezTo>
                <a:cubicBezTo>
                  <a:pt x="998626" y="94123"/>
                  <a:pt x="998507" y="94444"/>
                  <a:pt x="998341" y="94729"/>
                </a:cubicBezTo>
                <a:cubicBezTo>
                  <a:pt x="998175" y="95014"/>
                  <a:pt x="997961" y="95287"/>
                  <a:pt x="997700" y="95548"/>
                </a:cubicBezTo>
                <a:cubicBezTo>
                  <a:pt x="997438" y="95810"/>
                  <a:pt x="996666" y="96237"/>
                  <a:pt x="995383" y="96831"/>
                </a:cubicBezTo>
                <a:cubicBezTo>
                  <a:pt x="994100" y="97425"/>
                  <a:pt x="992437" y="98007"/>
                  <a:pt x="990394" y="98578"/>
                </a:cubicBezTo>
                <a:cubicBezTo>
                  <a:pt x="988350" y="99148"/>
                  <a:pt x="985986" y="99659"/>
                  <a:pt x="983301" y="100110"/>
                </a:cubicBezTo>
                <a:cubicBezTo>
                  <a:pt x="980617" y="100562"/>
                  <a:pt x="977754" y="100787"/>
                  <a:pt x="974712" y="100787"/>
                </a:cubicBezTo>
                <a:cubicBezTo>
                  <a:pt x="969438" y="100787"/>
                  <a:pt x="964817" y="100050"/>
                  <a:pt x="960849" y="98575"/>
                </a:cubicBezTo>
                <a:cubicBezTo>
                  <a:pt x="956881" y="97101"/>
                  <a:pt x="953543" y="94913"/>
                  <a:pt x="950834" y="92011"/>
                </a:cubicBezTo>
                <a:cubicBezTo>
                  <a:pt x="948126" y="89110"/>
                  <a:pt x="946082" y="85471"/>
                  <a:pt x="944704" y="81095"/>
                </a:cubicBezTo>
                <a:cubicBezTo>
                  <a:pt x="943326" y="76718"/>
                  <a:pt x="942637" y="71629"/>
                  <a:pt x="942637" y="65825"/>
                </a:cubicBezTo>
                <a:cubicBezTo>
                  <a:pt x="942637" y="60307"/>
                  <a:pt x="943350" y="55348"/>
                  <a:pt x="944776" y="50948"/>
                </a:cubicBezTo>
                <a:cubicBezTo>
                  <a:pt x="946201" y="46548"/>
                  <a:pt x="948256" y="42814"/>
                  <a:pt x="950941" y="39746"/>
                </a:cubicBezTo>
                <a:cubicBezTo>
                  <a:pt x="953626" y="36679"/>
                  <a:pt x="956869" y="34324"/>
                  <a:pt x="960671" y="32683"/>
                </a:cubicBezTo>
                <a:cubicBezTo>
                  <a:pt x="964472" y="31042"/>
                  <a:pt x="968725" y="30222"/>
                  <a:pt x="973429" y="30222"/>
                </a:cubicBezTo>
                <a:cubicBezTo>
                  <a:pt x="978466" y="30222"/>
                  <a:pt x="982755" y="31030"/>
                  <a:pt x="986295" y="32645"/>
                </a:cubicBezTo>
                <a:cubicBezTo>
                  <a:pt x="989835" y="34261"/>
                  <a:pt x="992746" y="36435"/>
                  <a:pt x="995027" y="39167"/>
                </a:cubicBezTo>
                <a:cubicBezTo>
                  <a:pt x="997308" y="41900"/>
                  <a:pt x="998983" y="45107"/>
                  <a:pt x="1000052" y="48790"/>
                </a:cubicBezTo>
                <a:cubicBezTo>
                  <a:pt x="1001121" y="52473"/>
                  <a:pt x="1001656" y="56405"/>
                  <a:pt x="1001656" y="60586"/>
                </a:cubicBezTo>
                <a:lnTo>
                  <a:pt x="1001656" y="62725"/>
                </a:lnTo>
                <a:moveTo>
                  <a:pt x="989823" y="59232"/>
                </a:moveTo>
                <a:cubicBezTo>
                  <a:pt x="989966" y="53055"/>
                  <a:pt x="988600" y="48208"/>
                  <a:pt x="985725" y="44691"/>
                </a:cubicBezTo>
                <a:cubicBezTo>
                  <a:pt x="982850" y="41175"/>
                  <a:pt x="978585" y="39417"/>
                  <a:pt x="972930" y="39417"/>
                </a:cubicBezTo>
                <a:cubicBezTo>
                  <a:pt x="970032" y="39417"/>
                  <a:pt x="967490" y="39963"/>
                  <a:pt x="965304" y="41056"/>
                </a:cubicBezTo>
                <a:cubicBezTo>
                  <a:pt x="963118" y="42149"/>
                  <a:pt x="961288" y="43598"/>
                  <a:pt x="959815" y="45404"/>
                </a:cubicBezTo>
                <a:cubicBezTo>
                  <a:pt x="958342" y="47210"/>
                  <a:pt x="957202" y="49313"/>
                  <a:pt x="956394" y="51712"/>
                </a:cubicBezTo>
                <a:cubicBezTo>
                  <a:pt x="955586" y="54112"/>
                  <a:pt x="955135" y="56619"/>
                  <a:pt x="955040" y="59232"/>
                </a:cubicBezTo>
                <a:lnTo>
                  <a:pt x="989823" y="59232"/>
                </a:lnTo>
                <a:close/>
                <a:moveTo>
                  <a:pt x="1115268" y="64685"/>
                </a:moveTo>
                <a:cubicBezTo>
                  <a:pt x="1115268" y="70249"/>
                  <a:pt x="1114663" y="75255"/>
                  <a:pt x="1113451" y="79702"/>
                </a:cubicBezTo>
                <a:cubicBezTo>
                  <a:pt x="1112239" y="84150"/>
                  <a:pt x="1110457" y="87944"/>
                  <a:pt x="1108105" y="91085"/>
                </a:cubicBezTo>
                <a:cubicBezTo>
                  <a:pt x="1105753" y="94224"/>
                  <a:pt x="1102866" y="96626"/>
                  <a:pt x="1099445" y="98290"/>
                </a:cubicBezTo>
                <a:cubicBezTo>
                  <a:pt x="1096023" y="99955"/>
                  <a:pt x="1092103" y="100787"/>
                  <a:pt x="1087684" y="100787"/>
                </a:cubicBezTo>
                <a:cubicBezTo>
                  <a:pt x="1085641" y="100787"/>
                  <a:pt x="1083752" y="100585"/>
                  <a:pt x="1082017" y="100179"/>
                </a:cubicBezTo>
                <a:cubicBezTo>
                  <a:pt x="1080283" y="99775"/>
                  <a:pt x="1078584" y="99122"/>
                  <a:pt x="1076921" y="98219"/>
                </a:cubicBezTo>
                <a:cubicBezTo>
                  <a:pt x="1075258" y="97315"/>
                  <a:pt x="1073595" y="96173"/>
                  <a:pt x="1071931" y="94793"/>
                </a:cubicBezTo>
                <a:cubicBezTo>
                  <a:pt x="1070268" y="93414"/>
                  <a:pt x="1068510" y="91749"/>
                  <a:pt x="1066657" y="89799"/>
                </a:cubicBezTo>
                <a:lnTo>
                  <a:pt x="1066657" y="97593"/>
                </a:lnTo>
                <a:cubicBezTo>
                  <a:pt x="1066657" y="97970"/>
                  <a:pt x="1066562" y="98301"/>
                  <a:pt x="1066372" y="98584"/>
                </a:cubicBezTo>
                <a:cubicBezTo>
                  <a:pt x="1066182" y="98868"/>
                  <a:pt x="1065873" y="99093"/>
                  <a:pt x="1065445" y="99259"/>
                </a:cubicBezTo>
                <a:cubicBezTo>
                  <a:pt x="1065017" y="99424"/>
                  <a:pt x="1064483" y="99553"/>
                  <a:pt x="1063841" y="99647"/>
                </a:cubicBezTo>
                <a:cubicBezTo>
                  <a:pt x="1063200" y="99742"/>
                  <a:pt x="1062380" y="99789"/>
                  <a:pt x="1061382" y="99789"/>
                </a:cubicBezTo>
                <a:cubicBezTo>
                  <a:pt x="1060432" y="99789"/>
                  <a:pt x="1059624" y="99742"/>
                  <a:pt x="1058959" y="99647"/>
                </a:cubicBezTo>
                <a:cubicBezTo>
                  <a:pt x="1058293" y="99552"/>
                  <a:pt x="1057747" y="99421"/>
                  <a:pt x="1057319" y="99255"/>
                </a:cubicBezTo>
                <a:cubicBezTo>
                  <a:pt x="1056892" y="99089"/>
                  <a:pt x="1056607" y="98863"/>
                  <a:pt x="1056464" y="98578"/>
                </a:cubicBezTo>
                <a:cubicBezTo>
                  <a:pt x="1056321" y="98291"/>
                  <a:pt x="1056250" y="97958"/>
                  <a:pt x="1056250" y="97578"/>
                </a:cubicBezTo>
                <a:lnTo>
                  <a:pt x="1056250" y="2283"/>
                </a:lnTo>
                <a:cubicBezTo>
                  <a:pt x="1056250" y="1903"/>
                  <a:pt x="1056333" y="1570"/>
                  <a:pt x="1056500" y="1285"/>
                </a:cubicBezTo>
                <a:cubicBezTo>
                  <a:pt x="1056666" y="999"/>
                  <a:pt x="1056975" y="760"/>
                  <a:pt x="1057426" y="570"/>
                </a:cubicBezTo>
                <a:cubicBezTo>
                  <a:pt x="1057878" y="380"/>
                  <a:pt x="1058484" y="238"/>
                  <a:pt x="1059244" y="143"/>
                </a:cubicBezTo>
                <a:cubicBezTo>
                  <a:pt x="1060004" y="48"/>
                  <a:pt x="1060955" y="0"/>
                  <a:pt x="1062095" y="0"/>
                </a:cubicBezTo>
                <a:cubicBezTo>
                  <a:pt x="1063283" y="0"/>
                  <a:pt x="1064257" y="48"/>
                  <a:pt x="1065017" y="143"/>
                </a:cubicBezTo>
                <a:cubicBezTo>
                  <a:pt x="1065778" y="238"/>
                  <a:pt x="1066372" y="381"/>
                  <a:pt x="1066799" y="572"/>
                </a:cubicBezTo>
                <a:cubicBezTo>
                  <a:pt x="1067227" y="763"/>
                  <a:pt x="1067536" y="1001"/>
                  <a:pt x="1067726" y="1287"/>
                </a:cubicBezTo>
                <a:cubicBezTo>
                  <a:pt x="1067916" y="1573"/>
                  <a:pt x="1068011" y="1905"/>
                  <a:pt x="1068011" y="2285"/>
                </a:cubicBezTo>
                <a:lnTo>
                  <a:pt x="1068011" y="40782"/>
                </a:lnTo>
                <a:cubicBezTo>
                  <a:pt x="1069912" y="38832"/>
                  <a:pt x="1071753" y="37192"/>
                  <a:pt x="1073535" y="35860"/>
                </a:cubicBezTo>
                <a:cubicBezTo>
                  <a:pt x="1075317" y="34528"/>
                  <a:pt x="1077063" y="33446"/>
                  <a:pt x="1078774" y="32614"/>
                </a:cubicBezTo>
                <a:cubicBezTo>
                  <a:pt x="1080485" y="31781"/>
                  <a:pt x="1082195" y="31175"/>
                  <a:pt x="1083906" y="30794"/>
                </a:cubicBezTo>
                <a:cubicBezTo>
                  <a:pt x="1085617" y="30413"/>
                  <a:pt x="1087422" y="30222"/>
                  <a:pt x="1089323" y="30222"/>
                </a:cubicBezTo>
                <a:cubicBezTo>
                  <a:pt x="1093980" y="30222"/>
                  <a:pt x="1097960" y="31150"/>
                  <a:pt x="1101262" y="33006"/>
                </a:cubicBezTo>
                <a:cubicBezTo>
                  <a:pt x="1104565" y="34861"/>
                  <a:pt x="1107250" y="37346"/>
                  <a:pt x="1109317" y="40461"/>
                </a:cubicBezTo>
                <a:cubicBezTo>
                  <a:pt x="1111384" y="43577"/>
                  <a:pt x="1112893" y="47228"/>
                  <a:pt x="1113843" y="51414"/>
                </a:cubicBezTo>
                <a:cubicBezTo>
                  <a:pt x="1114793" y="55598"/>
                  <a:pt x="1115268" y="60022"/>
                  <a:pt x="1115268" y="64685"/>
                </a:cubicBezTo>
                <a:moveTo>
                  <a:pt x="1102866" y="66039"/>
                </a:moveTo>
                <a:cubicBezTo>
                  <a:pt x="1102866" y="62756"/>
                  <a:pt x="1102617" y="59568"/>
                  <a:pt x="1102118" y="56475"/>
                </a:cubicBezTo>
                <a:cubicBezTo>
                  <a:pt x="1101619" y="53381"/>
                  <a:pt x="1100752" y="50645"/>
                  <a:pt x="1099516" y="48266"/>
                </a:cubicBezTo>
                <a:cubicBezTo>
                  <a:pt x="1098281" y="45888"/>
                  <a:pt x="1096641" y="43973"/>
                  <a:pt x="1094598" y="42522"/>
                </a:cubicBezTo>
                <a:cubicBezTo>
                  <a:pt x="1092555" y="41070"/>
                  <a:pt x="1090012" y="40343"/>
                  <a:pt x="1086971" y="40343"/>
                </a:cubicBezTo>
                <a:cubicBezTo>
                  <a:pt x="1085450" y="40343"/>
                  <a:pt x="1083954" y="40558"/>
                  <a:pt x="1082481" y="40987"/>
                </a:cubicBezTo>
                <a:cubicBezTo>
                  <a:pt x="1081007" y="41415"/>
                  <a:pt x="1079511" y="42128"/>
                  <a:pt x="1077990" y="43128"/>
                </a:cubicBezTo>
                <a:cubicBezTo>
                  <a:pt x="1076469" y="44127"/>
                  <a:pt x="1074889" y="45412"/>
                  <a:pt x="1073250" y="46983"/>
                </a:cubicBezTo>
                <a:cubicBezTo>
                  <a:pt x="1071611" y="48555"/>
                  <a:pt x="1069864" y="50530"/>
                  <a:pt x="1068011" y="52911"/>
                </a:cubicBezTo>
                <a:lnTo>
                  <a:pt x="1068011" y="78526"/>
                </a:lnTo>
                <a:cubicBezTo>
                  <a:pt x="1071242" y="82478"/>
                  <a:pt x="1074331" y="85489"/>
                  <a:pt x="1077277" y="87561"/>
                </a:cubicBezTo>
                <a:cubicBezTo>
                  <a:pt x="1080223" y="89631"/>
                  <a:pt x="1083288" y="90666"/>
                  <a:pt x="1086472" y="90666"/>
                </a:cubicBezTo>
                <a:cubicBezTo>
                  <a:pt x="1089418" y="90666"/>
                  <a:pt x="1091937" y="89952"/>
                  <a:pt x="1094028" y="88525"/>
                </a:cubicBezTo>
                <a:cubicBezTo>
                  <a:pt x="1096118" y="87097"/>
                  <a:pt x="1097817" y="85205"/>
                  <a:pt x="1099124" y="82850"/>
                </a:cubicBezTo>
                <a:cubicBezTo>
                  <a:pt x="1100431" y="80495"/>
                  <a:pt x="1101381" y="77854"/>
                  <a:pt x="1101975" y="74927"/>
                </a:cubicBezTo>
                <a:cubicBezTo>
                  <a:pt x="1102569" y="72000"/>
                  <a:pt x="1102866" y="69037"/>
                  <a:pt x="1102866" y="66039"/>
                </a:cubicBezTo>
                <a:close/>
                <a:moveTo>
                  <a:pt x="1166731" y="37635"/>
                </a:moveTo>
                <a:cubicBezTo>
                  <a:pt x="1166731" y="38680"/>
                  <a:pt x="1166708" y="39559"/>
                  <a:pt x="1166660" y="40272"/>
                </a:cubicBezTo>
                <a:cubicBezTo>
                  <a:pt x="1166613" y="40985"/>
                  <a:pt x="1166517" y="41543"/>
                  <a:pt x="1166375" y="41947"/>
                </a:cubicBezTo>
                <a:cubicBezTo>
                  <a:pt x="1166232" y="42351"/>
                  <a:pt x="1166054" y="42660"/>
                  <a:pt x="1165840" y="42874"/>
                </a:cubicBezTo>
                <a:cubicBezTo>
                  <a:pt x="1165627" y="43088"/>
                  <a:pt x="1165330" y="43195"/>
                  <a:pt x="1164949" y="43195"/>
                </a:cubicBezTo>
                <a:cubicBezTo>
                  <a:pt x="1164569" y="43195"/>
                  <a:pt x="1164106" y="43088"/>
                  <a:pt x="1163559" y="42874"/>
                </a:cubicBezTo>
                <a:cubicBezTo>
                  <a:pt x="1163013" y="42660"/>
                  <a:pt x="1162395" y="42446"/>
                  <a:pt x="1161706" y="42232"/>
                </a:cubicBezTo>
                <a:cubicBezTo>
                  <a:pt x="1161017" y="42018"/>
                  <a:pt x="1160245" y="41817"/>
                  <a:pt x="1159390" y="41626"/>
                </a:cubicBezTo>
                <a:cubicBezTo>
                  <a:pt x="1158534" y="41436"/>
                  <a:pt x="1157608" y="41341"/>
                  <a:pt x="1156610" y="41341"/>
                </a:cubicBezTo>
                <a:cubicBezTo>
                  <a:pt x="1155422" y="41341"/>
                  <a:pt x="1154258" y="41579"/>
                  <a:pt x="1153117" y="42054"/>
                </a:cubicBezTo>
                <a:cubicBezTo>
                  <a:pt x="1151977" y="42529"/>
                  <a:pt x="1150777" y="43313"/>
                  <a:pt x="1149518" y="44406"/>
                </a:cubicBezTo>
                <a:cubicBezTo>
                  <a:pt x="1148258" y="45499"/>
                  <a:pt x="1146940" y="46949"/>
                  <a:pt x="1145562" y="48754"/>
                </a:cubicBezTo>
                <a:cubicBezTo>
                  <a:pt x="1144184" y="50560"/>
                  <a:pt x="1142663" y="52770"/>
                  <a:pt x="1141000" y="55383"/>
                </a:cubicBezTo>
                <a:lnTo>
                  <a:pt x="1141000" y="97580"/>
                </a:lnTo>
                <a:cubicBezTo>
                  <a:pt x="1141000" y="97960"/>
                  <a:pt x="1140905" y="98281"/>
                  <a:pt x="1140715" y="98542"/>
                </a:cubicBezTo>
                <a:cubicBezTo>
                  <a:pt x="1140525" y="98803"/>
                  <a:pt x="1140216" y="99029"/>
                  <a:pt x="1139788" y="99219"/>
                </a:cubicBezTo>
                <a:cubicBezTo>
                  <a:pt x="1139361" y="99409"/>
                  <a:pt x="1138767" y="99552"/>
                  <a:pt x="1138006" y="99647"/>
                </a:cubicBezTo>
                <a:cubicBezTo>
                  <a:pt x="1137246" y="99742"/>
                  <a:pt x="1136272" y="99789"/>
                  <a:pt x="1135084" y="99789"/>
                </a:cubicBezTo>
                <a:cubicBezTo>
                  <a:pt x="1133943" y="99789"/>
                  <a:pt x="1132993" y="99742"/>
                  <a:pt x="1132233" y="99647"/>
                </a:cubicBezTo>
                <a:cubicBezTo>
                  <a:pt x="1131472" y="99552"/>
                  <a:pt x="1130867" y="99409"/>
                  <a:pt x="1130415" y="99219"/>
                </a:cubicBezTo>
                <a:cubicBezTo>
                  <a:pt x="1129964" y="99029"/>
                  <a:pt x="1129655" y="98803"/>
                  <a:pt x="1129488" y="98542"/>
                </a:cubicBezTo>
                <a:cubicBezTo>
                  <a:pt x="1129322" y="98281"/>
                  <a:pt x="1129239" y="97960"/>
                  <a:pt x="1129239" y="97580"/>
                </a:cubicBezTo>
                <a:lnTo>
                  <a:pt x="1129239" y="33429"/>
                </a:lnTo>
                <a:cubicBezTo>
                  <a:pt x="1129239" y="33049"/>
                  <a:pt x="1129310" y="32729"/>
                  <a:pt x="1129453" y="32467"/>
                </a:cubicBezTo>
                <a:cubicBezTo>
                  <a:pt x="1129595" y="32206"/>
                  <a:pt x="1129881" y="31968"/>
                  <a:pt x="1130308" y="31754"/>
                </a:cubicBezTo>
                <a:cubicBezTo>
                  <a:pt x="1130736" y="31541"/>
                  <a:pt x="1131282" y="31398"/>
                  <a:pt x="1131948" y="31327"/>
                </a:cubicBezTo>
                <a:cubicBezTo>
                  <a:pt x="1132613" y="31255"/>
                  <a:pt x="1133492" y="31220"/>
                  <a:pt x="1134585" y="31220"/>
                </a:cubicBezTo>
                <a:cubicBezTo>
                  <a:pt x="1135630" y="31220"/>
                  <a:pt x="1136498" y="31255"/>
                  <a:pt x="1137187" y="31327"/>
                </a:cubicBezTo>
                <a:cubicBezTo>
                  <a:pt x="1137876" y="31398"/>
                  <a:pt x="1138410" y="31541"/>
                  <a:pt x="1138790" y="31754"/>
                </a:cubicBezTo>
                <a:cubicBezTo>
                  <a:pt x="1139170" y="31968"/>
                  <a:pt x="1139444" y="32206"/>
                  <a:pt x="1139610" y="32467"/>
                </a:cubicBezTo>
                <a:cubicBezTo>
                  <a:pt x="1139776" y="32729"/>
                  <a:pt x="1139859" y="33049"/>
                  <a:pt x="1139859" y="33429"/>
                </a:cubicBezTo>
                <a:lnTo>
                  <a:pt x="1139859" y="42767"/>
                </a:lnTo>
                <a:cubicBezTo>
                  <a:pt x="1141618" y="40201"/>
                  <a:pt x="1143269" y="38110"/>
                  <a:pt x="1144813" y="36494"/>
                </a:cubicBezTo>
                <a:cubicBezTo>
                  <a:pt x="1146358" y="34879"/>
                  <a:pt x="1147819" y="33608"/>
                  <a:pt x="1149197" y="32681"/>
                </a:cubicBezTo>
                <a:cubicBezTo>
                  <a:pt x="1150575" y="31754"/>
                  <a:pt x="1151941" y="31113"/>
                  <a:pt x="1153295" y="30757"/>
                </a:cubicBezTo>
                <a:cubicBezTo>
                  <a:pt x="1154650" y="30400"/>
                  <a:pt x="1156016" y="30222"/>
                  <a:pt x="1157394" y="30222"/>
                </a:cubicBezTo>
                <a:cubicBezTo>
                  <a:pt x="1158012" y="30222"/>
                  <a:pt x="1158713" y="30258"/>
                  <a:pt x="1159497" y="30329"/>
                </a:cubicBezTo>
                <a:cubicBezTo>
                  <a:pt x="1160281" y="30400"/>
                  <a:pt x="1161100" y="30531"/>
                  <a:pt x="1161956" y="30721"/>
                </a:cubicBezTo>
                <a:cubicBezTo>
                  <a:pt x="1162811" y="30911"/>
                  <a:pt x="1163583" y="31125"/>
                  <a:pt x="1164272" y="31362"/>
                </a:cubicBezTo>
                <a:cubicBezTo>
                  <a:pt x="1164961" y="31600"/>
                  <a:pt x="1165448" y="31838"/>
                  <a:pt x="1165733" y="32075"/>
                </a:cubicBezTo>
                <a:cubicBezTo>
                  <a:pt x="1166019" y="32313"/>
                  <a:pt x="1166209" y="32538"/>
                  <a:pt x="1166304" y="32752"/>
                </a:cubicBezTo>
                <a:cubicBezTo>
                  <a:pt x="1166399" y="32966"/>
                  <a:pt x="1166482" y="33239"/>
                  <a:pt x="1166553" y="33572"/>
                </a:cubicBezTo>
                <a:cubicBezTo>
                  <a:pt x="1166624" y="33905"/>
                  <a:pt x="1166672" y="34392"/>
                  <a:pt x="1166696" y="35033"/>
                </a:cubicBezTo>
                <a:cubicBezTo>
                  <a:pt x="1166719" y="35675"/>
                  <a:pt x="1166731" y="36542"/>
                  <a:pt x="1166731" y="37635"/>
                </a:cubicBezTo>
                <a:close/>
                <a:moveTo>
                  <a:pt x="1195595" y="97580"/>
                </a:moveTo>
                <a:cubicBezTo>
                  <a:pt x="1195595" y="97960"/>
                  <a:pt x="1195500" y="98281"/>
                  <a:pt x="1195310" y="98542"/>
                </a:cubicBezTo>
                <a:cubicBezTo>
                  <a:pt x="1195120" y="98803"/>
                  <a:pt x="1194811" y="99029"/>
                  <a:pt x="1194383" y="99219"/>
                </a:cubicBezTo>
                <a:cubicBezTo>
                  <a:pt x="1193956" y="99409"/>
                  <a:pt x="1193362" y="99552"/>
                  <a:pt x="1192601" y="99647"/>
                </a:cubicBezTo>
                <a:cubicBezTo>
                  <a:pt x="1191841" y="99742"/>
                  <a:pt x="1190867" y="99789"/>
                  <a:pt x="1189679" y="99789"/>
                </a:cubicBezTo>
                <a:cubicBezTo>
                  <a:pt x="1188538" y="99789"/>
                  <a:pt x="1187588" y="99742"/>
                  <a:pt x="1186828" y="99647"/>
                </a:cubicBezTo>
                <a:cubicBezTo>
                  <a:pt x="1186068" y="99552"/>
                  <a:pt x="1185462" y="99409"/>
                  <a:pt x="1185010" y="99219"/>
                </a:cubicBezTo>
                <a:cubicBezTo>
                  <a:pt x="1184559" y="99029"/>
                  <a:pt x="1184250" y="98803"/>
                  <a:pt x="1184084" y="98542"/>
                </a:cubicBezTo>
                <a:cubicBezTo>
                  <a:pt x="1183917" y="98281"/>
                  <a:pt x="1183834" y="97960"/>
                  <a:pt x="1183834" y="97580"/>
                </a:cubicBezTo>
                <a:lnTo>
                  <a:pt x="1183834" y="33429"/>
                </a:lnTo>
                <a:cubicBezTo>
                  <a:pt x="1183834" y="33097"/>
                  <a:pt x="1183917" y="32788"/>
                  <a:pt x="1184084" y="32503"/>
                </a:cubicBezTo>
                <a:cubicBezTo>
                  <a:pt x="1184250" y="32218"/>
                  <a:pt x="1184559" y="31980"/>
                  <a:pt x="1185010" y="31790"/>
                </a:cubicBezTo>
                <a:cubicBezTo>
                  <a:pt x="1185462" y="31600"/>
                  <a:pt x="1186068" y="31457"/>
                  <a:pt x="1186828" y="31362"/>
                </a:cubicBezTo>
                <a:cubicBezTo>
                  <a:pt x="1187588" y="31267"/>
                  <a:pt x="1188538" y="31220"/>
                  <a:pt x="1189679" y="31220"/>
                </a:cubicBezTo>
                <a:cubicBezTo>
                  <a:pt x="1190867" y="31220"/>
                  <a:pt x="1191841" y="31267"/>
                  <a:pt x="1192601" y="31362"/>
                </a:cubicBezTo>
                <a:cubicBezTo>
                  <a:pt x="1193362" y="31457"/>
                  <a:pt x="1193956" y="31600"/>
                  <a:pt x="1194383" y="31790"/>
                </a:cubicBezTo>
                <a:cubicBezTo>
                  <a:pt x="1194811" y="31980"/>
                  <a:pt x="1195120" y="32218"/>
                  <a:pt x="1195310" y="32503"/>
                </a:cubicBezTo>
                <a:cubicBezTo>
                  <a:pt x="1195500" y="32788"/>
                  <a:pt x="1195595" y="33097"/>
                  <a:pt x="1195595" y="33429"/>
                </a:cubicBezTo>
                <a:lnTo>
                  <a:pt x="1195595" y="97580"/>
                </a:lnTo>
                <a:moveTo>
                  <a:pt x="1196949" y="11690"/>
                </a:moveTo>
                <a:cubicBezTo>
                  <a:pt x="1196949" y="14446"/>
                  <a:pt x="1196427" y="16323"/>
                  <a:pt x="1195381" y="17321"/>
                </a:cubicBezTo>
                <a:cubicBezTo>
                  <a:pt x="1194336" y="18318"/>
                  <a:pt x="1192411" y="18817"/>
                  <a:pt x="1189608" y="18817"/>
                </a:cubicBezTo>
                <a:cubicBezTo>
                  <a:pt x="1186852" y="18817"/>
                  <a:pt x="1184963" y="18330"/>
                  <a:pt x="1183941" y="17356"/>
                </a:cubicBezTo>
                <a:cubicBezTo>
                  <a:pt x="1182919" y="16382"/>
                  <a:pt x="1182409" y="14541"/>
                  <a:pt x="1182409" y="11832"/>
                </a:cubicBezTo>
                <a:cubicBezTo>
                  <a:pt x="1182409" y="9076"/>
                  <a:pt x="1182931" y="7199"/>
                  <a:pt x="1183977" y="6201"/>
                </a:cubicBezTo>
                <a:cubicBezTo>
                  <a:pt x="1185022" y="5203"/>
                  <a:pt x="1186947" y="4704"/>
                  <a:pt x="1189750" y="4704"/>
                </a:cubicBezTo>
                <a:cubicBezTo>
                  <a:pt x="1192506" y="4704"/>
                  <a:pt x="1194395" y="5191"/>
                  <a:pt x="1195417" y="6166"/>
                </a:cubicBezTo>
                <a:cubicBezTo>
                  <a:pt x="1196438" y="7140"/>
                  <a:pt x="1196949" y="8981"/>
                  <a:pt x="1196949" y="11690"/>
                </a:cubicBezTo>
                <a:close/>
                <a:moveTo>
                  <a:pt x="1260313" y="87886"/>
                </a:moveTo>
                <a:cubicBezTo>
                  <a:pt x="1260313" y="88694"/>
                  <a:pt x="1260290" y="89395"/>
                  <a:pt x="1260242" y="89989"/>
                </a:cubicBezTo>
                <a:cubicBezTo>
                  <a:pt x="1260195" y="90583"/>
                  <a:pt x="1260112" y="91082"/>
                  <a:pt x="1259993" y="91486"/>
                </a:cubicBezTo>
                <a:cubicBezTo>
                  <a:pt x="1259874" y="91889"/>
                  <a:pt x="1259731" y="92246"/>
                  <a:pt x="1259565" y="92555"/>
                </a:cubicBezTo>
                <a:cubicBezTo>
                  <a:pt x="1259399" y="92864"/>
                  <a:pt x="1259019" y="93315"/>
                  <a:pt x="1258425" y="93909"/>
                </a:cubicBezTo>
                <a:cubicBezTo>
                  <a:pt x="1257831" y="94503"/>
                  <a:pt x="1256821" y="95240"/>
                  <a:pt x="1255395" y="96119"/>
                </a:cubicBezTo>
                <a:cubicBezTo>
                  <a:pt x="1253970" y="96998"/>
                  <a:pt x="1252366" y="97782"/>
                  <a:pt x="1250584" y="98471"/>
                </a:cubicBezTo>
                <a:cubicBezTo>
                  <a:pt x="1248802" y="99160"/>
                  <a:pt x="1246866" y="99718"/>
                  <a:pt x="1244775" y="100146"/>
                </a:cubicBezTo>
                <a:cubicBezTo>
                  <a:pt x="1242684" y="100573"/>
                  <a:pt x="1240522" y="100787"/>
                  <a:pt x="1238289" y="100787"/>
                </a:cubicBezTo>
                <a:cubicBezTo>
                  <a:pt x="1233679" y="100787"/>
                  <a:pt x="1229593" y="100026"/>
                  <a:pt x="1226029" y="98502"/>
                </a:cubicBezTo>
                <a:cubicBezTo>
                  <a:pt x="1222465" y="96978"/>
                  <a:pt x="1219483" y="94752"/>
                  <a:pt x="1217083" y="91824"/>
                </a:cubicBezTo>
                <a:cubicBezTo>
                  <a:pt x="1214684" y="88896"/>
                  <a:pt x="1212854" y="85301"/>
                  <a:pt x="1211595" y="81039"/>
                </a:cubicBezTo>
                <a:cubicBezTo>
                  <a:pt x="1210336" y="76777"/>
                  <a:pt x="1209706" y="71861"/>
                  <a:pt x="1209706" y="66291"/>
                </a:cubicBezTo>
                <a:cubicBezTo>
                  <a:pt x="1209706" y="59958"/>
                  <a:pt x="1210478" y="54517"/>
                  <a:pt x="1212023" y="49970"/>
                </a:cubicBezTo>
                <a:cubicBezTo>
                  <a:pt x="1213567" y="45423"/>
                  <a:pt x="1215681" y="41698"/>
                  <a:pt x="1218366" y="38793"/>
                </a:cubicBezTo>
                <a:cubicBezTo>
                  <a:pt x="1221051" y="35889"/>
                  <a:pt x="1224211" y="33734"/>
                  <a:pt x="1227846" y="32329"/>
                </a:cubicBezTo>
                <a:cubicBezTo>
                  <a:pt x="1231481" y="30924"/>
                  <a:pt x="1235414" y="30222"/>
                  <a:pt x="1239643" y="30222"/>
                </a:cubicBezTo>
                <a:cubicBezTo>
                  <a:pt x="1241686" y="30222"/>
                  <a:pt x="1243670" y="30412"/>
                  <a:pt x="1245595" y="30792"/>
                </a:cubicBezTo>
                <a:cubicBezTo>
                  <a:pt x="1247519" y="31172"/>
                  <a:pt x="1249289" y="31671"/>
                  <a:pt x="1250905" y="32289"/>
                </a:cubicBezTo>
                <a:cubicBezTo>
                  <a:pt x="1252520" y="32907"/>
                  <a:pt x="1253958" y="33620"/>
                  <a:pt x="1255217" y="34427"/>
                </a:cubicBezTo>
                <a:cubicBezTo>
                  <a:pt x="1256476" y="35235"/>
                  <a:pt x="1257391" y="35924"/>
                  <a:pt x="1257961" y="36494"/>
                </a:cubicBezTo>
                <a:cubicBezTo>
                  <a:pt x="1258532" y="37065"/>
                  <a:pt x="1258924" y="37516"/>
                  <a:pt x="1259137" y="37849"/>
                </a:cubicBezTo>
                <a:cubicBezTo>
                  <a:pt x="1259351" y="38181"/>
                  <a:pt x="1259529" y="38573"/>
                  <a:pt x="1259672" y="39025"/>
                </a:cubicBezTo>
                <a:cubicBezTo>
                  <a:pt x="1259815" y="39476"/>
                  <a:pt x="1259910" y="39987"/>
                  <a:pt x="1259957" y="40557"/>
                </a:cubicBezTo>
                <a:cubicBezTo>
                  <a:pt x="1260005" y="41127"/>
                  <a:pt x="1260028" y="41840"/>
                  <a:pt x="1260028" y="42696"/>
                </a:cubicBezTo>
                <a:cubicBezTo>
                  <a:pt x="1260028" y="44549"/>
                  <a:pt x="1259815" y="45844"/>
                  <a:pt x="1259387" y="46580"/>
                </a:cubicBezTo>
                <a:cubicBezTo>
                  <a:pt x="1258959" y="47317"/>
                  <a:pt x="1258436" y="47685"/>
                  <a:pt x="1257819" y="47685"/>
                </a:cubicBezTo>
                <a:cubicBezTo>
                  <a:pt x="1257106" y="47685"/>
                  <a:pt x="1256286" y="47293"/>
                  <a:pt x="1255360" y="46509"/>
                </a:cubicBezTo>
                <a:cubicBezTo>
                  <a:pt x="1254433" y="45725"/>
                  <a:pt x="1253257" y="44858"/>
                  <a:pt x="1251831" y="43907"/>
                </a:cubicBezTo>
                <a:cubicBezTo>
                  <a:pt x="1250406" y="42957"/>
                  <a:pt x="1248683" y="42090"/>
                  <a:pt x="1246664" y="41306"/>
                </a:cubicBezTo>
                <a:cubicBezTo>
                  <a:pt x="1244644" y="40522"/>
                  <a:pt x="1242256" y="40130"/>
                  <a:pt x="1239500" y="40130"/>
                </a:cubicBezTo>
                <a:cubicBezTo>
                  <a:pt x="1233846" y="40130"/>
                  <a:pt x="1229509" y="42310"/>
                  <a:pt x="1226492" y="46672"/>
                </a:cubicBezTo>
                <a:cubicBezTo>
                  <a:pt x="1223475" y="51031"/>
                  <a:pt x="1221966" y="57357"/>
                  <a:pt x="1221966" y="65647"/>
                </a:cubicBezTo>
                <a:cubicBezTo>
                  <a:pt x="1221966" y="69793"/>
                  <a:pt x="1222358" y="73427"/>
                  <a:pt x="1223142" y="76548"/>
                </a:cubicBezTo>
                <a:cubicBezTo>
                  <a:pt x="1223926" y="79670"/>
                  <a:pt x="1225078" y="82279"/>
                  <a:pt x="1226599" y="84376"/>
                </a:cubicBezTo>
                <a:cubicBezTo>
                  <a:pt x="1228119" y="86472"/>
                  <a:pt x="1229985" y="88033"/>
                  <a:pt x="1232194" y="89058"/>
                </a:cubicBezTo>
                <a:cubicBezTo>
                  <a:pt x="1234404" y="90082"/>
                  <a:pt x="1236934" y="90595"/>
                  <a:pt x="1239785" y="90595"/>
                </a:cubicBezTo>
                <a:cubicBezTo>
                  <a:pt x="1242494" y="90595"/>
                  <a:pt x="1244870" y="90167"/>
                  <a:pt x="1246913" y="89312"/>
                </a:cubicBezTo>
                <a:cubicBezTo>
                  <a:pt x="1248956" y="88456"/>
                  <a:pt x="1250727" y="87518"/>
                  <a:pt x="1252223" y="86496"/>
                </a:cubicBezTo>
                <a:cubicBezTo>
                  <a:pt x="1253720" y="85474"/>
                  <a:pt x="1254979" y="84548"/>
                  <a:pt x="1256001" y="83716"/>
                </a:cubicBezTo>
                <a:cubicBezTo>
                  <a:pt x="1257023" y="82885"/>
                  <a:pt x="1257819" y="82469"/>
                  <a:pt x="1258389" y="82469"/>
                </a:cubicBezTo>
                <a:cubicBezTo>
                  <a:pt x="1258722" y="82469"/>
                  <a:pt x="1259007" y="82564"/>
                  <a:pt x="1259244" y="82754"/>
                </a:cubicBezTo>
                <a:cubicBezTo>
                  <a:pt x="1259482" y="82944"/>
                  <a:pt x="1259684" y="83265"/>
                  <a:pt x="1259850" y="83716"/>
                </a:cubicBezTo>
                <a:cubicBezTo>
                  <a:pt x="1260016" y="84168"/>
                  <a:pt x="1260135" y="84738"/>
                  <a:pt x="1260207" y="85427"/>
                </a:cubicBezTo>
                <a:cubicBezTo>
                  <a:pt x="1260278" y="86116"/>
                  <a:pt x="1260313" y="86936"/>
                  <a:pt x="1260313" y="87886"/>
                </a:cubicBezTo>
                <a:close/>
                <a:moveTo>
                  <a:pt x="1327744" y="97509"/>
                </a:moveTo>
                <a:cubicBezTo>
                  <a:pt x="1327744" y="97889"/>
                  <a:pt x="1327649" y="98221"/>
                  <a:pt x="1327459" y="98506"/>
                </a:cubicBezTo>
                <a:cubicBezTo>
                  <a:pt x="1327269" y="98792"/>
                  <a:pt x="1326948" y="99029"/>
                  <a:pt x="1326497" y="99219"/>
                </a:cubicBezTo>
                <a:cubicBezTo>
                  <a:pt x="1326045" y="99409"/>
                  <a:pt x="1325416" y="99552"/>
                  <a:pt x="1324608" y="99647"/>
                </a:cubicBezTo>
                <a:cubicBezTo>
                  <a:pt x="1323800" y="99742"/>
                  <a:pt x="1322778" y="99789"/>
                  <a:pt x="1321543" y="99789"/>
                </a:cubicBezTo>
                <a:cubicBezTo>
                  <a:pt x="1320260" y="99789"/>
                  <a:pt x="1319203" y="99754"/>
                  <a:pt x="1318371" y="99683"/>
                </a:cubicBezTo>
                <a:cubicBezTo>
                  <a:pt x="1317539" y="99611"/>
                  <a:pt x="1316839" y="99492"/>
                  <a:pt x="1316268" y="99326"/>
                </a:cubicBezTo>
                <a:cubicBezTo>
                  <a:pt x="1315698" y="99160"/>
                  <a:pt x="1315235" y="98922"/>
                  <a:pt x="1314878" y="98613"/>
                </a:cubicBezTo>
                <a:cubicBezTo>
                  <a:pt x="1314522" y="98304"/>
                  <a:pt x="1314201" y="97936"/>
                  <a:pt x="1313916" y="97509"/>
                </a:cubicBezTo>
                <a:lnTo>
                  <a:pt x="1286830" y="62012"/>
                </a:lnTo>
                <a:lnTo>
                  <a:pt x="1286830" y="97580"/>
                </a:lnTo>
                <a:cubicBezTo>
                  <a:pt x="1286830" y="97960"/>
                  <a:pt x="1286735" y="98281"/>
                  <a:pt x="1286545" y="98542"/>
                </a:cubicBezTo>
                <a:cubicBezTo>
                  <a:pt x="1286355" y="98803"/>
                  <a:pt x="1286046" y="99029"/>
                  <a:pt x="1285619" y="99219"/>
                </a:cubicBezTo>
                <a:cubicBezTo>
                  <a:pt x="1285191" y="99409"/>
                  <a:pt x="1284597" y="99552"/>
                  <a:pt x="1283837" y="99647"/>
                </a:cubicBezTo>
                <a:cubicBezTo>
                  <a:pt x="1283076" y="99742"/>
                  <a:pt x="1282102" y="99789"/>
                  <a:pt x="1280914" y="99789"/>
                </a:cubicBezTo>
                <a:cubicBezTo>
                  <a:pt x="1279774" y="99789"/>
                  <a:pt x="1278824" y="99742"/>
                  <a:pt x="1278063" y="99647"/>
                </a:cubicBezTo>
                <a:cubicBezTo>
                  <a:pt x="1277303" y="99552"/>
                  <a:pt x="1276697" y="99409"/>
                  <a:pt x="1276246" y="99219"/>
                </a:cubicBezTo>
                <a:cubicBezTo>
                  <a:pt x="1275794" y="99029"/>
                  <a:pt x="1275485" y="98803"/>
                  <a:pt x="1275319" y="98542"/>
                </a:cubicBezTo>
                <a:cubicBezTo>
                  <a:pt x="1275153" y="98279"/>
                  <a:pt x="1275070" y="97958"/>
                  <a:pt x="1275070" y="97578"/>
                </a:cubicBezTo>
                <a:lnTo>
                  <a:pt x="1275070" y="2283"/>
                </a:lnTo>
                <a:cubicBezTo>
                  <a:pt x="1275070" y="1903"/>
                  <a:pt x="1275153" y="1570"/>
                  <a:pt x="1275319" y="1285"/>
                </a:cubicBezTo>
                <a:cubicBezTo>
                  <a:pt x="1275485" y="999"/>
                  <a:pt x="1275794" y="760"/>
                  <a:pt x="1276246" y="570"/>
                </a:cubicBezTo>
                <a:cubicBezTo>
                  <a:pt x="1276697" y="380"/>
                  <a:pt x="1277303" y="238"/>
                  <a:pt x="1278063" y="143"/>
                </a:cubicBezTo>
                <a:cubicBezTo>
                  <a:pt x="1278824" y="48"/>
                  <a:pt x="1279774" y="0"/>
                  <a:pt x="1280914" y="0"/>
                </a:cubicBezTo>
                <a:cubicBezTo>
                  <a:pt x="1282102" y="0"/>
                  <a:pt x="1283076" y="48"/>
                  <a:pt x="1283837" y="143"/>
                </a:cubicBezTo>
                <a:cubicBezTo>
                  <a:pt x="1284597" y="238"/>
                  <a:pt x="1285191" y="380"/>
                  <a:pt x="1285619" y="570"/>
                </a:cubicBezTo>
                <a:cubicBezTo>
                  <a:pt x="1286046" y="760"/>
                  <a:pt x="1286355" y="999"/>
                  <a:pt x="1286545" y="1285"/>
                </a:cubicBezTo>
                <a:cubicBezTo>
                  <a:pt x="1286735" y="1570"/>
                  <a:pt x="1286830" y="1903"/>
                  <a:pt x="1286830" y="2283"/>
                </a:cubicBezTo>
                <a:lnTo>
                  <a:pt x="1286830" y="60373"/>
                </a:lnTo>
                <a:lnTo>
                  <a:pt x="1311065" y="33715"/>
                </a:lnTo>
                <a:cubicBezTo>
                  <a:pt x="1311445" y="33239"/>
                  <a:pt x="1311849" y="32847"/>
                  <a:pt x="1312277" y="32538"/>
                </a:cubicBezTo>
                <a:cubicBezTo>
                  <a:pt x="1312704" y="32230"/>
                  <a:pt x="1313215" y="31968"/>
                  <a:pt x="1313809" y="31754"/>
                </a:cubicBezTo>
                <a:cubicBezTo>
                  <a:pt x="1314403" y="31541"/>
                  <a:pt x="1315104" y="31398"/>
                  <a:pt x="1315912" y="31327"/>
                </a:cubicBezTo>
                <a:cubicBezTo>
                  <a:pt x="1316720" y="31255"/>
                  <a:pt x="1317694" y="31220"/>
                  <a:pt x="1318834" y="31220"/>
                </a:cubicBezTo>
                <a:cubicBezTo>
                  <a:pt x="1320022" y="31220"/>
                  <a:pt x="1321020" y="31255"/>
                  <a:pt x="1321828" y="31327"/>
                </a:cubicBezTo>
                <a:cubicBezTo>
                  <a:pt x="1322636" y="31398"/>
                  <a:pt x="1323289" y="31517"/>
                  <a:pt x="1323788" y="31683"/>
                </a:cubicBezTo>
                <a:cubicBezTo>
                  <a:pt x="1324287" y="31849"/>
                  <a:pt x="1324643" y="32063"/>
                  <a:pt x="1324857" y="32325"/>
                </a:cubicBezTo>
                <a:cubicBezTo>
                  <a:pt x="1325071" y="32586"/>
                  <a:pt x="1325178" y="32931"/>
                  <a:pt x="1325178" y="33358"/>
                </a:cubicBezTo>
                <a:cubicBezTo>
                  <a:pt x="1325178" y="33928"/>
                  <a:pt x="1325024" y="34499"/>
                  <a:pt x="1324715" y="35069"/>
                </a:cubicBezTo>
                <a:cubicBezTo>
                  <a:pt x="1324406" y="35639"/>
                  <a:pt x="1323895" y="36304"/>
                  <a:pt x="1323182" y="37065"/>
                </a:cubicBezTo>
                <a:lnTo>
                  <a:pt x="1299946" y="60301"/>
                </a:lnTo>
                <a:lnTo>
                  <a:pt x="1326033" y="94158"/>
                </a:lnTo>
                <a:cubicBezTo>
                  <a:pt x="1326651" y="94966"/>
                  <a:pt x="1327091" y="95620"/>
                  <a:pt x="1327352" y="96119"/>
                </a:cubicBezTo>
                <a:cubicBezTo>
                  <a:pt x="1327613" y="96618"/>
                  <a:pt x="1327744" y="97081"/>
                  <a:pt x="1327744" y="97509"/>
                </a:cubicBezTo>
                <a:close/>
                <a:moveTo>
                  <a:pt x="1382053" y="80168"/>
                </a:moveTo>
                <a:cubicBezTo>
                  <a:pt x="1382053" y="83450"/>
                  <a:pt x="1381447" y="86375"/>
                  <a:pt x="1380235" y="88944"/>
                </a:cubicBezTo>
                <a:cubicBezTo>
                  <a:pt x="1379023" y="91512"/>
                  <a:pt x="1377301" y="93676"/>
                  <a:pt x="1375067" y="95437"/>
                </a:cubicBezTo>
                <a:cubicBezTo>
                  <a:pt x="1372834" y="97197"/>
                  <a:pt x="1370173" y="98528"/>
                  <a:pt x="1367084" y="99431"/>
                </a:cubicBezTo>
                <a:cubicBezTo>
                  <a:pt x="1363995" y="100335"/>
                  <a:pt x="1360598" y="100787"/>
                  <a:pt x="1356891" y="100787"/>
                </a:cubicBezTo>
                <a:cubicBezTo>
                  <a:pt x="1354611" y="100787"/>
                  <a:pt x="1352437" y="100609"/>
                  <a:pt x="1350369" y="100253"/>
                </a:cubicBezTo>
                <a:cubicBezTo>
                  <a:pt x="1348302" y="99896"/>
                  <a:pt x="1346449" y="99445"/>
                  <a:pt x="1344810" y="98898"/>
                </a:cubicBezTo>
                <a:cubicBezTo>
                  <a:pt x="1343170" y="98352"/>
                  <a:pt x="1341780" y="97782"/>
                  <a:pt x="1340640" y="97188"/>
                </a:cubicBezTo>
                <a:cubicBezTo>
                  <a:pt x="1339500" y="96594"/>
                  <a:pt x="1338668" y="96059"/>
                  <a:pt x="1338145" y="95584"/>
                </a:cubicBezTo>
                <a:cubicBezTo>
                  <a:pt x="1337623" y="95109"/>
                  <a:pt x="1337242" y="94444"/>
                  <a:pt x="1337005" y="93588"/>
                </a:cubicBezTo>
                <a:cubicBezTo>
                  <a:pt x="1336767" y="92733"/>
                  <a:pt x="1336648" y="91569"/>
                  <a:pt x="1336648" y="90096"/>
                </a:cubicBezTo>
                <a:cubicBezTo>
                  <a:pt x="1336648" y="89193"/>
                  <a:pt x="1336696" y="88432"/>
                  <a:pt x="1336791" y="87815"/>
                </a:cubicBezTo>
                <a:cubicBezTo>
                  <a:pt x="1336886" y="87197"/>
                  <a:pt x="1337005" y="86698"/>
                  <a:pt x="1337147" y="86318"/>
                </a:cubicBezTo>
                <a:cubicBezTo>
                  <a:pt x="1337290" y="85938"/>
                  <a:pt x="1337492" y="85664"/>
                  <a:pt x="1337753" y="85498"/>
                </a:cubicBezTo>
                <a:cubicBezTo>
                  <a:pt x="1338015" y="85332"/>
                  <a:pt x="1338312" y="85249"/>
                  <a:pt x="1338644" y="85249"/>
                </a:cubicBezTo>
                <a:cubicBezTo>
                  <a:pt x="1339167" y="85249"/>
                  <a:pt x="1339939" y="85569"/>
                  <a:pt x="1340961" y="86211"/>
                </a:cubicBezTo>
                <a:cubicBezTo>
                  <a:pt x="1341982" y="86852"/>
                  <a:pt x="1343242" y="87553"/>
                  <a:pt x="1344738" y="88314"/>
                </a:cubicBezTo>
                <a:cubicBezTo>
                  <a:pt x="1346235" y="89074"/>
                  <a:pt x="1348005" y="89775"/>
                  <a:pt x="1350049" y="90416"/>
                </a:cubicBezTo>
                <a:cubicBezTo>
                  <a:pt x="1352092" y="91058"/>
                  <a:pt x="1354444" y="91379"/>
                  <a:pt x="1357105" y="91379"/>
                </a:cubicBezTo>
                <a:cubicBezTo>
                  <a:pt x="1359101" y="91379"/>
                  <a:pt x="1360907" y="91165"/>
                  <a:pt x="1362522" y="90737"/>
                </a:cubicBezTo>
                <a:cubicBezTo>
                  <a:pt x="1364138" y="90308"/>
                  <a:pt x="1365540" y="89677"/>
                  <a:pt x="1366728" y="88844"/>
                </a:cubicBezTo>
                <a:cubicBezTo>
                  <a:pt x="1367916" y="88011"/>
                  <a:pt x="1368831" y="86951"/>
                  <a:pt x="1369472" y="85665"/>
                </a:cubicBezTo>
                <a:cubicBezTo>
                  <a:pt x="1370114" y="84379"/>
                  <a:pt x="1370434" y="82856"/>
                  <a:pt x="1370434" y="81095"/>
                </a:cubicBezTo>
                <a:cubicBezTo>
                  <a:pt x="1370434" y="79287"/>
                  <a:pt x="1369971" y="77765"/>
                  <a:pt x="1369044" y="76528"/>
                </a:cubicBezTo>
                <a:cubicBezTo>
                  <a:pt x="1368118" y="75291"/>
                  <a:pt x="1366894" y="74198"/>
                  <a:pt x="1365374" y="73247"/>
                </a:cubicBezTo>
                <a:cubicBezTo>
                  <a:pt x="1363853" y="72295"/>
                  <a:pt x="1362142" y="71451"/>
                  <a:pt x="1360241" y="70715"/>
                </a:cubicBezTo>
                <a:cubicBezTo>
                  <a:pt x="1358341" y="69977"/>
                  <a:pt x="1356381" y="69204"/>
                  <a:pt x="1354361" y="68396"/>
                </a:cubicBezTo>
                <a:cubicBezTo>
                  <a:pt x="1352341" y="67587"/>
                  <a:pt x="1350369" y="66670"/>
                  <a:pt x="1348445" y="65647"/>
                </a:cubicBezTo>
                <a:cubicBezTo>
                  <a:pt x="1346520" y="64624"/>
                  <a:pt x="1344798" y="63375"/>
                  <a:pt x="1343277" y="61901"/>
                </a:cubicBezTo>
                <a:cubicBezTo>
                  <a:pt x="1341757" y="60426"/>
                  <a:pt x="1340533" y="58666"/>
                  <a:pt x="1339606" y="56622"/>
                </a:cubicBezTo>
                <a:cubicBezTo>
                  <a:pt x="1338680" y="54577"/>
                  <a:pt x="1338217" y="52127"/>
                  <a:pt x="1338217" y="49273"/>
                </a:cubicBezTo>
                <a:cubicBezTo>
                  <a:pt x="1338217" y="46752"/>
                  <a:pt x="1338704" y="44338"/>
                  <a:pt x="1339678" y="42032"/>
                </a:cubicBezTo>
                <a:cubicBezTo>
                  <a:pt x="1340652" y="39724"/>
                  <a:pt x="1342113" y="37702"/>
                  <a:pt x="1344061" y="35967"/>
                </a:cubicBezTo>
                <a:cubicBezTo>
                  <a:pt x="1346010" y="34229"/>
                  <a:pt x="1348445" y="32838"/>
                  <a:pt x="1351367" y="31792"/>
                </a:cubicBezTo>
                <a:cubicBezTo>
                  <a:pt x="1354290" y="30745"/>
                  <a:pt x="1357699" y="30222"/>
                  <a:pt x="1361596" y="30222"/>
                </a:cubicBezTo>
                <a:cubicBezTo>
                  <a:pt x="1363306" y="30222"/>
                  <a:pt x="1365017" y="30367"/>
                  <a:pt x="1366728" y="30656"/>
                </a:cubicBezTo>
                <a:cubicBezTo>
                  <a:pt x="1368438" y="30946"/>
                  <a:pt x="1369983" y="31307"/>
                  <a:pt x="1371361" y="31741"/>
                </a:cubicBezTo>
                <a:cubicBezTo>
                  <a:pt x="1372739" y="32175"/>
                  <a:pt x="1373915" y="32645"/>
                  <a:pt x="1374889" y="33151"/>
                </a:cubicBezTo>
                <a:cubicBezTo>
                  <a:pt x="1375863" y="33657"/>
                  <a:pt x="1376600" y="34104"/>
                  <a:pt x="1377099" y="34490"/>
                </a:cubicBezTo>
                <a:cubicBezTo>
                  <a:pt x="1377598" y="34876"/>
                  <a:pt x="1377930" y="35211"/>
                  <a:pt x="1378097" y="35497"/>
                </a:cubicBezTo>
                <a:cubicBezTo>
                  <a:pt x="1378263" y="35782"/>
                  <a:pt x="1378382" y="36102"/>
                  <a:pt x="1378453" y="36459"/>
                </a:cubicBezTo>
                <a:cubicBezTo>
                  <a:pt x="1378524" y="36815"/>
                  <a:pt x="1378596" y="37255"/>
                  <a:pt x="1378667" y="37777"/>
                </a:cubicBezTo>
                <a:cubicBezTo>
                  <a:pt x="1378738" y="38300"/>
                  <a:pt x="1378774" y="38942"/>
                  <a:pt x="1378774" y="39702"/>
                </a:cubicBezTo>
                <a:cubicBezTo>
                  <a:pt x="1378774" y="40510"/>
                  <a:pt x="1378738" y="41211"/>
                  <a:pt x="1378667" y="41805"/>
                </a:cubicBezTo>
                <a:cubicBezTo>
                  <a:pt x="1378596" y="42399"/>
                  <a:pt x="1378477" y="42886"/>
                  <a:pt x="1378310" y="43266"/>
                </a:cubicBezTo>
                <a:cubicBezTo>
                  <a:pt x="1378144" y="43646"/>
                  <a:pt x="1377942" y="43919"/>
                  <a:pt x="1377705" y="44086"/>
                </a:cubicBezTo>
                <a:cubicBezTo>
                  <a:pt x="1377467" y="44252"/>
                  <a:pt x="1377206" y="44335"/>
                  <a:pt x="1376921" y="44335"/>
                </a:cubicBezTo>
                <a:cubicBezTo>
                  <a:pt x="1376493" y="44335"/>
                  <a:pt x="1375875" y="44070"/>
                  <a:pt x="1375067" y="43540"/>
                </a:cubicBezTo>
                <a:cubicBezTo>
                  <a:pt x="1374260" y="43010"/>
                  <a:pt x="1373214" y="42443"/>
                  <a:pt x="1371931" y="41840"/>
                </a:cubicBezTo>
                <a:cubicBezTo>
                  <a:pt x="1370648" y="41237"/>
                  <a:pt x="1369139" y="40671"/>
                  <a:pt x="1367405" y="40141"/>
                </a:cubicBezTo>
                <a:cubicBezTo>
                  <a:pt x="1365671" y="39611"/>
                  <a:pt x="1363687" y="39346"/>
                  <a:pt x="1361453" y="39346"/>
                </a:cubicBezTo>
                <a:cubicBezTo>
                  <a:pt x="1359457" y="39346"/>
                  <a:pt x="1357699" y="39572"/>
                  <a:pt x="1356179" y="40025"/>
                </a:cubicBezTo>
                <a:cubicBezTo>
                  <a:pt x="1354658" y="40476"/>
                  <a:pt x="1353411" y="41119"/>
                  <a:pt x="1352437" y="41952"/>
                </a:cubicBezTo>
                <a:cubicBezTo>
                  <a:pt x="1351462" y="42785"/>
                  <a:pt x="1350726" y="43773"/>
                  <a:pt x="1350227" y="44916"/>
                </a:cubicBezTo>
                <a:cubicBezTo>
                  <a:pt x="1349728" y="46058"/>
                  <a:pt x="1349478" y="47296"/>
                  <a:pt x="1349478" y="48630"/>
                </a:cubicBezTo>
                <a:cubicBezTo>
                  <a:pt x="1349478" y="50484"/>
                  <a:pt x="1349954" y="52042"/>
                  <a:pt x="1350904" y="53303"/>
                </a:cubicBezTo>
                <a:cubicBezTo>
                  <a:pt x="1351854" y="54563"/>
                  <a:pt x="1353090" y="55670"/>
                  <a:pt x="1354611" y="56622"/>
                </a:cubicBezTo>
                <a:cubicBezTo>
                  <a:pt x="1356131" y="57572"/>
                  <a:pt x="1357866" y="58428"/>
                  <a:pt x="1359814" y="59190"/>
                </a:cubicBezTo>
                <a:cubicBezTo>
                  <a:pt x="1361762" y="59950"/>
                  <a:pt x="1363746" y="60735"/>
                  <a:pt x="1365766" y="61544"/>
                </a:cubicBezTo>
                <a:cubicBezTo>
                  <a:pt x="1367785" y="62352"/>
                  <a:pt x="1369781" y="63256"/>
                  <a:pt x="1371753" y="64255"/>
                </a:cubicBezTo>
                <a:cubicBezTo>
                  <a:pt x="1373725" y="65254"/>
                  <a:pt x="1375471" y="66468"/>
                  <a:pt x="1376992" y="67895"/>
                </a:cubicBezTo>
                <a:cubicBezTo>
                  <a:pt x="1378512" y="69322"/>
                  <a:pt x="1379736" y="71035"/>
                  <a:pt x="1380663" y="73033"/>
                </a:cubicBezTo>
                <a:cubicBezTo>
                  <a:pt x="1381589" y="75031"/>
                  <a:pt x="1382053" y="77409"/>
                  <a:pt x="1382053" y="80168"/>
                </a:cubicBezTo>
                <a:close/>
                <a:moveTo>
                  <a:pt x="1481197" y="97651"/>
                </a:moveTo>
                <a:cubicBezTo>
                  <a:pt x="1481197" y="98221"/>
                  <a:pt x="1481007" y="98649"/>
                  <a:pt x="1480627" y="98934"/>
                </a:cubicBezTo>
                <a:cubicBezTo>
                  <a:pt x="1480247" y="99219"/>
                  <a:pt x="1479724" y="99433"/>
                  <a:pt x="1479059" y="99576"/>
                </a:cubicBezTo>
                <a:cubicBezTo>
                  <a:pt x="1478393" y="99718"/>
                  <a:pt x="1477419" y="99789"/>
                  <a:pt x="1476136" y="99789"/>
                </a:cubicBezTo>
                <a:cubicBezTo>
                  <a:pt x="1474901" y="99789"/>
                  <a:pt x="1473915" y="99718"/>
                  <a:pt x="1473178" y="99576"/>
                </a:cubicBezTo>
                <a:cubicBezTo>
                  <a:pt x="1472442" y="99433"/>
                  <a:pt x="1471907" y="99219"/>
                  <a:pt x="1471574" y="98934"/>
                </a:cubicBezTo>
                <a:cubicBezTo>
                  <a:pt x="1471242" y="98649"/>
                  <a:pt x="1471075" y="98221"/>
                  <a:pt x="1471075" y="97651"/>
                </a:cubicBezTo>
                <a:lnTo>
                  <a:pt x="1471075" y="91236"/>
                </a:lnTo>
                <a:cubicBezTo>
                  <a:pt x="1468272" y="94230"/>
                  <a:pt x="1465148" y="96570"/>
                  <a:pt x="1461702" y="98257"/>
                </a:cubicBezTo>
                <a:cubicBezTo>
                  <a:pt x="1458257" y="99944"/>
                  <a:pt x="1454610" y="100787"/>
                  <a:pt x="1450761" y="100787"/>
                </a:cubicBezTo>
                <a:cubicBezTo>
                  <a:pt x="1447387" y="100787"/>
                  <a:pt x="1444334" y="100346"/>
                  <a:pt x="1441602" y="99464"/>
                </a:cubicBezTo>
                <a:cubicBezTo>
                  <a:pt x="1438870" y="98582"/>
                  <a:pt x="1436541" y="97307"/>
                  <a:pt x="1434617" y="95637"/>
                </a:cubicBezTo>
                <a:cubicBezTo>
                  <a:pt x="1432692" y="93968"/>
                  <a:pt x="1431195" y="91918"/>
                  <a:pt x="1430126" y="89488"/>
                </a:cubicBezTo>
                <a:cubicBezTo>
                  <a:pt x="1429057" y="87055"/>
                  <a:pt x="1428522" y="84289"/>
                  <a:pt x="1428522" y="81188"/>
                </a:cubicBezTo>
                <a:cubicBezTo>
                  <a:pt x="1428522" y="77565"/>
                  <a:pt x="1429259" y="74418"/>
                  <a:pt x="1430732" y="71748"/>
                </a:cubicBezTo>
                <a:cubicBezTo>
                  <a:pt x="1432205" y="69077"/>
                  <a:pt x="1434320" y="66859"/>
                  <a:pt x="1437076" y="65095"/>
                </a:cubicBezTo>
                <a:cubicBezTo>
                  <a:pt x="1439832" y="63331"/>
                  <a:pt x="1443206" y="62008"/>
                  <a:pt x="1447197" y="61125"/>
                </a:cubicBezTo>
                <a:cubicBezTo>
                  <a:pt x="1451189" y="60243"/>
                  <a:pt x="1455679" y="59802"/>
                  <a:pt x="1460669" y="59802"/>
                </a:cubicBezTo>
                <a:lnTo>
                  <a:pt x="1469507" y="59802"/>
                </a:lnTo>
                <a:lnTo>
                  <a:pt x="1469507" y="54831"/>
                </a:lnTo>
                <a:cubicBezTo>
                  <a:pt x="1469507" y="52369"/>
                  <a:pt x="1469246" y="50191"/>
                  <a:pt x="1468723" y="48298"/>
                </a:cubicBezTo>
                <a:cubicBezTo>
                  <a:pt x="1468201" y="46403"/>
                  <a:pt x="1467357" y="44828"/>
                  <a:pt x="1466193" y="43573"/>
                </a:cubicBezTo>
                <a:cubicBezTo>
                  <a:pt x="1465029" y="42318"/>
                  <a:pt x="1463520" y="41372"/>
                  <a:pt x="1461667" y="40733"/>
                </a:cubicBezTo>
                <a:cubicBezTo>
                  <a:pt x="1459814" y="40093"/>
                  <a:pt x="1457533" y="39773"/>
                  <a:pt x="1454824" y="39773"/>
                </a:cubicBezTo>
                <a:cubicBezTo>
                  <a:pt x="1451925" y="39773"/>
                  <a:pt x="1449324" y="40114"/>
                  <a:pt x="1447019" y="40796"/>
                </a:cubicBezTo>
                <a:cubicBezTo>
                  <a:pt x="1444714" y="41477"/>
                  <a:pt x="1442695" y="42229"/>
                  <a:pt x="1440960" y="43052"/>
                </a:cubicBezTo>
                <a:cubicBezTo>
                  <a:pt x="1439226" y="43875"/>
                  <a:pt x="1437777" y="44627"/>
                  <a:pt x="1436613" y="45308"/>
                </a:cubicBezTo>
                <a:cubicBezTo>
                  <a:pt x="1435448" y="45990"/>
                  <a:pt x="1434581" y="46331"/>
                  <a:pt x="1434011" y="46331"/>
                </a:cubicBezTo>
                <a:cubicBezTo>
                  <a:pt x="1433631" y="46331"/>
                  <a:pt x="1433298" y="46236"/>
                  <a:pt x="1433013" y="46046"/>
                </a:cubicBezTo>
                <a:cubicBezTo>
                  <a:pt x="1432728" y="45856"/>
                  <a:pt x="1432478" y="45571"/>
                  <a:pt x="1432265" y="45190"/>
                </a:cubicBezTo>
                <a:cubicBezTo>
                  <a:pt x="1432051" y="44810"/>
                  <a:pt x="1431896" y="44323"/>
                  <a:pt x="1431801" y="43729"/>
                </a:cubicBezTo>
                <a:cubicBezTo>
                  <a:pt x="1431706" y="43135"/>
                  <a:pt x="1431659" y="42482"/>
                  <a:pt x="1431659" y="41769"/>
                </a:cubicBezTo>
                <a:cubicBezTo>
                  <a:pt x="1431659" y="40581"/>
                  <a:pt x="1431742" y="39643"/>
                  <a:pt x="1431908" y="38954"/>
                </a:cubicBezTo>
                <a:cubicBezTo>
                  <a:pt x="1432074" y="38264"/>
                  <a:pt x="1432478" y="37611"/>
                  <a:pt x="1433120" y="36993"/>
                </a:cubicBezTo>
                <a:cubicBezTo>
                  <a:pt x="1433761" y="36376"/>
                  <a:pt x="1434866" y="35656"/>
                  <a:pt x="1436434" y="34835"/>
                </a:cubicBezTo>
                <a:cubicBezTo>
                  <a:pt x="1438002" y="34012"/>
                  <a:pt x="1439808" y="33261"/>
                  <a:pt x="1441851" y="32581"/>
                </a:cubicBezTo>
                <a:cubicBezTo>
                  <a:pt x="1443895" y="31901"/>
                  <a:pt x="1446128" y="31338"/>
                  <a:pt x="1448552" y="30892"/>
                </a:cubicBezTo>
                <a:cubicBezTo>
                  <a:pt x="1450975" y="30445"/>
                  <a:pt x="1453422" y="30222"/>
                  <a:pt x="1455893" y="30222"/>
                </a:cubicBezTo>
                <a:cubicBezTo>
                  <a:pt x="1460503" y="30222"/>
                  <a:pt x="1464423" y="30745"/>
                  <a:pt x="1467654" y="31790"/>
                </a:cubicBezTo>
                <a:cubicBezTo>
                  <a:pt x="1470885" y="32835"/>
                  <a:pt x="1473499" y="34368"/>
                  <a:pt x="1475495" y="36388"/>
                </a:cubicBezTo>
                <a:cubicBezTo>
                  <a:pt x="1477491" y="38407"/>
                  <a:pt x="1478940" y="40914"/>
                  <a:pt x="1479843" y="43907"/>
                </a:cubicBezTo>
                <a:cubicBezTo>
                  <a:pt x="1480746" y="46901"/>
                  <a:pt x="1481197" y="50394"/>
                  <a:pt x="1481197" y="54385"/>
                </a:cubicBezTo>
                <a:lnTo>
                  <a:pt x="1481197" y="97651"/>
                </a:lnTo>
                <a:moveTo>
                  <a:pt x="1469507" y="68284"/>
                </a:moveTo>
                <a:lnTo>
                  <a:pt x="1459457" y="68284"/>
                </a:lnTo>
                <a:cubicBezTo>
                  <a:pt x="1456226" y="68284"/>
                  <a:pt x="1453422" y="68560"/>
                  <a:pt x="1451046" y="69111"/>
                </a:cubicBezTo>
                <a:cubicBezTo>
                  <a:pt x="1448670" y="69660"/>
                  <a:pt x="1446698" y="70473"/>
                  <a:pt x="1445130" y="71548"/>
                </a:cubicBezTo>
                <a:cubicBezTo>
                  <a:pt x="1443562" y="72623"/>
                  <a:pt x="1442410" y="73914"/>
                  <a:pt x="1441673" y="75421"/>
                </a:cubicBezTo>
                <a:cubicBezTo>
                  <a:pt x="1440937" y="76927"/>
                  <a:pt x="1440568" y="78660"/>
                  <a:pt x="1440568" y="80620"/>
                </a:cubicBezTo>
                <a:cubicBezTo>
                  <a:pt x="1440568" y="83967"/>
                  <a:pt x="1441626" y="86633"/>
                  <a:pt x="1443740" y="88617"/>
                </a:cubicBezTo>
                <a:cubicBezTo>
                  <a:pt x="1445855" y="90600"/>
                  <a:pt x="1448813" y="91592"/>
                  <a:pt x="1452614" y="91592"/>
                </a:cubicBezTo>
                <a:cubicBezTo>
                  <a:pt x="1455703" y="91592"/>
                  <a:pt x="1458566" y="90804"/>
                  <a:pt x="1461203" y="89227"/>
                </a:cubicBezTo>
                <a:cubicBezTo>
                  <a:pt x="1463841" y="87648"/>
                  <a:pt x="1466609" y="85234"/>
                  <a:pt x="1469507" y="81983"/>
                </a:cubicBezTo>
                <a:lnTo>
                  <a:pt x="1469507" y="68284"/>
                </a:lnTo>
                <a:close/>
                <a:moveTo>
                  <a:pt x="1554967" y="97580"/>
                </a:moveTo>
                <a:cubicBezTo>
                  <a:pt x="1554967" y="97960"/>
                  <a:pt x="1554872" y="98281"/>
                  <a:pt x="1554682" y="98542"/>
                </a:cubicBezTo>
                <a:cubicBezTo>
                  <a:pt x="1554492" y="98803"/>
                  <a:pt x="1554183" y="99029"/>
                  <a:pt x="1553755" y="99219"/>
                </a:cubicBezTo>
                <a:cubicBezTo>
                  <a:pt x="1553328" y="99409"/>
                  <a:pt x="1552734" y="99552"/>
                  <a:pt x="1551973" y="99647"/>
                </a:cubicBezTo>
                <a:cubicBezTo>
                  <a:pt x="1551213" y="99742"/>
                  <a:pt x="1550263" y="99789"/>
                  <a:pt x="1549122" y="99789"/>
                </a:cubicBezTo>
                <a:cubicBezTo>
                  <a:pt x="1547934" y="99789"/>
                  <a:pt x="1546960" y="99742"/>
                  <a:pt x="1546200" y="99647"/>
                </a:cubicBezTo>
                <a:cubicBezTo>
                  <a:pt x="1545440" y="99552"/>
                  <a:pt x="1544846" y="99409"/>
                  <a:pt x="1544418" y="99219"/>
                </a:cubicBezTo>
                <a:cubicBezTo>
                  <a:pt x="1543990" y="99029"/>
                  <a:pt x="1543681" y="98803"/>
                  <a:pt x="1543491" y="98542"/>
                </a:cubicBezTo>
                <a:cubicBezTo>
                  <a:pt x="1543301" y="98281"/>
                  <a:pt x="1543206" y="97960"/>
                  <a:pt x="1543206" y="97580"/>
                </a:cubicBezTo>
                <a:lnTo>
                  <a:pt x="1543206" y="60016"/>
                </a:lnTo>
                <a:cubicBezTo>
                  <a:pt x="1543206" y="56357"/>
                  <a:pt x="1542921" y="53411"/>
                  <a:pt x="1542351" y="51178"/>
                </a:cubicBezTo>
                <a:cubicBezTo>
                  <a:pt x="1541781" y="48944"/>
                  <a:pt x="1540949" y="47020"/>
                  <a:pt x="1539856" y="45404"/>
                </a:cubicBezTo>
                <a:cubicBezTo>
                  <a:pt x="1538763" y="43789"/>
                  <a:pt x="1537349" y="42553"/>
                  <a:pt x="1535615" y="41698"/>
                </a:cubicBezTo>
                <a:cubicBezTo>
                  <a:pt x="1533881" y="40842"/>
                  <a:pt x="1531873" y="40415"/>
                  <a:pt x="1529592" y="40415"/>
                </a:cubicBezTo>
                <a:cubicBezTo>
                  <a:pt x="1526646" y="40415"/>
                  <a:pt x="1523700" y="41460"/>
                  <a:pt x="1520754" y="43551"/>
                </a:cubicBezTo>
                <a:cubicBezTo>
                  <a:pt x="1517807" y="45642"/>
                  <a:pt x="1514719" y="48707"/>
                  <a:pt x="1511487" y="52746"/>
                </a:cubicBezTo>
                <a:lnTo>
                  <a:pt x="1511487" y="97580"/>
                </a:lnTo>
                <a:cubicBezTo>
                  <a:pt x="1511487" y="97960"/>
                  <a:pt x="1511392" y="98281"/>
                  <a:pt x="1511202" y="98542"/>
                </a:cubicBezTo>
                <a:cubicBezTo>
                  <a:pt x="1511012" y="98803"/>
                  <a:pt x="1510703" y="99029"/>
                  <a:pt x="1510276" y="99219"/>
                </a:cubicBezTo>
                <a:cubicBezTo>
                  <a:pt x="1509848" y="99409"/>
                  <a:pt x="1509254" y="99552"/>
                  <a:pt x="1508494" y="99647"/>
                </a:cubicBezTo>
                <a:cubicBezTo>
                  <a:pt x="1507733" y="99742"/>
                  <a:pt x="1506759" y="99789"/>
                  <a:pt x="1505571" y="99789"/>
                </a:cubicBezTo>
                <a:cubicBezTo>
                  <a:pt x="1504431" y="99789"/>
                  <a:pt x="1503480" y="99742"/>
                  <a:pt x="1502720" y="99647"/>
                </a:cubicBezTo>
                <a:cubicBezTo>
                  <a:pt x="1501960" y="99552"/>
                  <a:pt x="1501354" y="99409"/>
                  <a:pt x="1500903" y="99219"/>
                </a:cubicBezTo>
                <a:cubicBezTo>
                  <a:pt x="1500451" y="99029"/>
                  <a:pt x="1500142" y="98803"/>
                  <a:pt x="1499976" y="98542"/>
                </a:cubicBezTo>
                <a:cubicBezTo>
                  <a:pt x="1499810" y="98281"/>
                  <a:pt x="1499726" y="97960"/>
                  <a:pt x="1499726" y="97580"/>
                </a:cubicBezTo>
                <a:lnTo>
                  <a:pt x="1499726" y="33429"/>
                </a:lnTo>
                <a:cubicBezTo>
                  <a:pt x="1499726" y="33049"/>
                  <a:pt x="1499798" y="32729"/>
                  <a:pt x="1499940" y="32467"/>
                </a:cubicBezTo>
                <a:cubicBezTo>
                  <a:pt x="1500083" y="32206"/>
                  <a:pt x="1500368" y="31968"/>
                  <a:pt x="1500796" y="31754"/>
                </a:cubicBezTo>
                <a:cubicBezTo>
                  <a:pt x="1501223" y="31541"/>
                  <a:pt x="1501770" y="31398"/>
                  <a:pt x="1502435" y="31327"/>
                </a:cubicBezTo>
                <a:cubicBezTo>
                  <a:pt x="1503100" y="31255"/>
                  <a:pt x="1503979" y="31220"/>
                  <a:pt x="1505072" y="31220"/>
                </a:cubicBezTo>
                <a:cubicBezTo>
                  <a:pt x="1506118" y="31220"/>
                  <a:pt x="1506985" y="31255"/>
                  <a:pt x="1507674" y="31327"/>
                </a:cubicBezTo>
                <a:cubicBezTo>
                  <a:pt x="1508363" y="31398"/>
                  <a:pt x="1508898" y="31541"/>
                  <a:pt x="1509278" y="31754"/>
                </a:cubicBezTo>
                <a:cubicBezTo>
                  <a:pt x="1509658" y="31968"/>
                  <a:pt x="1509931" y="32206"/>
                  <a:pt x="1510097" y="32467"/>
                </a:cubicBezTo>
                <a:cubicBezTo>
                  <a:pt x="1510264" y="32729"/>
                  <a:pt x="1510347" y="33049"/>
                  <a:pt x="1510347" y="33429"/>
                </a:cubicBezTo>
                <a:lnTo>
                  <a:pt x="1510347" y="41912"/>
                </a:lnTo>
                <a:cubicBezTo>
                  <a:pt x="1513958" y="37872"/>
                  <a:pt x="1517558" y="34914"/>
                  <a:pt x="1521146" y="33037"/>
                </a:cubicBezTo>
                <a:cubicBezTo>
                  <a:pt x="1524733" y="31160"/>
                  <a:pt x="1528357" y="30222"/>
                  <a:pt x="1532015" y="30222"/>
                </a:cubicBezTo>
                <a:cubicBezTo>
                  <a:pt x="1536292" y="30222"/>
                  <a:pt x="1539892" y="30947"/>
                  <a:pt x="1542814" y="32396"/>
                </a:cubicBezTo>
                <a:cubicBezTo>
                  <a:pt x="1545737" y="33845"/>
                  <a:pt x="1548101" y="35782"/>
                  <a:pt x="1549906" y="38205"/>
                </a:cubicBezTo>
                <a:cubicBezTo>
                  <a:pt x="1551712" y="40629"/>
                  <a:pt x="1553007" y="43468"/>
                  <a:pt x="1553791" y="46723"/>
                </a:cubicBezTo>
                <a:cubicBezTo>
                  <a:pt x="1554575" y="49978"/>
                  <a:pt x="1554967" y="53886"/>
                  <a:pt x="1554967" y="58448"/>
                </a:cubicBezTo>
                <a:lnTo>
                  <a:pt x="1554967" y="97580"/>
                </a:lnTo>
                <a:close/>
                <a:moveTo>
                  <a:pt x="1633656" y="97578"/>
                </a:moveTo>
                <a:cubicBezTo>
                  <a:pt x="1633656" y="97958"/>
                  <a:pt x="1633573" y="98291"/>
                  <a:pt x="1633407" y="98578"/>
                </a:cubicBezTo>
                <a:cubicBezTo>
                  <a:pt x="1633240" y="98863"/>
                  <a:pt x="1632955" y="99089"/>
                  <a:pt x="1632551" y="99255"/>
                </a:cubicBezTo>
                <a:cubicBezTo>
                  <a:pt x="1632147" y="99421"/>
                  <a:pt x="1631613" y="99552"/>
                  <a:pt x="1630948" y="99647"/>
                </a:cubicBezTo>
                <a:cubicBezTo>
                  <a:pt x="1630282" y="99742"/>
                  <a:pt x="1629474" y="99789"/>
                  <a:pt x="1628524" y="99789"/>
                </a:cubicBezTo>
                <a:cubicBezTo>
                  <a:pt x="1627526" y="99789"/>
                  <a:pt x="1626695" y="99742"/>
                  <a:pt x="1626029" y="99647"/>
                </a:cubicBezTo>
                <a:cubicBezTo>
                  <a:pt x="1625364" y="99553"/>
                  <a:pt x="1624818" y="99424"/>
                  <a:pt x="1624390" y="99259"/>
                </a:cubicBezTo>
                <a:cubicBezTo>
                  <a:pt x="1623962" y="99093"/>
                  <a:pt x="1623653" y="98868"/>
                  <a:pt x="1623463" y="98584"/>
                </a:cubicBezTo>
                <a:cubicBezTo>
                  <a:pt x="1623273" y="98301"/>
                  <a:pt x="1623178" y="97970"/>
                  <a:pt x="1623178" y="97593"/>
                </a:cubicBezTo>
                <a:lnTo>
                  <a:pt x="1623178" y="89158"/>
                </a:lnTo>
                <a:cubicBezTo>
                  <a:pt x="1619804" y="92820"/>
                  <a:pt x="1616300" y="95674"/>
                  <a:pt x="1612665" y="97720"/>
                </a:cubicBezTo>
                <a:cubicBezTo>
                  <a:pt x="1609029" y="99765"/>
                  <a:pt x="1605050" y="100787"/>
                  <a:pt x="1600726" y="100787"/>
                </a:cubicBezTo>
                <a:cubicBezTo>
                  <a:pt x="1596021" y="100787"/>
                  <a:pt x="1592006" y="99872"/>
                  <a:pt x="1588680" y="98041"/>
                </a:cubicBezTo>
                <a:cubicBezTo>
                  <a:pt x="1585353" y="96210"/>
                  <a:pt x="1582657" y="93737"/>
                  <a:pt x="1580589" y="90621"/>
                </a:cubicBezTo>
                <a:cubicBezTo>
                  <a:pt x="1578522" y="87504"/>
                  <a:pt x="1577014" y="83842"/>
                  <a:pt x="1576063" y="79633"/>
                </a:cubicBezTo>
                <a:cubicBezTo>
                  <a:pt x="1575113" y="75423"/>
                  <a:pt x="1574638" y="70987"/>
                  <a:pt x="1574638" y="66324"/>
                </a:cubicBezTo>
                <a:cubicBezTo>
                  <a:pt x="1574638" y="60808"/>
                  <a:pt x="1575232" y="55826"/>
                  <a:pt x="1576420" y="51378"/>
                </a:cubicBezTo>
                <a:cubicBezTo>
                  <a:pt x="1577608" y="46931"/>
                  <a:pt x="1579366" y="43137"/>
                  <a:pt x="1581694" y="39998"/>
                </a:cubicBezTo>
                <a:cubicBezTo>
                  <a:pt x="1584023" y="36857"/>
                  <a:pt x="1586909" y="34443"/>
                  <a:pt x="1590355" y="32755"/>
                </a:cubicBezTo>
                <a:cubicBezTo>
                  <a:pt x="1593800" y="31066"/>
                  <a:pt x="1597779" y="30222"/>
                  <a:pt x="1602294" y="30222"/>
                </a:cubicBezTo>
                <a:cubicBezTo>
                  <a:pt x="1606048" y="30222"/>
                  <a:pt x="1609481" y="31042"/>
                  <a:pt x="1612593" y="32683"/>
                </a:cubicBezTo>
                <a:cubicBezTo>
                  <a:pt x="1615706" y="34324"/>
                  <a:pt x="1618783" y="36738"/>
                  <a:pt x="1621824" y="39925"/>
                </a:cubicBezTo>
                <a:lnTo>
                  <a:pt x="1621824" y="2570"/>
                </a:lnTo>
                <a:cubicBezTo>
                  <a:pt x="1621824" y="2238"/>
                  <a:pt x="1621907" y="1917"/>
                  <a:pt x="1622073" y="1608"/>
                </a:cubicBezTo>
                <a:cubicBezTo>
                  <a:pt x="1622240" y="1298"/>
                  <a:pt x="1622560" y="1060"/>
                  <a:pt x="1623036" y="893"/>
                </a:cubicBezTo>
                <a:cubicBezTo>
                  <a:pt x="1623511" y="725"/>
                  <a:pt x="1624117" y="582"/>
                  <a:pt x="1624853" y="463"/>
                </a:cubicBezTo>
                <a:cubicBezTo>
                  <a:pt x="1625590" y="345"/>
                  <a:pt x="1626528" y="285"/>
                  <a:pt x="1627669" y="285"/>
                </a:cubicBezTo>
                <a:cubicBezTo>
                  <a:pt x="1628857" y="285"/>
                  <a:pt x="1629831" y="345"/>
                  <a:pt x="1630591" y="463"/>
                </a:cubicBezTo>
                <a:cubicBezTo>
                  <a:pt x="1631351" y="582"/>
                  <a:pt x="1631945" y="725"/>
                  <a:pt x="1632373" y="891"/>
                </a:cubicBezTo>
                <a:cubicBezTo>
                  <a:pt x="1632801" y="1057"/>
                  <a:pt x="1633122" y="1296"/>
                  <a:pt x="1633335" y="1606"/>
                </a:cubicBezTo>
                <a:cubicBezTo>
                  <a:pt x="1633549" y="1915"/>
                  <a:pt x="1633656" y="2236"/>
                  <a:pt x="1633656" y="2568"/>
                </a:cubicBezTo>
                <a:lnTo>
                  <a:pt x="1633656" y="97578"/>
                </a:lnTo>
                <a:moveTo>
                  <a:pt x="1621824" y="52483"/>
                </a:moveTo>
                <a:cubicBezTo>
                  <a:pt x="1618640" y="48532"/>
                  <a:pt x="1615563" y="45521"/>
                  <a:pt x="1612593" y="43451"/>
                </a:cubicBezTo>
                <a:cubicBezTo>
                  <a:pt x="1609623" y="41379"/>
                  <a:pt x="1606523" y="40343"/>
                  <a:pt x="1603292" y="40343"/>
                </a:cubicBezTo>
                <a:cubicBezTo>
                  <a:pt x="1600298" y="40343"/>
                  <a:pt x="1597756" y="41058"/>
                  <a:pt x="1595665" y="42486"/>
                </a:cubicBezTo>
                <a:cubicBezTo>
                  <a:pt x="1593574" y="43913"/>
                  <a:pt x="1591875" y="45793"/>
                  <a:pt x="1590568" y="48124"/>
                </a:cubicBezTo>
                <a:cubicBezTo>
                  <a:pt x="1589262" y="50455"/>
                  <a:pt x="1588311" y="53096"/>
                  <a:pt x="1587717" y="56047"/>
                </a:cubicBezTo>
                <a:cubicBezTo>
                  <a:pt x="1587123" y="58998"/>
                  <a:pt x="1586826" y="61996"/>
                  <a:pt x="1586826" y="65041"/>
                </a:cubicBezTo>
                <a:cubicBezTo>
                  <a:pt x="1586826" y="68277"/>
                  <a:pt x="1587076" y="71442"/>
                  <a:pt x="1587575" y="74535"/>
                </a:cubicBezTo>
                <a:cubicBezTo>
                  <a:pt x="1588074" y="77628"/>
                  <a:pt x="1588941" y="80376"/>
                  <a:pt x="1590176" y="82778"/>
                </a:cubicBezTo>
                <a:cubicBezTo>
                  <a:pt x="1591412" y="85181"/>
                  <a:pt x="1593051" y="87109"/>
                  <a:pt x="1595095" y="88561"/>
                </a:cubicBezTo>
                <a:cubicBezTo>
                  <a:pt x="1597138" y="90012"/>
                  <a:pt x="1599704" y="90737"/>
                  <a:pt x="1602793" y="90737"/>
                </a:cubicBezTo>
                <a:cubicBezTo>
                  <a:pt x="1604361" y="90737"/>
                  <a:pt x="1605869" y="90523"/>
                  <a:pt x="1607319" y="90096"/>
                </a:cubicBezTo>
                <a:cubicBezTo>
                  <a:pt x="1608768" y="89666"/>
                  <a:pt x="1610253" y="88952"/>
                  <a:pt x="1611774" y="87953"/>
                </a:cubicBezTo>
                <a:cubicBezTo>
                  <a:pt x="1613294" y="86953"/>
                  <a:pt x="1614886" y="85656"/>
                  <a:pt x="1616549" y="84061"/>
                </a:cubicBezTo>
                <a:cubicBezTo>
                  <a:pt x="1618212" y="82467"/>
                  <a:pt x="1619971" y="80503"/>
                  <a:pt x="1621824" y="78170"/>
                </a:cubicBezTo>
                <a:lnTo>
                  <a:pt x="1621824" y="524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subsequentonesuntilstable">
            <a:extLst xmlns:a="http://schemas.openxmlformats.org/drawingml/2006/main">
              <a:ext uri="{FF2B5EF4-FFF2-40B4-BE49-F238E27FC236}">
                <a16:creationId xmlns:a16="http://schemas.microsoft.com/office/drawing/2014/main" id="{F71FB22A-EF87-4CDB-8123-EA3DF429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9" y="3825509"/>
            <a:ext cx="1686789" cy="125307"/>
          </a:xfrm>
          <a:custGeom xmlns:a="http://schemas.openxmlformats.org/drawingml/2006/main">
            <a:pathLst>
              <a:path w="1686789" h="125307">
                <a:moveTo>
                  <a:pt x="45404" y="80168"/>
                </a:moveTo>
                <a:cubicBezTo>
                  <a:pt x="45404" y="83450"/>
                  <a:pt x="44798" y="86375"/>
                  <a:pt x="43587" y="88944"/>
                </a:cubicBezTo>
                <a:cubicBezTo>
                  <a:pt x="42375" y="91512"/>
                  <a:pt x="40652" y="93676"/>
                  <a:pt x="38419" y="95437"/>
                </a:cubicBezTo>
                <a:cubicBezTo>
                  <a:pt x="36186" y="97197"/>
                  <a:pt x="33524" y="98528"/>
                  <a:pt x="30436" y="99431"/>
                </a:cubicBezTo>
                <a:cubicBezTo>
                  <a:pt x="27347" y="100335"/>
                  <a:pt x="23949" y="100787"/>
                  <a:pt x="20243" y="100787"/>
                </a:cubicBezTo>
                <a:cubicBezTo>
                  <a:pt x="17962" y="100787"/>
                  <a:pt x="15788" y="100609"/>
                  <a:pt x="13721" y="100253"/>
                </a:cubicBezTo>
                <a:cubicBezTo>
                  <a:pt x="11654" y="99896"/>
                  <a:pt x="9801" y="99445"/>
                  <a:pt x="8161" y="98898"/>
                </a:cubicBezTo>
                <a:cubicBezTo>
                  <a:pt x="6522" y="98352"/>
                  <a:pt x="5132" y="97782"/>
                  <a:pt x="3992" y="97188"/>
                </a:cubicBezTo>
                <a:cubicBezTo>
                  <a:pt x="2851" y="96594"/>
                  <a:pt x="2020" y="96059"/>
                  <a:pt x="1497" y="95584"/>
                </a:cubicBezTo>
                <a:cubicBezTo>
                  <a:pt x="974" y="95109"/>
                  <a:pt x="594" y="94444"/>
                  <a:pt x="356" y="93588"/>
                </a:cubicBezTo>
                <a:cubicBezTo>
                  <a:pt x="119" y="92733"/>
                  <a:pt x="0" y="91569"/>
                  <a:pt x="0" y="90096"/>
                </a:cubicBezTo>
                <a:cubicBezTo>
                  <a:pt x="0" y="89193"/>
                  <a:pt x="48" y="88432"/>
                  <a:pt x="143" y="87815"/>
                </a:cubicBezTo>
                <a:cubicBezTo>
                  <a:pt x="238" y="87197"/>
                  <a:pt x="356" y="86698"/>
                  <a:pt x="499" y="86318"/>
                </a:cubicBezTo>
                <a:cubicBezTo>
                  <a:pt x="642" y="85938"/>
                  <a:pt x="843" y="85664"/>
                  <a:pt x="1105" y="85498"/>
                </a:cubicBezTo>
                <a:cubicBezTo>
                  <a:pt x="1366" y="85332"/>
                  <a:pt x="1663" y="85249"/>
                  <a:pt x="1996" y="85249"/>
                </a:cubicBezTo>
                <a:cubicBezTo>
                  <a:pt x="2518" y="85249"/>
                  <a:pt x="3291" y="85569"/>
                  <a:pt x="4312" y="86211"/>
                </a:cubicBezTo>
                <a:cubicBezTo>
                  <a:pt x="5334" y="86852"/>
                  <a:pt x="6593" y="87553"/>
                  <a:pt x="8090" y="88314"/>
                </a:cubicBezTo>
                <a:cubicBezTo>
                  <a:pt x="9587" y="89074"/>
                  <a:pt x="11357" y="89775"/>
                  <a:pt x="13400" y="90416"/>
                </a:cubicBezTo>
                <a:cubicBezTo>
                  <a:pt x="15444" y="91058"/>
                  <a:pt x="17796" y="91379"/>
                  <a:pt x="20457" y="91379"/>
                </a:cubicBezTo>
                <a:cubicBezTo>
                  <a:pt x="22453" y="91379"/>
                  <a:pt x="24258" y="91165"/>
                  <a:pt x="25874" y="90737"/>
                </a:cubicBezTo>
                <a:cubicBezTo>
                  <a:pt x="27490" y="90308"/>
                  <a:pt x="28891" y="89677"/>
                  <a:pt x="30079" y="88844"/>
                </a:cubicBezTo>
                <a:cubicBezTo>
                  <a:pt x="31267" y="88011"/>
                  <a:pt x="32182" y="86951"/>
                  <a:pt x="32824" y="85665"/>
                </a:cubicBezTo>
                <a:cubicBezTo>
                  <a:pt x="33465" y="84379"/>
                  <a:pt x="33786" y="82856"/>
                  <a:pt x="33786" y="81095"/>
                </a:cubicBezTo>
                <a:cubicBezTo>
                  <a:pt x="33786" y="79287"/>
                  <a:pt x="33323" y="77765"/>
                  <a:pt x="32396" y="76528"/>
                </a:cubicBezTo>
                <a:cubicBezTo>
                  <a:pt x="31469" y="75291"/>
                  <a:pt x="30246" y="74198"/>
                  <a:pt x="28725" y="73247"/>
                </a:cubicBezTo>
                <a:cubicBezTo>
                  <a:pt x="27204" y="72295"/>
                  <a:pt x="25494" y="71451"/>
                  <a:pt x="23593" y="70715"/>
                </a:cubicBezTo>
                <a:cubicBezTo>
                  <a:pt x="21692" y="69977"/>
                  <a:pt x="19732" y="69204"/>
                  <a:pt x="17713" y="68396"/>
                </a:cubicBezTo>
                <a:cubicBezTo>
                  <a:pt x="15693" y="67587"/>
                  <a:pt x="13721" y="66670"/>
                  <a:pt x="11797" y="65647"/>
                </a:cubicBezTo>
                <a:cubicBezTo>
                  <a:pt x="9872" y="64624"/>
                  <a:pt x="8149" y="63375"/>
                  <a:pt x="6629" y="61901"/>
                </a:cubicBezTo>
                <a:cubicBezTo>
                  <a:pt x="5108" y="60426"/>
                  <a:pt x="3885" y="58666"/>
                  <a:pt x="2958" y="56622"/>
                </a:cubicBezTo>
                <a:cubicBezTo>
                  <a:pt x="2031" y="54577"/>
                  <a:pt x="1568" y="52127"/>
                  <a:pt x="1568" y="49273"/>
                </a:cubicBezTo>
                <a:cubicBezTo>
                  <a:pt x="1568" y="46752"/>
                  <a:pt x="2055" y="44338"/>
                  <a:pt x="3029" y="42032"/>
                </a:cubicBezTo>
                <a:cubicBezTo>
                  <a:pt x="4003" y="39724"/>
                  <a:pt x="5465" y="37702"/>
                  <a:pt x="7413" y="35967"/>
                </a:cubicBezTo>
                <a:cubicBezTo>
                  <a:pt x="9361" y="34229"/>
                  <a:pt x="11797" y="32838"/>
                  <a:pt x="14719" y="31792"/>
                </a:cubicBezTo>
                <a:cubicBezTo>
                  <a:pt x="17641" y="30745"/>
                  <a:pt x="21051" y="30222"/>
                  <a:pt x="24947" y="30222"/>
                </a:cubicBezTo>
                <a:cubicBezTo>
                  <a:pt x="26658" y="30222"/>
                  <a:pt x="28369" y="30367"/>
                  <a:pt x="30079" y="30656"/>
                </a:cubicBezTo>
                <a:cubicBezTo>
                  <a:pt x="31790" y="30946"/>
                  <a:pt x="33334" y="31307"/>
                  <a:pt x="34712" y="31741"/>
                </a:cubicBezTo>
                <a:cubicBezTo>
                  <a:pt x="36091" y="32175"/>
                  <a:pt x="37267" y="32645"/>
                  <a:pt x="38241" y="33151"/>
                </a:cubicBezTo>
                <a:cubicBezTo>
                  <a:pt x="39215" y="33657"/>
                  <a:pt x="39951" y="34104"/>
                  <a:pt x="40450" y="34490"/>
                </a:cubicBezTo>
                <a:cubicBezTo>
                  <a:pt x="40949" y="34876"/>
                  <a:pt x="41282" y="35211"/>
                  <a:pt x="41448" y="35497"/>
                </a:cubicBezTo>
                <a:cubicBezTo>
                  <a:pt x="41615" y="35782"/>
                  <a:pt x="41733" y="36102"/>
                  <a:pt x="41805" y="36459"/>
                </a:cubicBezTo>
                <a:cubicBezTo>
                  <a:pt x="41876" y="36815"/>
                  <a:pt x="41947" y="37255"/>
                  <a:pt x="42018" y="37777"/>
                </a:cubicBezTo>
                <a:cubicBezTo>
                  <a:pt x="42090" y="38300"/>
                  <a:pt x="42125" y="38942"/>
                  <a:pt x="42125" y="39702"/>
                </a:cubicBezTo>
                <a:cubicBezTo>
                  <a:pt x="42125" y="40510"/>
                  <a:pt x="42090" y="41211"/>
                  <a:pt x="42018" y="41805"/>
                </a:cubicBezTo>
                <a:cubicBezTo>
                  <a:pt x="41947" y="42399"/>
                  <a:pt x="41828" y="42886"/>
                  <a:pt x="41662" y="43266"/>
                </a:cubicBezTo>
                <a:cubicBezTo>
                  <a:pt x="41496" y="43646"/>
                  <a:pt x="41294" y="43919"/>
                  <a:pt x="41056" y="44086"/>
                </a:cubicBezTo>
                <a:cubicBezTo>
                  <a:pt x="40819" y="44252"/>
                  <a:pt x="40557" y="44335"/>
                  <a:pt x="40272" y="44335"/>
                </a:cubicBezTo>
                <a:cubicBezTo>
                  <a:pt x="39844" y="44335"/>
                  <a:pt x="39227" y="44070"/>
                  <a:pt x="38419" y="43540"/>
                </a:cubicBezTo>
                <a:cubicBezTo>
                  <a:pt x="37611" y="43010"/>
                  <a:pt x="36566" y="42443"/>
                  <a:pt x="35283" y="41840"/>
                </a:cubicBezTo>
                <a:cubicBezTo>
                  <a:pt x="34000" y="41237"/>
                  <a:pt x="32491" y="40671"/>
                  <a:pt x="30757" y="40141"/>
                </a:cubicBezTo>
                <a:cubicBezTo>
                  <a:pt x="29022" y="39611"/>
                  <a:pt x="27038" y="39346"/>
                  <a:pt x="24805" y="39346"/>
                </a:cubicBezTo>
                <a:cubicBezTo>
                  <a:pt x="22809" y="39346"/>
                  <a:pt x="21051" y="39572"/>
                  <a:pt x="19530" y="40025"/>
                </a:cubicBezTo>
                <a:cubicBezTo>
                  <a:pt x="18010" y="40476"/>
                  <a:pt x="16762" y="41119"/>
                  <a:pt x="15788" y="41952"/>
                </a:cubicBezTo>
                <a:cubicBezTo>
                  <a:pt x="14814" y="42785"/>
                  <a:pt x="14077" y="43773"/>
                  <a:pt x="13578" y="44916"/>
                </a:cubicBezTo>
                <a:cubicBezTo>
                  <a:pt x="13080" y="46058"/>
                  <a:pt x="12830" y="47296"/>
                  <a:pt x="12830" y="48630"/>
                </a:cubicBezTo>
                <a:cubicBezTo>
                  <a:pt x="12830" y="50484"/>
                  <a:pt x="13305" y="52042"/>
                  <a:pt x="14256" y="53303"/>
                </a:cubicBezTo>
                <a:cubicBezTo>
                  <a:pt x="15206" y="54563"/>
                  <a:pt x="16441" y="55670"/>
                  <a:pt x="17962" y="56622"/>
                </a:cubicBezTo>
                <a:cubicBezTo>
                  <a:pt x="19483" y="57572"/>
                  <a:pt x="21217" y="58428"/>
                  <a:pt x="23165" y="59190"/>
                </a:cubicBezTo>
                <a:cubicBezTo>
                  <a:pt x="25114" y="59950"/>
                  <a:pt x="27098" y="60735"/>
                  <a:pt x="29117" y="61544"/>
                </a:cubicBezTo>
                <a:cubicBezTo>
                  <a:pt x="31137" y="62352"/>
                  <a:pt x="33132" y="63256"/>
                  <a:pt x="35104" y="64255"/>
                </a:cubicBezTo>
                <a:cubicBezTo>
                  <a:pt x="37077" y="65254"/>
                  <a:pt x="38823" y="66468"/>
                  <a:pt x="40343" y="67895"/>
                </a:cubicBezTo>
                <a:cubicBezTo>
                  <a:pt x="41864" y="69322"/>
                  <a:pt x="43088" y="71035"/>
                  <a:pt x="44014" y="73033"/>
                </a:cubicBezTo>
                <a:cubicBezTo>
                  <a:pt x="44941" y="75031"/>
                  <a:pt x="45404" y="77409"/>
                  <a:pt x="45404" y="80168"/>
                </a:cubicBezTo>
                <a:close/>
                <a:moveTo>
                  <a:pt x="114974" y="97580"/>
                </a:moveTo>
                <a:cubicBezTo>
                  <a:pt x="114974" y="97960"/>
                  <a:pt x="114891" y="98281"/>
                  <a:pt x="114725" y="98542"/>
                </a:cubicBezTo>
                <a:cubicBezTo>
                  <a:pt x="114559" y="98803"/>
                  <a:pt x="114262" y="99029"/>
                  <a:pt x="113834" y="99219"/>
                </a:cubicBezTo>
                <a:cubicBezTo>
                  <a:pt x="113406" y="99409"/>
                  <a:pt x="112848" y="99552"/>
                  <a:pt x="112159" y="99647"/>
                </a:cubicBezTo>
                <a:cubicBezTo>
                  <a:pt x="111470" y="99742"/>
                  <a:pt x="110626" y="99789"/>
                  <a:pt x="109628" y="99789"/>
                </a:cubicBezTo>
                <a:cubicBezTo>
                  <a:pt x="108536" y="99789"/>
                  <a:pt x="107645" y="99742"/>
                  <a:pt x="106956" y="99647"/>
                </a:cubicBezTo>
                <a:cubicBezTo>
                  <a:pt x="106267" y="99552"/>
                  <a:pt x="105720" y="99409"/>
                  <a:pt x="105316" y="99219"/>
                </a:cubicBezTo>
                <a:cubicBezTo>
                  <a:pt x="104912" y="99029"/>
                  <a:pt x="104639" y="98803"/>
                  <a:pt x="104496" y="98542"/>
                </a:cubicBezTo>
                <a:cubicBezTo>
                  <a:pt x="104354" y="98281"/>
                  <a:pt x="104283" y="97960"/>
                  <a:pt x="104283" y="97580"/>
                </a:cubicBezTo>
                <a:lnTo>
                  <a:pt x="104283" y="89098"/>
                </a:lnTo>
                <a:cubicBezTo>
                  <a:pt x="100624" y="93162"/>
                  <a:pt x="97012" y="96127"/>
                  <a:pt x="93448" y="97992"/>
                </a:cubicBezTo>
                <a:cubicBezTo>
                  <a:pt x="89884" y="99856"/>
                  <a:pt x="86273" y="100787"/>
                  <a:pt x="82614" y="100787"/>
                </a:cubicBezTo>
                <a:cubicBezTo>
                  <a:pt x="78337" y="100787"/>
                  <a:pt x="74738" y="100074"/>
                  <a:pt x="71815" y="98647"/>
                </a:cubicBezTo>
                <a:cubicBezTo>
                  <a:pt x="68893" y="97220"/>
                  <a:pt x="66529" y="95282"/>
                  <a:pt x="64723" y="92833"/>
                </a:cubicBezTo>
                <a:cubicBezTo>
                  <a:pt x="62918" y="90383"/>
                  <a:pt x="61623" y="87529"/>
                  <a:pt x="60839" y="84271"/>
                </a:cubicBezTo>
                <a:cubicBezTo>
                  <a:pt x="60055" y="81011"/>
                  <a:pt x="59662" y="77051"/>
                  <a:pt x="59662" y="72390"/>
                </a:cubicBezTo>
                <a:lnTo>
                  <a:pt x="59662" y="33432"/>
                </a:lnTo>
                <a:cubicBezTo>
                  <a:pt x="59662" y="33052"/>
                  <a:pt x="59746" y="32731"/>
                  <a:pt x="59912" y="32469"/>
                </a:cubicBezTo>
                <a:cubicBezTo>
                  <a:pt x="60078" y="32207"/>
                  <a:pt x="60399" y="31968"/>
                  <a:pt x="60874" y="31754"/>
                </a:cubicBezTo>
                <a:cubicBezTo>
                  <a:pt x="61349" y="31541"/>
                  <a:pt x="61967" y="31398"/>
                  <a:pt x="62727" y="31327"/>
                </a:cubicBezTo>
                <a:cubicBezTo>
                  <a:pt x="63488" y="31255"/>
                  <a:pt x="64438" y="31220"/>
                  <a:pt x="65579" y="31220"/>
                </a:cubicBezTo>
                <a:cubicBezTo>
                  <a:pt x="66719" y="31220"/>
                  <a:pt x="67669" y="31255"/>
                  <a:pt x="68430" y="31327"/>
                </a:cubicBezTo>
                <a:cubicBezTo>
                  <a:pt x="69190" y="31398"/>
                  <a:pt x="69796" y="31541"/>
                  <a:pt x="70247" y="31754"/>
                </a:cubicBezTo>
                <a:cubicBezTo>
                  <a:pt x="70699" y="31968"/>
                  <a:pt x="71019" y="32207"/>
                  <a:pt x="71210" y="32469"/>
                </a:cubicBezTo>
                <a:cubicBezTo>
                  <a:pt x="71400" y="32731"/>
                  <a:pt x="71495" y="33052"/>
                  <a:pt x="71495" y="33432"/>
                </a:cubicBezTo>
                <a:lnTo>
                  <a:pt x="71495" y="70826"/>
                </a:lnTo>
                <a:cubicBezTo>
                  <a:pt x="71495" y="74584"/>
                  <a:pt x="71768" y="77594"/>
                  <a:pt x="72314" y="79854"/>
                </a:cubicBezTo>
                <a:cubicBezTo>
                  <a:pt x="72861" y="82114"/>
                  <a:pt x="73692" y="84041"/>
                  <a:pt x="74809" y="85636"/>
                </a:cubicBezTo>
                <a:cubicBezTo>
                  <a:pt x="75926" y="87230"/>
                  <a:pt x="77339" y="88467"/>
                  <a:pt x="79050" y="89347"/>
                </a:cubicBezTo>
                <a:cubicBezTo>
                  <a:pt x="80761" y="90226"/>
                  <a:pt x="82757" y="90666"/>
                  <a:pt x="85038" y="90666"/>
                </a:cubicBezTo>
                <a:cubicBezTo>
                  <a:pt x="87984" y="90666"/>
                  <a:pt x="90918" y="89614"/>
                  <a:pt x="93840" y="87512"/>
                </a:cubicBezTo>
                <a:cubicBezTo>
                  <a:pt x="96763" y="85409"/>
                  <a:pt x="99863" y="82326"/>
                  <a:pt x="103142" y="78263"/>
                </a:cubicBezTo>
                <a:lnTo>
                  <a:pt x="103142" y="33429"/>
                </a:lnTo>
                <a:cubicBezTo>
                  <a:pt x="103142" y="33049"/>
                  <a:pt x="103225" y="32729"/>
                  <a:pt x="103392" y="32467"/>
                </a:cubicBezTo>
                <a:cubicBezTo>
                  <a:pt x="103558" y="32206"/>
                  <a:pt x="103879" y="31968"/>
                  <a:pt x="104354" y="31754"/>
                </a:cubicBezTo>
                <a:cubicBezTo>
                  <a:pt x="104829" y="31541"/>
                  <a:pt x="105435" y="31398"/>
                  <a:pt x="106171" y="31327"/>
                </a:cubicBezTo>
                <a:cubicBezTo>
                  <a:pt x="106908" y="31255"/>
                  <a:pt x="107870" y="31220"/>
                  <a:pt x="109058" y="31220"/>
                </a:cubicBezTo>
                <a:cubicBezTo>
                  <a:pt x="110199" y="31220"/>
                  <a:pt x="111149" y="31255"/>
                  <a:pt x="111909" y="31327"/>
                </a:cubicBezTo>
                <a:cubicBezTo>
                  <a:pt x="112670" y="31398"/>
                  <a:pt x="113264" y="31541"/>
                  <a:pt x="113691" y="31754"/>
                </a:cubicBezTo>
                <a:cubicBezTo>
                  <a:pt x="114119" y="31968"/>
                  <a:pt x="114440" y="32206"/>
                  <a:pt x="114654" y="32467"/>
                </a:cubicBezTo>
                <a:cubicBezTo>
                  <a:pt x="114867" y="32729"/>
                  <a:pt x="114974" y="33049"/>
                  <a:pt x="114974" y="33429"/>
                </a:cubicBezTo>
                <a:lnTo>
                  <a:pt x="114974" y="97580"/>
                </a:lnTo>
                <a:close/>
                <a:moveTo>
                  <a:pt x="198157" y="64685"/>
                </a:moveTo>
                <a:cubicBezTo>
                  <a:pt x="198157" y="70249"/>
                  <a:pt x="197552" y="75255"/>
                  <a:pt x="196340" y="79702"/>
                </a:cubicBezTo>
                <a:cubicBezTo>
                  <a:pt x="195128" y="84150"/>
                  <a:pt x="193346" y="87944"/>
                  <a:pt x="190994" y="91085"/>
                </a:cubicBezTo>
                <a:cubicBezTo>
                  <a:pt x="188642" y="94224"/>
                  <a:pt x="185755" y="96626"/>
                  <a:pt x="182334" y="98290"/>
                </a:cubicBezTo>
                <a:cubicBezTo>
                  <a:pt x="178912" y="99955"/>
                  <a:pt x="174992" y="100787"/>
                  <a:pt x="170573" y="100787"/>
                </a:cubicBezTo>
                <a:cubicBezTo>
                  <a:pt x="168529" y="100787"/>
                  <a:pt x="166641" y="100585"/>
                  <a:pt x="164906" y="100179"/>
                </a:cubicBezTo>
                <a:cubicBezTo>
                  <a:pt x="163172" y="99775"/>
                  <a:pt x="161473" y="99122"/>
                  <a:pt x="159810" y="98219"/>
                </a:cubicBezTo>
                <a:cubicBezTo>
                  <a:pt x="158147" y="97315"/>
                  <a:pt x="156483" y="96173"/>
                  <a:pt x="154820" y="94793"/>
                </a:cubicBezTo>
                <a:cubicBezTo>
                  <a:pt x="153157" y="93414"/>
                  <a:pt x="151399" y="91749"/>
                  <a:pt x="149546" y="89799"/>
                </a:cubicBezTo>
                <a:lnTo>
                  <a:pt x="149546" y="97593"/>
                </a:lnTo>
                <a:cubicBezTo>
                  <a:pt x="149546" y="97970"/>
                  <a:pt x="149451" y="98301"/>
                  <a:pt x="149261" y="98584"/>
                </a:cubicBezTo>
                <a:cubicBezTo>
                  <a:pt x="149070" y="98868"/>
                  <a:pt x="148762" y="99093"/>
                  <a:pt x="148334" y="99259"/>
                </a:cubicBezTo>
                <a:cubicBezTo>
                  <a:pt x="147906" y="99424"/>
                  <a:pt x="147372" y="99553"/>
                  <a:pt x="146730" y="99647"/>
                </a:cubicBezTo>
                <a:cubicBezTo>
                  <a:pt x="146089" y="99742"/>
                  <a:pt x="145269" y="99789"/>
                  <a:pt x="144271" y="99789"/>
                </a:cubicBezTo>
                <a:cubicBezTo>
                  <a:pt x="143321" y="99789"/>
                  <a:pt x="142513" y="99742"/>
                  <a:pt x="141848" y="99647"/>
                </a:cubicBezTo>
                <a:cubicBezTo>
                  <a:pt x="141182" y="99552"/>
                  <a:pt x="140636" y="99421"/>
                  <a:pt x="140208" y="99255"/>
                </a:cubicBezTo>
                <a:cubicBezTo>
                  <a:pt x="139781" y="99089"/>
                  <a:pt x="139495" y="98863"/>
                  <a:pt x="139353" y="98578"/>
                </a:cubicBezTo>
                <a:cubicBezTo>
                  <a:pt x="139210" y="98291"/>
                  <a:pt x="139139" y="97958"/>
                  <a:pt x="139139" y="97578"/>
                </a:cubicBezTo>
                <a:lnTo>
                  <a:pt x="139139" y="2283"/>
                </a:lnTo>
                <a:cubicBezTo>
                  <a:pt x="139139" y="1903"/>
                  <a:pt x="139222" y="1570"/>
                  <a:pt x="139389" y="1285"/>
                </a:cubicBezTo>
                <a:cubicBezTo>
                  <a:pt x="139555" y="999"/>
                  <a:pt x="139864" y="760"/>
                  <a:pt x="140315" y="570"/>
                </a:cubicBezTo>
                <a:cubicBezTo>
                  <a:pt x="140767" y="380"/>
                  <a:pt x="141372" y="238"/>
                  <a:pt x="142133" y="143"/>
                </a:cubicBezTo>
                <a:cubicBezTo>
                  <a:pt x="142893" y="48"/>
                  <a:pt x="143843" y="0"/>
                  <a:pt x="144984" y="0"/>
                </a:cubicBezTo>
                <a:cubicBezTo>
                  <a:pt x="146172" y="0"/>
                  <a:pt x="147146" y="48"/>
                  <a:pt x="147906" y="143"/>
                </a:cubicBezTo>
                <a:cubicBezTo>
                  <a:pt x="148667" y="238"/>
                  <a:pt x="149261" y="381"/>
                  <a:pt x="149688" y="572"/>
                </a:cubicBezTo>
                <a:cubicBezTo>
                  <a:pt x="150116" y="763"/>
                  <a:pt x="150425" y="1001"/>
                  <a:pt x="150615" y="1287"/>
                </a:cubicBezTo>
                <a:cubicBezTo>
                  <a:pt x="150805" y="1573"/>
                  <a:pt x="150900" y="1905"/>
                  <a:pt x="150900" y="2285"/>
                </a:cubicBezTo>
                <a:lnTo>
                  <a:pt x="150900" y="40782"/>
                </a:lnTo>
                <a:cubicBezTo>
                  <a:pt x="152801" y="38832"/>
                  <a:pt x="154642" y="37192"/>
                  <a:pt x="156424" y="35860"/>
                </a:cubicBezTo>
                <a:cubicBezTo>
                  <a:pt x="158206" y="34528"/>
                  <a:pt x="159952" y="33446"/>
                  <a:pt x="161663" y="32614"/>
                </a:cubicBezTo>
                <a:cubicBezTo>
                  <a:pt x="163374" y="31781"/>
                  <a:pt x="165084" y="31175"/>
                  <a:pt x="166795" y="30794"/>
                </a:cubicBezTo>
                <a:cubicBezTo>
                  <a:pt x="168506" y="30413"/>
                  <a:pt x="170311" y="30222"/>
                  <a:pt x="172212" y="30222"/>
                </a:cubicBezTo>
                <a:cubicBezTo>
                  <a:pt x="176869" y="30222"/>
                  <a:pt x="180849" y="31150"/>
                  <a:pt x="184151" y="33006"/>
                </a:cubicBezTo>
                <a:cubicBezTo>
                  <a:pt x="187454" y="34861"/>
                  <a:pt x="190139" y="37346"/>
                  <a:pt x="192206" y="40461"/>
                </a:cubicBezTo>
                <a:cubicBezTo>
                  <a:pt x="194273" y="43577"/>
                  <a:pt x="195781" y="47228"/>
                  <a:pt x="196732" y="51414"/>
                </a:cubicBezTo>
                <a:cubicBezTo>
                  <a:pt x="197682" y="55598"/>
                  <a:pt x="198157" y="60022"/>
                  <a:pt x="198157" y="64685"/>
                </a:cubicBezTo>
                <a:moveTo>
                  <a:pt x="185755" y="66039"/>
                </a:moveTo>
                <a:cubicBezTo>
                  <a:pt x="185755" y="62756"/>
                  <a:pt x="185506" y="59568"/>
                  <a:pt x="185007" y="56475"/>
                </a:cubicBezTo>
                <a:cubicBezTo>
                  <a:pt x="184508" y="53381"/>
                  <a:pt x="183640" y="50645"/>
                  <a:pt x="182405" y="48266"/>
                </a:cubicBezTo>
                <a:cubicBezTo>
                  <a:pt x="181169" y="45888"/>
                  <a:pt x="179530" y="43973"/>
                  <a:pt x="177487" y="42522"/>
                </a:cubicBezTo>
                <a:cubicBezTo>
                  <a:pt x="175443" y="41070"/>
                  <a:pt x="172901" y="40343"/>
                  <a:pt x="169860" y="40343"/>
                </a:cubicBezTo>
                <a:cubicBezTo>
                  <a:pt x="168339" y="40343"/>
                  <a:pt x="166843" y="40558"/>
                  <a:pt x="165369" y="40987"/>
                </a:cubicBezTo>
                <a:cubicBezTo>
                  <a:pt x="163896" y="41415"/>
                  <a:pt x="162400" y="42128"/>
                  <a:pt x="160879" y="43128"/>
                </a:cubicBezTo>
                <a:cubicBezTo>
                  <a:pt x="159358" y="44127"/>
                  <a:pt x="157778" y="45412"/>
                  <a:pt x="156139" y="46983"/>
                </a:cubicBezTo>
                <a:cubicBezTo>
                  <a:pt x="154500" y="48555"/>
                  <a:pt x="152753" y="50530"/>
                  <a:pt x="150900" y="52911"/>
                </a:cubicBezTo>
                <a:lnTo>
                  <a:pt x="150900" y="78526"/>
                </a:lnTo>
                <a:cubicBezTo>
                  <a:pt x="154131" y="82478"/>
                  <a:pt x="157220" y="85489"/>
                  <a:pt x="160166" y="87561"/>
                </a:cubicBezTo>
                <a:cubicBezTo>
                  <a:pt x="163112" y="89631"/>
                  <a:pt x="166177" y="90666"/>
                  <a:pt x="169361" y="90666"/>
                </a:cubicBezTo>
                <a:cubicBezTo>
                  <a:pt x="172307" y="90666"/>
                  <a:pt x="174826" y="89952"/>
                  <a:pt x="176916" y="88525"/>
                </a:cubicBezTo>
                <a:cubicBezTo>
                  <a:pt x="179007" y="87097"/>
                  <a:pt x="180706" y="85205"/>
                  <a:pt x="182013" y="82850"/>
                </a:cubicBezTo>
                <a:cubicBezTo>
                  <a:pt x="183320" y="80495"/>
                  <a:pt x="184270" y="77854"/>
                  <a:pt x="184864" y="74927"/>
                </a:cubicBezTo>
                <a:cubicBezTo>
                  <a:pt x="185458" y="72000"/>
                  <a:pt x="185755" y="69037"/>
                  <a:pt x="185755" y="66039"/>
                </a:cubicBezTo>
                <a:close/>
                <a:moveTo>
                  <a:pt x="258531" y="80168"/>
                </a:moveTo>
                <a:cubicBezTo>
                  <a:pt x="258531" y="83450"/>
                  <a:pt x="257925" y="86375"/>
                  <a:pt x="256713" y="88944"/>
                </a:cubicBezTo>
                <a:cubicBezTo>
                  <a:pt x="255501" y="91512"/>
                  <a:pt x="253779" y="93676"/>
                  <a:pt x="251545" y="95437"/>
                </a:cubicBezTo>
                <a:cubicBezTo>
                  <a:pt x="249312" y="97197"/>
                  <a:pt x="246651" y="98528"/>
                  <a:pt x="243562" y="99431"/>
                </a:cubicBezTo>
                <a:cubicBezTo>
                  <a:pt x="240473" y="100335"/>
                  <a:pt x="237076" y="100787"/>
                  <a:pt x="233369" y="100787"/>
                </a:cubicBezTo>
                <a:cubicBezTo>
                  <a:pt x="231088" y="100787"/>
                  <a:pt x="228914" y="100609"/>
                  <a:pt x="226847" y="100253"/>
                </a:cubicBezTo>
                <a:cubicBezTo>
                  <a:pt x="224780" y="99896"/>
                  <a:pt x="222927" y="99445"/>
                  <a:pt x="221288" y="98898"/>
                </a:cubicBezTo>
                <a:cubicBezTo>
                  <a:pt x="219648" y="98352"/>
                  <a:pt x="218258" y="97782"/>
                  <a:pt x="217118" y="97188"/>
                </a:cubicBezTo>
                <a:cubicBezTo>
                  <a:pt x="215977" y="96594"/>
                  <a:pt x="215146" y="96059"/>
                  <a:pt x="214623" y="95584"/>
                </a:cubicBezTo>
                <a:cubicBezTo>
                  <a:pt x="214100" y="95109"/>
                  <a:pt x="213720" y="94444"/>
                  <a:pt x="213483" y="93588"/>
                </a:cubicBezTo>
                <a:cubicBezTo>
                  <a:pt x="213245" y="92733"/>
                  <a:pt x="213126" y="91569"/>
                  <a:pt x="213126" y="90096"/>
                </a:cubicBezTo>
                <a:cubicBezTo>
                  <a:pt x="213126" y="89193"/>
                  <a:pt x="213174" y="88432"/>
                  <a:pt x="213269" y="87815"/>
                </a:cubicBezTo>
                <a:cubicBezTo>
                  <a:pt x="213364" y="87197"/>
                  <a:pt x="213483" y="86698"/>
                  <a:pt x="213625" y="86318"/>
                </a:cubicBezTo>
                <a:cubicBezTo>
                  <a:pt x="213768" y="85938"/>
                  <a:pt x="213970" y="85664"/>
                  <a:pt x="214231" y="85498"/>
                </a:cubicBezTo>
                <a:cubicBezTo>
                  <a:pt x="214493" y="85332"/>
                  <a:pt x="214790" y="85249"/>
                  <a:pt x="215122" y="85249"/>
                </a:cubicBezTo>
                <a:cubicBezTo>
                  <a:pt x="215645" y="85249"/>
                  <a:pt x="216417" y="85569"/>
                  <a:pt x="217439" y="86211"/>
                </a:cubicBezTo>
                <a:cubicBezTo>
                  <a:pt x="218460" y="86852"/>
                  <a:pt x="219720" y="87553"/>
                  <a:pt x="221216" y="88314"/>
                </a:cubicBezTo>
                <a:cubicBezTo>
                  <a:pt x="222713" y="89074"/>
                  <a:pt x="224483" y="89775"/>
                  <a:pt x="226527" y="90416"/>
                </a:cubicBezTo>
                <a:cubicBezTo>
                  <a:pt x="228570" y="91058"/>
                  <a:pt x="230922" y="91379"/>
                  <a:pt x="233583" y="91379"/>
                </a:cubicBezTo>
                <a:cubicBezTo>
                  <a:pt x="235579" y="91379"/>
                  <a:pt x="237385" y="91165"/>
                  <a:pt x="239000" y="90737"/>
                </a:cubicBezTo>
                <a:cubicBezTo>
                  <a:pt x="240616" y="90308"/>
                  <a:pt x="242018" y="89677"/>
                  <a:pt x="243206" y="88844"/>
                </a:cubicBezTo>
                <a:cubicBezTo>
                  <a:pt x="244394" y="88011"/>
                  <a:pt x="245308" y="86951"/>
                  <a:pt x="245950" y="85665"/>
                </a:cubicBezTo>
                <a:cubicBezTo>
                  <a:pt x="246591" y="84379"/>
                  <a:pt x="246912" y="82856"/>
                  <a:pt x="246912" y="81095"/>
                </a:cubicBezTo>
                <a:cubicBezTo>
                  <a:pt x="246912" y="79287"/>
                  <a:pt x="246449" y="77765"/>
                  <a:pt x="245522" y="76528"/>
                </a:cubicBezTo>
                <a:cubicBezTo>
                  <a:pt x="244596" y="75291"/>
                  <a:pt x="243372" y="74198"/>
                  <a:pt x="241851" y="73247"/>
                </a:cubicBezTo>
                <a:cubicBezTo>
                  <a:pt x="240331" y="72295"/>
                  <a:pt x="238620" y="71451"/>
                  <a:pt x="236719" y="70715"/>
                </a:cubicBezTo>
                <a:cubicBezTo>
                  <a:pt x="234819" y="69977"/>
                  <a:pt x="232859" y="69204"/>
                  <a:pt x="230839" y="68396"/>
                </a:cubicBezTo>
                <a:cubicBezTo>
                  <a:pt x="228819" y="67587"/>
                  <a:pt x="226847" y="66670"/>
                  <a:pt x="224923" y="65647"/>
                </a:cubicBezTo>
                <a:cubicBezTo>
                  <a:pt x="222998" y="64624"/>
                  <a:pt x="221276" y="63375"/>
                  <a:pt x="219755" y="61901"/>
                </a:cubicBezTo>
                <a:cubicBezTo>
                  <a:pt x="218235" y="60426"/>
                  <a:pt x="217011" y="58666"/>
                  <a:pt x="216084" y="56622"/>
                </a:cubicBezTo>
                <a:cubicBezTo>
                  <a:pt x="215158" y="54577"/>
                  <a:pt x="214694" y="52127"/>
                  <a:pt x="214694" y="49273"/>
                </a:cubicBezTo>
                <a:cubicBezTo>
                  <a:pt x="214694" y="46752"/>
                  <a:pt x="215182" y="44338"/>
                  <a:pt x="216156" y="42032"/>
                </a:cubicBezTo>
                <a:cubicBezTo>
                  <a:pt x="217130" y="39724"/>
                  <a:pt x="218591" y="37702"/>
                  <a:pt x="220539" y="35967"/>
                </a:cubicBezTo>
                <a:cubicBezTo>
                  <a:pt x="222488" y="34229"/>
                  <a:pt x="224923" y="32838"/>
                  <a:pt x="227845" y="31792"/>
                </a:cubicBezTo>
                <a:cubicBezTo>
                  <a:pt x="230768" y="30745"/>
                  <a:pt x="234177" y="30222"/>
                  <a:pt x="238074" y="30222"/>
                </a:cubicBezTo>
                <a:cubicBezTo>
                  <a:pt x="239784" y="30222"/>
                  <a:pt x="241495" y="30367"/>
                  <a:pt x="243206" y="30656"/>
                </a:cubicBezTo>
                <a:cubicBezTo>
                  <a:pt x="244916" y="30946"/>
                  <a:pt x="246461" y="31307"/>
                  <a:pt x="247839" y="31741"/>
                </a:cubicBezTo>
                <a:cubicBezTo>
                  <a:pt x="249217" y="32175"/>
                  <a:pt x="250393" y="32645"/>
                  <a:pt x="251367" y="33151"/>
                </a:cubicBezTo>
                <a:cubicBezTo>
                  <a:pt x="252341" y="33657"/>
                  <a:pt x="253078" y="34104"/>
                  <a:pt x="253577" y="34490"/>
                </a:cubicBezTo>
                <a:cubicBezTo>
                  <a:pt x="254076" y="34876"/>
                  <a:pt x="254408" y="35211"/>
                  <a:pt x="254575" y="35497"/>
                </a:cubicBezTo>
                <a:cubicBezTo>
                  <a:pt x="254741" y="35782"/>
                  <a:pt x="254860" y="36102"/>
                  <a:pt x="254931" y="36459"/>
                </a:cubicBezTo>
                <a:cubicBezTo>
                  <a:pt x="255002" y="36815"/>
                  <a:pt x="255074" y="37255"/>
                  <a:pt x="255145" y="37777"/>
                </a:cubicBezTo>
                <a:cubicBezTo>
                  <a:pt x="255216" y="38300"/>
                  <a:pt x="255252" y="38942"/>
                  <a:pt x="255252" y="39702"/>
                </a:cubicBezTo>
                <a:cubicBezTo>
                  <a:pt x="255252" y="40510"/>
                  <a:pt x="255216" y="41211"/>
                  <a:pt x="255145" y="41805"/>
                </a:cubicBezTo>
                <a:cubicBezTo>
                  <a:pt x="255074" y="42399"/>
                  <a:pt x="254955" y="42886"/>
                  <a:pt x="254788" y="43266"/>
                </a:cubicBezTo>
                <a:cubicBezTo>
                  <a:pt x="254622" y="43646"/>
                  <a:pt x="254420" y="43919"/>
                  <a:pt x="254183" y="44086"/>
                </a:cubicBezTo>
                <a:cubicBezTo>
                  <a:pt x="253945" y="44252"/>
                  <a:pt x="253684" y="44335"/>
                  <a:pt x="253399" y="44335"/>
                </a:cubicBezTo>
                <a:cubicBezTo>
                  <a:pt x="252971" y="44335"/>
                  <a:pt x="252353" y="44070"/>
                  <a:pt x="251545" y="43540"/>
                </a:cubicBezTo>
                <a:cubicBezTo>
                  <a:pt x="250737" y="43010"/>
                  <a:pt x="249692" y="42443"/>
                  <a:pt x="248409" y="41840"/>
                </a:cubicBezTo>
                <a:cubicBezTo>
                  <a:pt x="247126" y="41237"/>
                  <a:pt x="245617" y="40671"/>
                  <a:pt x="243883" y="40141"/>
                </a:cubicBezTo>
                <a:cubicBezTo>
                  <a:pt x="242148" y="39611"/>
                  <a:pt x="240165" y="39346"/>
                  <a:pt x="237931" y="39346"/>
                </a:cubicBezTo>
                <a:cubicBezTo>
                  <a:pt x="235935" y="39346"/>
                  <a:pt x="234177" y="39572"/>
                  <a:pt x="232657" y="40025"/>
                </a:cubicBezTo>
                <a:cubicBezTo>
                  <a:pt x="231136" y="40476"/>
                  <a:pt x="229889" y="41119"/>
                  <a:pt x="228914" y="41952"/>
                </a:cubicBezTo>
                <a:cubicBezTo>
                  <a:pt x="227940" y="42785"/>
                  <a:pt x="227204" y="43773"/>
                  <a:pt x="226705" y="44916"/>
                </a:cubicBezTo>
                <a:cubicBezTo>
                  <a:pt x="226206" y="46058"/>
                  <a:pt x="225956" y="47296"/>
                  <a:pt x="225956" y="48630"/>
                </a:cubicBezTo>
                <a:cubicBezTo>
                  <a:pt x="225956" y="50484"/>
                  <a:pt x="226432" y="52042"/>
                  <a:pt x="227382" y="53303"/>
                </a:cubicBezTo>
                <a:cubicBezTo>
                  <a:pt x="228332" y="54563"/>
                  <a:pt x="229568" y="55670"/>
                  <a:pt x="231088" y="56622"/>
                </a:cubicBezTo>
                <a:cubicBezTo>
                  <a:pt x="232609" y="57572"/>
                  <a:pt x="234343" y="58428"/>
                  <a:pt x="236292" y="59190"/>
                </a:cubicBezTo>
                <a:cubicBezTo>
                  <a:pt x="238240" y="59950"/>
                  <a:pt x="240224" y="60735"/>
                  <a:pt x="242243" y="61544"/>
                </a:cubicBezTo>
                <a:cubicBezTo>
                  <a:pt x="244263" y="62352"/>
                  <a:pt x="246259" y="63256"/>
                  <a:pt x="248231" y="64255"/>
                </a:cubicBezTo>
                <a:cubicBezTo>
                  <a:pt x="250203" y="65254"/>
                  <a:pt x="251949" y="66468"/>
                  <a:pt x="253470" y="67895"/>
                </a:cubicBezTo>
                <a:cubicBezTo>
                  <a:pt x="254990" y="69322"/>
                  <a:pt x="256214" y="71035"/>
                  <a:pt x="257141" y="73033"/>
                </a:cubicBezTo>
                <a:cubicBezTo>
                  <a:pt x="258067" y="75031"/>
                  <a:pt x="258531" y="77409"/>
                  <a:pt x="258531" y="80168"/>
                </a:cubicBezTo>
                <a:close/>
                <a:moveTo>
                  <a:pt x="327887" y="62725"/>
                </a:moveTo>
                <a:cubicBezTo>
                  <a:pt x="327887" y="64578"/>
                  <a:pt x="327424" y="65897"/>
                  <a:pt x="326497" y="66681"/>
                </a:cubicBezTo>
                <a:cubicBezTo>
                  <a:pt x="325571" y="67465"/>
                  <a:pt x="324513" y="67857"/>
                  <a:pt x="323325" y="67857"/>
                </a:cubicBezTo>
                <a:lnTo>
                  <a:pt x="281271" y="67857"/>
                </a:lnTo>
                <a:cubicBezTo>
                  <a:pt x="281271" y="71431"/>
                  <a:pt x="281628" y="74648"/>
                  <a:pt x="282340" y="77508"/>
                </a:cubicBezTo>
                <a:cubicBezTo>
                  <a:pt x="283053" y="80368"/>
                  <a:pt x="284241" y="82823"/>
                  <a:pt x="285904" y="84872"/>
                </a:cubicBezTo>
                <a:cubicBezTo>
                  <a:pt x="287567" y="86921"/>
                  <a:pt x="289730" y="88495"/>
                  <a:pt x="292391" y="89592"/>
                </a:cubicBezTo>
                <a:cubicBezTo>
                  <a:pt x="295052" y="90688"/>
                  <a:pt x="298307" y="91236"/>
                  <a:pt x="302156" y="91236"/>
                </a:cubicBezTo>
                <a:cubicBezTo>
                  <a:pt x="305197" y="91236"/>
                  <a:pt x="307906" y="90987"/>
                  <a:pt x="310281" y="90488"/>
                </a:cubicBezTo>
                <a:cubicBezTo>
                  <a:pt x="312657" y="89989"/>
                  <a:pt x="314713" y="89430"/>
                  <a:pt x="316447" y="88813"/>
                </a:cubicBezTo>
                <a:cubicBezTo>
                  <a:pt x="318181" y="88195"/>
                  <a:pt x="319607" y="87636"/>
                  <a:pt x="320724" y="87138"/>
                </a:cubicBezTo>
                <a:cubicBezTo>
                  <a:pt x="321840" y="86639"/>
                  <a:pt x="322684" y="86389"/>
                  <a:pt x="323254" y="86389"/>
                </a:cubicBezTo>
                <a:cubicBezTo>
                  <a:pt x="323587" y="86389"/>
                  <a:pt x="323884" y="86472"/>
                  <a:pt x="324145" y="86639"/>
                </a:cubicBezTo>
                <a:cubicBezTo>
                  <a:pt x="324406" y="86805"/>
                  <a:pt x="324608" y="87054"/>
                  <a:pt x="324751" y="87387"/>
                </a:cubicBezTo>
                <a:cubicBezTo>
                  <a:pt x="324893" y="87720"/>
                  <a:pt x="325000" y="88183"/>
                  <a:pt x="325072" y="88777"/>
                </a:cubicBezTo>
                <a:cubicBezTo>
                  <a:pt x="325143" y="89371"/>
                  <a:pt x="325179" y="90096"/>
                  <a:pt x="325179" y="90951"/>
                </a:cubicBezTo>
                <a:cubicBezTo>
                  <a:pt x="325179" y="91569"/>
                  <a:pt x="325155" y="92103"/>
                  <a:pt x="325107" y="92555"/>
                </a:cubicBezTo>
                <a:cubicBezTo>
                  <a:pt x="325060" y="93006"/>
                  <a:pt x="325000" y="93410"/>
                  <a:pt x="324929" y="93766"/>
                </a:cubicBezTo>
                <a:cubicBezTo>
                  <a:pt x="324858" y="94123"/>
                  <a:pt x="324739" y="94444"/>
                  <a:pt x="324573" y="94729"/>
                </a:cubicBezTo>
                <a:cubicBezTo>
                  <a:pt x="324406" y="95014"/>
                  <a:pt x="324193" y="95287"/>
                  <a:pt x="323931" y="95548"/>
                </a:cubicBezTo>
                <a:cubicBezTo>
                  <a:pt x="323670" y="95810"/>
                  <a:pt x="322898" y="96237"/>
                  <a:pt x="321615" y="96831"/>
                </a:cubicBezTo>
                <a:cubicBezTo>
                  <a:pt x="320332" y="97425"/>
                  <a:pt x="318669" y="98007"/>
                  <a:pt x="316625" y="98578"/>
                </a:cubicBezTo>
                <a:cubicBezTo>
                  <a:pt x="314582" y="99148"/>
                  <a:pt x="312218" y="99659"/>
                  <a:pt x="309533" y="100110"/>
                </a:cubicBezTo>
                <a:cubicBezTo>
                  <a:pt x="306848" y="100562"/>
                  <a:pt x="303985" y="100787"/>
                  <a:pt x="300944" y="100787"/>
                </a:cubicBezTo>
                <a:cubicBezTo>
                  <a:pt x="295669" y="100787"/>
                  <a:pt x="291048" y="100050"/>
                  <a:pt x="287080" y="98575"/>
                </a:cubicBezTo>
                <a:cubicBezTo>
                  <a:pt x="283113" y="97101"/>
                  <a:pt x="279774" y="94913"/>
                  <a:pt x="277066" y="92011"/>
                </a:cubicBezTo>
                <a:cubicBezTo>
                  <a:pt x="274357" y="89110"/>
                  <a:pt x="272314" y="85471"/>
                  <a:pt x="270936" y="81095"/>
                </a:cubicBezTo>
                <a:cubicBezTo>
                  <a:pt x="269558" y="76718"/>
                  <a:pt x="268869" y="71629"/>
                  <a:pt x="268869" y="65825"/>
                </a:cubicBezTo>
                <a:cubicBezTo>
                  <a:pt x="268869" y="60307"/>
                  <a:pt x="269582" y="55348"/>
                  <a:pt x="271007" y="50948"/>
                </a:cubicBezTo>
                <a:cubicBezTo>
                  <a:pt x="272433" y="46548"/>
                  <a:pt x="274488" y="42814"/>
                  <a:pt x="277173" y="39746"/>
                </a:cubicBezTo>
                <a:cubicBezTo>
                  <a:pt x="279858" y="36679"/>
                  <a:pt x="283101" y="34324"/>
                  <a:pt x="286902" y="32683"/>
                </a:cubicBezTo>
                <a:cubicBezTo>
                  <a:pt x="290704" y="31042"/>
                  <a:pt x="294957" y="30222"/>
                  <a:pt x="299661" y="30222"/>
                </a:cubicBezTo>
                <a:cubicBezTo>
                  <a:pt x="304698" y="30222"/>
                  <a:pt x="308987" y="31030"/>
                  <a:pt x="312527" y="32645"/>
                </a:cubicBezTo>
                <a:cubicBezTo>
                  <a:pt x="316067" y="34261"/>
                  <a:pt x="318977" y="36435"/>
                  <a:pt x="321258" y="39167"/>
                </a:cubicBezTo>
                <a:cubicBezTo>
                  <a:pt x="323539" y="41900"/>
                  <a:pt x="325214" y="45107"/>
                  <a:pt x="326283" y="48790"/>
                </a:cubicBezTo>
                <a:cubicBezTo>
                  <a:pt x="327353" y="52473"/>
                  <a:pt x="327887" y="56405"/>
                  <a:pt x="327887" y="60586"/>
                </a:cubicBezTo>
                <a:lnTo>
                  <a:pt x="327887" y="62725"/>
                </a:lnTo>
                <a:moveTo>
                  <a:pt x="316055" y="59232"/>
                </a:moveTo>
                <a:cubicBezTo>
                  <a:pt x="316198" y="53055"/>
                  <a:pt x="314831" y="48208"/>
                  <a:pt x="311956" y="44691"/>
                </a:cubicBezTo>
                <a:cubicBezTo>
                  <a:pt x="309082" y="41175"/>
                  <a:pt x="304817" y="39417"/>
                  <a:pt x="299162" y="39417"/>
                </a:cubicBezTo>
                <a:cubicBezTo>
                  <a:pt x="296263" y="39417"/>
                  <a:pt x="293721" y="39963"/>
                  <a:pt x="291535" y="41056"/>
                </a:cubicBezTo>
                <a:cubicBezTo>
                  <a:pt x="289349" y="42149"/>
                  <a:pt x="287520" y="43598"/>
                  <a:pt x="286047" y="45404"/>
                </a:cubicBezTo>
                <a:cubicBezTo>
                  <a:pt x="284574" y="47210"/>
                  <a:pt x="283433" y="49313"/>
                  <a:pt x="282626" y="51712"/>
                </a:cubicBezTo>
                <a:cubicBezTo>
                  <a:pt x="281818" y="54112"/>
                  <a:pt x="281366" y="56619"/>
                  <a:pt x="281271" y="59232"/>
                </a:cubicBezTo>
                <a:lnTo>
                  <a:pt x="316055" y="59232"/>
                </a:lnTo>
                <a:close/>
                <a:moveTo>
                  <a:pt x="401090" y="123026"/>
                </a:moveTo>
                <a:cubicBezTo>
                  <a:pt x="401090" y="123406"/>
                  <a:pt x="400983" y="123739"/>
                  <a:pt x="400769" y="124024"/>
                </a:cubicBezTo>
                <a:cubicBezTo>
                  <a:pt x="400555" y="124309"/>
                  <a:pt x="400234" y="124547"/>
                  <a:pt x="399807" y="124737"/>
                </a:cubicBezTo>
                <a:cubicBezTo>
                  <a:pt x="399379" y="124927"/>
                  <a:pt x="398785" y="125069"/>
                  <a:pt x="398025" y="125164"/>
                </a:cubicBezTo>
                <a:cubicBezTo>
                  <a:pt x="397265" y="125259"/>
                  <a:pt x="396314" y="125307"/>
                  <a:pt x="395174" y="125307"/>
                </a:cubicBezTo>
                <a:cubicBezTo>
                  <a:pt x="393986" y="125307"/>
                  <a:pt x="393024" y="125259"/>
                  <a:pt x="392287" y="125164"/>
                </a:cubicBezTo>
                <a:cubicBezTo>
                  <a:pt x="391550" y="125069"/>
                  <a:pt x="390945" y="124927"/>
                  <a:pt x="390469" y="124737"/>
                </a:cubicBezTo>
                <a:cubicBezTo>
                  <a:pt x="389994" y="124548"/>
                  <a:pt x="389673" y="124311"/>
                  <a:pt x="389507" y="124026"/>
                </a:cubicBezTo>
                <a:cubicBezTo>
                  <a:pt x="389341" y="123741"/>
                  <a:pt x="389258" y="123409"/>
                  <a:pt x="389258" y="123031"/>
                </a:cubicBezTo>
                <a:lnTo>
                  <a:pt x="389258" y="90227"/>
                </a:lnTo>
                <a:cubicBezTo>
                  <a:pt x="387309" y="92177"/>
                  <a:pt x="385456" y="93830"/>
                  <a:pt x="383698" y="95185"/>
                </a:cubicBezTo>
                <a:cubicBezTo>
                  <a:pt x="381940" y="96541"/>
                  <a:pt x="380205" y="97635"/>
                  <a:pt x="378495" y="98469"/>
                </a:cubicBezTo>
                <a:cubicBezTo>
                  <a:pt x="376784" y="99300"/>
                  <a:pt x="375061" y="99894"/>
                  <a:pt x="373327" y="100251"/>
                </a:cubicBezTo>
                <a:cubicBezTo>
                  <a:pt x="371593" y="100608"/>
                  <a:pt x="369799" y="100787"/>
                  <a:pt x="367945" y="100787"/>
                </a:cubicBezTo>
                <a:cubicBezTo>
                  <a:pt x="363289" y="100787"/>
                  <a:pt x="359321" y="99872"/>
                  <a:pt x="356042" y="98041"/>
                </a:cubicBezTo>
                <a:cubicBezTo>
                  <a:pt x="352763" y="96210"/>
                  <a:pt x="350090" y="93737"/>
                  <a:pt x="348023" y="90621"/>
                </a:cubicBezTo>
                <a:cubicBezTo>
                  <a:pt x="345956" y="87504"/>
                  <a:pt x="344447" y="83842"/>
                  <a:pt x="343497" y="79633"/>
                </a:cubicBezTo>
                <a:cubicBezTo>
                  <a:pt x="342547" y="75423"/>
                  <a:pt x="342072" y="70987"/>
                  <a:pt x="342072" y="66324"/>
                </a:cubicBezTo>
                <a:cubicBezTo>
                  <a:pt x="342072" y="60808"/>
                  <a:pt x="342665" y="55826"/>
                  <a:pt x="343853" y="51378"/>
                </a:cubicBezTo>
                <a:cubicBezTo>
                  <a:pt x="345041" y="46931"/>
                  <a:pt x="346812" y="43137"/>
                  <a:pt x="349164" y="39998"/>
                </a:cubicBezTo>
                <a:cubicBezTo>
                  <a:pt x="351516" y="36857"/>
                  <a:pt x="354415" y="34443"/>
                  <a:pt x="357860" y="32755"/>
                </a:cubicBezTo>
                <a:cubicBezTo>
                  <a:pt x="361305" y="31066"/>
                  <a:pt x="365284" y="30222"/>
                  <a:pt x="369799" y="30222"/>
                </a:cubicBezTo>
                <a:cubicBezTo>
                  <a:pt x="371699" y="30222"/>
                  <a:pt x="373481" y="30425"/>
                  <a:pt x="375145" y="30830"/>
                </a:cubicBezTo>
                <a:cubicBezTo>
                  <a:pt x="376808" y="31234"/>
                  <a:pt x="378459" y="31876"/>
                  <a:pt x="380098" y="32757"/>
                </a:cubicBezTo>
                <a:cubicBezTo>
                  <a:pt x="381738" y="33636"/>
                  <a:pt x="383401" y="34777"/>
                  <a:pt x="385088" y="36180"/>
                </a:cubicBezTo>
                <a:cubicBezTo>
                  <a:pt x="386775" y="37584"/>
                  <a:pt x="388616" y="39260"/>
                  <a:pt x="390612" y="41210"/>
                </a:cubicBezTo>
                <a:lnTo>
                  <a:pt x="390612" y="33432"/>
                </a:lnTo>
                <a:cubicBezTo>
                  <a:pt x="390612" y="33004"/>
                  <a:pt x="390707" y="32660"/>
                  <a:pt x="390897" y="32398"/>
                </a:cubicBezTo>
                <a:cubicBezTo>
                  <a:pt x="391087" y="32135"/>
                  <a:pt x="391396" y="31909"/>
                  <a:pt x="391824" y="31719"/>
                </a:cubicBezTo>
                <a:cubicBezTo>
                  <a:pt x="392251" y="31529"/>
                  <a:pt x="392798" y="31398"/>
                  <a:pt x="393463" y="31327"/>
                </a:cubicBezTo>
                <a:cubicBezTo>
                  <a:pt x="394128" y="31255"/>
                  <a:pt x="394960" y="31220"/>
                  <a:pt x="395958" y="31220"/>
                </a:cubicBezTo>
                <a:cubicBezTo>
                  <a:pt x="396908" y="31220"/>
                  <a:pt x="397716" y="31255"/>
                  <a:pt x="398381" y="31327"/>
                </a:cubicBezTo>
                <a:cubicBezTo>
                  <a:pt x="399047" y="31398"/>
                  <a:pt x="399581" y="31529"/>
                  <a:pt x="399985" y="31719"/>
                </a:cubicBezTo>
                <a:cubicBezTo>
                  <a:pt x="400389" y="31909"/>
                  <a:pt x="400674" y="32135"/>
                  <a:pt x="400840" y="32396"/>
                </a:cubicBezTo>
                <a:cubicBezTo>
                  <a:pt x="401007" y="32657"/>
                  <a:pt x="401090" y="33002"/>
                  <a:pt x="401090" y="33429"/>
                </a:cubicBezTo>
                <a:lnTo>
                  <a:pt x="401090" y="123026"/>
                </a:lnTo>
                <a:moveTo>
                  <a:pt x="389258" y="52483"/>
                </a:moveTo>
                <a:cubicBezTo>
                  <a:pt x="386074" y="48532"/>
                  <a:pt x="382997" y="45521"/>
                  <a:pt x="380027" y="43451"/>
                </a:cubicBezTo>
                <a:cubicBezTo>
                  <a:pt x="377057" y="41379"/>
                  <a:pt x="373957" y="40343"/>
                  <a:pt x="370725" y="40343"/>
                </a:cubicBezTo>
                <a:cubicBezTo>
                  <a:pt x="367732" y="40343"/>
                  <a:pt x="365189" y="41058"/>
                  <a:pt x="363099" y="42486"/>
                </a:cubicBezTo>
                <a:cubicBezTo>
                  <a:pt x="361008" y="43913"/>
                  <a:pt x="359309" y="45793"/>
                  <a:pt x="358002" y="48124"/>
                </a:cubicBezTo>
                <a:cubicBezTo>
                  <a:pt x="356695" y="50455"/>
                  <a:pt x="355745" y="53096"/>
                  <a:pt x="355151" y="56047"/>
                </a:cubicBezTo>
                <a:cubicBezTo>
                  <a:pt x="354557" y="58998"/>
                  <a:pt x="354260" y="61996"/>
                  <a:pt x="354260" y="65041"/>
                </a:cubicBezTo>
                <a:cubicBezTo>
                  <a:pt x="354260" y="68325"/>
                  <a:pt x="354510" y="71513"/>
                  <a:pt x="355008" y="74606"/>
                </a:cubicBezTo>
                <a:cubicBezTo>
                  <a:pt x="355507" y="77699"/>
                  <a:pt x="356375" y="80435"/>
                  <a:pt x="357610" y="82814"/>
                </a:cubicBezTo>
                <a:cubicBezTo>
                  <a:pt x="358846" y="85193"/>
                  <a:pt x="360485" y="87109"/>
                  <a:pt x="362528" y="88561"/>
                </a:cubicBezTo>
                <a:cubicBezTo>
                  <a:pt x="364572" y="90012"/>
                  <a:pt x="367138" y="90737"/>
                  <a:pt x="370226" y="90737"/>
                </a:cubicBezTo>
                <a:cubicBezTo>
                  <a:pt x="371795" y="90737"/>
                  <a:pt x="373303" y="90523"/>
                  <a:pt x="374753" y="90096"/>
                </a:cubicBezTo>
                <a:cubicBezTo>
                  <a:pt x="376202" y="89666"/>
                  <a:pt x="377687" y="88952"/>
                  <a:pt x="379207" y="87953"/>
                </a:cubicBezTo>
                <a:cubicBezTo>
                  <a:pt x="380728" y="86953"/>
                  <a:pt x="382320" y="85656"/>
                  <a:pt x="383983" y="84061"/>
                </a:cubicBezTo>
                <a:cubicBezTo>
                  <a:pt x="385646" y="82467"/>
                  <a:pt x="387404" y="80503"/>
                  <a:pt x="389258" y="78170"/>
                </a:cubicBezTo>
                <a:lnTo>
                  <a:pt x="389258" y="52483"/>
                </a:lnTo>
                <a:close/>
                <a:moveTo>
                  <a:pt x="480210" y="97580"/>
                </a:moveTo>
                <a:cubicBezTo>
                  <a:pt x="480210" y="97960"/>
                  <a:pt x="480127" y="98281"/>
                  <a:pt x="479961" y="98542"/>
                </a:cubicBezTo>
                <a:cubicBezTo>
                  <a:pt x="479794" y="98803"/>
                  <a:pt x="479497" y="99029"/>
                  <a:pt x="479070" y="99219"/>
                </a:cubicBezTo>
                <a:cubicBezTo>
                  <a:pt x="478642" y="99409"/>
                  <a:pt x="478084" y="99552"/>
                  <a:pt x="477395" y="99647"/>
                </a:cubicBezTo>
                <a:cubicBezTo>
                  <a:pt x="476705" y="99742"/>
                  <a:pt x="475862" y="99789"/>
                  <a:pt x="474864" y="99789"/>
                </a:cubicBezTo>
                <a:cubicBezTo>
                  <a:pt x="473771" y="99789"/>
                  <a:pt x="472880" y="99742"/>
                  <a:pt x="472191" y="99647"/>
                </a:cubicBezTo>
                <a:cubicBezTo>
                  <a:pt x="471502" y="99552"/>
                  <a:pt x="470956" y="99409"/>
                  <a:pt x="470552" y="99219"/>
                </a:cubicBezTo>
                <a:cubicBezTo>
                  <a:pt x="470148" y="99029"/>
                  <a:pt x="469875" y="98803"/>
                  <a:pt x="469732" y="98542"/>
                </a:cubicBezTo>
                <a:cubicBezTo>
                  <a:pt x="469590" y="98281"/>
                  <a:pt x="469518" y="97960"/>
                  <a:pt x="469518" y="97580"/>
                </a:cubicBezTo>
                <a:lnTo>
                  <a:pt x="469518" y="89098"/>
                </a:lnTo>
                <a:cubicBezTo>
                  <a:pt x="465859" y="93162"/>
                  <a:pt x="462248" y="96127"/>
                  <a:pt x="458684" y="97992"/>
                </a:cubicBezTo>
                <a:cubicBezTo>
                  <a:pt x="455120" y="99856"/>
                  <a:pt x="451509" y="100787"/>
                  <a:pt x="447850" y="100787"/>
                </a:cubicBezTo>
                <a:cubicBezTo>
                  <a:pt x="443573" y="100787"/>
                  <a:pt x="439973" y="100074"/>
                  <a:pt x="437051" y="98647"/>
                </a:cubicBezTo>
                <a:cubicBezTo>
                  <a:pt x="434129" y="97220"/>
                  <a:pt x="431765" y="95282"/>
                  <a:pt x="429959" y="92833"/>
                </a:cubicBezTo>
                <a:cubicBezTo>
                  <a:pt x="428153" y="90383"/>
                  <a:pt x="426858" y="87529"/>
                  <a:pt x="426074" y="84271"/>
                </a:cubicBezTo>
                <a:cubicBezTo>
                  <a:pt x="425290" y="81011"/>
                  <a:pt x="424898" y="77051"/>
                  <a:pt x="424898" y="72390"/>
                </a:cubicBezTo>
                <a:lnTo>
                  <a:pt x="424898" y="33432"/>
                </a:lnTo>
                <a:cubicBezTo>
                  <a:pt x="424898" y="33052"/>
                  <a:pt x="424981" y="32731"/>
                  <a:pt x="425148" y="32469"/>
                </a:cubicBezTo>
                <a:cubicBezTo>
                  <a:pt x="425314" y="32207"/>
                  <a:pt x="425635" y="31968"/>
                  <a:pt x="426110" y="31754"/>
                </a:cubicBezTo>
                <a:cubicBezTo>
                  <a:pt x="426585" y="31541"/>
                  <a:pt x="427203" y="31398"/>
                  <a:pt x="427963" y="31327"/>
                </a:cubicBezTo>
                <a:cubicBezTo>
                  <a:pt x="428723" y="31255"/>
                  <a:pt x="429674" y="31220"/>
                  <a:pt x="430814" y="31220"/>
                </a:cubicBezTo>
                <a:cubicBezTo>
                  <a:pt x="431955" y="31220"/>
                  <a:pt x="432905" y="31255"/>
                  <a:pt x="433665" y="31327"/>
                </a:cubicBezTo>
                <a:cubicBezTo>
                  <a:pt x="434426" y="31398"/>
                  <a:pt x="435032" y="31541"/>
                  <a:pt x="435483" y="31754"/>
                </a:cubicBezTo>
                <a:cubicBezTo>
                  <a:pt x="435934" y="31968"/>
                  <a:pt x="436255" y="32207"/>
                  <a:pt x="436445" y="32469"/>
                </a:cubicBezTo>
                <a:cubicBezTo>
                  <a:pt x="436635" y="32731"/>
                  <a:pt x="436730" y="33052"/>
                  <a:pt x="436730" y="33432"/>
                </a:cubicBezTo>
                <a:lnTo>
                  <a:pt x="436730" y="70826"/>
                </a:lnTo>
                <a:cubicBezTo>
                  <a:pt x="436730" y="74584"/>
                  <a:pt x="437004" y="77594"/>
                  <a:pt x="437550" y="79854"/>
                </a:cubicBezTo>
                <a:cubicBezTo>
                  <a:pt x="438096" y="82114"/>
                  <a:pt x="438928" y="84041"/>
                  <a:pt x="440045" y="85636"/>
                </a:cubicBezTo>
                <a:cubicBezTo>
                  <a:pt x="441161" y="87230"/>
                  <a:pt x="442575" y="88467"/>
                  <a:pt x="444286" y="89347"/>
                </a:cubicBezTo>
                <a:cubicBezTo>
                  <a:pt x="445996" y="90226"/>
                  <a:pt x="447992" y="90666"/>
                  <a:pt x="450273" y="90666"/>
                </a:cubicBezTo>
                <a:cubicBezTo>
                  <a:pt x="453219" y="90666"/>
                  <a:pt x="456154" y="89614"/>
                  <a:pt x="459076" y="87512"/>
                </a:cubicBezTo>
                <a:cubicBezTo>
                  <a:pt x="461998" y="85409"/>
                  <a:pt x="465099" y="82326"/>
                  <a:pt x="468378" y="78263"/>
                </a:cubicBezTo>
                <a:lnTo>
                  <a:pt x="468378" y="33429"/>
                </a:lnTo>
                <a:cubicBezTo>
                  <a:pt x="468378" y="33049"/>
                  <a:pt x="468461" y="32729"/>
                  <a:pt x="468627" y="32467"/>
                </a:cubicBezTo>
                <a:cubicBezTo>
                  <a:pt x="468794" y="32206"/>
                  <a:pt x="469114" y="31968"/>
                  <a:pt x="469590" y="31754"/>
                </a:cubicBezTo>
                <a:cubicBezTo>
                  <a:pt x="470065" y="31541"/>
                  <a:pt x="470671" y="31398"/>
                  <a:pt x="471407" y="31327"/>
                </a:cubicBezTo>
                <a:cubicBezTo>
                  <a:pt x="472144" y="31255"/>
                  <a:pt x="473106" y="31220"/>
                  <a:pt x="474294" y="31220"/>
                </a:cubicBezTo>
                <a:cubicBezTo>
                  <a:pt x="475434" y="31220"/>
                  <a:pt x="476385" y="31255"/>
                  <a:pt x="477145" y="31327"/>
                </a:cubicBezTo>
                <a:cubicBezTo>
                  <a:pt x="477905" y="31398"/>
                  <a:pt x="478499" y="31541"/>
                  <a:pt x="478927" y="31754"/>
                </a:cubicBezTo>
                <a:cubicBezTo>
                  <a:pt x="479355" y="31968"/>
                  <a:pt x="479675" y="32206"/>
                  <a:pt x="479889" y="32467"/>
                </a:cubicBezTo>
                <a:cubicBezTo>
                  <a:pt x="480103" y="32729"/>
                  <a:pt x="480210" y="33049"/>
                  <a:pt x="480210" y="33429"/>
                </a:cubicBezTo>
                <a:lnTo>
                  <a:pt x="480210" y="97580"/>
                </a:lnTo>
                <a:close/>
                <a:moveTo>
                  <a:pt x="553130" y="62725"/>
                </a:moveTo>
                <a:cubicBezTo>
                  <a:pt x="553130" y="64578"/>
                  <a:pt x="552667" y="65897"/>
                  <a:pt x="551740" y="66681"/>
                </a:cubicBezTo>
                <a:cubicBezTo>
                  <a:pt x="550814" y="67465"/>
                  <a:pt x="549756" y="67857"/>
                  <a:pt x="548568" y="67857"/>
                </a:cubicBezTo>
                <a:lnTo>
                  <a:pt x="506514" y="67857"/>
                </a:lnTo>
                <a:cubicBezTo>
                  <a:pt x="506514" y="71431"/>
                  <a:pt x="506871" y="74648"/>
                  <a:pt x="507583" y="77508"/>
                </a:cubicBezTo>
                <a:cubicBezTo>
                  <a:pt x="508296" y="80368"/>
                  <a:pt x="509484" y="82823"/>
                  <a:pt x="511147" y="84872"/>
                </a:cubicBezTo>
                <a:cubicBezTo>
                  <a:pt x="512810" y="86921"/>
                  <a:pt x="514973" y="88495"/>
                  <a:pt x="517634" y="89592"/>
                </a:cubicBezTo>
                <a:cubicBezTo>
                  <a:pt x="520295" y="90688"/>
                  <a:pt x="523550" y="91236"/>
                  <a:pt x="527399" y="91236"/>
                </a:cubicBezTo>
                <a:cubicBezTo>
                  <a:pt x="530440" y="91236"/>
                  <a:pt x="533149" y="90987"/>
                  <a:pt x="535524" y="90488"/>
                </a:cubicBezTo>
                <a:cubicBezTo>
                  <a:pt x="537900" y="89989"/>
                  <a:pt x="539956" y="89430"/>
                  <a:pt x="541690" y="88813"/>
                </a:cubicBezTo>
                <a:cubicBezTo>
                  <a:pt x="543424" y="88195"/>
                  <a:pt x="544850" y="87636"/>
                  <a:pt x="545967" y="87138"/>
                </a:cubicBezTo>
                <a:cubicBezTo>
                  <a:pt x="547083" y="86639"/>
                  <a:pt x="547927" y="86389"/>
                  <a:pt x="548497" y="86389"/>
                </a:cubicBezTo>
                <a:cubicBezTo>
                  <a:pt x="548830" y="86389"/>
                  <a:pt x="549127" y="86472"/>
                  <a:pt x="549388" y="86639"/>
                </a:cubicBezTo>
                <a:cubicBezTo>
                  <a:pt x="549649" y="86805"/>
                  <a:pt x="549851" y="87054"/>
                  <a:pt x="549994" y="87387"/>
                </a:cubicBezTo>
                <a:cubicBezTo>
                  <a:pt x="550136" y="87720"/>
                  <a:pt x="550243" y="88183"/>
                  <a:pt x="550315" y="88777"/>
                </a:cubicBezTo>
                <a:cubicBezTo>
                  <a:pt x="550386" y="89371"/>
                  <a:pt x="550422" y="90096"/>
                  <a:pt x="550422" y="90951"/>
                </a:cubicBezTo>
                <a:cubicBezTo>
                  <a:pt x="550422" y="91569"/>
                  <a:pt x="550398" y="92103"/>
                  <a:pt x="550350" y="92555"/>
                </a:cubicBezTo>
                <a:cubicBezTo>
                  <a:pt x="550303" y="93006"/>
                  <a:pt x="550243" y="93410"/>
                  <a:pt x="550172" y="93766"/>
                </a:cubicBezTo>
                <a:cubicBezTo>
                  <a:pt x="550101" y="94123"/>
                  <a:pt x="549982" y="94444"/>
                  <a:pt x="549816" y="94729"/>
                </a:cubicBezTo>
                <a:cubicBezTo>
                  <a:pt x="549649" y="95014"/>
                  <a:pt x="549436" y="95287"/>
                  <a:pt x="549174" y="95548"/>
                </a:cubicBezTo>
                <a:cubicBezTo>
                  <a:pt x="548913" y="95810"/>
                  <a:pt x="548141" y="96237"/>
                  <a:pt x="546858" y="96831"/>
                </a:cubicBezTo>
                <a:cubicBezTo>
                  <a:pt x="545575" y="97425"/>
                  <a:pt x="543912" y="98007"/>
                  <a:pt x="541868" y="98578"/>
                </a:cubicBezTo>
                <a:cubicBezTo>
                  <a:pt x="539825" y="99148"/>
                  <a:pt x="537461" y="99659"/>
                  <a:pt x="534776" y="100110"/>
                </a:cubicBezTo>
                <a:cubicBezTo>
                  <a:pt x="532091" y="100562"/>
                  <a:pt x="529228" y="100787"/>
                  <a:pt x="526187" y="100787"/>
                </a:cubicBezTo>
                <a:cubicBezTo>
                  <a:pt x="520912" y="100787"/>
                  <a:pt x="516291" y="100050"/>
                  <a:pt x="512323" y="98575"/>
                </a:cubicBezTo>
                <a:cubicBezTo>
                  <a:pt x="508356" y="97101"/>
                  <a:pt x="505017" y="94913"/>
                  <a:pt x="502309" y="92011"/>
                </a:cubicBezTo>
                <a:cubicBezTo>
                  <a:pt x="499600" y="89110"/>
                  <a:pt x="497557" y="85471"/>
                  <a:pt x="496179" y="81095"/>
                </a:cubicBezTo>
                <a:cubicBezTo>
                  <a:pt x="494801" y="76718"/>
                  <a:pt x="494112" y="71629"/>
                  <a:pt x="494112" y="65825"/>
                </a:cubicBezTo>
                <a:cubicBezTo>
                  <a:pt x="494112" y="60307"/>
                  <a:pt x="494825" y="55348"/>
                  <a:pt x="496250" y="50948"/>
                </a:cubicBezTo>
                <a:cubicBezTo>
                  <a:pt x="497676" y="46548"/>
                  <a:pt x="499731" y="42814"/>
                  <a:pt x="502416" y="39746"/>
                </a:cubicBezTo>
                <a:cubicBezTo>
                  <a:pt x="505101" y="36679"/>
                  <a:pt x="508344" y="34324"/>
                  <a:pt x="512145" y="32683"/>
                </a:cubicBezTo>
                <a:cubicBezTo>
                  <a:pt x="515947" y="31042"/>
                  <a:pt x="520200" y="30222"/>
                  <a:pt x="524904" y="30222"/>
                </a:cubicBezTo>
                <a:cubicBezTo>
                  <a:pt x="529941" y="30222"/>
                  <a:pt x="534230" y="31030"/>
                  <a:pt x="537770" y="32645"/>
                </a:cubicBezTo>
                <a:cubicBezTo>
                  <a:pt x="541310" y="34261"/>
                  <a:pt x="544220" y="36435"/>
                  <a:pt x="546501" y="39167"/>
                </a:cubicBezTo>
                <a:cubicBezTo>
                  <a:pt x="548782" y="41900"/>
                  <a:pt x="550457" y="45107"/>
                  <a:pt x="551526" y="48790"/>
                </a:cubicBezTo>
                <a:cubicBezTo>
                  <a:pt x="552596" y="52473"/>
                  <a:pt x="553130" y="56405"/>
                  <a:pt x="553130" y="60586"/>
                </a:cubicBezTo>
                <a:lnTo>
                  <a:pt x="553130" y="62725"/>
                </a:lnTo>
                <a:moveTo>
                  <a:pt x="541298" y="59232"/>
                </a:moveTo>
                <a:cubicBezTo>
                  <a:pt x="541441" y="53055"/>
                  <a:pt x="540074" y="48208"/>
                  <a:pt x="537199" y="44691"/>
                </a:cubicBezTo>
                <a:cubicBezTo>
                  <a:pt x="534325" y="41175"/>
                  <a:pt x="530060" y="39417"/>
                  <a:pt x="524405" y="39417"/>
                </a:cubicBezTo>
                <a:cubicBezTo>
                  <a:pt x="521506" y="39417"/>
                  <a:pt x="518964" y="39963"/>
                  <a:pt x="516778" y="41056"/>
                </a:cubicBezTo>
                <a:cubicBezTo>
                  <a:pt x="514592" y="42149"/>
                  <a:pt x="512763" y="43598"/>
                  <a:pt x="511290" y="45404"/>
                </a:cubicBezTo>
                <a:cubicBezTo>
                  <a:pt x="509817" y="47210"/>
                  <a:pt x="508676" y="49313"/>
                  <a:pt x="507869" y="51712"/>
                </a:cubicBezTo>
                <a:cubicBezTo>
                  <a:pt x="507061" y="54112"/>
                  <a:pt x="506609" y="56619"/>
                  <a:pt x="506514" y="59232"/>
                </a:cubicBezTo>
                <a:lnTo>
                  <a:pt x="541298" y="59232"/>
                </a:lnTo>
                <a:close/>
                <a:moveTo>
                  <a:pt x="626618" y="97580"/>
                </a:moveTo>
                <a:cubicBezTo>
                  <a:pt x="626618" y="97960"/>
                  <a:pt x="626523" y="98281"/>
                  <a:pt x="626333" y="98542"/>
                </a:cubicBezTo>
                <a:cubicBezTo>
                  <a:pt x="626143" y="98803"/>
                  <a:pt x="625834" y="99029"/>
                  <a:pt x="625407" y="99219"/>
                </a:cubicBezTo>
                <a:cubicBezTo>
                  <a:pt x="624979" y="99409"/>
                  <a:pt x="624385" y="99552"/>
                  <a:pt x="623625" y="99647"/>
                </a:cubicBezTo>
                <a:cubicBezTo>
                  <a:pt x="622864" y="99742"/>
                  <a:pt x="621914" y="99789"/>
                  <a:pt x="620773" y="99789"/>
                </a:cubicBezTo>
                <a:cubicBezTo>
                  <a:pt x="619585" y="99789"/>
                  <a:pt x="618611" y="99742"/>
                  <a:pt x="617851" y="99647"/>
                </a:cubicBezTo>
                <a:cubicBezTo>
                  <a:pt x="617091" y="99552"/>
                  <a:pt x="616497" y="99409"/>
                  <a:pt x="616069" y="99219"/>
                </a:cubicBezTo>
                <a:cubicBezTo>
                  <a:pt x="615641" y="99029"/>
                  <a:pt x="615333" y="98803"/>
                  <a:pt x="615142" y="98542"/>
                </a:cubicBezTo>
                <a:cubicBezTo>
                  <a:pt x="614952" y="98281"/>
                  <a:pt x="614857" y="97960"/>
                  <a:pt x="614857" y="97580"/>
                </a:cubicBezTo>
                <a:lnTo>
                  <a:pt x="614857" y="60016"/>
                </a:lnTo>
                <a:cubicBezTo>
                  <a:pt x="614857" y="56357"/>
                  <a:pt x="614572" y="53411"/>
                  <a:pt x="614002" y="51178"/>
                </a:cubicBezTo>
                <a:cubicBezTo>
                  <a:pt x="613432" y="48944"/>
                  <a:pt x="612600" y="47020"/>
                  <a:pt x="611507" y="45404"/>
                </a:cubicBezTo>
                <a:cubicBezTo>
                  <a:pt x="610414" y="43789"/>
                  <a:pt x="609001" y="42553"/>
                  <a:pt x="607266" y="41698"/>
                </a:cubicBezTo>
                <a:cubicBezTo>
                  <a:pt x="605532" y="40842"/>
                  <a:pt x="603524" y="40415"/>
                  <a:pt x="601243" y="40415"/>
                </a:cubicBezTo>
                <a:cubicBezTo>
                  <a:pt x="598297" y="40415"/>
                  <a:pt x="595351" y="41460"/>
                  <a:pt x="592405" y="43551"/>
                </a:cubicBezTo>
                <a:cubicBezTo>
                  <a:pt x="589459" y="45642"/>
                  <a:pt x="586370" y="48707"/>
                  <a:pt x="583139" y="52746"/>
                </a:cubicBezTo>
                <a:lnTo>
                  <a:pt x="583139" y="97580"/>
                </a:lnTo>
                <a:cubicBezTo>
                  <a:pt x="583139" y="97960"/>
                  <a:pt x="583044" y="98281"/>
                  <a:pt x="582853" y="98542"/>
                </a:cubicBezTo>
                <a:cubicBezTo>
                  <a:pt x="582663" y="98803"/>
                  <a:pt x="582354" y="99029"/>
                  <a:pt x="581927" y="99219"/>
                </a:cubicBezTo>
                <a:cubicBezTo>
                  <a:pt x="581499" y="99409"/>
                  <a:pt x="580905" y="99552"/>
                  <a:pt x="580145" y="99647"/>
                </a:cubicBezTo>
                <a:cubicBezTo>
                  <a:pt x="579385" y="99742"/>
                  <a:pt x="578410" y="99789"/>
                  <a:pt x="577222" y="99789"/>
                </a:cubicBezTo>
                <a:cubicBezTo>
                  <a:pt x="576082" y="99789"/>
                  <a:pt x="575132" y="99742"/>
                  <a:pt x="574371" y="99647"/>
                </a:cubicBezTo>
                <a:cubicBezTo>
                  <a:pt x="573611" y="99552"/>
                  <a:pt x="573005" y="99409"/>
                  <a:pt x="572554" y="99219"/>
                </a:cubicBezTo>
                <a:cubicBezTo>
                  <a:pt x="572102" y="99029"/>
                  <a:pt x="571793" y="98803"/>
                  <a:pt x="571627" y="98542"/>
                </a:cubicBezTo>
                <a:cubicBezTo>
                  <a:pt x="571461" y="98281"/>
                  <a:pt x="571378" y="97960"/>
                  <a:pt x="571378" y="97580"/>
                </a:cubicBezTo>
                <a:lnTo>
                  <a:pt x="571378" y="33429"/>
                </a:lnTo>
                <a:cubicBezTo>
                  <a:pt x="571378" y="33049"/>
                  <a:pt x="571449" y="32729"/>
                  <a:pt x="571591" y="32467"/>
                </a:cubicBezTo>
                <a:cubicBezTo>
                  <a:pt x="571734" y="32206"/>
                  <a:pt x="572019" y="31968"/>
                  <a:pt x="572447" y="31754"/>
                </a:cubicBezTo>
                <a:cubicBezTo>
                  <a:pt x="572874" y="31541"/>
                  <a:pt x="573421" y="31398"/>
                  <a:pt x="574086" y="31327"/>
                </a:cubicBezTo>
                <a:cubicBezTo>
                  <a:pt x="574751" y="31255"/>
                  <a:pt x="575631" y="31220"/>
                  <a:pt x="576724" y="31220"/>
                </a:cubicBezTo>
                <a:cubicBezTo>
                  <a:pt x="577769" y="31220"/>
                  <a:pt x="578636" y="31255"/>
                  <a:pt x="579325" y="31327"/>
                </a:cubicBezTo>
                <a:cubicBezTo>
                  <a:pt x="580014" y="31398"/>
                  <a:pt x="580549" y="31541"/>
                  <a:pt x="580929" y="31754"/>
                </a:cubicBezTo>
                <a:cubicBezTo>
                  <a:pt x="581309" y="31968"/>
                  <a:pt x="581582" y="32206"/>
                  <a:pt x="581749" y="32467"/>
                </a:cubicBezTo>
                <a:cubicBezTo>
                  <a:pt x="581915" y="32729"/>
                  <a:pt x="581998" y="33049"/>
                  <a:pt x="581998" y="33429"/>
                </a:cubicBezTo>
                <a:lnTo>
                  <a:pt x="581998" y="41912"/>
                </a:lnTo>
                <a:cubicBezTo>
                  <a:pt x="585610" y="37872"/>
                  <a:pt x="589209" y="34914"/>
                  <a:pt x="592797" y="33037"/>
                </a:cubicBezTo>
                <a:cubicBezTo>
                  <a:pt x="596384" y="31160"/>
                  <a:pt x="600008" y="30222"/>
                  <a:pt x="603667" y="30222"/>
                </a:cubicBezTo>
                <a:cubicBezTo>
                  <a:pt x="607943" y="30222"/>
                  <a:pt x="611543" y="30947"/>
                  <a:pt x="614465" y="32396"/>
                </a:cubicBezTo>
                <a:cubicBezTo>
                  <a:pt x="617388" y="33845"/>
                  <a:pt x="619752" y="35782"/>
                  <a:pt x="621557" y="38205"/>
                </a:cubicBezTo>
                <a:cubicBezTo>
                  <a:pt x="623363" y="40629"/>
                  <a:pt x="624658" y="43468"/>
                  <a:pt x="625442" y="46723"/>
                </a:cubicBezTo>
                <a:cubicBezTo>
                  <a:pt x="626226" y="49978"/>
                  <a:pt x="626618" y="53886"/>
                  <a:pt x="626618" y="58448"/>
                </a:cubicBezTo>
                <a:lnTo>
                  <a:pt x="626618" y="97580"/>
                </a:lnTo>
                <a:close/>
                <a:moveTo>
                  <a:pt x="683855" y="92947"/>
                </a:moveTo>
                <a:cubicBezTo>
                  <a:pt x="683855" y="94325"/>
                  <a:pt x="683760" y="95418"/>
                  <a:pt x="683570" y="96226"/>
                </a:cubicBezTo>
                <a:cubicBezTo>
                  <a:pt x="683380" y="97033"/>
                  <a:pt x="683095" y="97627"/>
                  <a:pt x="682715" y="98007"/>
                </a:cubicBezTo>
                <a:cubicBezTo>
                  <a:pt x="682335" y="98388"/>
                  <a:pt x="681765" y="98744"/>
                  <a:pt x="681004" y="99077"/>
                </a:cubicBezTo>
                <a:cubicBezTo>
                  <a:pt x="680244" y="99409"/>
                  <a:pt x="679377" y="99683"/>
                  <a:pt x="678403" y="99896"/>
                </a:cubicBezTo>
                <a:cubicBezTo>
                  <a:pt x="677429" y="100110"/>
                  <a:pt x="676395" y="100288"/>
                  <a:pt x="675302" y="100431"/>
                </a:cubicBezTo>
                <a:cubicBezTo>
                  <a:pt x="674209" y="100573"/>
                  <a:pt x="673116" y="100645"/>
                  <a:pt x="672023" y="100645"/>
                </a:cubicBezTo>
                <a:cubicBezTo>
                  <a:pt x="668697" y="100645"/>
                  <a:pt x="665846" y="100204"/>
                  <a:pt x="663470" y="99324"/>
                </a:cubicBezTo>
                <a:cubicBezTo>
                  <a:pt x="661094" y="98442"/>
                  <a:pt x="659146" y="97108"/>
                  <a:pt x="657625" y="95321"/>
                </a:cubicBezTo>
                <a:cubicBezTo>
                  <a:pt x="656104" y="93535"/>
                  <a:pt x="655000" y="91272"/>
                  <a:pt x="654311" y="88534"/>
                </a:cubicBezTo>
                <a:cubicBezTo>
                  <a:pt x="653622" y="85796"/>
                  <a:pt x="653277" y="82569"/>
                  <a:pt x="653277" y="78854"/>
                </a:cubicBezTo>
                <a:lnTo>
                  <a:pt x="653277" y="41270"/>
                </a:lnTo>
                <a:lnTo>
                  <a:pt x="644296" y="41270"/>
                </a:lnTo>
                <a:cubicBezTo>
                  <a:pt x="643583" y="41270"/>
                  <a:pt x="643013" y="40890"/>
                  <a:pt x="642585" y="40130"/>
                </a:cubicBezTo>
                <a:cubicBezTo>
                  <a:pt x="642158" y="39369"/>
                  <a:pt x="641944" y="38134"/>
                  <a:pt x="641944" y="36423"/>
                </a:cubicBezTo>
                <a:cubicBezTo>
                  <a:pt x="641944" y="35520"/>
                  <a:pt x="642003" y="34760"/>
                  <a:pt x="642122" y="34142"/>
                </a:cubicBezTo>
                <a:cubicBezTo>
                  <a:pt x="642241" y="33524"/>
                  <a:pt x="642395" y="33014"/>
                  <a:pt x="642585" y="32610"/>
                </a:cubicBezTo>
                <a:cubicBezTo>
                  <a:pt x="642775" y="32206"/>
                  <a:pt x="643025" y="31921"/>
                  <a:pt x="643334" y="31754"/>
                </a:cubicBezTo>
                <a:cubicBezTo>
                  <a:pt x="643643" y="31588"/>
                  <a:pt x="643987" y="31505"/>
                  <a:pt x="644367" y="31505"/>
                </a:cubicBezTo>
                <a:lnTo>
                  <a:pt x="653277" y="31505"/>
                </a:lnTo>
                <a:lnTo>
                  <a:pt x="653277" y="16251"/>
                </a:lnTo>
                <a:cubicBezTo>
                  <a:pt x="653277" y="15919"/>
                  <a:pt x="653360" y="15610"/>
                  <a:pt x="653527" y="15325"/>
                </a:cubicBezTo>
                <a:cubicBezTo>
                  <a:pt x="653693" y="15040"/>
                  <a:pt x="654002" y="14790"/>
                  <a:pt x="654453" y="14576"/>
                </a:cubicBezTo>
                <a:cubicBezTo>
                  <a:pt x="654905" y="14363"/>
                  <a:pt x="655510" y="14208"/>
                  <a:pt x="656271" y="14113"/>
                </a:cubicBezTo>
                <a:cubicBezTo>
                  <a:pt x="657031" y="14018"/>
                  <a:pt x="657981" y="13971"/>
                  <a:pt x="659122" y="13971"/>
                </a:cubicBezTo>
                <a:cubicBezTo>
                  <a:pt x="660310" y="13971"/>
                  <a:pt x="661284" y="14018"/>
                  <a:pt x="662044" y="14113"/>
                </a:cubicBezTo>
                <a:cubicBezTo>
                  <a:pt x="662805" y="14208"/>
                  <a:pt x="663399" y="14363"/>
                  <a:pt x="663826" y="14576"/>
                </a:cubicBezTo>
                <a:cubicBezTo>
                  <a:pt x="664254" y="14790"/>
                  <a:pt x="664563" y="15040"/>
                  <a:pt x="664753" y="15325"/>
                </a:cubicBezTo>
                <a:cubicBezTo>
                  <a:pt x="664943" y="15610"/>
                  <a:pt x="665038" y="15919"/>
                  <a:pt x="665038" y="16251"/>
                </a:cubicBezTo>
                <a:lnTo>
                  <a:pt x="665038" y="31505"/>
                </a:lnTo>
                <a:lnTo>
                  <a:pt x="681503" y="31505"/>
                </a:lnTo>
                <a:cubicBezTo>
                  <a:pt x="681883" y="31505"/>
                  <a:pt x="682216" y="31588"/>
                  <a:pt x="682501" y="31754"/>
                </a:cubicBezTo>
                <a:cubicBezTo>
                  <a:pt x="682786" y="31921"/>
                  <a:pt x="683036" y="32206"/>
                  <a:pt x="683250" y="32610"/>
                </a:cubicBezTo>
                <a:cubicBezTo>
                  <a:pt x="683463" y="33014"/>
                  <a:pt x="683618" y="33524"/>
                  <a:pt x="683713" y="34142"/>
                </a:cubicBezTo>
                <a:cubicBezTo>
                  <a:pt x="683808" y="34760"/>
                  <a:pt x="683855" y="35520"/>
                  <a:pt x="683855" y="36423"/>
                </a:cubicBezTo>
                <a:cubicBezTo>
                  <a:pt x="683855" y="38134"/>
                  <a:pt x="683642" y="39369"/>
                  <a:pt x="683214" y="40130"/>
                </a:cubicBezTo>
                <a:cubicBezTo>
                  <a:pt x="682786" y="40890"/>
                  <a:pt x="682216" y="41270"/>
                  <a:pt x="681503" y="41270"/>
                </a:cubicBezTo>
                <a:lnTo>
                  <a:pt x="665038" y="41270"/>
                </a:lnTo>
                <a:lnTo>
                  <a:pt x="665038" y="77156"/>
                </a:lnTo>
                <a:cubicBezTo>
                  <a:pt x="665038" y="81588"/>
                  <a:pt x="665691" y="84935"/>
                  <a:pt x="666998" y="87200"/>
                </a:cubicBezTo>
                <a:cubicBezTo>
                  <a:pt x="668305" y="89463"/>
                  <a:pt x="670645" y="90595"/>
                  <a:pt x="674019" y="90595"/>
                </a:cubicBezTo>
                <a:cubicBezTo>
                  <a:pt x="675112" y="90595"/>
                  <a:pt x="676086" y="90488"/>
                  <a:pt x="676941" y="90274"/>
                </a:cubicBezTo>
                <a:cubicBezTo>
                  <a:pt x="677797" y="90060"/>
                  <a:pt x="678557" y="89834"/>
                  <a:pt x="679222" y="89597"/>
                </a:cubicBezTo>
                <a:cubicBezTo>
                  <a:pt x="679888" y="89359"/>
                  <a:pt x="680458" y="89133"/>
                  <a:pt x="680933" y="88920"/>
                </a:cubicBezTo>
                <a:cubicBezTo>
                  <a:pt x="681408" y="88706"/>
                  <a:pt x="681836" y="88599"/>
                  <a:pt x="682216" y="88599"/>
                </a:cubicBezTo>
                <a:cubicBezTo>
                  <a:pt x="682454" y="88599"/>
                  <a:pt x="682679" y="88658"/>
                  <a:pt x="682893" y="88777"/>
                </a:cubicBezTo>
                <a:cubicBezTo>
                  <a:pt x="683107" y="88896"/>
                  <a:pt x="683273" y="89121"/>
                  <a:pt x="683392" y="89454"/>
                </a:cubicBezTo>
                <a:cubicBezTo>
                  <a:pt x="683511" y="89787"/>
                  <a:pt x="683618" y="90238"/>
                  <a:pt x="683713" y="90808"/>
                </a:cubicBezTo>
                <a:cubicBezTo>
                  <a:pt x="683808" y="91379"/>
                  <a:pt x="683855" y="92091"/>
                  <a:pt x="683855" y="92947"/>
                </a:cubicBezTo>
                <a:close/>
                <a:moveTo>
                  <a:pt x="789568" y="64827"/>
                </a:moveTo>
                <a:cubicBezTo>
                  <a:pt x="789568" y="70059"/>
                  <a:pt x="788879" y="74875"/>
                  <a:pt x="787501" y="79275"/>
                </a:cubicBezTo>
                <a:cubicBezTo>
                  <a:pt x="786123" y="83675"/>
                  <a:pt x="784068" y="87469"/>
                  <a:pt x="781336" y="90657"/>
                </a:cubicBezTo>
                <a:cubicBezTo>
                  <a:pt x="778603" y="93844"/>
                  <a:pt x="775182" y="96329"/>
                  <a:pt x="771072" y="98112"/>
                </a:cubicBezTo>
                <a:cubicBezTo>
                  <a:pt x="766961" y="99896"/>
                  <a:pt x="762198" y="100787"/>
                  <a:pt x="756780" y="100787"/>
                </a:cubicBezTo>
                <a:cubicBezTo>
                  <a:pt x="751506" y="100787"/>
                  <a:pt x="746908" y="100003"/>
                  <a:pt x="742988" y="98433"/>
                </a:cubicBezTo>
                <a:cubicBezTo>
                  <a:pt x="739068" y="96863"/>
                  <a:pt x="735801" y="94580"/>
                  <a:pt x="733187" y="91584"/>
                </a:cubicBezTo>
                <a:cubicBezTo>
                  <a:pt x="730574" y="88587"/>
                  <a:pt x="728626" y="84948"/>
                  <a:pt x="727343" y="80667"/>
                </a:cubicBezTo>
                <a:cubicBezTo>
                  <a:pt x="726060" y="76386"/>
                  <a:pt x="725418" y="71534"/>
                  <a:pt x="725418" y="66110"/>
                </a:cubicBezTo>
                <a:cubicBezTo>
                  <a:pt x="725418" y="60879"/>
                  <a:pt x="726095" y="56063"/>
                  <a:pt x="727450" y="51663"/>
                </a:cubicBezTo>
                <a:cubicBezTo>
                  <a:pt x="728804" y="47263"/>
                  <a:pt x="730847" y="43470"/>
                  <a:pt x="733579" y="40283"/>
                </a:cubicBezTo>
                <a:cubicBezTo>
                  <a:pt x="736312" y="37095"/>
                  <a:pt x="739721" y="34621"/>
                  <a:pt x="743808" y="32861"/>
                </a:cubicBezTo>
                <a:cubicBezTo>
                  <a:pt x="747894" y="31102"/>
                  <a:pt x="752670" y="30222"/>
                  <a:pt x="758135" y="30222"/>
                </a:cubicBezTo>
                <a:cubicBezTo>
                  <a:pt x="763409" y="30222"/>
                  <a:pt x="768007" y="31007"/>
                  <a:pt x="771927" y="32576"/>
                </a:cubicBezTo>
                <a:cubicBezTo>
                  <a:pt x="775847" y="34146"/>
                  <a:pt x="779114" y="36429"/>
                  <a:pt x="781728" y="39426"/>
                </a:cubicBezTo>
                <a:cubicBezTo>
                  <a:pt x="784341" y="42422"/>
                  <a:pt x="786302" y="46061"/>
                  <a:pt x="787608" y="50342"/>
                </a:cubicBezTo>
                <a:cubicBezTo>
                  <a:pt x="788915" y="54624"/>
                  <a:pt x="789568" y="59452"/>
                  <a:pt x="789568" y="64827"/>
                </a:cubicBezTo>
                <a:moveTo>
                  <a:pt x="777166" y="65612"/>
                </a:moveTo>
                <a:cubicBezTo>
                  <a:pt x="777166" y="62138"/>
                  <a:pt x="776845" y="58855"/>
                  <a:pt x="776204" y="55762"/>
                </a:cubicBezTo>
                <a:cubicBezTo>
                  <a:pt x="775562" y="52669"/>
                  <a:pt x="774505" y="49956"/>
                  <a:pt x="773032" y="47625"/>
                </a:cubicBezTo>
                <a:cubicBezTo>
                  <a:pt x="771559" y="45294"/>
                  <a:pt x="769563" y="43450"/>
                  <a:pt x="767045" y="42094"/>
                </a:cubicBezTo>
                <a:cubicBezTo>
                  <a:pt x="764526" y="40737"/>
                  <a:pt x="761390" y="40058"/>
                  <a:pt x="757636" y="40058"/>
                </a:cubicBezTo>
                <a:cubicBezTo>
                  <a:pt x="754167" y="40058"/>
                  <a:pt x="751185" y="40677"/>
                  <a:pt x="748690" y="41914"/>
                </a:cubicBezTo>
                <a:cubicBezTo>
                  <a:pt x="746196" y="43151"/>
                  <a:pt x="744140" y="44900"/>
                  <a:pt x="742525" y="47162"/>
                </a:cubicBezTo>
                <a:cubicBezTo>
                  <a:pt x="740909" y="49422"/>
                  <a:pt x="739709" y="52098"/>
                  <a:pt x="738925" y="55192"/>
                </a:cubicBezTo>
                <a:cubicBezTo>
                  <a:pt x="738141" y="58283"/>
                  <a:pt x="737749" y="61662"/>
                  <a:pt x="737749" y="65326"/>
                </a:cubicBezTo>
                <a:cubicBezTo>
                  <a:pt x="737749" y="68847"/>
                  <a:pt x="738070" y="72154"/>
                  <a:pt x="738711" y="75247"/>
                </a:cubicBezTo>
                <a:cubicBezTo>
                  <a:pt x="739353" y="78341"/>
                  <a:pt x="740422" y="81041"/>
                  <a:pt x="741919" y="83349"/>
                </a:cubicBezTo>
                <a:cubicBezTo>
                  <a:pt x="743416" y="85656"/>
                  <a:pt x="745423" y="87489"/>
                  <a:pt x="747942" y="88846"/>
                </a:cubicBezTo>
                <a:cubicBezTo>
                  <a:pt x="750460" y="90202"/>
                  <a:pt x="753597" y="90880"/>
                  <a:pt x="757351" y="90880"/>
                </a:cubicBezTo>
                <a:cubicBezTo>
                  <a:pt x="760772" y="90880"/>
                  <a:pt x="763742" y="90261"/>
                  <a:pt x="766260" y="89024"/>
                </a:cubicBezTo>
                <a:cubicBezTo>
                  <a:pt x="768779" y="87787"/>
                  <a:pt x="770846" y="86051"/>
                  <a:pt x="772462" y="83814"/>
                </a:cubicBezTo>
                <a:cubicBezTo>
                  <a:pt x="774077" y="81576"/>
                  <a:pt x="775265" y="78912"/>
                  <a:pt x="776026" y="75820"/>
                </a:cubicBezTo>
                <a:cubicBezTo>
                  <a:pt x="776786" y="72727"/>
                  <a:pt x="777166" y="69324"/>
                  <a:pt x="777166" y="65612"/>
                </a:cubicBezTo>
                <a:close/>
                <a:moveTo>
                  <a:pt x="864269" y="97580"/>
                </a:moveTo>
                <a:cubicBezTo>
                  <a:pt x="864269" y="97960"/>
                  <a:pt x="864174" y="98281"/>
                  <a:pt x="863984" y="98542"/>
                </a:cubicBezTo>
                <a:cubicBezTo>
                  <a:pt x="863794" y="98803"/>
                  <a:pt x="863485" y="99029"/>
                  <a:pt x="863058" y="99219"/>
                </a:cubicBezTo>
                <a:cubicBezTo>
                  <a:pt x="862630" y="99409"/>
                  <a:pt x="862036" y="99552"/>
                  <a:pt x="861276" y="99647"/>
                </a:cubicBezTo>
                <a:cubicBezTo>
                  <a:pt x="860515" y="99742"/>
                  <a:pt x="859565" y="99789"/>
                  <a:pt x="858425" y="99789"/>
                </a:cubicBezTo>
                <a:cubicBezTo>
                  <a:pt x="857237" y="99789"/>
                  <a:pt x="856262" y="99742"/>
                  <a:pt x="855502" y="99647"/>
                </a:cubicBezTo>
                <a:cubicBezTo>
                  <a:pt x="854742" y="99552"/>
                  <a:pt x="854148" y="99409"/>
                  <a:pt x="853720" y="99219"/>
                </a:cubicBezTo>
                <a:cubicBezTo>
                  <a:pt x="853293" y="99029"/>
                  <a:pt x="852984" y="98803"/>
                  <a:pt x="852794" y="98542"/>
                </a:cubicBezTo>
                <a:cubicBezTo>
                  <a:pt x="852604" y="98281"/>
                  <a:pt x="852508" y="97960"/>
                  <a:pt x="852508" y="97580"/>
                </a:cubicBezTo>
                <a:lnTo>
                  <a:pt x="852508" y="60016"/>
                </a:lnTo>
                <a:cubicBezTo>
                  <a:pt x="852508" y="56357"/>
                  <a:pt x="852223" y="53411"/>
                  <a:pt x="851653" y="51178"/>
                </a:cubicBezTo>
                <a:cubicBezTo>
                  <a:pt x="851083" y="48944"/>
                  <a:pt x="850251" y="47020"/>
                  <a:pt x="849158" y="45404"/>
                </a:cubicBezTo>
                <a:cubicBezTo>
                  <a:pt x="848065" y="43789"/>
                  <a:pt x="846652" y="42553"/>
                  <a:pt x="844917" y="41698"/>
                </a:cubicBezTo>
                <a:cubicBezTo>
                  <a:pt x="843183" y="40842"/>
                  <a:pt x="841175" y="40415"/>
                  <a:pt x="838894" y="40415"/>
                </a:cubicBezTo>
                <a:cubicBezTo>
                  <a:pt x="835948" y="40415"/>
                  <a:pt x="833002" y="41460"/>
                  <a:pt x="830056" y="43551"/>
                </a:cubicBezTo>
                <a:cubicBezTo>
                  <a:pt x="827110" y="45642"/>
                  <a:pt x="824021" y="48707"/>
                  <a:pt x="820790" y="52746"/>
                </a:cubicBezTo>
                <a:lnTo>
                  <a:pt x="820790" y="97580"/>
                </a:lnTo>
                <a:cubicBezTo>
                  <a:pt x="820790" y="97960"/>
                  <a:pt x="820695" y="98281"/>
                  <a:pt x="820505" y="98542"/>
                </a:cubicBezTo>
                <a:cubicBezTo>
                  <a:pt x="820314" y="98803"/>
                  <a:pt x="820006" y="99029"/>
                  <a:pt x="819578" y="99219"/>
                </a:cubicBezTo>
                <a:cubicBezTo>
                  <a:pt x="819150" y="99409"/>
                  <a:pt x="818556" y="99552"/>
                  <a:pt x="817796" y="99647"/>
                </a:cubicBezTo>
                <a:cubicBezTo>
                  <a:pt x="817036" y="99742"/>
                  <a:pt x="816062" y="99789"/>
                  <a:pt x="814874" y="99789"/>
                </a:cubicBezTo>
                <a:cubicBezTo>
                  <a:pt x="813733" y="99789"/>
                  <a:pt x="812783" y="99742"/>
                  <a:pt x="812022" y="99647"/>
                </a:cubicBezTo>
                <a:cubicBezTo>
                  <a:pt x="811262" y="99552"/>
                  <a:pt x="810656" y="99409"/>
                  <a:pt x="810205" y="99219"/>
                </a:cubicBezTo>
                <a:cubicBezTo>
                  <a:pt x="809753" y="99029"/>
                  <a:pt x="809445" y="98803"/>
                  <a:pt x="809278" y="98542"/>
                </a:cubicBezTo>
                <a:cubicBezTo>
                  <a:pt x="809112" y="98281"/>
                  <a:pt x="809029" y="97960"/>
                  <a:pt x="809029" y="97580"/>
                </a:cubicBezTo>
                <a:lnTo>
                  <a:pt x="809029" y="33429"/>
                </a:lnTo>
                <a:cubicBezTo>
                  <a:pt x="809029" y="33049"/>
                  <a:pt x="809100" y="32729"/>
                  <a:pt x="809243" y="32467"/>
                </a:cubicBezTo>
                <a:cubicBezTo>
                  <a:pt x="809385" y="32206"/>
                  <a:pt x="809670" y="31968"/>
                  <a:pt x="810098" y="31754"/>
                </a:cubicBezTo>
                <a:cubicBezTo>
                  <a:pt x="810526" y="31541"/>
                  <a:pt x="811072" y="31398"/>
                  <a:pt x="811737" y="31327"/>
                </a:cubicBezTo>
                <a:cubicBezTo>
                  <a:pt x="812403" y="31255"/>
                  <a:pt x="813282" y="31220"/>
                  <a:pt x="814375" y="31220"/>
                </a:cubicBezTo>
                <a:cubicBezTo>
                  <a:pt x="815420" y="31220"/>
                  <a:pt x="816287" y="31255"/>
                  <a:pt x="816976" y="31327"/>
                </a:cubicBezTo>
                <a:cubicBezTo>
                  <a:pt x="817665" y="31398"/>
                  <a:pt x="818200" y="31541"/>
                  <a:pt x="818580" y="31754"/>
                </a:cubicBezTo>
                <a:cubicBezTo>
                  <a:pt x="818960" y="31968"/>
                  <a:pt x="819233" y="32206"/>
                  <a:pt x="819400" y="32467"/>
                </a:cubicBezTo>
                <a:cubicBezTo>
                  <a:pt x="819566" y="32729"/>
                  <a:pt x="819649" y="33049"/>
                  <a:pt x="819649" y="33429"/>
                </a:cubicBezTo>
                <a:lnTo>
                  <a:pt x="819649" y="41912"/>
                </a:lnTo>
                <a:cubicBezTo>
                  <a:pt x="823261" y="37872"/>
                  <a:pt x="826860" y="34914"/>
                  <a:pt x="830448" y="33037"/>
                </a:cubicBezTo>
                <a:cubicBezTo>
                  <a:pt x="834036" y="31160"/>
                  <a:pt x="837659" y="30222"/>
                  <a:pt x="841318" y="30222"/>
                </a:cubicBezTo>
                <a:cubicBezTo>
                  <a:pt x="845594" y="30222"/>
                  <a:pt x="849194" y="30947"/>
                  <a:pt x="852116" y="32396"/>
                </a:cubicBezTo>
                <a:cubicBezTo>
                  <a:pt x="855039" y="33845"/>
                  <a:pt x="857403" y="35782"/>
                  <a:pt x="859209" y="38205"/>
                </a:cubicBezTo>
                <a:cubicBezTo>
                  <a:pt x="861014" y="40629"/>
                  <a:pt x="862309" y="43468"/>
                  <a:pt x="863093" y="46723"/>
                </a:cubicBezTo>
                <a:cubicBezTo>
                  <a:pt x="863877" y="49978"/>
                  <a:pt x="864269" y="53886"/>
                  <a:pt x="864269" y="58448"/>
                </a:cubicBezTo>
                <a:lnTo>
                  <a:pt x="864269" y="97580"/>
                </a:lnTo>
                <a:close/>
                <a:moveTo>
                  <a:pt x="942890" y="62725"/>
                </a:moveTo>
                <a:cubicBezTo>
                  <a:pt x="942890" y="64578"/>
                  <a:pt x="942426" y="65897"/>
                  <a:pt x="941500" y="66681"/>
                </a:cubicBezTo>
                <a:cubicBezTo>
                  <a:pt x="940573" y="67465"/>
                  <a:pt x="939516" y="67857"/>
                  <a:pt x="938328" y="67857"/>
                </a:cubicBezTo>
                <a:lnTo>
                  <a:pt x="896274" y="67857"/>
                </a:lnTo>
                <a:cubicBezTo>
                  <a:pt x="896274" y="71431"/>
                  <a:pt x="896630" y="74648"/>
                  <a:pt x="897343" y="77508"/>
                </a:cubicBezTo>
                <a:cubicBezTo>
                  <a:pt x="898056" y="80368"/>
                  <a:pt x="899244" y="82823"/>
                  <a:pt x="900907" y="84872"/>
                </a:cubicBezTo>
                <a:cubicBezTo>
                  <a:pt x="902570" y="86921"/>
                  <a:pt x="904732" y="88495"/>
                  <a:pt x="907393" y="89592"/>
                </a:cubicBezTo>
                <a:cubicBezTo>
                  <a:pt x="910054" y="90688"/>
                  <a:pt x="913309" y="91236"/>
                  <a:pt x="917158" y="91236"/>
                </a:cubicBezTo>
                <a:cubicBezTo>
                  <a:pt x="920200" y="91236"/>
                  <a:pt x="922908" y="90987"/>
                  <a:pt x="925284" y="90488"/>
                </a:cubicBezTo>
                <a:cubicBezTo>
                  <a:pt x="927660" y="89989"/>
                  <a:pt x="929715" y="89430"/>
                  <a:pt x="931450" y="88813"/>
                </a:cubicBezTo>
                <a:cubicBezTo>
                  <a:pt x="933184" y="88195"/>
                  <a:pt x="934610" y="87636"/>
                  <a:pt x="935726" y="87138"/>
                </a:cubicBezTo>
                <a:cubicBezTo>
                  <a:pt x="936843" y="86639"/>
                  <a:pt x="937686" y="86389"/>
                  <a:pt x="938257" y="86389"/>
                </a:cubicBezTo>
                <a:cubicBezTo>
                  <a:pt x="938589" y="86389"/>
                  <a:pt x="938886" y="86472"/>
                  <a:pt x="939148" y="86639"/>
                </a:cubicBezTo>
                <a:cubicBezTo>
                  <a:pt x="939409" y="86805"/>
                  <a:pt x="939611" y="87054"/>
                  <a:pt x="939753" y="87387"/>
                </a:cubicBezTo>
                <a:cubicBezTo>
                  <a:pt x="939896" y="87720"/>
                  <a:pt x="940003" y="88183"/>
                  <a:pt x="940074" y="88777"/>
                </a:cubicBezTo>
                <a:cubicBezTo>
                  <a:pt x="940146" y="89371"/>
                  <a:pt x="940181" y="90096"/>
                  <a:pt x="940181" y="90951"/>
                </a:cubicBezTo>
                <a:cubicBezTo>
                  <a:pt x="940181" y="91569"/>
                  <a:pt x="940157" y="92103"/>
                  <a:pt x="940110" y="92555"/>
                </a:cubicBezTo>
                <a:cubicBezTo>
                  <a:pt x="940062" y="93006"/>
                  <a:pt x="940003" y="93410"/>
                  <a:pt x="939932" y="93766"/>
                </a:cubicBezTo>
                <a:cubicBezTo>
                  <a:pt x="939860" y="94123"/>
                  <a:pt x="939742" y="94444"/>
                  <a:pt x="939575" y="94729"/>
                </a:cubicBezTo>
                <a:cubicBezTo>
                  <a:pt x="939409" y="95014"/>
                  <a:pt x="939195" y="95287"/>
                  <a:pt x="938934" y="95548"/>
                </a:cubicBezTo>
                <a:cubicBezTo>
                  <a:pt x="938672" y="95810"/>
                  <a:pt x="937900" y="96237"/>
                  <a:pt x="936617" y="96831"/>
                </a:cubicBezTo>
                <a:cubicBezTo>
                  <a:pt x="935334" y="97425"/>
                  <a:pt x="933671" y="98007"/>
                  <a:pt x="931628" y="98578"/>
                </a:cubicBezTo>
                <a:cubicBezTo>
                  <a:pt x="929584" y="99148"/>
                  <a:pt x="927220" y="99659"/>
                  <a:pt x="924536" y="100110"/>
                </a:cubicBezTo>
                <a:cubicBezTo>
                  <a:pt x="921851" y="100562"/>
                  <a:pt x="918988" y="100787"/>
                  <a:pt x="915947" y="100787"/>
                </a:cubicBezTo>
                <a:cubicBezTo>
                  <a:pt x="910672" y="100787"/>
                  <a:pt x="906051" y="100050"/>
                  <a:pt x="902083" y="98575"/>
                </a:cubicBezTo>
                <a:cubicBezTo>
                  <a:pt x="898115" y="97101"/>
                  <a:pt x="894777" y="94913"/>
                  <a:pt x="892068" y="92011"/>
                </a:cubicBezTo>
                <a:cubicBezTo>
                  <a:pt x="889360" y="89110"/>
                  <a:pt x="887317" y="85471"/>
                  <a:pt x="885938" y="81095"/>
                </a:cubicBezTo>
                <a:cubicBezTo>
                  <a:pt x="884560" y="76718"/>
                  <a:pt x="883871" y="71629"/>
                  <a:pt x="883871" y="65825"/>
                </a:cubicBezTo>
                <a:cubicBezTo>
                  <a:pt x="883871" y="60307"/>
                  <a:pt x="884584" y="55348"/>
                  <a:pt x="886010" y="50948"/>
                </a:cubicBezTo>
                <a:cubicBezTo>
                  <a:pt x="887435" y="46548"/>
                  <a:pt x="889491" y="42814"/>
                  <a:pt x="892175" y="39746"/>
                </a:cubicBezTo>
                <a:cubicBezTo>
                  <a:pt x="894860" y="36679"/>
                  <a:pt x="898103" y="34324"/>
                  <a:pt x="901905" y="32683"/>
                </a:cubicBezTo>
                <a:cubicBezTo>
                  <a:pt x="905706" y="31042"/>
                  <a:pt x="909959" y="30222"/>
                  <a:pt x="914664" y="30222"/>
                </a:cubicBezTo>
                <a:cubicBezTo>
                  <a:pt x="919701" y="30222"/>
                  <a:pt x="923989" y="31030"/>
                  <a:pt x="927529" y="32645"/>
                </a:cubicBezTo>
                <a:cubicBezTo>
                  <a:pt x="931069" y="34261"/>
                  <a:pt x="933980" y="36435"/>
                  <a:pt x="936261" y="39167"/>
                </a:cubicBezTo>
                <a:cubicBezTo>
                  <a:pt x="938542" y="41900"/>
                  <a:pt x="940217" y="45107"/>
                  <a:pt x="941286" y="48790"/>
                </a:cubicBezTo>
                <a:cubicBezTo>
                  <a:pt x="942355" y="52473"/>
                  <a:pt x="942890" y="56405"/>
                  <a:pt x="942890" y="60586"/>
                </a:cubicBezTo>
                <a:lnTo>
                  <a:pt x="942890" y="62725"/>
                </a:lnTo>
                <a:moveTo>
                  <a:pt x="931058" y="59232"/>
                </a:moveTo>
                <a:cubicBezTo>
                  <a:pt x="931200" y="53055"/>
                  <a:pt x="929834" y="48208"/>
                  <a:pt x="926959" y="44691"/>
                </a:cubicBezTo>
                <a:cubicBezTo>
                  <a:pt x="924084" y="41175"/>
                  <a:pt x="919819" y="39417"/>
                  <a:pt x="914165" y="39417"/>
                </a:cubicBezTo>
                <a:cubicBezTo>
                  <a:pt x="911266" y="39417"/>
                  <a:pt x="908724" y="39963"/>
                  <a:pt x="906538" y="41056"/>
                </a:cubicBezTo>
                <a:cubicBezTo>
                  <a:pt x="904352" y="42149"/>
                  <a:pt x="902523" y="43598"/>
                  <a:pt x="901049" y="45404"/>
                </a:cubicBezTo>
                <a:cubicBezTo>
                  <a:pt x="899576" y="47210"/>
                  <a:pt x="898436" y="49313"/>
                  <a:pt x="897628" y="51712"/>
                </a:cubicBezTo>
                <a:cubicBezTo>
                  <a:pt x="896820" y="54112"/>
                  <a:pt x="896369" y="56619"/>
                  <a:pt x="896274" y="59232"/>
                </a:cubicBezTo>
                <a:lnTo>
                  <a:pt x="931058" y="59232"/>
                </a:lnTo>
                <a:close/>
                <a:moveTo>
                  <a:pt x="1001409" y="80168"/>
                </a:moveTo>
                <a:cubicBezTo>
                  <a:pt x="1001409" y="83450"/>
                  <a:pt x="1000803" y="86375"/>
                  <a:pt x="999592" y="88944"/>
                </a:cubicBezTo>
                <a:cubicBezTo>
                  <a:pt x="998380" y="91512"/>
                  <a:pt x="996657" y="93676"/>
                  <a:pt x="994424" y="95437"/>
                </a:cubicBezTo>
                <a:cubicBezTo>
                  <a:pt x="992190" y="97197"/>
                  <a:pt x="989529" y="98528"/>
                  <a:pt x="986441" y="99431"/>
                </a:cubicBezTo>
                <a:cubicBezTo>
                  <a:pt x="983352" y="100335"/>
                  <a:pt x="979954" y="100787"/>
                  <a:pt x="976248" y="100787"/>
                </a:cubicBezTo>
                <a:cubicBezTo>
                  <a:pt x="973967" y="100787"/>
                  <a:pt x="971793" y="100609"/>
                  <a:pt x="969726" y="100253"/>
                </a:cubicBezTo>
                <a:cubicBezTo>
                  <a:pt x="967659" y="99896"/>
                  <a:pt x="965806" y="99445"/>
                  <a:pt x="964166" y="98898"/>
                </a:cubicBezTo>
                <a:cubicBezTo>
                  <a:pt x="962527" y="98352"/>
                  <a:pt x="961137" y="97782"/>
                  <a:pt x="959996" y="97188"/>
                </a:cubicBezTo>
                <a:cubicBezTo>
                  <a:pt x="958856" y="96594"/>
                  <a:pt x="958024" y="96059"/>
                  <a:pt x="957502" y="95584"/>
                </a:cubicBezTo>
                <a:cubicBezTo>
                  <a:pt x="956979" y="95109"/>
                  <a:pt x="956599" y="94444"/>
                  <a:pt x="956361" y="93588"/>
                </a:cubicBezTo>
                <a:cubicBezTo>
                  <a:pt x="956124" y="92733"/>
                  <a:pt x="956005" y="91569"/>
                  <a:pt x="956005" y="90096"/>
                </a:cubicBezTo>
                <a:cubicBezTo>
                  <a:pt x="956005" y="89193"/>
                  <a:pt x="956052" y="88432"/>
                  <a:pt x="956147" y="87815"/>
                </a:cubicBezTo>
                <a:cubicBezTo>
                  <a:pt x="956243" y="87197"/>
                  <a:pt x="956361" y="86698"/>
                  <a:pt x="956504" y="86318"/>
                </a:cubicBezTo>
                <a:cubicBezTo>
                  <a:pt x="956646" y="85938"/>
                  <a:pt x="956848" y="85664"/>
                  <a:pt x="957110" y="85498"/>
                </a:cubicBezTo>
                <a:cubicBezTo>
                  <a:pt x="957371" y="85332"/>
                  <a:pt x="957668" y="85249"/>
                  <a:pt x="958001" y="85249"/>
                </a:cubicBezTo>
                <a:cubicBezTo>
                  <a:pt x="958523" y="85249"/>
                  <a:pt x="959296" y="85569"/>
                  <a:pt x="960317" y="86211"/>
                </a:cubicBezTo>
                <a:cubicBezTo>
                  <a:pt x="961339" y="86852"/>
                  <a:pt x="962598" y="87553"/>
                  <a:pt x="964095" y="88314"/>
                </a:cubicBezTo>
                <a:cubicBezTo>
                  <a:pt x="965592" y="89074"/>
                  <a:pt x="967362" y="89775"/>
                  <a:pt x="969405" y="90416"/>
                </a:cubicBezTo>
                <a:cubicBezTo>
                  <a:pt x="971449" y="91058"/>
                  <a:pt x="973801" y="91379"/>
                  <a:pt x="976462" y="91379"/>
                </a:cubicBezTo>
                <a:cubicBezTo>
                  <a:pt x="978458" y="91379"/>
                  <a:pt x="980263" y="91165"/>
                  <a:pt x="981879" y="90737"/>
                </a:cubicBezTo>
                <a:cubicBezTo>
                  <a:pt x="983495" y="90308"/>
                  <a:pt x="984896" y="89677"/>
                  <a:pt x="986084" y="88844"/>
                </a:cubicBezTo>
                <a:cubicBezTo>
                  <a:pt x="987272" y="88011"/>
                  <a:pt x="988187" y="86951"/>
                  <a:pt x="988829" y="85665"/>
                </a:cubicBezTo>
                <a:cubicBezTo>
                  <a:pt x="989470" y="84379"/>
                  <a:pt x="989791" y="82856"/>
                  <a:pt x="989791" y="81095"/>
                </a:cubicBezTo>
                <a:cubicBezTo>
                  <a:pt x="989791" y="79287"/>
                  <a:pt x="989327" y="77765"/>
                  <a:pt x="988401" y="76528"/>
                </a:cubicBezTo>
                <a:cubicBezTo>
                  <a:pt x="987474" y="75291"/>
                  <a:pt x="986251" y="74198"/>
                  <a:pt x="984730" y="73247"/>
                </a:cubicBezTo>
                <a:cubicBezTo>
                  <a:pt x="983209" y="72295"/>
                  <a:pt x="981499" y="71451"/>
                  <a:pt x="979598" y="70715"/>
                </a:cubicBezTo>
                <a:cubicBezTo>
                  <a:pt x="977697" y="69977"/>
                  <a:pt x="975737" y="69204"/>
                  <a:pt x="973718" y="68396"/>
                </a:cubicBezTo>
                <a:cubicBezTo>
                  <a:pt x="971698" y="67587"/>
                  <a:pt x="969726" y="66670"/>
                  <a:pt x="967801" y="65647"/>
                </a:cubicBezTo>
                <a:cubicBezTo>
                  <a:pt x="965877" y="64624"/>
                  <a:pt x="964154" y="63375"/>
                  <a:pt x="962634" y="61901"/>
                </a:cubicBezTo>
                <a:cubicBezTo>
                  <a:pt x="961113" y="60426"/>
                  <a:pt x="959890" y="58666"/>
                  <a:pt x="958963" y="56622"/>
                </a:cubicBezTo>
                <a:cubicBezTo>
                  <a:pt x="958036" y="54577"/>
                  <a:pt x="957573" y="52127"/>
                  <a:pt x="957573" y="49273"/>
                </a:cubicBezTo>
                <a:cubicBezTo>
                  <a:pt x="957573" y="46752"/>
                  <a:pt x="958060" y="44338"/>
                  <a:pt x="959034" y="42032"/>
                </a:cubicBezTo>
                <a:cubicBezTo>
                  <a:pt x="960008" y="39724"/>
                  <a:pt x="961470" y="37702"/>
                  <a:pt x="963418" y="35967"/>
                </a:cubicBezTo>
                <a:cubicBezTo>
                  <a:pt x="965366" y="34229"/>
                  <a:pt x="967801" y="32838"/>
                  <a:pt x="970724" y="31792"/>
                </a:cubicBezTo>
                <a:cubicBezTo>
                  <a:pt x="973646" y="30745"/>
                  <a:pt x="977056" y="30222"/>
                  <a:pt x="980952" y="30222"/>
                </a:cubicBezTo>
                <a:cubicBezTo>
                  <a:pt x="982663" y="30222"/>
                  <a:pt x="984374" y="30367"/>
                  <a:pt x="986084" y="30656"/>
                </a:cubicBezTo>
                <a:cubicBezTo>
                  <a:pt x="987795" y="30946"/>
                  <a:pt x="989339" y="31307"/>
                  <a:pt x="990717" y="31741"/>
                </a:cubicBezTo>
                <a:cubicBezTo>
                  <a:pt x="992095" y="32175"/>
                  <a:pt x="993272" y="32645"/>
                  <a:pt x="994246" y="33151"/>
                </a:cubicBezTo>
                <a:cubicBezTo>
                  <a:pt x="995220" y="33657"/>
                  <a:pt x="995956" y="34104"/>
                  <a:pt x="996455" y="34490"/>
                </a:cubicBezTo>
                <a:cubicBezTo>
                  <a:pt x="996954" y="34876"/>
                  <a:pt x="997287" y="35211"/>
                  <a:pt x="997453" y="35497"/>
                </a:cubicBezTo>
                <a:cubicBezTo>
                  <a:pt x="997619" y="35782"/>
                  <a:pt x="997738" y="36102"/>
                  <a:pt x="997810" y="36459"/>
                </a:cubicBezTo>
                <a:cubicBezTo>
                  <a:pt x="997881" y="36815"/>
                  <a:pt x="997952" y="37255"/>
                  <a:pt x="998023" y="37777"/>
                </a:cubicBezTo>
                <a:cubicBezTo>
                  <a:pt x="998095" y="38300"/>
                  <a:pt x="998130" y="38942"/>
                  <a:pt x="998130" y="39702"/>
                </a:cubicBezTo>
                <a:cubicBezTo>
                  <a:pt x="998130" y="40510"/>
                  <a:pt x="998095" y="41211"/>
                  <a:pt x="998023" y="41805"/>
                </a:cubicBezTo>
                <a:cubicBezTo>
                  <a:pt x="997952" y="42399"/>
                  <a:pt x="997833" y="42886"/>
                  <a:pt x="997667" y="43266"/>
                </a:cubicBezTo>
                <a:cubicBezTo>
                  <a:pt x="997501" y="43646"/>
                  <a:pt x="997299" y="43919"/>
                  <a:pt x="997061" y="44086"/>
                </a:cubicBezTo>
                <a:cubicBezTo>
                  <a:pt x="996824" y="44252"/>
                  <a:pt x="996562" y="44335"/>
                  <a:pt x="996277" y="44335"/>
                </a:cubicBezTo>
                <a:cubicBezTo>
                  <a:pt x="995849" y="44335"/>
                  <a:pt x="995232" y="44070"/>
                  <a:pt x="994424" y="43540"/>
                </a:cubicBezTo>
                <a:cubicBezTo>
                  <a:pt x="993616" y="43010"/>
                  <a:pt x="992571" y="42443"/>
                  <a:pt x="991288" y="41840"/>
                </a:cubicBezTo>
                <a:cubicBezTo>
                  <a:pt x="990005" y="41237"/>
                  <a:pt x="988496" y="40671"/>
                  <a:pt x="986761" y="40141"/>
                </a:cubicBezTo>
                <a:cubicBezTo>
                  <a:pt x="985027" y="39611"/>
                  <a:pt x="983043" y="39346"/>
                  <a:pt x="980810" y="39346"/>
                </a:cubicBezTo>
                <a:cubicBezTo>
                  <a:pt x="978814" y="39346"/>
                  <a:pt x="977056" y="39572"/>
                  <a:pt x="975535" y="40025"/>
                </a:cubicBezTo>
                <a:cubicBezTo>
                  <a:pt x="974015" y="40476"/>
                  <a:pt x="972767" y="41119"/>
                  <a:pt x="971793" y="41952"/>
                </a:cubicBezTo>
                <a:cubicBezTo>
                  <a:pt x="970819" y="42785"/>
                  <a:pt x="970082" y="43773"/>
                  <a:pt x="969583" y="44916"/>
                </a:cubicBezTo>
                <a:cubicBezTo>
                  <a:pt x="969084" y="46058"/>
                  <a:pt x="968835" y="47296"/>
                  <a:pt x="968835" y="48630"/>
                </a:cubicBezTo>
                <a:cubicBezTo>
                  <a:pt x="968835" y="50484"/>
                  <a:pt x="969310" y="52042"/>
                  <a:pt x="970261" y="53303"/>
                </a:cubicBezTo>
                <a:cubicBezTo>
                  <a:pt x="971211" y="54563"/>
                  <a:pt x="972446" y="55670"/>
                  <a:pt x="973967" y="56622"/>
                </a:cubicBezTo>
                <a:cubicBezTo>
                  <a:pt x="975488" y="57572"/>
                  <a:pt x="977222" y="58428"/>
                  <a:pt x="979170" y="59190"/>
                </a:cubicBezTo>
                <a:cubicBezTo>
                  <a:pt x="981119" y="59950"/>
                  <a:pt x="983102" y="60735"/>
                  <a:pt x="985122" y="61544"/>
                </a:cubicBezTo>
                <a:cubicBezTo>
                  <a:pt x="987142" y="62352"/>
                  <a:pt x="989137" y="63256"/>
                  <a:pt x="991109" y="64255"/>
                </a:cubicBezTo>
                <a:cubicBezTo>
                  <a:pt x="993081" y="65254"/>
                  <a:pt x="994828" y="66468"/>
                  <a:pt x="996348" y="67895"/>
                </a:cubicBezTo>
                <a:cubicBezTo>
                  <a:pt x="997869" y="69322"/>
                  <a:pt x="999093" y="71035"/>
                  <a:pt x="1000019" y="73033"/>
                </a:cubicBezTo>
                <a:cubicBezTo>
                  <a:pt x="1000946" y="75031"/>
                  <a:pt x="1001409" y="77409"/>
                  <a:pt x="1001409" y="80168"/>
                </a:cubicBezTo>
                <a:close/>
                <a:moveTo>
                  <a:pt x="1101635" y="97580"/>
                </a:moveTo>
                <a:cubicBezTo>
                  <a:pt x="1101635" y="97960"/>
                  <a:pt x="1101552" y="98281"/>
                  <a:pt x="1101386" y="98542"/>
                </a:cubicBezTo>
                <a:cubicBezTo>
                  <a:pt x="1101219" y="98803"/>
                  <a:pt x="1100922" y="99029"/>
                  <a:pt x="1100495" y="99219"/>
                </a:cubicBezTo>
                <a:cubicBezTo>
                  <a:pt x="1100067" y="99409"/>
                  <a:pt x="1099509" y="99552"/>
                  <a:pt x="1098820" y="99647"/>
                </a:cubicBezTo>
                <a:cubicBezTo>
                  <a:pt x="1098131" y="99742"/>
                  <a:pt x="1097287" y="99789"/>
                  <a:pt x="1096289" y="99789"/>
                </a:cubicBezTo>
                <a:cubicBezTo>
                  <a:pt x="1095196" y="99789"/>
                  <a:pt x="1094305" y="99742"/>
                  <a:pt x="1093616" y="99647"/>
                </a:cubicBezTo>
                <a:cubicBezTo>
                  <a:pt x="1092927" y="99552"/>
                  <a:pt x="1092381" y="99409"/>
                  <a:pt x="1091977" y="99219"/>
                </a:cubicBezTo>
                <a:cubicBezTo>
                  <a:pt x="1091573" y="99029"/>
                  <a:pt x="1091300" y="98803"/>
                  <a:pt x="1091157" y="98542"/>
                </a:cubicBezTo>
                <a:cubicBezTo>
                  <a:pt x="1091015" y="98281"/>
                  <a:pt x="1090943" y="97960"/>
                  <a:pt x="1090943" y="97580"/>
                </a:cubicBezTo>
                <a:lnTo>
                  <a:pt x="1090943" y="89098"/>
                </a:lnTo>
                <a:cubicBezTo>
                  <a:pt x="1087284" y="93162"/>
                  <a:pt x="1083673" y="96127"/>
                  <a:pt x="1080109" y="97992"/>
                </a:cubicBezTo>
                <a:cubicBezTo>
                  <a:pt x="1076545" y="99856"/>
                  <a:pt x="1072934" y="100787"/>
                  <a:pt x="1069275" y="100787"/>
                </a:cubicBezTo>
                <a:cubicBezTo>
                  <a:pt x="1064998" y="100787"/>
                  <a:pt x="1061399" y="100074"/>
                  <a:pt x="1058476" y="98647"/>
                </a:cubicBezTo>
                <a:cubicBezTo>
                  <a:pt x="1055554" y="97220"/>
                  <a:pt x="1053190" y="95282"/>
                  <a:pt x="1051384" y="92833"/>
                </a:cubicBezTo>
                <a:cubicBezTo>
                  <a:pt x="1049578" y="90383"/>
                  <a:pt x="1048283" y="87529"/>
                  <a:pt x="1047499" y="84271"/>
                </a:cubicBezTo>
                <a:cubicBezTo>
                  <a:pt x="1046715" y="81011"/>
                  <a:pt x="1046323" y="77051"/>
                  <a:pt x="1046323" y="72390"/>
                </a:cubicBezTo>
                <a:lnTo>
                  <a:pt x="1046323" y="33432"/>
                </a:lnTo>
                <a:cubicBezTo>
                  <a:pt x="1046323" y="33052"/>
                  <a:pt x="1046406" y="32731"/>
                  <a:pt x="1046573" y="32469"/>
                </a:cubicBezTo>
                <a:cubicBezTo>
                  <a:pt x="1046739" y="32207"/>
                  <a:pt x="1047060" y="31968"/>
                  <a:pt x="1047535" y="31754"/>
                </a:cubicBezTo>
                <a:cubicBezTo>
                  <a:pt x="1048010" y="31541"/>
                  <a:pt x="1048628" y="31398"/>
                  <a:pt x="1049388" y="31327"/>
                </a:cubicBezTo>
                <a:cubicBezTo>
                  <a:pt x="1050149" y="31255"/>
                  <a:pt x="1051099" y="31220"/>
                  <a:pt x="1052239" y="31220"/>
                </a:cubicBezTo>
                <a:cubicBezTo>
                  <a:pt x="1053380" y="31220"/>
                  <a:pt x="1054330" y="31255"/>
                  <a:pt x="1055090" y="31327"/>
                </a:cubicBezTo>
                <a:cubicBezTo>
                  <a:pt x="1055851" y="31398"/>
                  <a:pt x="1056457" y="31541"/>
                  <a:pt x="1056908" y="31754"/>
                </a:cubicBezTo>
                <a:cubicBezTo>
                  <a:pt x="1057359" y="31968"/>
                  <a:pt x="1057680" y="32207"/>
                  <a:pt x="1057870" y="32469"/>
                </a:cubicBezTo>
                <a:cubicBezTo>
                  <a:pt x="1058060" y="32731"/>
                  <a:pt x="1058155" y="33052"/>
                  <a:pt x="1058155" y="33432"/>
                </a:cubicBezTo>
                <a:lnTo>
                  <a:pt x="1058155" y="70826"/>
                </a:lnTo>
                <a:cubicBezTo>
                  <a:pt x="1058155" y="74584"/>
                  <a:pt x="1058429" y="77594"/>
                  <a:pt x="1058975" y="79854"/>
                </a:cubicBezTo>
                <a:cubicBezTo>
                  <a:pt x="1059522" y="82114"/>
                  <a:pt x="1060353" y="84041"/>
                  <a:pt x="1061470" y="85636"/>
                </a:cubicBezTo>
                <a:cubicBezTo>
                  <a:pt x="1062587" y="87230"/>
                  <a:pt x="1064000" y="88467"/>
                  <a:pt x="1065711" y="89347"/>
                </a:cubicBezTo>
                <a:cubicBezTo>
                  <a:pt x="1067422" y="90226"/>
                  <a:pt x="1069417" y="90666"/>
                  <a:pt x="1071698" y="90666"/>
                </a:cubicBezTo>
                <a:cubicBezTo>
                  <a:pt x="1074644" y="90666"/>
                  <a:pt x="1077579" y="89614"/>
                  <a:pt x="1080501" y="87512"/>
                </a:cubicBezTo>
                <a:cubicBezTo>
                  <a:pt x="1083424" y="85409"/>
                  <a:pt x="1086524" y="82326"/>
                  <a:pt x="1089803" y="78263"/>
                </a:cubicBezTo>
                <a:lnTo>
                  <a:pt x="1089803" y="33429"/>
                </a:lnTo>
                <a:cubicBezTo>
                  <a:pt x="1089803" y="33049"/>
                  <a:pt x="1089886" y="32729"/>
                  <a:pt x="1090052" y="32467"/>
                </a:cubicBezTo>
                <a:cubicBezTo>
                  <a:pt x="1090219" y="32206"/>
                  <a:pt x="1090539" y="31968"/>
                  <a:pt x="1091015" y="31754"/>
                </a:cubicBezTo>
                <a:cubicBezTo>
                  <a:pt x="1091490" y="31541"/>
                  <a:pt x="1092096" y="31398"/>
                  <a:pt x="1092832" y="31327"/>
                </a:cubicBezTo>
                <a:cubicBezTo>
                  <a:pt x="1093569" y="31255"/>
                  <a:pt x="1094531" y="31220"/>
                  <a:pt x="1095719" y="31220"/>
                </a:cubicBezTo>
                <a:cubicBezTo>
                  <a:pt x="1096859" y="31220"/>
                  <a:pt x="1097810" y="31255"/>
                  <a:pt x="1098570" y="31327"/>
                </a:cubicBezTo>
                <a:cubicBezTo>
                  <a:pt x="1099330" y="31398"/>
                  <a:pt x="1099924" y="31541"/>
                  <a:pt x="1100352" y="31754"/>
                </a:cubicBezTo>
                <a:cubicBezTo>
                  <a:pt x="1100780" y="31968"/>
                  <a:pt x="1101101" y="32206"/>
                  <a:pt x="1101314" y="32467"/>
                </a:cubicBezTo>
                <a:cubicBezTo>
                  <a:pt x="1101528" y="32729"/>
                  <a:pt x="1101635" y="33049"/>
                  <a:pt x="1101635" y="33429"/>
                </a:cubicBezTo>
                <a:lnTo>
                  <a:pt x="1101635" y="97580"/>
                </a:lnTo>
                <a:close/>
                <a:moveTo>
                  <a:pt x="1181040" y="97580"/>
                </a:moveTo>
                <a:cubicBezTo>
                  <a:pt x="1181040" y="97960"/>
                  <a:pt x="1180945" y="98281"/>
                  <a:pt x="1180755" y="98542"/>
                </a:cubicBezTo>
                <a:cubicBezTo>
                  <a:pt x="1180565" y="98803"/>
                  <a:pt x="1180256" y="99029"/>
                  <a:pt x="1179829" y="99219"/>
                </a:cubicBezTo>
                <a:cubicBezTo>
                  <a:pt x="1179401" y="99409"/>
                  <a:pt x="1178807" y="99552"/>
                  <a:pt x="1178047" y="99647"/>
                </a:cubicBezTo>
                <a:cubicBezTo>
                  <a:pt x="1177286" y="99742"/>
                  <a:pt x="1176336" y="99789"/>
                  <a:pt x="1175196" y="99789"/>
                </a:cubicBezTo>
                <a:cubicBezTo>
                  <a:pt x="1174008" y="99789"/>
                  <a:pt x="1173033" y="99742"/>
                  <a:pt x="1172273" y="99647"/>
                </a:cubicBezTo>
                <a:cubicBezTo>
                  <a:pt x="1171513" y="99552"/>
                  <a:pt x="1170919" y="99409"/>
                  <a:pt x="1170491" y="99219"/>
                </a:cubicBezTo>
                <a:cubicBezTo>
                  <a:pt x="1170064" y="99029"/>
                  <a:pt x="1169755" y="98803"/>
                  <a:pt x="1169565" y="98542"/>
                </a:cubicBezTo>
                <a:cubicBezTo>
                  <a:pt x="1169375" y="98281"/>
                  <a:pt x="1169279" y="97960"/>
                  <a:pt x="1169279" y="97580"/>
                </a:cubicBezTo>
                <a:lnTo>
                  <a:pt x="1169279" y="60016"/>
                </a:lnTo>
                <a:cubicBezTo>
                  <a:pt x="1169279" y="56357"/>
                  <a:pt x="1168994" y="53411"/>
                  <a:pt x="1168424" y="51178"/>
                </a:cubicBezTo>
                <a:cubicBezTo>
                  <a:pt x="1167854" y="48944"/>
                  <a:pt x="1167022" y="47020"/>
                  <a:pt x="1165929" y="45404"/>
                </a:cubicBezTo>
                <a:cubicBezTo>
                  <a:pt x="1164836" y="43789"/>
                  <a:pt x="1163423" y="42553"/>
                  <a:pt x="1161688" y="41698"/>
                </a:cubicBezTo>
                <a:cubicBezTo>
                  <a:pt x="1159954" y="40842"/>
                  <a:pt x="1157946" y="40415"/>
                  <a:pt x="1155665" y="40415"/>
                </a:cubicBezTo>
                <a:cubicBezTo>
                  <a:pt x="1152719" y="40415"/>
                  <a:pt x="1149773" y="41460"/>
                  <a:pt x="1146827" y="43551"/>
                </a:cubicBezTo>
                <a:cubicBezTo>
                  <a:pt x="1143881" y="45642"/>
                  <a:pt x="1140792" y="48707"/>
                  <a:pt x="1137561" y="52746"/>
                </a:cubicBezTo>
                <a:lnTo>
                  <a:pt x="1137561" y="97580"/>
                </a:lnTo>
                <a:cubicBezTo>
                  <a:pt x="1137561" y="97960"/>
                  <a:pt x="1137466" y="98281"/>
                  <a:pt x="1137276" y="98542"/>
                </a:cubicBezTo>
                <a:cubicBezTo>
                  <a:pt x="1137086" y="98803"/>
                  <a:pt x="1136777" y="99029"/>
                  <a:pt x="1136349" y="99219"/>
                </a:cubicBezTo>
                <a:cubicBezTo>
                  <a:pt x="1135921" y="99409"/>
                  <a:pt x="1135327" y="99552"/>
                  <a:pt x="1134567" y="99647"/>
                </a:cubicBezTo>
                <a:cubicBezTo>
                  <a:pt x="1133807" y="99742"/>
                  <a:pt x="1132833" y="99789"/>
                  <a:pt x="1131645" y="99789"/>
                </a:cubicBezTo>
                <a:cubicBezTo>
                  <a:pt x="1130504" y="99789"/>
                  <a:pt x="1129554" y="99742"/>
                  <a:pt x="1128793" y="99647"/>
                </a:cubicBezTo>
                <a:cubicBezTo>
                  <a:pt x="1128033" y="99552"/>
                  <a:pt x="1127427" y="99409"/>
                  <a:pt x="1126976" y="99219"/>
                </a:cubicBezTo>
                <a:cubicBezTo>
                  <a:pt x="1126524" y="99029"/>
                  <a:pt x="1126216" y="98803"/>
                  <a:pt x="1126049" y="98542"/>
                </a:cubicBezTo>
                <a:cubicBezTo>
                  <a:pt x="1125883" y="98281"/>
                  <a:pt x="1125800" y="97960"/>
                  <a:pt x="1125800" y="97580"/>
                </a:cubicBezTo>
                <a:lnTo>
                  <a:pt x="1125800" y="33429"/>
                </a:lnTo>
                <a:cubicBezTo>
                  <a:pt x="1125800" y="33049"/>
                  <a:pt x="1125871" y="32729"/>
                  <a:pt x="1126014" y="32467"/>
                </a:cubicBezTo>
                <a:cubicBezTo>
                  <a:pt x="1126156" y="32206"/>
                  <a:pt x="1126441" y="31968"/>
                  <a:pt x="1126869" y="31754"/>
                </a:cubicBezTo>
                <a:cubicBezTo>
                  <a:pt x="1127297" y="31541"/>
                  <a:pt x="1127843" y="31398"/>
                  <a:pt x="1128508" y="31327"/>
                </a:cubicBezTo>
                <a:cubicBezTo>
                  <a:pt x="1129174" y="31255"/>
                  <a:pt x="1130053" y="31220"/>
                  <a:pt x="1131146" y="31220"/>
                </a:cubicBezTo>
                <a:cubicBezTo>
                  <a:pt x="1132191" y="31220"/>
                  <a:pt x="1133058" y="31255"/>
                  <a:pt x="1133747" y="31327"/>
                </a:cubicBezTo>
                <a:cubicBezTo>
                  <a:pt x="1134436" y="31398"/>
                  <a:pt x="1134971" y="31541"/>
                  <a:pt x="1135351" y="31754"/>
                </a:cubicBezTo>
                <a:cubicBezTo>
                  <a:pt x="1135731" y="31968"/>
                  <a:pt x="1136004" y="32206"/>
                  <a:pt x="1136171" y="32467"/>
                </a:cubicBezTo>
                <a:cubicBezTo>
                  <a:pt x="1136337" y="32729"/>
                  <a:pt x="1136420" y="33049"/>
                  <a:pt x="1136420" y="33429"/>
                </a:cubicBezTo>
                <a:lnTo>
                  <a:pt x="1136420" y="41912"/>
                </a:lnTo>
                <a:cubicBezTo>
                  <a:pt x="1140032" y="37872"/>
                  <a:pt x="1143631" y="34914"/>
                  <a:pt x="1147219" y="33037"/>
                </a:cubicBezTo>
                <a:cubicBezTo>
                  <a:pt x="1150807" y="31160"/>
                  <a:pt x="1154430" y="30222"/>
                  <a:pt x="1158089" y="30222"/>
                </a:cubicBezTo>
                <a:cubicBezTo>
                  <a:pt x="1162366" y="30222"/>
                  <a:pt x="1165965" y="30947"/>
                  <a:pt x="1168887" y="32396"/>
                </a:cubicBezTo>
                <a:cubicBezTo>
                  <a:pt x="1171810" y="33845"/>
                  <a:pt x="1174174" y="35782"/>
                  <a:pt x="1175980" y="38205"/>
                </a:cubicBezTo>
                <a:cubicBezTo>
                  <a:pt x="1177785" y="40629"/>
                  <a:pt x="1179080" y="43468"/>
                  <a:pt x="1179864" y="46723"/>
                </a:cubicBezTo>
                <a:cubicBezTo>
                  <a:pt x="1180648" y="49978"/>
                  <a:pt x="1181040" y="53886"/>
                  <a:pt x="1181040" y="58448"/>
                </a:cubicBezTo>
                <a:lnTo>
                  <a:pt x="1181040" y="97580"/>
                </a:lnTo>
                <a:close/>
                <a:moveTo>
                  <a:pt x="1232293" y="92947"/>
                </a:moveTo>
                <a:cubicBezTo>
                  <a:pt x="1232293" y="94325"/>
                  <a:pt x="1232198" y="95418"/>
                  <a:pt x="1232007" y="96226"/>
                </a:cubicBezTo>
                <a:cubicBezTo>
                  <a:pt x="1231817" y="97033"/>
                  <a:pt x="1231532" y="97627"/>
                  <a:pt x="1231152" y="98007"/>
                </a:cubicBezTo>
                <a:cubicBezTo>
                  <a:pt x="1230772" y="98388"/>
                  <a:pt x="1230202" y="98744"/>
                  <a:pt x="1229441" y="99077"/>
                </a:cubicBezTo>
                <a:cubicBezTo>
                  <a:pt x="1228681" y="99409"/>
                  <a:pt x="1227814" y="99683"/>
                  <a:pt x="1226840" y="99896"/>
                </a:cubicBezTo>
                <a:cubicBezTo>
                  <a:pt x="1225866" y="100110"/>
                  <a:pt x="1224832" y="100288"/>
                  <a:pt x="1223739" y="100431"/>
                </a:cubicBezTo>
                <a:cubicBezTo>
                  <a:pt x="1222646" y="100573"/>
                  <a:pt x="1221553" y="100645"/>
                  <a:pt x="1220460" y="100645"/>
                </a:cubicBezTo>
                <a:cubicBezTo>
                  <a:pt x="1217134" y="100645"/>
                  <a:pt x="1214283" y="100204"/>
                  <a:pt x="1211907" y="99324"/>
                </a:cubicBezTo>
                <a:cubicBezTo>
                  <a:pt x="1209531" y="98442"/>
                  <a:pt x="1207583" y="97108"/>
                  <a:pt x="1206062" y="95321"/>
                </a:cubicBezTo>
                <a:cubicBezTo>
                  <a:pt x="1204542" y="93535"/>
                  <a:pt x="1203437" y="91272"/>
                  <a:pt x="1202748" y="88534"/>
                </a:cubicBezTo>
                <a:cubicBezTo>
                  <a:pt x="1202059" y="85796"/>
                  <a:pt x="1201714" y="82569"/>
                  <a:pt x="1201714" y="78854"/>
                </a:cubicBezTo>
                <a:lnTo>
                  <a:pt x="1201714" y="41270"/>
                </a:lnTo>
                <a:lnTo>
                  <a:pt x="1192733" y="41270"/>
                </a:lnTo>
                <a:cubicBezTo>
                  <a:pt x="1192020" y="41270"/>
                  <a:pt x="1191450" y="40890"/>
                  <a:pt x="1191023" y="40130"/>
                </a:cubicBezTo>
                <a:cubicBezTo>
                  <a:pt x="1190595" y="39369"/>
                  <a:pt x="1190381" y="38134"/>
                  <a:pt x="1190381" y="36423"/>
                </a:cubicBezTo>
                <a:cubicBezTo>
                  <a:pt x="1190381" y="35520"/>
                  <a:pt x="1190440" y="34760"/>
                  <a:pt x="1190559" y="34142"/>
                </a:cubicBezTo>
                <a:cubicBezTo>
                  <a:pt x="1190678" y="33524"/>
                  <a:pt x="1190832" y="33014"/>
                  <a:pt x="1191023" y="32610"/>
                </a:cubicBezTo>
                <a:cubicBezTo>
                  <a:pt x="1191213" y="32206"/>
                  <a:pt x="1191462" y="31921"/>
                  <a:pt x="1191771" y="31754"/>
                </a:cubicBezTo>
                <a:cubicBezTo>
                  <a:pt x="1192080" y="31588"/>
                  <a:pt x="1192424" y="31505"/>
                  <a:pt x="1192804" y="31505"/>
                </a:cubicBezTo>
                <a:lnTo>
                  <a:pt x="1201714" y="31505"/>
                </a:lnTo>
                <a:lnTo>
                  <a:pt x="1201714" y="16251"/>
                </a:lnTo>
                <a:cubicBezTo>
                  <a:pt x="1201714" y="15919"/>
                  <a:pt x="1201797" y="15610"/>
                  <a:pt x="1201964" y="15325"/>
                </a:cubicBezTo>
                <a:cubicBezTo>
                  <a:pt x="1202130" y="15040"/>
                  <a:pt x="1202439" y="14790"/>
                  <a:pt x="1202890" y="14576"/>
                </a:cubicBezTo>
                <a:cubicBezTo>
                  <a:pt x="1203342" y="14363"/>
                  <a:pt x="1203948" y="14208"/>
                  <a:pt x="1204708" y="14113"/>
                </a:cubicBezTo>
                <a:cubicBezTo>
                  <a:pt x="1205468" y="14018"/>
                  <a:pt x="1206419" y="13971"/>
                  <a:pt x="1207559" y="13971"/>
                </a:cubicBezTo>
                <a:cubicBezTo>
                  <a:pt x="1208747" y="13971"/>
                  <a:pt x="1209721" y="14018"/>
                  <a:pt x="1210481" y="14113"/>
                </a:cubicBezTo>
                <a:cubicBezTo>
                  <a:pt x="1211242" y="14208"/>
                  <a:pt x="1211836" y="14363"/>
                  <a:pt x="1212263" y="14576"/>
                </a:cubicBezTo>
                <a:cubicBezTo>
                  <a:pt x="1212691" y="14790"/>
                  <a:pt x="1213000" y="15040"/>
                  <a:pt x="1213190" y="15325"/>
                </a:cubicBezTo>
                <a:cubicBezTo>
                  <a:pt x="1213380" y="15610"/>
                  <a:pt x="1213475" y="15919"/>
                  <a:pt x="1213475" y="16251"/>
                </a:cubicBezTo>
                <a:lnTo>
                  <a:pt x="1213475" y="31505"/>
                </a:lnTo>
                <a:lnTo>
                  <a:pt x="1229940" y="31505"/>
                </a:lnTo>
                <a:cubicBezTo>
                  <a:pt x="1230321" y="31505"/>
                  <a:pt x="1230653" y="31588"/>
                  <a:pt x="1230938" y="31754"/>
                </a:cubicBezTo>
                <a:cubicBezTo>
                  <a:pt x="1231223" y="31921"/>
                  <a:pt x="1231473" y="32206"/>
                  <a:pt x="1231687" y="32610"/>
                </a:cubicBezTo>
                <a:cubicBezTo>
                  <a:pt x="1231901" y="33014"/>
                  <a:pt x="1232055" y="33524"/>
                  <a:pt x="1232150" y="34142"/>
                </a:cubicBezTo>
                <a:cubicBezTo>
                  <a:pt x="1232245" y="34760"/>
                  <a:pt x="1232293" y="35520"/>
                  <a:pt x="1232293" y="36423"/>
                </a:cubicBezTo>
                <a:cubicBezTo>
                  <a:pt x="1232293" y="38134"/>
                  <a:pt x="1232079" y="39369"/>
                  <a:pt x="1231651" y="40130"/>
                </a:cubicBezTo>
                <a:cubicBezTo>
                  <a:pt x="1231223" y="40890"/>
                  <a:pt x="1230653" y="41270"/>
                  <a:pt x="1229940" y="41270"/>
                </a:cubicBezTo>
                <a:lnTo>
                  <a:pt x="1213475" y="41270"/>
                </a:lnTo>
                <a:lnTo>
                  <a:pt x="1213475" y="77156"/>
                </a:lnTo>
                <a:cubicBezTo>
                  <a:pt x="1213475" y="81588"/>
                  <a:pt x="1214129" y="84935"/>
                  <a:pt x="1215435" y="87200"/>
                </a:cubicBezTo>
                <a:cubicBezTo>
                  <a:pt x="1216742" y="89463"/>
                  <a:pt x="1219082" y="90595"/>
                  <a:pt x="1222456" y="90595"/>
                </a:cubicBezTo>
                <a:cubicBezTo>
                  <a:pt x="1223549" y="90595"/>
                  <a:pt x="1224523" y="90488"/>
                  <a:pt x="1225379" y="90274"/>
                </a:cubicBezTo>
                <a:cubicBezTo>
                  <a:pt x="1226234" y="90060"/>
                  <a:pt x="1226994" y="89834"/>
                  <a:pt x="1227659" y="89597"/>
                </a:cubicBezTo>
                <a:cubicBezTo>
                  <a:pt x="1228325" y="89359"/>
                  <a:pt x="1228895" y="89133"/>
                  <a:pt x="1229370" y="88920"/>
                </a:cubicBezTo>
                <a:cubicBezTo>
                  <a:pt x="1229845" y="88706"/>
                  <a:pt x="1230273" y="88599"/>
                  <a:pt x="1230653" y="88599"/>
                </a:cubicBezTo>
                <a:cubicBezTo>
                  <a:pt x="1230891" y="88599"/>
                  <a:pt x="1231116" y="88658"/>
                  <a:pt x="1231330" y="88777"/>
                </a:cubicBezTo>
                <a:cubicBezTo>
                  <a:pt x="1231544" y="88896"/>
                  <a:pt x="1231710" y="89121"/>
                  <a:pt x="1231829" y="89454"/>
                </a:cubicBezTo>
                <a:cubicBezTo>
                  <a:pt x="1231948" y="89787"/>
                  <a:pt x="1232055" y="90238"/>
                  <a:pt x="1232150" y="90808"/>
                </a:cubicBezTo>
                <a:cubicBezTo>
                  <a:pt x="1232245" y="91379"/>
                  <a:pt x="1232293" y="92091"/>
                  <a:pt x="1232293" y="92947"/>
                </a:cubicBezTo>
                <a:close/>
                <a:moveTo>
                  <a:pt x="1259597" y="97580"/>
                </a:moveTo>
                <a:cubicBezTo>
                  <a:pt x="1259597" y="97960"/>
                  <a:pt x="1259502" y="98281"/>
                  <a:pt x="1259312" y="98542"/>
                </a:cubicBezTo>
                <a:cubicBezTo>
                  <a:pt x="1259122" y="98803"/>
                  <a:pt x="1258813" y="99029"/>
                  <a:pt x="1258386" y="99219"/>
                </a:cubicBezTo>
                <a:cubicBezTo>
                  <a:pt x="1257958" y="99409"/>
                  <a:pt x="1257364" y="99552"/>
                  <a:pt x="1256604" y="99647"/>
                </a:cubicBezTo>
                <a:cubicBezTo>
                  <a:pt x="1255843" y="99742"/>
                  <a:pt x="1254869" y="99789"/>
                  <a:pt x="1253681" y="99789"/>
                </a:cubicBezTo>
                <a:cubicBezTo>
                  <a:pt x="1252541" y="99789"/>
                  <a:pt x="1251590" y="99742"/>
                  <a:pt x="1250830" y="99647"/>
                </a:cubicBezTo>
                <a:cubicBezTo>
                  <a:pt x="1250070" y="99552"/>
                  <a:pt x="1249464" y="99409"/>
                  <a:pt x="1249013" y="99219"/>
                </a:cubicBezTo>
                <a:cubicBezTo>
                  <a:pt x="1248561" y="99029"/>
                  <a:pt x="1248252" y="98803"/>
                  <a:pt x="1248086" y="98542"/>
                </a:cubicBezTo>
                <a:cubicBezTo>
                  <a:pt x="1247920" y="98281"/>
                  <a:pt x="1247836" y="97960"/>
                  <a:pt x="1247836" y="97580"/>
                </a:cubicBezTo>
                <a:lnTo>
                  <a:pt x="1247836" y="33429"/>
                </a:lnTo>
                <a:cubicBezTo>
                  <a:pt x="1247836" y="33097"/>
                  <a:pt x="1247920" y="32788"/>
                  <a:pt x="1248086" y="32503"/>
                </a:cubicBezTo>
                <a:cubicBezTo>
                  <a:pt x="1248252" y="32218"/>
                  <a:pt x="1248561" y="31980"/>
                  <a:pt x="1249013" y="31790"/>
                </a:cubicBezTo>
                <a:cubicBezTo>
                  <a:pt x="1249464" y="31600"/>
                  <a:pt x="1250070" y="31457"/>
                  <a:pt x="1250830" y="31362"/>
                </a:cubicBezTo>
                <a:cubicBezTo>
                  <a:pt x="1251590" y="31267"/>
                  <a:pt x="1252541" y="31220"/>
                  <a:pt x="1253681" y="31220"/>
                </a:cubicBezTo>
                <a:cubicBezTo>
                  <a:pt x="1254869" y="31220"/>
                  <a:pt x="1255843" y="31267"/>
                  <a:pt x="1256604" y="31362"/>
                </a:cubicBezTo>
                <a:cubicBezTo>
                  <a:pt x="1257364" y="31457"/>
                  <a:pt x="1257958" y="31600"/>
                  <a:pt x="1258386" y="31790"/>
                </a:cubicBezTo>
                <a:cubicBezTo>
                  <a:pt x="1258813" y="31980"/>
                  <a:pt x="1259122" y="32218"/>
                  <a:pt x="1259312" y="32503"/>
                </a:cubicBezTo>
                <a:cubicBezTo>
                  <a:pt x="1259502" y="32788"/>
                  <a:pt x="1259597" y="33097"/>
                  <a:pt x="1259597" y="33429"/>
                </a:cubicBezTo>
                <a:lnTo>
                  <a:pt x="1259597" y="97580"/>
                </a:lnTo>
                <a:moveTo>
                  <a:pt x="1260952" y="11690"/>
                </a:moveTo>
                <a:cubicBezTo>
                  <a:pt x="1260952" y="14446"/>
                  <a:pt x="1260429" y="16323"/>
                  <a:pt x="1259384" y="17321"/>
                </a:cubicBezTo>
                <a:cubicBezTo>
                  <a:pt x="1258338" y="18318"/>
                  <a:pt x="1256414" y="18817"/>
                  <a:pt x="1253610" y="18817"/>
                </a:cubicBezTo>
                <a:cubicBezTo>
                  <a:pt x="1250854" y="18817"/>
                  <a:pt x="1248965" y="18330"/>
                  <a:pt x="1247943" y="17356"/>
                </a:cubicBezTo>
                <a:cubicBezTo>
                  <a:pt x="1246922" y="16382"/>
                  <a:pt x="1246411" y="14541"/>
                  <a:pt x="1246411" y="11832"/>
                </a:cubicBezTo>
                <a:cubicBezTo>
                  <a:pt x="1246411" y="9076"/>
                  <a:pt x="1246934" y="7199"/>
                  <a:pt x="1247979" y="6201"/>
                </a:cubicBezTo>
                <a:cubicBezTo>
                  <a:pt x="1249024" y="5203"/>
                  <a:pt x="1250949" y="4704"/>
                  <a:pt x="1253753" y="4704"/>
                </a:cubicBezTo>
                <a:cubicBezTo>
                  <a:pt x="1256509" y="4704"/>
                  <a:pt x="1258398" y="5191"/>
                  <a:pt x="1259419" y="6166"/>
                </a:cubicBezTo>
                <a:cubicBezTo>
                  <a:pt x="1260441" y="7140"/>
                  <a:pt x="1260952" y="8981"/>
                  <a:pt x="1260952" y="11690"/>
                </a:cubicBezTo>
                <a:close/>
                <a:moveTo>
                  <a:pt x="1296092" y="97578"/>
                </a:moveTo>
                <a:cubicBezTo>
                  <a:pt x="1296092" y="97958"/>
                  <a:pt x="1295997" y="98279"/>
                  <a:pt x="1295807" y="98542"/>
                </a:cubicBezTo>
                <a:cubicBezTo>
                  <a:pt x="1295617" y="98803"/>
                  <a:pt x="1295308" y="99029"/>
                  <a:pt x="1294881" y="99219"/>
                </a:cubicBezTo>
                <a:cubicBezTo>
                  <a:pt x="1294453" y="99409"/>
                  <a:pt x="1293859" y="99552"/>
                  <a:pt x="1293099" y="99647"/>
                </a:cubicBezTo>
                <a:cubicBezTo>
                  <a:pt x="1292338" y="99742"/>
                  <a:pt x="1291364" y="99789"/>
                  <a:pt x="1290176" y="99789"/>
                </a:cubicBezTo>
                <a:cubicBezTo>
                  <a:pt x="1289036" y="99789"/>
                  <a:pt x="1288085" y="99742"/>
                  <a:pt x="1287325" y="99647"/>
                </a:cubicBezTo>
                <a:cubicBezTo>
                  <a:pt x="1286565" y="99552"/>
                  <a:pt x="1285959" y="99409"/>
                  <a:pt x="1285507" y="99219"/>
                </a:cubicBezTo>
                <a:cubicBezTo>
                  <a:pt x="1285056" y="99029"/>
                  <a:pt x="1284747" y="98803"/>
                  <a:pt x="1284581" y="98542"/>
                </a:cubicBezTo>
                <a:cubicBezTo>
                  <a:pt x="1284414" y="98279"/>
                  <a:pt x="1284331" y="97958"/>
                  <a:pt x="1284331" y="97578"/>
                </a:cubicBezTo>
                <a:lnTo>
                  <a:pt x="1284331" y="2283"/>
                </a:lnTo>
                <a:cubicBezTo>
                  <a:pt x="1284331" y="1903"/>
                  <a:pt x="1284414" y="1570"/>
                  <a:pt x="1284581" y="1285"/>
                </a:cubicBezTo>
                <a:cubicBezTo>
                  <a:pt x="1284747" y="999"/>
                  <a:pt x="1285056" y="760"/>
                  <a:pt x="1285507" y="570"/>
                </a:cubicBezTo>
                <a:cubicBezTo>
                  <a:pt x="1285959" y="380"/>
                  <a:pt x="1286565" y="238"/>
                  <a:pt x="1287325" y="143"/>
                </a:cubicBezTo>
                <a:cubicBezTo>
                  <a:pt x="1288085" y="48"/>
                  <a:pt x="1289036" y="0"/>
                  <a:pt x="1290176" y="0"/>
                </a:cubicBezTo>
                <a:cubicBezTo>
                  <a:pt x="1291364" y="0"/>
                  <a:pt x="1292338" y="48"/>
                  <a:pt x="1293099" y="143"/>
                </a:cubicBezTo>
                <a:cubicBezTo>
                  <a:pt x="1293859" y="238"/>
                  <a:pt x="1294453" y="380"/>
                  <a:pt x="1294881" y="570"/>
                </a:cubicBezTo>
                <a:cubicBezTo>
                  <a:pt x="1295308" y="760"/>
                  <a:pt x="1295617" y="999"/>
                  <a:pt x="1295807" y="1285"/>
                </a:cubicBezTo>
                <a:cubicBezTo>
                  <a:pt x="1295997" y="1570"/>
                  <a:pt x="1296092" y="1903"/>
                  <a:pt x="1296092" y="2283"/>
                </a:cubicBezTo>
                <a:lnTo>
                  <a:pt x="1296092" y="97578"/>
                </a:lnTo>
                <a:close/>
                <a:moveTo>
                  <a:pt x="1391752" y="80168"/>
                </a:moveTo>
                <a:cubicBezTo>
                  <a:pt x="1391752" y="83450"/>
                  <a:pt x="1391147" y="86375"/>
                  <a:pt x="1389935" y="88944"/>
                </a:cubicBezTo>
                <a:cubicBezTo>
                  <a:pt x="1388723" y="91512"/>
                  <a:pt x="1387001" y="93676"/>
                  <a:pt x="1384767" y="95437"/>
                </a:cubicBezTo>
                <a:cubicBezTo>
                  <a:pt x="1382534" y="97197"/>
                  <a:pt x="1379873" y="98528"/>
                  <a:pt x="1376784" y="99431"/>
                </a:cubicBezTo>
                <a:cubicBezTo>
                  <a:pt x="1373695" y="100335"/>
                  <a:pt x="1370298" y="100787"/>
                  <a:pt x="1366591" y="100787"/>
                </a:cubicBezTo>
                <a:cubicBezTo>
                  <a:pt x="1364310" y="100787"/>
                  <a:pt x="1362136" y="100609"/>
                  <a:pt x="1360069" y="100253"/>
                </a:cubicBezTo>
                <a:cubicBezTo>
                  <a:pt x="1358002" y="99896"/>
                  <a:pt x="1356149" y="99445"/>
                  <a:pt x="1354510" y="98898"/>
                </a:cubicBezTo>
                <a:cubicBezTo>
                  <a:pt x="1352870" y="98352"/>
                  <a:pt x="1351480" y="97782"/>
                  <a:pt x="1350340" y="97188"/>
                </a:cubicBezTo>
                <a:cubicBezTo>
                  <a:pt x="1349199" y="96594"/>
                  <a:pt x="1348368" y="96059"/>
                  <a:pt x="1347845" y="95584"/>
                </a:cubicBezTo>
                <a:cubicBezTo>
                  <a:pt x="1347322" y="95109"/>
                  <a:pt x="1346942" y="94444"/>
                  <a:pt x="1346705" y="93588"/>
                </a:cubicBezTo>
                <a:cubicBezTo>
                  <a:pt x="1346467" y="92733"/>
                  <a:pt x="1346348" y="91569"/>
                  <a:pt x="1346348" y="90096"/>
                </a:cubicBezTo>
                <a:cubicBezTo>
                  <a:pt x="1346348" y="89193"/>
                  <a:pt x="1346396" y="88432"/>
                  <a:pt x="1346491" y="87815"/>
                </a:cubicBezTo>
                <a:cubicBezTo>
                  <a:pt x="1346586" y="87197"/>
                  <a:pt x="1346705" y="86698"/>
                  <a:pt x="1346847" y="86318"/>
                </a:cubicBezTo>
                <a:cubicBezTo>
                  <a:pt x="1346990" y="85938"/>
                  <a:pt x="1347192" y="85664"/>
                  <a:pt x="1347453" y="85498"/>
                </a:cubicBezTo>
                <a:cubicBezTo>
                  <a:pt x="1347714" y="85332"/>
                  <a:pt x="1348011" y="85249"/>
                  <a:pt x="1348344" y="85249"/>
                </a:cubicBezTo>
                <a:cubicBezTo>
                  <a:pt x="1348867" y="85249"/>
                  <a:pt x="1349639" y="85569"/>
                  <a:pt x="1350661" y="86211"/>
                </a:cubicBezTo>
                <a:cubicBezTo>
                  <a:pt x="1351682" y="86852"/>
                  <a:pt x="1352942" y="87553"/>
                  <a:pt x="1354438" y="88314"/>
                </a:cubicBezTo>
                <a:cubicBezTo>
                  <a:pt x="1355935" y="89074"/>
                  <a:pt x="1357705" y="89775"/>
                  <a:pt x="1359749" y="90416"/>
                </a:cubicBezTo>
                <a:cubicBezTo>
                  <a:pt x="1361792" y="91058"/>
                  <a:pt x="1364144" y="91379"/>
                  <a:pt x="1366805" y="91379"/>
                </a:cubicBezTo>
                <a:cubicBezTo>
                  <a:pt x="1368801" y="91379"/>
                  <a:pt x="1370607" y="91165"/>
                  <a:pt x="1372222" y="90737"/>
                </a:cubicBezTo>
                <a:cubicBezTo>
                  <a:pt x="1373838" y="90308"/>
                  <a:pt x="1375240" y="89677"/>
                  <a:pt x="1376428" y="88844"/>
                </a:cubicBezTo>
                <a:cubicBezTo>
                  <a:pt x="1377616" y="88011"/>
                  <a:pt x="1378530" y="86951"/>
                  <a:pt x="1379172" y="85665"/>
                </a:cubicBezTo>
                <a:cubicBezTo>
                  <a:pt x="1379813" y="84379"/>
                  <a:pt x="1380134" y="82856"/>
                  <a:pt x="1380134" y="81095"/>
                </a:cubicBezTo>
                <a:cubicBezTo>
                  <a:pt x="1380134" y="79287"/>
                  <a:pt x="1379671" y="77765"/>
                  <a:pt x="1378744" y="76528"/>
                </a:cubicBezTo>
                <a:cubicBezTo>
                  <a:pt x="1377818" y="75291"/>
                  <a:pt x="1376594" y="74198"/>
                  <a:pt x="1375073" y="73247"/>
                </a:cubicBezTo>
                <a:cubicBezTo>
                  <a:pt x="1373553" y="72295"/>
                  <a:pt x="1371842" y="71451"/>
                  <a:pt x="1369941" y="70715"/>
                </a:cubicBezTo>
                <a:cubicBezTo>
                  <a:pt x="1368041" y="69977"/>
                  <a:pt x="1366080" y="69204"/>
                  <a:pt x="1364061" y="68396"/>
                </a:cubicBezTo>
                <a:cubicBezTo>
                  <a:pt x="1362041" y="67587"/>
                  <a:pt x="1360069" y="66670"/>
                  <a:pt x="1358145" y="65647"/>
                </a:cubicBezTo>
                <a:cubicBezTo>
                  <a:pt x="1356220" y="64624"/>
                  <a:pt x="1354498" y="63375"/>
                  <a:pt x="1352977" y="61901"/>
                </a:cubicBezTo>
                <a:cubicBezTo>
                  <a:pt x="1351457" y="60426"/>
                  <a:pt x="1350233" y="58666"/>
                  <a:pt x="1349306" y="56622"/>
                </a:cubicBezTo>
                <a:cubicBezTo>
                  <a:pt x="1348380" y="54577"/>
                  <a:pt x="1347916" y="52127"/>
                  <a:pt x="1347916" y="49273"/>
                </a:cubicBezTo>
                <a:cubicBezTo>
                  <a:pt x="1347916" y="46752"/>
                  <a:pt x="1348403" y="44338"/>
                  <a:pt x="1349378" y="42032"/>
                </a:cubicBezTo>
                <a:cubicBezTo>
                  <a:pt x="1350352" y="39724"/>
                  <a:pt x="1351813" y="37702"/>
                  <a:pt x="1353761" y="35967"/>
                </a:cubicBezTo>
                <a:cubicBezTo>
                  <a:pt x="1355709" y="34229"/>
                  <a:pt x="1358145" y="32838"/>
                  <a:pt x="1361067" y="31792"/>
                </a:cubicBezTo>
                <a:cubicBezTo>
                  <a:pt x="1363990" y="30745"/>
                  <a:pt x="1367399" y="30222"/>
                  <a:pt x="1371296" y="30222"/>
                </a:cubicBezTo>
                <a:cubicBezTo>
                  <a:pt x="1373006" y="30222"/>
                  <a:pt x="1374717" y="30367"/>
                  <a:pt x="1376428" y="30656"/>
                </a:cubicBezTo>
                <a:cubicBezTo>
                  <a:pt x="1378138" y="30946"/>
                  <a:pt x="1379683" y="31307"/>
                  <a:pt x="1381061" y="31741"/>
                </a:cubicBezTo>
                <a:cubicBezTo>
                  <a:pt x="1382439" y="32175"/>
                  <a:pt x="1383615" y="32645"/>
                  <a:pt x="1384589" y="33151"/>
                </a:cubicBezTo>
                <a:cubicBezTo>
                  <a:pt x="1385563" y="33657"/>
                  <a:pt x="1386300" y="34104"/>
                  <a:pt x="1386799" y="34490"/>
                </a:cubicBezTo>
                <a:cubicBezTo>
                  <a:pt x="1387298" y="34876"/>
                  <a:pt x="1387630" y="35211"/>
                  <a:pt x="1387797" y="35497"/>
                </a:cubicBezTo>
                <a:cubicBezTo>
                  <a:pt x="1387963" y="35782"/>
                  <a:pt x="1388082" y="36102"/>
                  <a:pt x="1388153" y="36459"/>
                </a:cubicBezTo>
                <a:cubicBezTo>
                  <a:pt x="1388224" y="36815"/>
                  <a:pt x="1388295" y="37255"/>
                  <a:pt x="1388367" y="37777"/>
                </a:cubicBezTo>
                <a:cubicBezTo>
                  <a:pt x="1388438" y="38300"/>
                  <a:pt x="1388474" y="38942"/>
                  <a:pt x="1388474" y="39702"/>
                </a:cubicBezTo>
                <a:cubicBezTo>
                  <a:pt x="1388474" y="40510"/>
                  <a:pt x="1388438" y="41211"/>
                  <a:pt x="1388367" y="41805"/>
                </a:cubicBezTo>
                <a:cubicBezTo>
                  <a:pt x="1388295" y="42399"/>
                  <a:pt x="1388177" y="42886"/>
                  <a:pt x="1388010" y="43266"/>
                </a:cubicBezTo>
                <a:cubicBezTo>
                  <a:pt x="1387844" y="43646"/>
                  <a:pt x="1387642" y="43919"/>
                  <a:pt x="1387404" y="44086"/>
                </a:cubicBezTo>
                <a:cubicBezTo>
                  <a:pt x="1387167" y="44252"/>
                  <a:pt x="1386906" y="44335"/>
                  <a:pt x="1386620" y="44335"/>
                </a:cubicBezTo>
                <a:cubicBezTo>
                  <a:pt x="1386193" y="44335"/>
                  <a:pt x="1385575" y="44070"/>
                  <a:pt x="1384767" y="43540"/>
                </a:cubicBezTo>
                <a:cubicBezTo>
                  <a:pt x="1383959" y="43010"/>
                  <a:pt x="1382914" y="42443"/>
                  <a:pt x="1381631" y="41840"/>
                </a:cubicBezTo>
                <a:cubicBezTo>
                  <a:pt x="1380348" y="41237"/>
                  <a:pt x="1378839" y="40671"/>
                  <a:pt x="1377105" y="40141"/>
                </a:cubicBezTo>
                <a:cubicBezTo>
                  <a:pt x="1375370" y="39611"/>
                  <a:pt x="1373386" y="39346"/>
                  <a:pt x="1371153" y="39346"/>
                </a:cubicBezTo>
                <a:cubicBezTo>
                  <a:pt x="1369157" y="39346"/>
                  <a:pt x="1367399" y="39572"/>
                  <a:pt x="1365878" y="40025"/>
                </a:cubicBezTo>
                <a:cubicBezTo>
                  <a:pt x="1364358" y="40476"/>
                  <a:pt x="1363111" y="41119"/>
                  <a:pt x="1362136" y="41952"/>
                </a:cubicBezTo>
                <a:cubicBezTo>
                  <a:pt x="1361162" y="42785"/>
                  <a:pt x="1360426" y="43773"/>
                  <a:pt x="1359927" y="44916"/>
                </a:cubicBezTo>
                <a:cubicBezTo>
                  <a:pt x="1359428" y="46058"/>
                  <a:pt x="1359178" y="47296"/>
                  <a:pt x="1359178" y="48630"/>
                </a:cubicBezTo>
                <a:cubicBezTo>
                  <a:pt x="1359178" y="50484"/>
                  <a:pt x="1359654" y="52042"/>
                  <a:pt x="1360604" y="53303"/>
                </a:cubicBezTo>
                <a:cubicBezTo>
                  <a:pt x="1361554" y="54563"/>
                  <a:pt x="1362790" y="55670"/>
                  <a:pt x="1364310" y="56622"/>
                </a:cubicBezTo>
                <a:cubicBezTo>
                  <a:pt x="1365831" y="57572"/>
                  <a:pt x="1367565" y="58428"/>
                  <a:pt x="1369514" y="59190"/>
                </a:cubicBezTo>
                <a:cubicBezTo>
                  <a:pt x="1371462" y="59950"/>
                  <a:pt x="1373446" y="60735"/>
                  <a:pt x="1375465" y="61544"/>
                </a:cubicBezTo>
                <a:cubicBezTo>
                  <a:pt x="1377485" y="62352"/>
                  <a:pt x="1379481" y="63256"/>
                  <a:pt x="1381453" y="64255"/>
                </a:cubicBezTo>
                <a:cubicBezTo>
                  <a:pt x="1383425" y="65254"/>
                  <a:pt x="1385171" y="66468"/>
                  <a:pt x="1386692" y="67895"/>
                </a:cubicBezTo>
                <a:cubicBezTo>
                  <a:pt x="1388212" y="69322"/>
                  <a:pt x="1389436" y="71035"/>
                  <a:pt x="1390363" y="73033"/>
                </a:cubicBezTo>
                <a:cubicBezTo>
                  <a:pt x="1391289" y="75031"/>
                  <a:pt x="1391752" y="77409"/>
                  <a:pt x="1391752" y="80168"/>
                </a:cubicBezTo>
                <a:close/>
                <a:moveTo>
                  <a:pt x="1439725" y="92947"/>
                </a:moveTo>
                <a:cubicBezTo>
                  <a:pt x="1439725" y="94325"/>
                  <a:pt x="1439630" y="95418"/>
                  <a:pt x="1439440" y="96226"/>
                </a:cubicBezTo>
                <a:cubicBezTo>
                  <a:pt x="1439250" y="97033"/>
                  <a:pt x="1438965" y="97627"/>
                  <a:pt x="1438585" y="98007"/>
                </a:cubicBezTo>
                <a:cubicBezTo>
                  <a:pt x="1438205" y="98388"/>
                  <a:pt x="1437635" y="98744"/>
                  <a:pt x="1436874" y="99077"/>
                </a:cubicBezTo>
                <a:cubicBezTo>
                  <a:pt x="1436114" y="99409"/>
                  <a:pt x="1435247" y="99683"/>
                  <a:pt x="1434273" y="99896"/>
                </a:cubicBezTo>
                <a:cubicBezTo>
                  <a:pt x="1433298" y="100110"/>
                  <a:pt x="1432265" y="100288"/>
                  <a:pt x="1431172" y="100431"/>
                </a:cubicBezTo>
                <a:cubicBezTo>
                  <a:pt x="1430079" y="100573"/>
                  <a:pt x="1428986" y="100645"/>
                  <a:pt x="1427893" y="100645"/>
                </a:cubicBezTo>
                <a:cubicBezTo>
                  <a:pt x="1424567" y="100645"/>
                  <a:pt x="1421716" y="100204"/>
                  <a:pt x="1419340" y="99324"/>
                </a:cubicBezTo>
                <a:cubicBezTo>
                  <a:pt x="1416964" y="98442"/>
                  <a:pt x="1415016" y="97108"/>
                  <a:pt x="1413495" y="95321"/>
                </a:cubicBezTo>
                <a:cubicBezTo>
                  <a:pt x="1411974" y="93535"/>
                  <a:pt x="1410870" y="91272"/>
                  <a:pt x="1410181" y="88534"/>
                </a:cubicBezTo>
                <a:cubicBezTo>
                  <a:pt x="1409492" y="85796"/>
                  <a:pt x="1409147" y="82569"/>
                  <a:pt x="1409147" y="78854"/>
                </a:cubicBezTo>
                <a:lnTo>
                  <a:pt x="1409147" y="41270"/>
                </a:lnTo>
                <a:lnTo>
                  <a:pt x="1400166" y="41270"/>
                </a:lnTo>
                <a:cubicBezTo>
                  <a:pt x="1399453" y="41270"/>
                  <a:pt x="1398883" y="40890"/>
                  <a:pt x="1398455" y="40130"/>
                </a:cubicBezTo>
                <a:cubicBezTo>
                  <a:pt x="1398028" y="39369"/>
                  <a:pt x="1397814" y="38134"/>
                  <a:pt x="1397814" y="36423"/>
                </a:cubicBezTo>
                <a:cubicBezTo>
                  <a:pt x="1397814" y="35520"/>
                  <a:pt x="1397873" y="34760"/>
                  <a:pt x="1397992" y="34142"/>
                </a:cubicBezTo>
                <a:cubicBezTo>
                  <a:pt x="1398111" y="33524"/>
                  <a:pt x="1398265" y="33014"/>
                  <a:pt x="1398455" y="32610"/>
                </a:cubicBezTo>
                <a:cubicBezTo>
                  <a:pt x="1398645" y="32206"/>
                  <a:pt x="1398895" y="31921"/>
                  <a:pt x="1399204" y="31754"/>
                </a:cubicBezTo>
                <a:cubicBezTo>
                  <a:pt x="1399513" y="31588"/>
                  <a:pt x="1399857" y="31505"/>
                  <a:pt x="1400237" y="31505"/>
                </a:cubicBezTo>
                <a:lnTo>
                  <a:pt x="1409147" y="31505"/>
                </a:lnTo>
                <a:lnTo>
                  <a:pt x="1409147" y="16251"/>
                </a:lnTo>
                <a:cubicBezTo>
                  <a:pt x="1409147" y="15919"/>
                  <a:pt x="1409230" y="15610"/>
                  <a:pt x="1409396" y="15325"/>
                </a:cubicBezTo>
                <a:cubicBezTo>
                  <a:pt x="1409563" y="15040"/>
                  <a:pt x="1409872" y="14790"/>
                  <a:pt x="1410323" y="14576"/>
                </a:cubicBezTo>
                <a:cubicBezTo>
                  <a:pt x="1410775" y="14363"/>
                  <a:pt x="1411380" y="14208"/>
                  <a:pt x="1412141" y="14113"/>
                </a:cubicBezTo>
                <a:cubicBezTo>
                  <a:pt x="1412901" y="14018"/>
                  <a:pt x="1413851" y="13971"/>
                  <a:pt x="1414992" y="13971"/>
                </a:cubicBezTo>
                <a:cubicBezTo>
                  <a:pt x="1416180" y="13971"/>
                  <a:pt x="1417154" y="14018"/>
                  <a:pt x="1417914" y="14113"/>
                </a:cubicBezTo>
                <a:cubicBezTo>
                  <a:pt x="1418675" y="14208"/>
                  <a:pt x="1419269" y="14363"/>
                  <a:pt x="1419696" y="14576"/>
                </a:cubicBezTo>
                <a:cubicBezTo>
                  <a:pt x="1420124" y="14790"/>
                  <a:pt x="1420433" y="15040"/>
                  <a:pt x="1420623" y="15325"/>
                </a:cubicBezTo>
                <a:cubicBezTo>
                  <a:pt x="1420813" y="15610"/>
                  <a:pt x="1420908" y="15919"/>
                  <a:pt x="1420908" y="16251"/>
                </a:cubicBezTo>
                <a:lnTo>
                  <a:pt x="1420908" y="31505"/>
                </a:lnTo>
                <a:lnTo>
                  <a:pt x="1437373" y="31505"/>
                </a:lnTo>
                <a:cubicBezTo>
                  <a:pt x="1437753" y="31505"/>
                  <a:pt x="1438086" y="31588"/>
                  <a:pt x="1438371" y="31754"/>
                </a:cubicBezTo>
                <a:cubicBezTo>
                  <a:pt x="1438656" y="31921"/>
                  <a:pt x="1438906" y="32206"/>
                  <a:pt x="1439119" y="32610"/>
                </a:cubicBezTo>
                <a:cubicBezTo>
                  <a:pt x="1439333" y="33014"/>
                  <a:pt x="1439488" y="33524"/>
                  <a:pt x="1439583" y="34142"/>
                </a:cubicBezTo>
                <a:cubicBezTo>
                  <a:pt x="1439678" y="34760"/>
                  <a:pt x="1439725" y="35520"/>
                  <a:pt x="1439725" y="36423"/>
                </a:cubicBezTo>
                <a:cubicBezTo>
                  <a:pt x="1439725" y="38134"/>
                  <a:pt x="1439512" y="39369"/>
                  <a:pt x="1439084" y="40130"/>
                </a:cubicBezTo>
                <a:cubicBezTo>
                  <a:pt x="1438656" y="40890"/>
                  <a:pt x="1438086" y="41270"/>
                  <a:pt x="1437373" y="41270"/>
                </a:cubicBezTo>
                <a:lnTo>
                  <a:pt x="1420908" y="41270"/>
                </a:lnTo>
                <a:lnTo>
                  <a:pt x="1420908" y="77156"/>
                </a:lnTo>
                <a:cubicBezTo>
                  <a:pt x="1420908" y="81588"/>
                  <a:pt x="1421561" y="84935"/>
                  <a:pt x="1422868" y="87200"/>
                </a:cubicBezTo>
                <a:cubicBezTo>
                  <a:pt x="1424175" y="89463"/>
                  <a:pt x="1426515" y="90595"/>
                  <a:pt x="1429889" y="90595"/>
                </a:cubicBezTo>
                <a:cubicBezTo>
                  <a:pt x="1430982" y="90595"/>
                  <a:pt x="1431956" y="90488"/>
                  <a:pt x="1432811" y="90274"/>
                </a:cubicBezTo>
                <a:cubicBezTo>
                  <a:pt x="1433667" y="90060"/>
                  <a:pt x="1434427" y="89834"/>
                  <a:pt x="1435092" y="89597"/>
                </a:cubicBezTo>
                <a:cubicBezTo>
                  <a:pt x="1435758" y="89359"/>
                  <a:pt x="1436328" y="89133"/>
                  <a:pt x="1436803" y="88920"/>
                </a:cubicBezTo>
                <a:cubicBezTo>
                  <a:pt x="1437278" y="88706"/>
                  <a:pt x="1437706" y="88599"/>
                  <a:pt x="1438086" y="88599"/>
                </a:cubicBezTo>
                <a:cubicBezTo>
                  <a:pt x="1438324" y="88599"/>
                  <a:pt x="1438549" y="88658"/>
                  <a:pt x="1438763" y="88777"/>
                </a:cubicBezTo>
                <a:cubicBezTo>
                  <a:pt x="1438977" y="88896"/>
                  <a:pt x="1439143" y="89121"/>
                  <a:pt x="1439262" y="89454"/>
                </a:cubicBezTo>
                <a:cubicBezTo>
                  <a:pt x="1439381" y="89787"/>
                  <a:pt x="1439488" y="90238"/>
                  <a:pt x="1439583" y="90808"/>
                </a:cubicBezTo>
                <a:cubicBezTo>
                  <a:pt x="1439678" y="91379"/>
                  <a:pt x="1439725" y="92091"/>
                  <a:pt x="1439725" y="92947"/>
                </a:cubicBezTo>
                <a:close/>
                <a:moveTo>
                  <a:pt x="1503597" y="97651"/>
                </a:moveTo>
                <a:cubicBezTo>
                  <a:pt x="1503597" y="98221"/>
                  <a:pt x="1503407" y="98649"/>
                  <a:pt x="1503027" y="98934"/>
                </a:cubicBezTo>
                <a:cubicBezTo>
                  <a:pt x="1502647" y="99219"/>
                  <a:pt x="1502124" y="99433"/>
                  <a:pt x="1501459" y="99576"/>
                </a:cubicBezTo>
                <a:cubicBezTo>
                  <a:pt x="1500793" y="99718"/>
                  <a:pt x="1499819" y="99789"/>
                  <a:pt x="1498536" y="99789"/>
                </a:cubicBezTo>
                <a:cubicBezTo>
                  <a:pt x="1497301" y="99789"/>
                  <a:pt x="1496315" y="99718"/>
                  <a:pt x="1495578" y="99576"/>
                </a:cubicBezTo>
                <a:cubicBezTo>
                  <a:pt x="1494842" y="99433"/>
                  <a:pt x="1494307" y="99219"/>
                  <a:pt x="1493974" y="98934"/>
                </a:cubicBezTo>
                <a:cubicBezTo>
                  <a:pt x="1493642" y="98649"/>
                  <a:pt x="1493476" y="98221"/>
                  <a:pt x="1493476" y="97651"/>
                </a:cubicBezTo>
                <a:lnTo>
                  <a:pt x="1493476" y="91236"/>
                </a:lnTo>
                <a:cubicBezTo>
                  <a:pt x="1490672" y="94230"/>
                  <a:pt x="1487548" y="96570"/>
                  <a:pt x="1484102" y="98257"/>
                </a:cubicBezTo>
                <a:cubicBezTo>
                  <a:pt x="1480657" y="99944"/>
                  <a:pt x="1477010" y="100787"/>
                  <a:pt x="1473161" y="100787"/>
                </a:cubicBezTo>
                <a:cubicBezTo>
                  <a:pt x="1469787" y="100787"/>
                  <a:pt x="1466734" y="100346"/>
                  <a:pt x="1464002" y="99464"/>
                </a:cubicBezTo>
                <a:cubicBezTo>
                  <a:pt x="1461270" y="98582"/>
                  <a:pt x="1458941" y="97307"/>
                  <a:pt x="1457017" y="95637"/>
                </a:cubicBezTo>
                <a:cubicBezTo>
                  <a:pt x="1455092" y="93968"/>
                  <a:pt x="1453595" y="91918"/>
                  <a:pt x="1452526" y="89488"/>
                </a:cubicBezTo>
                <a:cubicBezTo>
                  <a:pt x="1451457" y="87055"/>
                  <a:pt x="1450922" y="84289"/>
                  <a:pt x="1450922" y="81188"/>
                </a:cubicBezTo>
                <a:cubicBezTo>
                  <a:pt x="1450922" y="77565"/>
                  <a:pt x="1451659" y="74418"/>
                  <a:pt x="1453132" y="71748"/>
                </a:cubicBezTo>
                <a:cubicBezTo>
                  <a:pt x="1454605" y="69077"/>
                  <a:pt x="1456720" y="66859"/>
                  <a:pt x="1459476" y="65095"/>
                </a:cubicBezTo>
                <a:cubicBezTo>
                  <a:pt x="1462232" y="63331"/>
                  <a:pt x="1465606" y="62008"/>
                  <a:pt x="1469597" y="61125"/>
                </a:cubicBezTo>
                <a:cubicBezTo>
                  <a:pt x="1473589" y="60243"/>
                  <a:pt x="1478079" y="59802"/>
                  <a:pt x="1483069" y="59802"/>
                </a:cubicBezTo>
                <a:lnTo>
                  <a:pt x="1491907" y="59802"/>
                </a:lnTo>
                <a:lnTo>
                  <a:pt x="1491907" y="54831"/>
                </a:lnTo>
                <a:cubicBezTo>
                  <a:pt x="1491907" y="52369"/>
                  <a:pt x="1491646" y="50191"/>
                  <a:pt x="1491123" y="48298"/>
                </a:cubicBezTo>
                <a:cubicBezTo>
                  <a:pt x="1490601" y="46403"/>
                  <a:pt x="1489757" y="44828"/>
                  <a:pt x="1488593" y="43573"/>
                </a:cubicBezTo>
                <a:cubicBezTo>
                  <a:pt x="1487429" y="42318"/>
                  <a:pt x="1485920" y="41372"/>
                  <a:pt x="1484067" y="40733"/>
                </a:cubicBezTo>
                <a:cubicBezTo>
                  <a:pt x="1482214" y="40093"/>
                  <a:pt x="1479933" y="39773"/>
                  <a:pt x="1477224" y="39773"/>
                </a:cubicBezTo>
                <a:cubicBezTo>
                  <a:pt x="1474325" y="39773"/>
                  <a:pt x="1471724" y="40114"/>
                  <a:pt x="1469419" y="40796"/>
                </a:cubicBezTo>
                <a:cubicBezTo>
                  <a:pt x="1467114" y="41477"/>
                  <a:pt x="1465095" y="42229"/>
                  <a:pt x="1463360" y="43052"/>
                </a:cubicBezTo>
                <a:cubicBezTo>
                  <a:pt x="1461626" y="43875"/>
                  <a:pt x="1460177" y="44627"/>
                  <a:pt x="1459013" y="45308"/>
                </a:cubicBezTo>
                <a:cubicBezTo>
                  <a:pt x="1457848" y="45990"/>
                  <a:pt x="1456981" y="46331"/>
                  <a:pt x="1456411" y="46331"/>
                </a:cubicBezTo>
                <a:cubicBezTo>
                  <a:pt x="1456031" y="46331"/>
                  <a:pt x="1455698" y="46236"/>
                  <a:pt x="1455413" y="46046"/>
                </a:cubicBezTo>
                <a:cubicBezTo>
                  <a:pt x="1455128" y="45856"/>
                  <a:pt x="1454878" y="45571"/>
                  <a:pt x="1454665" y="45190"/>
                </a:cubicBezTo>
                <a:cubicBezTo>
                  <a:pt x="1454451" y="44810"/>
                  <a:pt x="1454296" y="44323"/>
                  <a:pt x="1454201" y="43729"/>
                </a:cubicBezTo>
                <a:cubicBezTo>
                  <a:pt x="1454106" y="43135"/>
                  <a:pt x="1454059" y="42482"/>
                  <a:pt x="1454059" y="41769"/>
                </a:cubicBezTo>
                <a:cubicBezTo>
                  <a:pt x="1454059" y="40581"/>
                  <a:pt x="1454142" y="39643"/>
                  <a:pt x="1454308" y="38954"/>
                </a:cubicBezTo>
                <a:cubicBezTo>
                  <a:pt x="1454474" y="38264"/>
                  <a:pt x="1454878" y="37611"/>
                  <a:pt x="1455520" y="36993"/>
                </a:cubicBezTo>
                <a:cubicBezTo>
                  <a:pt x="1456161" y="36376"/>
                  <a:pt x="1457266" y="35656"/>
                  <a:pt x="1458834" y="34835"/>
                </a:cubicBezTo>
                <a:cubicBezTo>
                  <a:pt x="1460402" y="34012"/>
                  <a:pt x="1462208" y="33261"/>
                  <a:pt x="1464251" y="32581"/>
                </a:cubicBezTo>
                <a:cubicBezTo>
                  <a:pt x="1466295" y="31901"/>
                  <a:pt x="1468528" y="31338"/>
                  <a:pt x="1470952" y="30892"/>
                </a:cubicBezTo>
                <a:cubicBezTo>
                  <a:pt x="1473375" y="30445"/>
                  <a:pt x="1475822" y="30222"/>
                  <a:pt x="1478293" y="30222"/>
                </a:cubicBezTo>
                <a:cubicBezTo>
                  <a:pt x="1482903" y="30222"/>
                  <a:pt x="1486823" y="30745"/>
                  <a:pt x="1490054" y="31790"/>
                </a:cubicBezTo>
                <a:cubicBezTo>
                  <a:pt x="1493285" y="32835"/>
                  <a:pt x="1495899" y="34368"/>
                  <a:pt x="1497895" y="36388"/>
                </a:cubicBezTo>
                <a:cubicBezTo>
                  <a:pt x="1499891" y="38407"/>
                  <a:pt x="1501340" y="40914"/>
                  <a:pt x="1502243" y="43907"/>
                </a:cubicBezTo>
                <a:cubicBezTo>
                  <a:pt x="1503146" y="46901"/>
                  <a:pt x="1503597" y="50394"/>
                  <a:pt x="1503597" y="54385"/>
                </a:cubicBezTo>
                <a:lnTo>
                  <a:pt x="1503597" y="97651"/>
                </a:lnTo>
                <a:moveTo>
                  <a:pt x="1491907" y="68284"/>
                </a:moveTo>
                <a:lnTo>
                  <a:pt x="1481857" y="68284"/>
                </a:lnTo>
                <a:cubicBezTo>
                  <a:pt x="1478626" y="68284"/>
                  <a:pt x="1475822" y="68560"/>
                  <a:pt x="1473446" y="69111"/>
                </a:cubicBezTo>
                <a:cubicBezTo>
                  <a:pt x="1471070" y="69660"/>
                  <a:pt x="1469098" y="70473"/>
                  <a:pt x="1467530" y="71548"/>
                </a:cubicBezTo>
                <a:cubicBezTo>
                  <a:pt x="1465962" y="72623"/>
                  <a:pt x="1464810" y="73914"/>
                  <a:pt x="1464073" y="75421"/>
                </a:cubicBezTo>
                <a:cubicBezTo>
                  <a:pt x="1463337" y="76927"/>
                  <a:pt x="1462968" y="78660"/>
                  <a:pt x="1462968" y="80620"/>
                </a:cubicBezTo>
                <a:cubicBezTo>
                  <a:pt x="1462968" y="83967"/>
                  <a:pt x="1464026" y="86633"/>
                  <a:pt x="1466140" y="88617"/>
                </a:cubicBezTo>
                <a:cubicBezTo>
                  <a:pt x="1468255" y="90600"/>
                  <a:pt x="1471213" y="91592"/>
                  <a:pt x="1475014" y="91592"/>
                </a:cubicBezTo>
                <a:cubicBezTo>
                  <a:pt x="1478103" y="91592"/>
                  <a:pt x="1480966" y="90804"/>
                  <a:pt x="1483603" y="89227"/>
                </a:cubicBezTo>
                <a:cubicBezTo>
                  <a:pt x="1486241" y="87648"/>
                  <a:pt x="1489009" y="85234"/>
                  <a:pt x="1491907" y="81983"/>
                </a:cubicBezTo>
                <a:lnTo>
                  <a:pt x="1491907" y="68284"/>
                </a:lnTo>
                <a:close/>
                <a:moveTo>
                  <a:pt x="1581292" y="64685"/>
                </a:moveTo>
                <a:cubicBezTo>
                  <a:pt x="1581292" y="70249"/>
                  <a:pt x="1580686" y="75255"/>
                  <a:pt x="1579474" y="79702"/>
                </a:cubicBezTo>
                <a:cubicBezTo>
                  <a:pt x="1578263" y="84150"/>
                  <a:pt x="1576481" y="87944"/>
                  <a:pt x="1574129" y="91085"/>
                </a:cubicBezTo>
                <a:cubicBezTo>
                  <a:pt x="1571776" y="94224"/>
                  <a:pt x="1568890" y="96626"/>
                  <a:pt x="1565468" y="98290"/>
                </a:cubicBezTo>
                <a:cubicBezTo>
                  <a:pt x="1562047" y="99955"/>
                  <a:pt x="1558127" y="100787"/>
                  <a:pt x="1553707" y="100787"/>
                </a:cubicBezTo>
                <a:cubicBezTo>
                  <a:pt x="1551664" y="100787"/>
                  <a:pt x="1549775" y="100585"/>
                  <a:pt x="1548041" y="100179"/>
                </a:cubicBezTo>
                <a:cubicBezTo>
                  <a:pt x="1546306" y="99775"/>
                  <a:pt x="1544607" y="99122"/>
                  <a:pt x="1542944" y="98219"/>
                </a:cubicBezTo>
                <a:cubicBezTo>
                  <a:pt x="1541281" y="97315"/>
                  <a:pt x="1539618" y="96173"/>
                  <a:pt x="1537955" y="94793"/>
                </a:cubicBezTo>
                <a:cubicBezTo>
                  <a:pt x="1536292" y="93414"/>
                  <a:pt x="1534533" y="91749"/>
                  <a:pt x="1532680" y="89799"/>
                </a:cubicBezTo>
                <a:lnTo>
                  <a:pt x="1532680" y="97593"/>
                </a:lnTo>
                <a:cubicBezTo>
                  <a:pt x="1532680" y="97970"/>
                  <a:pt x="1532585" y="98301"/>
                  <a:pt x="1532395" y="98584"/>
                </a:cubicBezTo>
                <a:cubicBezTo>
                  <a:pt x="1532205" y="98868"/>
                  <a:pt x="1531896" y="99093"/>
                  <a:pt x="1531469" y="99259"/>
                </a:cubicBezTo>
                <a:cubicBezTo>
                  <a:pt x="1531041" y="99424"/>
                  <a:pt x="1530506" y="99553"/>
                  <a:pt x="1529865" y="99647"/>
                </a:cubicBezTo>
                <a:cubicBezTo>
                  <a:pt x="1529223" y="99742"/>
                  <a:pt x="1528404" y="99789"/>
                  <a:pt x="1527406" y="99789"/>
                </a:cubicBezTo>
                <a:cubicBezTo>
                  <a:pt x="1526455" y="99789"/>
                  <a:pt x="1525647" y="99742"/>
                  <a:pt x="1524982" y="99647"/>
                </a:cubicBezTo>
                <a:cubicBezTo>
                  <a:pt x="1524317" y="99552"/>
                  <a:pt x="1523770" y="99421"/>
                  <a:pt x="1523343" y="99255"/>
                </a:cubicBezTo>
                <a:cubicBezTo>
                  <a:pt x="1522915" y="99089"/>
                  <a:pt x="1522630" y="98863"/>
                  <a:pt x="1522487" y="98578"/>
                </a:cubicBezTo>
                <a:cubicBezTo>
                  <a:pt x="1522345" y="98291"/>
                  <a:pt x="1522274" y="97958"/>
                  <a:pt x="1522274" y="97578"/>
                </a:cubicBezTo>
                <a:lnTo>
                  <a:pt x="1522274" y="2283"/>
                </a:lnTo>
                <a:cubicBezTo>
                  <a:pt x="1522274" y="1903"/>
                  <a:pt x="1522357" y="1570"/>
                  <a:pt x="1522523" y="1285"/>
                </a:cubicBezTo>
                <a:cubicBezTo>
                  <a:pt x="1522689" y="999"/>
                  <a:pt x="1522998" y="760"/>
                  <a:pt x="1523450" y="570"/>
                </a:cubicBezTo>
                <a:cubicBezTo>
                  <a:pt x="1523901" y="380"/>
                  <a:pt x="1524507" y="238"/>
                  <a:pt x="1525267" y="143"/>
                </a:cubicBezTo>
                <a:cubicBezTo>
                  <a:pt x="1526028" y="48"/>
                  <a:pt x="1526978" y="0"/>
                  <a:pt x="1528118" y="0"/>
                </a:cubicBezTo>
                <a:cubicBezTo>
                  <a:pt x="1529306" y="0"/>
                  <a:pt x="1530281" y="48"/>
                  <a:pt x="1531041" y="143"/>
                </a:cubicBezTo>
                <a:cubicBezTo>
                  <a:pt x="1531801" y="238"/>
                  <a:pt x="1532395" y="381"/>
                  <a:pt x="1532823" y="572"/>
                </a:cubicBezTo>
                <a:cubicBezTo>
                  <a:pt x="1533250" y="763"/>
                  <a:pt x="1533559" y="1001"/>
                  <a:pt x="1533749" y="1287"/>
                </a:cubicBezTo>
                <a:cubicBezTo>
                  <a:pt x="1533940" y="1573"/>
                  <a:pt x="1534035" y="1905"/>
                  <a:pt x="1534035" y="2285"/>
                </a:cubicBezTo>
                <a:lnTo>
                  <a:pt x="1534035" y="40782"/>
                </a:lnTo>
                <a:cubicBezTo>
                  <a:pt x="1535935" y="38832"/>
                  <a:pt x="1537777" y="37192"/>
                  <a:pt x="1539559" y="35860"/>
                </a:cubicBezTo>
                <a:cubicBezTo>
                  <a:pt x="1541341" y="34528"/>
                  <a:pt x="1543087" y="33446"/>
                  <a:pt x="1544798" y="32614"/>
                </a:cubicBezTo>
                <a:cubicBezTo>
                  <a:pt x="1546508" y="31781"/>
                  <a:pt x="1548219" y="31175"/>
                  <a:pt x="1549930" y="30794"/>
                </a:cubicBezTo>
                <a:cubicBezTo>
                  <a:pt x="1551640" y="30413"/>
                  <a:pt x="1553446" y="30222"/>
                  <a:pt x="1555347" y="30222"/>
                </a:cubicBezTo>
                <a:cubicBezTo>
                  <a:pt x="1560004" y="30222"/>
                  <a:pt x="1563983" y="31150"/>
                  <a:pt x="1567286" y="33006"/>
                </a:cubicBezTo>
                <a:cubicBezTo>
                  <a:pt x="1570588" y="34861"/>
                  <a:pt x="1573273" y="37346"/>
                  <a:pt x="1575340" y="40461"/>
                </a:cubicBezTo>
                <a:cubicBezTo>
                  <a:pt x="1577407" y="43577"/>
                  <a:pt x="1578916" y="47228"/>
                  <a:pt x="1579866" y="51414"/>
                </a:cubicBezTo>
                <a:cubicBezTo>
                  <a:pt x="1580817" y="55598"/>
                  <a:pt x="1581292" y="60022"/>
                  <a:pt x="1581292" y="64685"/>
                </a:cubicBezTo>
                <a:moveTo>
                  <a:pt x="1568890" y="66039"/>
                </a:moveTo>
                <a:cubicBezTo>
                  <a:pt x="1568890" y="62756"/>
                  <a:pt x="1568640" y="59568"/>
                  <a:pt x="1568141" y="56475"/>
                </a:cubicBezTo>
                <a:cubicBezTo>
                  <a:pt x="1567642" y="53381"/>
                  <a:pt x="1566775" y="50645"/>
                  <a:pt x="1565539" y="48266"/>
                </a:cubicBezTo>
                <a:cubicBezTo>
                  <a:pt x="1564304" y="45888"/>
                  <a:pt x="1562665" y="43973"/>
                  <a:pt x="1560621" y="42522"/>
                </a:cubicBezTo>
                <a:cubicBezTo>
                  <a:pt x="1558578" y="41070"/>
                  <a:pt x="1556036" y="40343"/>
                  <a:pt x="1552995" y="40343"/>
                </a:cubicBezTo>
                <a:cubicBezTo>
                  <a:pt x="1551474" y="40343"/>
                  <a:pt x="1549977" y="40558"/>
                  <a:pt x="1548504" y="40987"/>
                </a:cubicBezTo>
                <a:cubicBezTo>
                  <a:pt x="1547031" y="41415"/>
                  <a:pt x="1545534" y="42128"/>
                  <a:pt x="1544013" y="43128"/>
                </a:cubicBezTo>
                <a:cubicBezTo>
                  <a:pt x="1542493" y="44127"/>
                  <a:pt x="1540913" y="45412"/>
                  <a:pt x="1539273" y="46983"/>
                </a:cubicBezTo>
                <a:cubicBezTo>
                  <a:pt x="1537634" y="48555"/>
                  <a:pt x="1535888" y="50530"/>
                  <a:pt x="1534035" y="52911"/>
                </a:cubicBezTo>
                <a:lnTo>
                  <a:pt x="1534035" y="78526"/>
                </a:lnTo>
                <a:cubicBezTo>
                  <a:pt x="1537266" y="82478"/>
                  <a:pt x="1540355" y="85489"/>
                  <a:pt x="1543301" y="87561"/>
                </a:cubicBezTo>
                <a:cubicBezTo>
                  <a:pt x="1546247" y="89631"/>
                  <a:pt x="1549312" y="90666"/>
                  <a:pt x="1552496" y="90666"/>
                </a:cubicBezTo>
                <a:cubicBezTo>
                  <a:pt x="1555442" y="90666"/>
                  <a:pt x="1557960" y="89952"/>
                  <a:pt x="1560051" y="88525"/>
                </a:cubicBezTo>
                <a:cubicBezTo>
                  <a:pt x="1562142" y="87097"/>
                  <a:pt x="1563841" y="85205"/>
                  <a:pt x="1565147" y="82850"/>
                </a:cubicBezTo>
                <a:cubicBezTo>
                  <a:pt x="1566454" y="80495"/>
                  <a:pt x="1567405" y="77854"/>
                  <a:pt x="1567999" y="74927"/>
                </a:cubicBezTo>
                <a:cubicBezTo>
                  <a:pt x="1568593" y="72000"/>
                  <a:pt x="1568890" y="69037"/>
                  <a:pt x="1568890" y="66039"/>
                </a:cubicBezTo>
                <a:close/>
                <a:moveTo>
                  <a:pt x="1613155" y="97578"/>
                </a:moveTo>
                <a:cubicBezTo>
                  <a:pt x="1613155" y="97958"/>
                  <a:pt x="1613060" y="98279"/>
                  <a:pt x="1612870" y="98542"/>
                </a:cubicBezTo>
                <a:cubicBezTo>
                  <a:pt x="1612680" y="98803"/>
                  <a:pt x="1612371" y="99029"/>
                  <a:pt x="1611943" y="99219"/>
                </a:cubicBezTo>
                <a:cubicBezTo>
                  <a:pt x="1611515" y="99409"/>
                  <a:pt x="1610921" y="99552"/>
                  <a:pt x="1610161" y="99647"/>
                </a:cubicBezTo>
                <a:cubicBezTo>
                  <a:pt x="1609401" y="99742"/>
                  <a:pt x="1608427" y="99789"/>
                  <a:pt x="1607239" y="99789"/>
                </a:cubicBezTo>
                <a:cubicBezTo>
                  <a:pt x="1606098" y="99789"/>
                  <a:pt x="1605148" y="99742"/>
                  <a:pt x="1604388" y="99647"/>
                </a:cubicBezTo>
                <a:cubicBezTo>
                  <a:pt x="1603627" y="99552"/>
                  <a:pt x="1603021" y="99409"/>
                  <a:pt x="1602570" y="99219"/>
                </a:cubicBezTo>
                <a:cubicBezTo>
                  <a:pt x="1602118" y="99029"/>
                  <a:pt x="1601810" y="98803"/>
                  <a:pt x="1601643" y="98542"/>
                </a:cubicBezTo>
                <a:cubicBezTo>
                  <a:pt x="1601477" y="98279"/>
                  <a:pt x="1601394" y="97958"/>
                  <a:pt x="1601394" y="97578"/>
                </a:cubicBezTo>
                <a:lnTo>
                  <a:pt x="1601394" y="2283"/>
                </a:lnTo>
                <a:cubicBezTo>
                  <a:pt x="1601394" y="1903"/>
                  <a:pt x="1601477" y="1570"/>
                  <a:pt x="1601643" y="1285"/>
                </a:cubicBezTo>
                <a:cubicBezTo>
                  <a:pt x="1601810" y="999"/>
                  <a:pt x="1602118" y="760"/>
                  <a:pt x="1602570" y="570"/>
                </a:cubicBezTo>
                <a:cubicBezTo>
                  <a:pt x="1603021" y="380"/>
                  <a:pt x="1603627" y="238"/>
                  <a:pt x="1604388" y="143"/>
                </a:cubicBezTo>
                <a:cubicBezTo>
                  <a:pt x="1605148" y="48"/>
                  <a:pt x="1606098" y="0"/>
                  <a:pt x="1607239" y="0"/>
                </a:cubicBezTo>
                <a:cubicBezTo>
                  <a:pt x="1608427" y="0"/>
                  <a:pt x="1609401" y="48"/>
                  <a:pt x="1610161" y="143"/>
                </a:cubicBezTo>
                <a:cubicBezTo>
                  <a:pt x="1610921" y="238"/>
                  <a:pt x="1611515" y="380"/>
                  <a:pt x="1611943" y="570"/>
                </a:cubicBezTo>
                <a:cubicBezTo>
                  <a:pt x="1612371" y="760"/>
                  <a:pt x="1612680" y="999"/>
                  <a:pt x="1612870" y="1285"/>
                </a:cubicBezTo>
                <a:cubicBezTo>
                  <a:pt x="1613060" y="1570"/>
                  <a:pt x="1613155" y="1903"/>
                  <a:pt x="1613155" y="2283"/>
                </a:cubicBezTo>
                <a:lnTo>
                  <a:pt x="1613155" y="97578"/>
                </a:lnTo>
                <a:close/>
                <a:moveTo>
                  <a:pt x="1686789" y="62725"/>
                </a:moveTo>
                <a:cubicBezTo>
                  <a:pt x="1686789" y="64578"/>
                  <a:pt x="1686326" y="65897"/>
                  <a:pt x="1685399" y="66681"/>
                </a:cubicBezTo>
                <a:cubicBezTo>
                  <a:pt x="1684472" y="67465"/>
                  <a:pt x="1683415" y="67857"/>
                  <a:pt x="1682227" y="67857"/>
                </a:cubicBezTo>
                <a:lnTo>
                  <a:pt x="1640173" y="67857"/>
                </a:lnTo>
                <a:cubicBezTo>
                  <a:pt x="1640173" y="71431"/>
                  <a:pt x="1640529" y="74648"/>
                  <a:pt x="1641242" y="77508"/>
                </a:cubicBezTo>
                <a:cubicBezTo>
                  <a:pt x="1641955" y="80368"/>
                  <a:pt x="1643143" y="82823"/>
                  <a:pt x="1644806" y="84872"/>
                </a:cubicBezTo>
                <a:cubicBezTo>
                  <a:pt x="1646469" y="86921"/>
                  <a:pt x="1648631" y="88495"/>
                  <a:pt x="1651292" y="89592"/>
                </a:cubicBezTo>
                <a:cubicBezTo>
                  <a:pt x="1653954" y="90688"/>
                  <a:pt x="1657209" y="91236"/>
                  <a:pt x="1661058" y="91236"/>
                </a:cubicBezTo>
                <a:cubicBezTo>
                  <a:pt x="1664099" y="91236"/>
                  <a:pt x="1666807" y="90987"/>
                  <a:pt x="1669183" y="90488"/>
                </a:cubicBezTo>
                <a:cubicBezTo>
                  <a:pt x="1671559" y="89989"/>
                  <a:pt x="1673614" y="89430"/>
                  <a:pt x="1675349" y="88813"/>
                </a:cubicBezTo>
                <a:cubicBezTo>
                  <a:pt x="1677083" y="88195"/>
                  <a:pt x="1678509" y="87636"/>
                  <a:pt x="1679626" y="87138"/>
                </a:cubicBezTo>
                <a:cubicBezTo>
                  <a:pt x="1680742" y="86639"/>
                  <a:pt x="1681586" y="86389"/>
                  <a:pt x="1682156" y="86389"/>
                </a:cubicBezTo>
                <a:cubicBezTo>
                  <a:pt x="1682489" y="86389"/>
                  <a:pt x="1682786" y="86472"/>
                  <a:pt x="1683047" y="86639"/>
                </a:cubicBezTo>
                <a:cubicBezTo>
                  <a:pt x="1683308" y="86805"/>
                  <a:pt x="1683510" y="87054"/>
                  <a:pt x="1683653" y="87387"/>
                </a:cubicBezTo>
                <a:cubicBezTo>
                  <a:pt x="1683795" y="87720"/>
                  <a:pt x="1683902" y="88183"/>
                  <a:pt x="1683974" y="88777"/>
                </a:cubicBezTo>
                <a:cubicBezTo>
                  <a:pt x="1684045" y="89371"/>
                  <a:pt x="1684080" y="90096"/>
                  <a:pt x="1684080" y="90951"/>
                </a:cubicBezTo>
                <a:cubicBezTo>
                  <a:pt x="1684080" y="91569"/>
                  <a:pt x="1684057" y="92103"/>
                  <a:pt x="1684009" y="92555"/>
                </a:cubicBezTo>
                <a:cubicBezTo>
                  <a:pt x="1683962" y="93006"/>
                  <a:pt x="1683902" y="93410"/>
                  <a:pt x="1683831" y="93766"/>
                </a:cubicBezTo>
                <a:cubicBezTo>
                  <a:pt x="1683760" y="94123"/>
                  <a:pt x="1683641" y="94444"/>
                  <a:pt x="1683475" y="94729"/>
                </a:cubicBezTo>
                <a:cubicBezTo>
                  <a:pt x="1683308" y="95014"/>
                  <a:pt x="1683094" y="95287"/>
                  <a:pt x="1682833" y="95548"/>
                </a:cubicBezTo>
                <a:cubicBezTo>
                  <a:pt x="1682572" y="95810"/>
                  <a:pt x="1681800" y="96237"/>
                  <a:pt x="1680517" y="96831"/>
                </a:cubicBezTo>
                <a:cubicBezTo>
                  <a:pt x="1679234" y="97425"/>
                  <a:pt x="1677570" y="98007"/>
                  <a:pt x="1675527" y="98578"/>
                </a:cubicBezTo>
                <a:cubicBezTo>
                  <a:pt x="1673484" y="99148"/>
                  <a:pt x="1671120" y="99659"/>
                  <a:pt x="1668435" y="100110"/>
                </a:cubicBezTo>
                <a:cubicBezTo>
                  <a:pt x="1665750" y="100562"/>
                  <a:pt x="1662887" y="100787"/>
                  <a:pt x="1659846" y="100787"/>
                </a:cubicBezTo>
                <a:cubicBezTo>
                  <a:pt x="1654571" y="100787"/>
                  <a:pt x="1649950" y="100050"/>
                  <a:pt x="1645982" y="98575"/>
                </a:cubicBezTo>
                <a:cubicBezTo>
                  <a:pt x="1642014" y="97101"/>
                  <a:pt x="1638676" y="94913"/>
                  <a:pt x="1635968" y="92011"/>
                </a:cubicBezTo>
                <a:cubicBezTo>
                  <a:pt x="1633259" y="89110"/>
                  <a:pt x="1631216" y="85471"/>
                  <a:pt x="1629838" y="81095"/>
                </a:cubicBezTo>
                <a:cubicBezTo>
                  <a:pt x="1628460" y="76718"/>
                  <a:pt x="1627771" y="71629"/>
                  <a:pt x="1627771" y="65825"/>
                </a:cubicBezTo>
                <a:cubicBezTo>
                  <a:pt x="1627771" y="60307"/>
                  <a:pt x="1628483" y="55348"/>
                  <a:pt x="1629909" y="50948"/>
                </a:cubicBezTo>
                <a:cubicBezTo>
                  <a:pt x="1631335" y="46548"/>
                  <a:pt x="1633390" y="42814"/>
                  <a:pt x="1636075" y="39746"/>
                </a:cubicBezTo>
                <a:cubicBezTo>
                  <a:pt x="1638759" y="36679"/>
                  <a:pt x="1642003" y="34324"/>
                  <a:pt x="1645804" y="32683"/>
                </a:cubicBezTo>
                <a:cubicBezTo>
                  <a:pt x="1649606" y="31042"/>
                  <a:pt x="1653858" y="30222"/>
                  <a:pt x="1658563" y="30222"/>
                </a:cubicBezTo>
                <a:cubicBezTo>
                  <a:pt x="1663600" y="30222"/>
                  <a:pt x="1667888" y="31030"/>
                  <a:pt x="1671429" y="32645"/>
                </a:cubicBezTo>
                <a:cubicBezTo>
                  <a:pt x="1674969" y="34261"/>
                  <a:pt x="1677879" y="36435"/>
                  <a:pt x="1680160" y="39167"/>
                </a:cubicBezTo>
                <a:cubicBezTo>
                  <a:pt x="1682441" y="41900"/>
                  <a:pt x="1684116" y="45107"/>
                  <a:pt x="1685185" y="48790"/>
                </a:cubicBezTo>
                <a:cubicBezTo>
                  <a:pt x="1686254" y="52473"/>
                  <a:pt x="1686789" y="56405"/>
                  <a:pt x="1686789" y="60586"/>
                </a:cubicBezTo>
                <a:lnTo>
                  <a:pt x="1686789" y="62725"/>
                </a:lnTo>
                <a:moveTo>
                  <a:pt x="1674957" y="59232"/>
                </a:moveTo>
                <a:cubicBezTo>
                  <a:pt x="1675099" y="53055"/>
                  <a:pt x="1673733" y="48208"/>
                  <a:pt x="1670858" y="44691"/>
                </a:cubicBezTo>
                <a:cubicBezTo>
                  <a:pt x="1667983" y="41175"/>
                  <a:pt x="1663719" y="39417"/>
                  <a:pt x="1658064" y="39417"/>
                </a:cubicBezTo>
                <a:cubicBezTo>
                  <a:pt x="1655165" y="39417"/>
                  <a:pt x="1652623" y="39963"/>
                  <a:pt x="1650437" y="41056"/>
                </a:cubicBezTo>
                <a:cubicBezTo>
                  <a:pt x="1648251" y="42149"/>
                  <a:pt x="1646422" y="43598"/>
                  <a:pt x="1644949" y="45404"/>
                </a:cubicBezTo>
                <a:cubicBezTo>
                  <a:pt x="1643476" y="47210"/>
                  <a:pt x="1642335" y="49313"/>
                  <a:pt x="1641527" y="51712"/>
                </a:cubicBezTo>
                <a:cubicBezTo>
                  <a:pt x="1640720" y="54112"/>
                  <a:pt x="1640268" y="56619"/>
                  <a:pt x="1640173" y="59232"/>
                </a:cubicBezTo>
                <a:lnTo>
                  <a:pt x="1674957" y="592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User">
            <a:extLst xmlns:a="http://schemas.openxmlformats.org/drawingml/2006/main">
              <a:ext uri="{FF2B5EF4-FFF2-40B4-BE49-F238E27FC236}">
                <a16:creationId xmlns:a16="http://schemas.microsoft.com/office/drawing/2014/main" id="{7C717854-4FFC-4E03-B784-59384A1D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45" y="4130523"/>
            <a:ext cx="261010" cy="94218"/>
          </a:xfrm>
          <a:custGeom xmlns:a="http://schemas.openxmlformats.org/drawingml/2006/main">
            <a:pathLst>
              <a:path w="261010" h="94218">
                <a:moveTo>
                  <a:pt x="69593" y="58717"/>
                </a:moveTo>
                <a:cubicBezTo>
                  <a:pt x="69593" y="64336"/>
                  <a:pt x="68772" y="69348"/>
                  <a:pt x="67130" y="73753"/>
                </a:cubicBezTo>
                <a:cubicBezTo>
                  <a:pt x="65489" y="78157"/>
                  <a:pt x="63145" y="81884"/>
                  <a:pt x="60100" y="84932"/>
                </a:cubicBezTo>
                <a:cubicBezTo>
                  <a:pt x="57054" y="87979"/>
                  <a:pt x="53343" y="90288"/>
                  <a:pt x="48965" y="91860"/>
                </a:cubicBezTo>
                <a:cubicBezTo>
                  <a:pt x="44587" y="93432"/>
                  <a:pt x="39614" y="94218"/>
                  <a:pt x="34047" y="94218"/>
                </a:cubicBezTo>
                <a:cubicBezTo>
                  <a:pt x="28955" y="94218"/>
                  <a:pt x="24316" y="93480"/>
                  <a:pt x="20128" y="92003"/>
                </a:cubicBezTo>
                <a:cubicBezTo>
                  <a:pt x="15941" y="90526"/>
                  <a:pt x="12348" y="88348"/>
                  <a:pt x="9350" y="85467"/>
                </a:cubicBezTo>
                <a:cubicBezTo>
                  <a:pt x="6353" y="82587"/>
                  <a:pt x="4045" y="78980"/>
                  <a:pt x="2427" y="74647"/>
                </a:cubicBezTo>
                <a:cubicBezTo>
                  <a:pt x="809" y="70312"/>
                  <a:pt x="0" y="65312"/>
                  <a:pt x="0" y="59645"/>
                </a:cubicBezTo>
                <a:lnTo>
                  <a:pt x="0" y="2286"/>
                </a:lnTo>
                <a:cubicBezTo>
                  <a:pt x="0" y="1906"/>
                  <a:pt x="95" y="1573"/>
                  <a:pt x="286" y="1287"/>
                </a:cubicBezTo>
                <a:cubicBezTo>
                  <a:pt x="476" y="1000"/>
                  <a:pt x="809" y="773"/>
                  <a:pt x="1285" y="607"/>
                </a:cubicBezTo>
                <a:cubicBezTo>
                  <a:pt x="1761" y="440"/>
                  <a:pt x="2379" y="297"/>
                  <a:pt x="3141" y="178"/>
                </a:cubicBezTo>
                <a:cubicBezTo>
                  <a:pt x="3902" y="59"/>
                  <a:pt x="4901" y="0"/>
                  <a:pt x="6138" y="0"/>
                </a:cubicBezTo>
                <a:cubicBezTo>
                  <a:pt x="7280" y="0"/>
                  <a:pt x="8256" y="59"/>
                  <a:pt x="9065" y="178"/>
                </a:cubicBezTo>
                <a:cubicBezTo>
                  <a:pt x="9874" y="297"/>
                  <a:pt x="10504" y="440"/>
                  <a:pt x="10956" y="607"/>
                </a:cubicBezTo>
                <a:cubicBezTo>
                  <a:pt x="11408" y="773"/>
                  <a:pt x="11730" y="1000"/>
                  <a:pt x="11920" y="1287"/>
                </a:cubicBezTo>
                <a:cubicBezTo>
                  <a:pt x="12110" y="1573"/>
                  <a:pt x="12205" y="1906"/>
                  <a:pt x="12205" y="2286"/>
                </a:cubicBezTo>
                <a:lnTo>
                  <a:pt x="12205" y="58150"/>
                </a:lnTo>
                <a:cubicBezTo>
                  <a:pt x="12205" y="62437"/>
                  <a:pt x="12729" y="66176"/>
                  <a:pt x="13776" y="69367"/>
                </a:cubicBezTo>
                <a:cubicBezTo>
                  <a:pt x="14823" y="72557"/>
                  <a:pt x="16333" y="75212"/>
                  <a:pt x="18308" y="77333"/>
                </a:cubicBezTo>
                <a:cubicBezTo>
                  <a:pt x="20283" y="79452"/>
                  <a:pt x="22662" y="81047"/>
                  <a:pt x="25446" y="82119"/>
                </a:cubicBezTo>
                <a:cubicBezTo>
                  <a:pt x="28230" y="83190"/>
                  <a:pt x="31358" y="83725"/>
                  <a:pt x="34832" y="83725"/>
                </a:cubicBezTo>
                <a:cubicBezTo>
                  <a:pt x="38401" y="83725"/>
                  <a:pt x="41577" y="83202"/>
                  <a:pt x="44361" y="82155"/>
                </a:cubicBezTo>
                <a:cubicBezTo>
                  <a:pt x="47145" y="81107"/>
                  <a:pt x="49500" y="79535"/>
                  <a:pt x="51427" y="77440"/>
                </a:cubicBezTo>
                <a:cubicBezTo>
                  <a:pt x="53354" y="75343"/>
                  <a:pt x="54830" y="72747"/>
                  <a:pt x="55853" y="69653"/>
                </a:cubicBezTo>
                <a:cubicBezTo>
                  <a:pt x="56876" y="66557"/>
                  <a:pt x="57387" y="62937"/>
                  <a:pt x="57387" y="58792"/>
                </a:cubicBezTo>
                <a:lnTo>
                  <a:pt x="57387" y="2286"/>
                </a:lnTo>
                <a:cubicBezTo>
                  <a:pt x="57387" y="1906"/>
                  <a:pt x="57482" y="1573"/>
                  <a:pt x="57673" y="1287"/>
                </a:cubicBezTo>
                <a:cubicBezTo>
                  <a:pt x="57863" y="1000"/>
                  <a:pt x="58196" y="773"/>
                  <a:pt x="58672" y="607"/>
                </a:cubicBezTo>
                <a:cubicBezTo>
                  <a:pt x="59148" y="440"/>
                  <a:pt x="59778" y="297"/>
                  <a:pt x="60564" y="178"/>
                </a:cubicBezTo>
                <a:cubicBezTo>
                  <a:pt x="61349" y="59"/>
                  <a:pt x="62336" y="0"/>
                  <a:pt x="63526" y="0"/>
                </a:cubicBezTo>
                <a:cubicBezTo>
                  <a:pt x="64668" y="0"/>
                  <a:pt x="65631" y="59"/>
                  <a:pt x="66416" y="178"/>
                </a:cubicBezTo>
                <a:cubicBezTo>
                  <a:pt x="67202" y="297"/>
                  <a:pt x="67820" y="440"/>
                  <a:pt x="68272" y="607"/>
                </a:cubicBezTo>
                <a:cubicBezTo>
                  <a:pt x="68724" y="773"/>
                  <a:pt x="69057" y="1000"/>
                  <a:pt x="69272" y="1287"/>
                </a:cubicBezTo>
                <a:cubicBezTo>
                  <a:pt x="69486" y="1573"/>
                  <a:pt x="69593" y="1906"/>
                  <a:pt x="69593" y="2286"/>
                </a:cubicBezTo>
                <a:lnTo>
                  <a:pt x="69593" y="58717"/>
                </a:lnTo>
                <a:close/>
                <a:moveTo>
                  <a:pt x="130331" y="73570"/>
                </a:moveTo>
                <a:cubicBezTo>
                  <a:pt x="130331" y="76856"/>
                  <a:pt x="129725" y="79786"/>
                  <a:pt x="128511" y="82358"/>
                </a:cubicBezTo>
                <a:cubicBezTo>
                  <a:pt x="127298" y="84929"/>
                  <a:pt x="125573" y="87096"/>
                  <a:pt x="123336" y="88860"/>
                </a:cubicBezTo>
                <a:cubicBezTo>
                  <a:pt x="121100" y="90622"/>
                  <a:pt x="118435" y="91955"/>
                  <a:pt x="115342" y="92859"/>
                </a:cubicBezTo>
                <a:cubicBezTo>
                  <a:pt x="112249" y="93765"/>
                  <a:pt x="108847" y="94218"/>
                  <a:pt x="105135" y="94218"/>
                </a:cubicBezTo>
                <a:cubicBezTo>
                  <a:pt x="102851" y="94218"/>
                  <a:pt x="100674" y="94039"/>
                  <a:pt x="98604" y="93683"/>
                </a:cubicBezTo>
                <a:cubicBezTo>
                  <a:pt x="96534" y="93326"/>
                  <a:pt x="94678" y="92874"/>
                  <a:pt x="93037" y="92326"/>
                </a:cubicBezTo>
                <a:cubicBezTo>
                  <a:pt x="91395" y="91779"/>
                  <a:pt x="90003" y="91208"/>
                  <a:pt x="88861" y="90613"/>
                </a:cubicBezTo>
                <a:cubicBezTo>
                  <a:pt x="87719" y="90018"/>
                  <a:pt x="86886" y="89483"/>
                  <a:pt x="86363" y="89007"/>
                </a:cubicBezTo>
                <a:cubicBezTo>
                  <a:pt x="85839" y="88531"/>
                  <a:pt x="85459" y="87865"/>
                  <a:pt x="85221" y="87009"/>
                </a:cubicBezTo>
                <a:cubicBezTo>
                  <a:pt x="84983" y="86152"/>
                  <a:pt x="84864" y="84986"/>
                  <a:pt x="84864" y="83511"/>
                </a:cubicBezTo>
                <a:cubicBezTo>
                  <a:pt x="84864" y="82607"/>
                  <a:pt x="84912" y="81846"/>
                  <a:pt x="85007" y="81227"/>
                </a:cubicBezTo>
                <a:cubicBezTo>
                  <a:pt x="85102" y="80609"/>
                  <a:pt x="85221" y="80109"/>
                  <a:pt x="85364" y="79728"/>
                </a:cubicBezTo>
                <a:cubicBezTo>
                  <a:pt x="85506" y="79348"/>
                  <a:pt x="85709" y="79074"/>
                  <a:pt x="85970" y="78907"/>
                </a:cubicBezTo>
                <a:cubicBezTo>
                  <a:pt x="86232" y="78741"/>
                  <a:pt x="86529" y="78658"/>
                  <a:pt x="86863" y="78658"/>
                </a:cubicBezTo>
                <a:cubicBezTo>
                  <a:pt x="87386" y="78658"/>
                  <a:pt x="88159" y="78979"/>
                  <a:pt x="89182" y="79621"/>
                </a:cubicBezTo>
                <a:cubicBezTo>
                  <a:pt x="90205" y="80264"/>
                  <a:pt x="91466" y="80965"/>
                  <a:pt x="92965" y="81727"/>
                </a:cubicBezTo>
                <a:cubicBezTo>
                  <a:pt x="94464" y="82488"/>
                  <a:pt x="96237" y="83190"/>
                  <a:pt x="98283" y="83832"/>
                </a:cubicBezTo>
                <a:cubicBezTo>
                  <a:pt x="100329" y="84475"/>
                  <a:pt x="102684" y="84796"/>
                  <a:pt x="105349" y="84796"/>
                </a:cubicBezTo>
                <a:cubicBezTo>
                  <a:pt x="107348" y="84796"/>
                  <a:pt x="109156" y="84582"/>
                  <a:pt x="110774" y="84154"/>
                </a:cubicBezTo>
                <a:cubicBezTo>
                  <a:pt x="112392" y="83724"/>
                  <a:pt x="113795" y="83092"/>
                  <a:pt x="114985" y="82258"/>
                </a:cubicBezTo>
                <a:cubicBezTo>
                  <a:pt x="116175" y="81423"/>
                  <a:pt x="117091" y="80362"/>
                  <a:pt x="117733" y="79075"/>
                </a:cubicBezTo>
                <a:cubicBezTo>
                  <a:pt x="118376" y="77787"/>
                  <a:pt x="118697" y="76261"/>
                  <a:pt x="118697" y="74498"/>
                </a:cubicBezTo>
                <a:cubicBezTo>
                  <a:pt x="118697" y="72688"/>
                  <a:pt x="118233" y="71164"/>
                  <a:pt x="117305" y="69925"/>
                </a:cubicBezTo>
                <a:cubicBezTo>
                  <a:pt x="116377" y="68686"/>
                  <a:pt x="115152" y="67591"/>
                  <a:pt x="113629" y="66639"/>
                </a:cubicBezTo>
                <a:cubicBezTo>
                  <a:pt x="112106" y="65686"/>
                  <a:pt x="110393" y="64841"/>
                  <a:pt x="108490" y="64103"/>
                </a:cubicBezTo>
                <a:cubicBezTo>
                  <a:pt x="106586" y="63364"/>
                  <a:pt x="104624" y="62590"/>
                  <a:pt x="102601" y="61781"/>
                </a:cubicBezTo>
                <a:cubicBezTo>
                  <a:pt x="100579" y="60971"/>
                  <a:pt x="98604" y="60053"/>
                  <a:pt x="96677" y="59029"/>
                </a:cubicBezTo>
                <a:cubicBezTo>
                  <a:pt x="94750" y="58004"/>
                  <a:pt x="93025" y="56754"/>
                  <a:pt x="91502" y="55277"/>
                </a:cubicBezTo>
                <a:cubicBezTo>
                  <a:pt x="89979" y="53801"/>
                  <a:pt x="88754" y="52038"/>
                  <a:pt x="87826" y="49991"/>
                </a:cubicBezTo>
                <a:cubicBezTo>
                  <a:pt x="86898" y="47943"/>
                  <a:pt x="86434" y="45490"/>
                  <a:pt x="86434" y="42632"/>
                </a:cubicBezTo>
                <a:cubicBezTo>
                  <a:pt x="86434" y="40107"/>
                  <a:pt x="86922" y="37690"/>
                  <a:pt x="87897" y="35381"/>
                </a:cubicBezTo>
                <a:cubicBezTo>
                  <a:pt x="88873" y="33070"/>
                  <a:pt x="90336" y="31045"/>
                  <a:pt x="92287" y="29307"/>
                </a:cubicBezTo>
                <a:cubicBezTo>
                  <a:pt x="94238" y="27567"/>
                  <a:pt x="96677" y="26174"/>
                  <a:pt x="99603" y="25127"/>
                </a:cubicBezTo>
                <a:cubicBezTo>
                  <a:pt x="102530" y="24079"/>
                  <a:pt x="105944" y="23554"/>
                  <a:pt x="109846" y="23554"/>
                </a:cubicBezTo>
                <a:cubicBezTo>
                  <a:pt x="111559" y="23554"/>
                  <a:pt x="113272" y="23699"/>
                  <a:pt x="114985" y="23989"/>
                </a:cubicBezTo>
                <a:cubicBezTo>
                  <a:pt x="116698" y="24279"/>
                  <a:pt x="118245" y="24641"/>
                  <a:pt x="119625" y="25076"/>
                </a:cubicBezTo>
                <a:cubicBezTo>
                  <a:pt x="121005" y="25510"/>
                  <a:pt x="122182" y="25981"/>
                  <a:pt x="123158" y="26488"/>
                </a:cubicBezTo>
                <a:cubicBezTo>
                  <a:pt x="124133" y="26995"/>
                  <a:pt x="124871" y="27442"/>
                  <a:pt x="125370" y="27828"/>
                </a:cubicBezTo>
                <a:cubicBezTo>
                  <a:pt x="125870" y="28215"/>
                  <a:pt x="126203" y="28551"/>
                  <a:pt x="126370" y="28836"/>
                </a:cubicBezTo>
                <a:cubicBezTo>
                  <a:pt x="126536" y="29122"/>
                  <a:pt x="126655" y="29443"/>
                  <a:pt x="126727" y="29800"/>
                </a:cubicBezTo>
                <a:cubicBezTo>
                  <a:pt x="126798" y="30157"/>
                  <a:pt x="126869" y="30597"/>
                  <a:pt x="126941" y="31120"/>
                </a:cubicBezTo>
                <a:cubicBezTo>
                  <a:pt x="127012" y="31644"/>
                  <a:pt x="127048" y="32286"/>
                  <a:pt x="127048" y="33048"/>
                </a:cubicBezTo>
                <a:cubicBezTo>
                  <a:pt x="127048" y="33857"/>
                  <a:pt x="127012" y="34558"/>
                  <a:pt x="126941" y="35153"/>
                </a:cubicBezTo>
                <a:cubicBezTo>
                  <a:pt x="126869" y="35748"/>
                  <a:pt x="126750" y="36236"/>
                  <a:pt x="126584" y="36616"/>
                </a:cubicBezTo>
                <a:cubicBezTo>
                  <a:pt x="126417" y="36997"/>
                  <a:pt x="126215" y="37271"/>
                  <a:pt x="125977" y="37437"/>
                </a:cubicBezTo>
                <a:cubicBezTo>
                  <a:pt x="125739" y="37604"/>
                  <a:pt x="125478" y="37687"/>
                  <a:pt x="125192" y="37687"/>
                </a:cubicBezTo>
                <a:cubicBezTo>
                  <a:pt x="124764" y="37687"/>
                  <a:pt x="124145" y="37422"/>
                  <a:pt x="123336" y="36891"/>
                </a:cubicBezTo>
                <a:cubicBezTo>
                  <a:pt x="122527" y="36360"/>
                  <a:pt x="121480" y="35793"/>
                  <a:pt x="120196" y="35189"/>
                </a:cubicBezTo>
                <a:cubicBezTo>
                  <a:pt x="118911" y="34585"/>
                  <a:pt x="117400" y="34018"/>
                  <a:pt x="115663" y="33487"/>
                </a:cubicBezTo>
                <a:cubicBezTo>
                  <a:pt x="113926" y="32956"/>
                  <a:pt x="111940" y="32691"/>
                  <a:pt x="109703" y="32691"/>
                </a:cubicBezTo>
                <a:cubicBezTo>
                  <a:pt x="107705" y="32691"/>
                  <a:pt x="105944" y="32918"/>
                  <a:pt x="104421" y="33371"/>
                </a:cubicBezTo>
                <a:cubicBezTo>
                  <a:pt x="102899" y="33823"/>
                  <a:pt x="101649" y="34466"/>
                  <a:pt x="100674" y="35300"/>
                </a:cubicBezTo>
                <a:cubicBezTo>
                  <a:pt x="99699" y="36135"/>
                  <a:pt x="98961" y="37124"/>
                  <a:pt x="98461" y="38269"/>
                </a:cubicBezTo>
                <a:cubicBezTo>
                  <a:pt x="97962" y="39413"/>
                  <a:pt x="97712" y="40652"/>
                  <a:pt x="97712" y="41988"/>
                </a:cubicBezTo>
                <a:cubicBezTo>
                  <a:pt x="97712" y="43845"/>
                  <a:pt x="98188" y="45405"/>
                  <a:pt x="99139" y="46667"/>
                </a:cubicBezTo>
                <a:cubicBezTo>
                  <a:pt x="100091" y="47930"/>
                  <a:pt x="101328" y="49038"/>
                  <a:pt x="102851" y="49991"/>
                </a:cubicBezTo>
                <a:cubicBezTo>
                  <a:pt x="104374" y="50942"/>
                  <a:pt x="106111" y="51800"/>
                  <a:pt x="108062" y="52563"/>
                </a:cubicBezTo>
                <a:cubicBezTo>
                  <a:pt x="110013" y="53324"/>
                  <a:pt x="111999" y="54110"/>
                  <a:pt x="114022" y="54920"/>
                </a:cubicBezTo>
                <a:cubicBezTo>
                  <a:pt x="116044" y="55729"/>
                  <a:pt x="118042" y="56634"/>
                  <a:pt x="120017" y="57635"/>
                </a:cubicBezTo>
                <a:cubicBezTo>
                  <a:pt x="121992" y="58636"/>
                  <a:pt x="123741" y="59850"/>
                  <a:pt x="125263" y="61280"/>
                </a:cubicBezTo>
                <a:cubicBezTo>
                  <a:pt x="126786" y="62709"/>
                  <a:pt x="128011" y="64424"/>
                  <a:pt x="128939" y="66425"/>
                </a:cubicBezTo>
                <a:cubicBezTo>
                  <a:pt x="129867" y="68425"/>
                  <a:pt x="130331" y="70807"/>
                  <a:pt x="130331" y="73570"/>
                </a:cubicBezTo>
                <a:close/>
                <a:moveTo>
                  <a:pt x="205486" y="56102"/>
                </a:moveTo>
                <a:cubicBezTo>
                  <a:pt x="205486" y="57958"/>
                  <a:pt x="205022" y="59279"/>
                  <a:pt x="204094" y="60064"/>
                </a:cubicBezTo>
                <a:cubicBezTo>
                  <a:pt x="203166" y="60849"/>
                  <a:pt x="202107" y="61242"/>
                  <a:pt x="200917" y="61242"/>
                </a:cubicBezTo>
                <a:lnTo>
                  <a:pt x="158805" y="61242"/>
                </a:lnTo>
                <a:cubicBezTo>
                  <a:pt x="158805" y="64821"/>
                  <a:pt x="159162" y="68042"/>
                  <a:pt x="159876" y="70907"/>
                </a:cubicBezTo>
                <a:cubicBezTo>
                  <a:pt x="160589" y="73771"/>
                  <a:pt x="161779" y="76229"/>
                  <a:pt x="163444" y="78281"/>
                </a:cubicBezTo>
                <a:cubicBezTo>
                  <a:pt x="165110" y="80333"/>
                  <a:pt x="167275" y="81908"/>
                  <a:pt x="169940" y="83007"/>
                </a:cubicBezTo>
                <a:cubicBezTo>
                  <a:pt x="172605" y="84105"/>
                  <a:pt x="175864" y="84653"/>
                  <a:pt x="179718" y="84653"/>
                </a:cubicBezTo>
                <a:cubicBezTo>
                  <a:pt x="182764" y="84653"/>
                  <a:pt x="185476" y="84403"/>
                  <a:pt x="187855" y="83904"/>
                </a:cubicBezTo>
                <a:cubicBezTo>
                  <a:pt x="190235" y="83404"/>
                  <a:pt x="192293" y="82845"/>
                  <a:pt x="194030" y="82226"/>
                </a:cubicBezTo>
                <a:cubicBezTo>
                  <a:pt x="195766" y="81608"/>
                  <a:pt x="197194" y="81049"/>
                  <a:pt x="198312" y="80549"/>
                </a:cubicBezTo>
                <a:cubicBezTo>
                  <a:pt x="199430" y="80049"/>
                  <a:pt x="200275" y="79800"/>
                  <a:pt x="200846" y="79800"/>
                </a:cubicBezTo>
                <a:cubicBezTo>
                  <a:pt x="201179" y="79800"/>
                  <a:pt x="201477" y="79883"/>
                  <a:pt x="201738" y="80049"/>
                </a:cubicBezTo>
                <a:cubicBezTo>
                  <a:pt x="202000" y="80216"/>
                  <a:pt x="202202" y="80466"/>
                  <a:pt x="202345" y="80799"/>
                </a:cubicBezTo>
                <a:cubicBezTo>
                  <a:pt x="202488" y="81132"/>
                  <a:pt x="202595" y="81596"/>
                  <a:pt x="202666" y="82191"/>
                </a:cubicBezTo>
                <a:cubicBezTo>
                  <a:pt x="202738" y="82786"/>
                  <a:pt x="202773" y="83511"/>
                  <a:pt x="202773" y="84368"/>
                </a:cubicBezTo>
                <a:cubicBezTo>
                  <a:pt x="202773" y="84986"/>
                  <a:pt x="202750" y="85522"/>
                  <a:pt x="202702" y="85974"/>
                </a:cubicBezTo>
                <a:cubicBezTo>
                  <a:pt x="202654" y="86426"/>
                  <a:pt x="202595" y="86830"/>
                  <a:pt x="202523" y="87187"/>
                </a:cubicBezTo>
                <a:cubicBezTo>
                  <a:pt x="202452" y="87544"/>
                  <a:pt x="202333" y="87865"/>
                  <a:pt x="202167" y="88151"/>
                </a:cubicBezTo>
                <a:cubicBezTo>
                  <a:pt x="202000" y="88436"/>
                  <a:pt x="201786" y="88710"/>
                  <a:pt x="201524" y="88972"/>
                </a:cubicBezTo>
                <a:cubicBezTo>
                  <a:pt x="201262" y="89233"/>
                  <a:pt x="200489" y="89662"/>
                  <a:pt x="199204" y="90256"/>
                </a:cubicBezTo>
                <a:cubicBezTo>
                  <a:pt x="197920" y="90851"/>
                  <a:pt x="196254" y="91434"/>
                  <a:pt x="194208" y="92005"/>
                </a:cubicBezTo>
                <a:cubicBezTo>
                  <a:pt x="192162" y="92576"/>
                  <a:pt x="189795" y="93088"/>
                  <a:pt x="187106" y="93540"/>
                </a:cubicBezTo>
                <a:cubicBezTo>
                  <a:pt x="184417" y="93992"/>
                  <a:pt x="181550" y="94218"/>
                  <a:pt x="178505" y="94218"/>
                </a:cubicBezTo>
                <a:cubicBezTo>
                  <a:pt x="173223" y="94218"/>
                  <a:pt x="168596" y="93480"/>
                  <a:pt x="164622" y="92003"/>
                </a:cubicBezTo>
                <a:cubicBezTo>
                  <a:pt x="160649" y="90526"/>
                  <a:pt x="157306" y="88335"/>
                  <a:pt x="154594" y="85430"/>
                </a:cubicBezTo>
                <a:cubicBezTo>
                  <a:pt x="151881" y="82524"/>
                  <a:pt x="149835" y="78880"/>
                  <a:pt x="148455" y="74498"/>
                </a:cubicBezTo>
                <a:cubicBezTo>
                  <a:pt x="147075" y="70115"/>
                  <a:pt x="146385" y="65019"/>
                  <a:pt x="146385" y="59207"/>
                </a:cubicBezTo>
                <a:cubicBezTo>
                  <a:pt x="146385" y="53682"/>
                  <a:pt x="147099" y="48716"/>
                  <a:pt x="148527" y="44310"/>
                </a:cubicBezTo>
                <a:cubicBezTo>
                  <a:pt x="149954" y="39904"/>
                  <a:pt x="152012" y="36164"/>
                  <a:pt x="154701" y="33092"/>
                </a:cubicBezTo>
                <a:cubicBezTo>
                  <a:pt x="157389" y="30020"/>
                  <a:pt x="160637" y="27662"/>
                  <a:pt x="164444" y="26019"/>
                </a:cubicBezTo>
                <a:cubicBezTo>
                  <a:pt x="168251" y="24376"/>
                  <a:pt x="172509" y="23554"/>
                  <a:pt x="177220" y="23554"/>
                </a:cubicBezTo>
                <a:cubicBezTo>
                  <a:pt x="182264" y="23554"/>
                  <a:pt x="186559" y="24363"/>
                  <a:pt x="190104" y="25981"/>
                </a:cubicBezTo>
                <a:cubicBezTo>
                  <a:pt x="193649" y="27599"/>
                  <a:pt x="196563" y="29776"/>
                  <a:pt x="198848" y="32512"/>
                </a:cubicBezTo>
                <a:cubicBezTo>
                  <a:pt x="201132" y="35248"/>
                  <a:pt x="202809" y="38460"/>
                  <a:pt x="203880" y="42148"/>
                </a:cubicBezTo>
                <a:cubicBezTo>
                  <a:pt x="204950" y="45836"/>
                  <a:pt x="205486" y="49774"/>
                  <a:pt x="205486" y="53961"/>
                </a:cubicBezTo>
                <a:lnTo>
                  <a:pt x="205486" y="56102"/>
                </a:lnTo>
                <a:moveTo>
                  <a:pt x="193637" y="52605"/>
                </a:moveTo>
                <a:cubicBezTo>
                  <a:pt x="193780" y="46419"/>
                  <a:pt x="192412" y="41565"/>
                  <a:pt x="189533" y="38044"/>
                </a:cubicBezTo>
                <a:cubicBezTo>
                  <a:pt x="186654" y="34523"/>
                  <a:pt x="182383" y="32762"/>
                  <a:pt x="176721" y="32762"/>
                </a:cubicBezTo>
                <a:cubicBezTo>
                  <a:pt x="173818" y="32762"/>
                  <a:pt x="171272" y="33309"/>
                  <a:pt x="169083" y="34404"/>
                </a:cubicBezTo>
                <a:cubicBezTo>
                  <a:pt x="166894" y="35498"/>
                  <a:pt x="165062" y="36950"/>
                  <a:pt x="163587" y="38758"/>
                </a:cubicBezTo>
                <a:cubicBezTo>
                  <a:pt x="162112" y="40566"/>
                  <a:pt x="160970" y="42672"/>
                  <a:pt x="160161" y="45075"/>
                </a:cubicBezTo>
                <a:cubicBezTo>
                  <a:pt x="159352" y="47478"/>
                  <a:pt x="158900" y="49988"/>
                  <a:pt x="158805" y="52605"/>
                </a:cubicBezTo>
                <a:lnTo>
                  <a:pt x="193637" y="52605"/>
                </a:lnTo>
                <a:close/>
                <a:moveTo>
                  <a:pt x="261010" y="30978"/>
                </a:moveTo>
                <a:cubicBezTo>
                  <a:pt x="261010" y="32025"/>
                  <a:pt x="260986" y="32905"/>
                  <a:pt x="260939" y="33619"/>
                </a:cubicBezTo>
                <a:cubicBezTo>
                  <a:pt x="260891" y="34332"/>
                  <a:pt x="260796" y="34892"/>
                  <a:pt x="260653" y="35296"/>
                </a:cubicBezTo>
                <a:cubicBezTo>
                  <a:pt x="260511" y="35700"/>
                  <a:pt x="260332" y="36010"/>
                  <a:pt x="260118" y="36224"/>
                </a:cubicBezTo>
                <a:cubicBezTo>
                  <a:pt x="259904" y="36438"/>
                  <a:pt x="259606" y="36545"/>
                  <a:pt x="259226" y="36545"/>
                </a:cubicBezTo>
                <a:cubicBezTo>
                  <a:pt x="258845" y="36545"/>
                  <a:pt x="258381" y="36438"/>
                  <a:pt x="257834" y="36224"/>
                </a:cubicBezTo>
                <a:cubicBezTo>
                  <a:pt x="257287" y="36010"/>
                  <a:pt x="256668" y="35796"/>
                  <a:pt x="255978" y="35582"/>
                </a:cubicBezTo>
                <a:cubicBezTo>
                  <a:pt x="255288" y="35367"/>
                  <a:pt x="254515" y="35165"/>
                  <a:pt x="253658" y="34975"/>
                </a:cubicBezTo>
                <a:cubicBezTo>
                  <a:pt x="252802" y="34784"/>
                  <a:pt x="251874" y="34689"/>
                  <a:pt x="250875" y="34689"/>
                </a:cubicBezTo>
                <a:cubicBezTo>
                  <a:pt x="249685" y="34689"/>
                  <a:pt x="248519" y="34927"/>
                  <a:pt x="247377" y="35403"/>
                </a:cubicBezTo>
                <a:cubicBezTo>
                  <a:pt x="246235" y="35879"/>
                  <a:pt x="245034" y="36664"/>
                  <a:pt x="243773" y="37759"/>
                </a:cubicBezTo>
                <a:cubicBezTo>
                  <a:pt x="242512" y="38853"/>
                  <a:pt x="241191" y="40304"/>
                  <a:pt x="239811" y="42113"/>
                </a:cubicBezTo>
                <a:cubicBezTo>
                  <a:pt x="238431" y="43921"/>
                  <a:pt x="236909" y="46133"/>
                  <a:pt x="235243" y="48751"/>
                </a:cubicBezTo>
                <a:lnTo>
                  <a:pt x="235243" y="91006"/>
                </a:lnTo>
                <a:cubicBezTo>
                  <a:pt x="235243" y="91387"/>
                  <a:pt x="235148" y="91708"/>
                  <a:pt x="234958" y="91969"/>
                </a:cubicBezTo>
                <a:cubicBezTo>
                  <a:pt x="234767" y="92231"/>
                  <a:pt x="234458" y="92457"/>
                  <a:pt x="234030" y="92648"/>
                </a:cubicBezTo>
                <a:cubicBezTo>
                  <a:pt x="233601" y="92838"/>
                  <a:pt x="233007" y="92981"/>
                  <a:pt x="232245" y="93076"/>
                </a:cubicBezTo>
                <a:cubicBezTo>
                  <a:pt x="231484" y="93171"/>
                  <a:pt x="230508" y="93219"/>
                  <a:pt x="229319" y="93219"/>
                </a:cubicBezTo>
                <a:cubicBezTo>
                  <a:pt x="228177" y="93219"/>
                  <a:pt x="227225" y="93171"/>
                  <a:pt x="226464" y="93076"/>
                </a:cubicBezTo>
                <a:cubicBezTo>
                  <a:pt x="225702" y="92981"/>
                  <a:pt x="225096" y="92838"/>
                  <a:pt x="224644" y="92648"/>
                </a:cubicBezTo>
                <a:cubicBezTo>
                  <a:pt x="224191" y="92457"/>
                  <a:pt x="223882" y="92231"/>
                  <a:pt x="223716" y="91969"/>
                </a:cubicBezTo>
                <a:cubicBezTo>
                  <a:pt x="223549" y="91708"/>
                  <a:pt x="223466" y="91387"/>
                  <a:pt x="223466" y="91006"/>
                </a:cubicBezTo>
                <a:lnTo>
                  <a:pt x="223466" y="26766"/>
                </a:lnTo>
                <a:cubicBezTo>
                  <a:pt x="223466" y="26386"/>
                  <a:pt x="223537" y="26065"/>
                  <a:pt x="223680" y="25803"/>
                </a:cubicBezTo>
                <a:cubicBezTo>
                  <a:pt x="223823" y="25541"/>
                  <a:pt x="224108" y="25303"/>
                  <a:pt x="224536" y="25089"/>
                </a:cubicBezTo>
                <a:cubicBezTo>
                  <a:pt x="224965" y="24875"/>
                  <a:pt x="225512" y="24732"/>
                  <a:pt x="226178" y="24661"/>
                </a:cubicBezTo>
                <a:cubicBezTo>
                  <a:pt x="226844" y="24589"/>
                  <a:pt x="227725" y="24554"/>
                  <a:pt x="228819" y="24554"/>
                </a:cubicBezTo>
                <a:cubicBezTo>
                  <a:pt x="229866" y="24554"/>
                  <a:pt x="230734" y="24589"/>
                  <a:pt x="231424" y="24661"/>
                </a:cubicBezTo>
                <a:cubicBezTo>
                  <a:pt x="232114" y="24732"/>
                  <a:pt x="232650" y="24875"/>
                  <a:pt x="233030" y="25089"/>
                </a:cubicBezTo>
                <a:cubicBezTo>
                  <a:pt x="233411" y="25303"/>
                  <a:pt x="233685" y="25541"/>
                  <a:pt x="233851" y="25803"/>
                </a:cubicBezTo>
                <a:cubicBezTo>
                  <a:pt x="234018" y="26065"/>
                  <a:pt x="234101" y="26386"/>
                  <a:pt x="234101" y="26766"/>
                </a:cubicBezTo>
                <a:lnTo>
                  <a:pt x="234101" y="36117"/>
                </a:lnTo>
                <a:cubicBezTo>
                  <a:pt x="235862" y="33547"/>
                  <a:pt x="237515" y="31454"/>
                  <a:pt x="239062" y="29836"/>
                </a:cubicBezTo>
                <a:cubicBezTo>
                  <a:pt x="240608" y="28218"/>
                  <a:pt x="242071" y="26945"/>
                  <a:pt x="243451" y="26017"/>
                </a:cubicBezTo>
                <a:cubicBezTo>
                  <a:pt x="244831" y="25089"/>
                  <a:pt x="246199" y="24447"/>
                  <a:pt x="247556" y="24090"/>
                </a:cubicBezTo>
                <a:cubicBezTo>
                  <a:pt x="248912" y="23733"/>
                  <a:pt x="250280" y="23554"/>
                  <a:pt x="251660" y="23554"/>
                </a:cubicBezTo>
                <a:cubicBezTo>
                  <a:pt x="252278" y="23554"/>
                  <a:pt x="252980" y="23590"/>
                  <a:pt x="253765" y="23662"/>
                </a:cubicBezTo>
                <a:cubicBezTo>
                  <a:pt x="254551" y="23733"/>
                  <a:pt x="255371" y="23864"/>
                  <a:pt x="256228" y="24054"/>
                </a:cubicBezTo>
                <a:cubicBezTo>
                  <a:pt x="257084" y="24244"/>
                  <a:pt x="257858" y="24459"/>
                  <a:pt x="258548" y="24696"/>
                </a:cubicBezTo>
                <a:cubicBezTo>
                  <a:pt x="259238" y="24934"/>
                  <a:pt x="259725" y="25172"/>
                  <a:pt x="260011" y="25410"/>
                </a:cubicBezTo>
                <a:cubicBezTo>
                  <a:pt x="260296" y="25648"/>
                  <a:pt x="260487" y="25874"/>
                  <a:pt x="260582" y="26088"/>
                </a:cubicBezTo>
                <a:cubicBezTo>
                  <a:pt x="260677" y="26302"/>
                  <a:pt x="260760" y="26576"/>
                  <a:pt x="260832" y="26909"/>
                </a:cubicBezTo>
                <a:cubicBezTo>
                  <a:pt x="260903" y="27242"/>
                  <a:pt x="260951" y="27730"/>
                  <a:pt x="260975" y="28372"/>
                </a:cubicBezTo>
                <a:cubicBezTo>
                  <a:pt x="260998" y="29015"/>
                  <a:pt x="261010" y="29883"/>
                  <a:pt x="261010" y="309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BrickGPT">
            <a:extLst xmlns:a="http://schemas.openxmlformats.org/drawingml/2006/main">
              <a:ext uri="{FF2B5EF4-FFF2-40B4-BE49-F238E27FC236}">
                <a16:creationId xmlns:a16="http://schemas.microsoft.com/office/drawing/2014/main" id="{1358CF06-B77E-4415-A7C2-EA606DBF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0" y="5026523"/>
            <a:ext cx="513970" cy="100927"/>
          </a:xfrm>
          <a:custGeom xmlns:a="http://schemas.openxmlformats.org/drawingml/2006/main">
            <a:pathLst>
              <a:path w="513970" h="100927">
                <a:moveTo>
                  <a:pt x="60885" y="73019"/>
                </a:moveTo>
                <a:cubicBezTo>
                  <a:pt x="60885" y="75922"/>
                  <a:pt x="60516" y="78598"/>
                  <a:pt x="59778" y="81049"/>
                </a:cubicBezTo>
                <a:cubicBezTo>
                  <a:pt x="59041" y="83499"/>
                  <a:pt x="58006" y="85700"/>
                  <a:pt x="56673" y="87651"/>
                </a:cubicBezTo>
                <a:cubicBezTo>
                  <a:pt x="55341" y="89602"/>
                  <a:pt x="53735" y="91315"/>
                  <a:pt x="51856" y="92790"/>
                </a:cubicBezTo>
                <a:cubicBezTo>
                  <a:pt x="49976" y="94265"/>
                  <a:pt x="47858" y="95503"/>
                  <a:pt x="45503" y="96502"/>
                </a:cubicBezTo>
                <a:cubicBezTo>
                  <a:pt x="43147" y="97501"/>
                  <a:pt x="40625" y="98251"/>
                  <a:pt x="37937" y="98750"/>
                </a:cubicBezTo>
                <a:cubicBezTo>
                  <a:pt x="35248" y="99250"/>
                  <a:pt x="32167" y="99500"/>
                  <a:pt x="28694" y="99500"/>
                </a:cubicBezTo>
                <a:lnTo>
                  <a:pt x="4568" y="99500"/>
                </a:lnTo>
                <a:cubicBezTo>
                  <a:pt x="3474" y="99500"/>
                  <a:pt x="2439" y="99131"/>
                  <a:pt x="1463" y="98393"/>
                </a:cubicBezTo>
                <a:cubicBezTo>
                  <a:pt x="488" y="97656"/>
                  <a:pt x="0" y="96359"/>
                  <a:pt x="0" y="94503"/>
                </a:cubicBezTo>
                <a:lnTo>
                  <a:pt x="0" y="12134"/>
                </a:lnTo>
                <a:cubicBezTo>
                  <a:pt x="0" y="10278"/>
                  <a:pt x="488" y="8982"/>
                  <a:pt x="1463" y="8244"/>
                </a:cubicBezTo>
                <a:cubicBezTo>
                  <a:pt x="2439" y="7506"/>
                  <a:pt x="3474" y="7138"/>
                  <a:pt x="4568" y="7138"/>
                </a:cubicBezTo>
                <a:lnTo>
                  <a:pt x="25553" y="7138"/>
                </a:lnTo>
                <a:cubicBezTo>
                  <a:pt x="31073" y="7138"/>
                  <a:pt x="35593" y="7661"/>
                  <a:pt x="39115" y="8708"/>
                </a:cubicBezTo>
                <a:cubicBezTo>
                  <a:pt x="42636" y="9755"/>
                  <a:pt x="45574" y="11278"/>
                  <a:pt x="47930" y="13276"/>
                </a:cubicBezTo>
                <a:cubicBezTo>
                  <a:pt x="50285" y="15275"/>
                  <a:pt x="52058" y="17725"/>
                  <a:pt x="53247" y="20628"/>
                </a:cubicBezTo>
                <a:cubicBezTo>
                  <a:pt x="54437" y="23531"/>
                  <a:pt x="55032" y="26814"/>
                  <a:pt x="55032" y="30478"/>
                </a:cubicBezTo>
                <a:cubicBezTo>
                  <a:pt x="55032" y="32667"/>
                  <a:pt x="54770" y="34761"/>
                  <a:pt x="54247" y="36759"/>
                </a:cubicBezTo>
                <a:cubicBezTo>
                  <a:pt x="53723" y="38758"/>
                  <a:pt x="52950" y="40602"/>
                  <a:pt x="51927" y="42291"/>
                </a:cubicBezTo>
                <a:cubicBezTo>
                  <a:pt x="50904" y="43980"/>
                  <a:pt x="49619" y="45491"/>
                  <a:pt x="48073" y="46823"/>
                </a:cubicBezTo>
                <a:cubicBezTo>
                  <a:pt x="46526" y="48156"/>
                  <a:pt x="44753" y="49250"/>
                  <a:pt x="42755" y="50107"/>
                </a:cubicBezTo>
                <a:cubicBezTo>
                  <a:pt x="45277" y="50583"/>
                  <a:pt x="47632" y="51451"/>
                  <a:pt x="49821" y="52712"/>
                </a:cubicBezTo>
                <a:cubicBezTo>
                  <a:pt x="52010" y="53973"/>
                  <a:pt x="53925" y="55579"/>
                  <a:pt x="55567" y="57530"/>
                </a:cubicBezTo>
                <a:cubicBezTo>
                  <a:pt x="57209" y="59481"/>
                  <a:pt x="58505" y="61765"/>
                  <a:pt x="59457" y="64382"/>
                </a:cubicBezTo>
                <a:cubicBezTo>
                  <a:pt x="60409" y="66999"/>
                  <a:pt x="60885" y="69878"/>
                  <a:pt x="60885" y="73019"/>
                </a:cubicBezTo>
                <a:moveTo>
                  <a:pt x="42398" y="31691"/>
                </a:moveTo>
                <a:cubicBezTo>
                  <a:pt x="42398" y="29455"/>
                  <a:pt x="42089" y="27433"/>
                  <a:pt x="41470" y="25624"/>
                </a:cubicBezTo>
                <a:cubicBezTo>
                  <a:pt x="40852" y="23816"/>
                  <a:pt x="39876" y="22282"/>
                  <a:pt x="38544" y="21021"/>
                </a:cubicBezTo>
                <a:cubicBezTo>
                  <a:pt x="37211" y="19760"/>
                  <a:pt x="35474" y="18796"/>
                  <a:pt x="33333" y="18130"/>
                </a:cubicBezTo>
                <a:cubicBezTo>
                  <a:pt x="31192" y="17464"/>
                  <a:pt x="28361" y="17131"/>
                  <a:pt x="24839" y="17131"/>
                </a:cubicBezTo>
                <a:lnTo>
                  <a:pt x="12134" y="17131"/>
                </a:lnTo>
                <a:lnTo>
                  <a:pt x="12134" y="47038"/>
                </a:lnTo>
                <a:lnTo>
                  <a:pt x="26124" y="47038"/>
                </a:lnTo>
                <a:cubicBezTo>
                  <a:pt x="29312" y="47038"/>
                  <a:pt x="31882" y="46621"/>
                  <a:pt x="33833" y="45788"/>
                </a:cubicBezTo>
                <a:cubicBezTo>
                  <a:pt x="35784" y="44956"/>
                  <a:pt x="37402" y="43837"/>
                  <a:pt x="38686" y="42434"/>
                </a:cubicBezTo>
                <a:cubicBezTo>
                  <a:pt x="39971" y="41030"/>
                  <a:pt x="40911" y="39388"/>
                  <a:pt x="41506" y="37509"/>
                </a:cubicBezTo>
                <a:cubicBezTo>
                  <a:pt x="42101" y="35629"/>
                  <a:pt x="42398" y="33690"/>
                  <a:pt x="42398" y="31691"/>
                </a:cubicBezTo>
                <a:moveTo>
                  <a:pt x="47965" y="73733"/>
                </a:moveTo>
                <a:cubicBezTo>
                  <a:pt x="47965" y="70973"/>
                  <a:pt x="47525" y="68546"/>
                  <a:pt x="46645" y="66452"/>
                </a:cubicBezTo>
                <a:cubicBezTo>
                  <a:pt x="45765" y="64358"/>
                  <a:pt x="44480" y="62598"/>
                  <a:pt x="42791" y="61170"/>
                </a:cubicBezTo>
                <a:cubicBezTo>
                  <a:pt x="41101" y="59743"/>
                  <a:pt x="38984" y="58660"/>
                  <a:pt x="36438" y="57923"/>
                </a:cubicBezTo>
                <a:cubicBezTo>
                  <a:pt x="33892" y="57185"/>
                  <a:pt x="30692" y="56816"/>
                  <a:pt x="26838" y="56816"/>
                </a:cubicBezTo>
                <a:lnTo>
                  <a:pt x="12134" y="56816"/>
                </a:lnTo>
                <a:lnTo>
                  <a:pt x="12134" y="89364"/>
                </a:lnTo>
                <a:lnTo>
                  <a:pt x="29978" y="89364"/>
                </a:lnTo>
                <a:cubicBezTo>
                  <a:pt x="32786" y="89364"/>
                  <a:pt x="35237" y="89031"/>
                  <a:pt x="37330" y="88365"/>
                </a:cubicBezTo>
                <a:cubicBezTo>
                  <a:pt x="39424" y="87699"/>
                  <a:pt x="41268" y="86711"/>
                  <a:pt x="42862" y="85403"/>
                </a:cubicBezTo>
                <a:cubicBezTo>
                  <a:pt x="44456" y="84094"/>
                  <a:pt x="45705" y="82464"/>
                  <a:pt x="46609" y="80513"/>
                </a:cubicBezTo>
                <a:cubicBezTo>
                  <a:pt x="47513" y="78562"/>
                  <a:pt x="47965" y="76302"/>
                  <a:pt x="47965" y="73733"/>
                </a:cubicBezTo>
                <a:close/>
                <a:moveTo>
                  <a:pt x="115272" y="37687"/>
                </a:moveTo>
                <a:cubicBezTo>
                  <a:pt x="115272" y="38734"/>
                  <a:pt x="115248" y="39614"/>
                  <a:pt x="115200" y="40328"/>
                </a:cubicBezTo>
                <a:cubicBezTo>
                  <a:pt x="115153" y="41042"/>
                  <a:pt x="115058" y="41601"/>
                  <a:pt x="114915" y="42005"/>
                </a:cubicBezTo>
                <a:cubicBezTo>
                  <a:pt x="114772" y="42410"/>
                  <a:pt x="114594" y="42719"/>
                  <a:pt x="114380" y="42933"/>
                </a:cubicBezTo>
                <a:cubicBezTo>
                  <a:pt x="114165" y="43147"/>
                  <a:pt x="113868" y="43255"/>
                  <a:pt x="113487" y="43255"/>
                </a:cubicBezTo>
                <a:cubicBezTo>
                  <a:pt x="113107" y="43255"/>
                  <a:pt x="112643" y="43147"/>
                  <a:pt x="112096" y="42933"/>
                </a:cubicBezTo>
                <a:cubicBezTo>
                  <a:pt x="111548" y="42719"/>
                  <a:pt x="110930" y="42505"/>
                  <a:pt x="110240" y="42291"/>
                </a:cubicBezTo>
                <a:cubicBezTo>
                  <a:pt x="109550" y="42077"/>
                  <a:pt x="108777" y="41875"/>
                  <a:pt x="107920" y="41684"/>
                </a:cubicBezTo>
                <a:cubicBezTo>
                  <a:pt x="107063" y="41494"/>
                  <a:pt x="106136" y="41399"/>
                  <a:pt x="105136" y="41399"/>
                </a:cubicBezTo>
                <a:cubicBezTo>
                  <a:pt x="103947" y="41399"/>
                  <a:pt x="102781" y="41637"/>
                  <a:pt x="101639" y="42113"/>
                </a:cubicBezTo>
                <a:cubicBezTo>
                  <a:pt x="100497" y="42588"/>
                  <a:pt x="99295" y="43374"/>
                  <a:pt x="98034" y="44468"/>
                </a:cubicBezTo>
                <a:cubicBezTo>
                  <a:pt x="96773" y="45562"/>
                  <a:pt x="95453" y="47014"/>
                  <a:pt x="94073" y="48822"/>
                </a:cubicBezTo>
                <a:cubicBezTo>
                  <a:pt x="92693" y="50630"/>
                  <a:pt x="91170" y="52843"/>
                  <a:pt x="89505" y="55460"/>
                </a:cubicBezTo>
                <a:lnTo>
                  <a:pt x="89505" y="97715"/>
                </a:lnTo>
                <a:cubicBezTo>
                  <a:pt x="89505" y="98096"/>
                  <a:pt x="89410" y="98417"/>
                  <a:pt x="89219" y="98679"/>
                </a:cubicBezTo>
                <a:cubicBezTo>
                  <a:pt x="89029" y="98941"/>
                  <a:pt x="88720" y="99167"/>
                  <a:pt x="88291" y="99357"/>
                </a:cubicBezTo>
                <a:cubicBezTo>
                  <a:pt x="87863" y="99547"/>
                  <a:pt x="87268" y="99690"/>
                  <a:pt x="86507" y="99785"/>
                </a:cubicBezTo>
                <a:cubicBezTo>
                  <a:pt x="85745" y="99880"/>
                  <a:pt x="84770" y="99928"/>
                  <a:pt x="83580" y="99928"/>
                </a:cubicBezTo>
                <a:cubicBezTo>
                  <a:pt x="82438" y="99928"/>
                  <a:pt x="81487" y="99880"/>
                  <a:pt x="80725" y="99785"/>
                </a:cubicBezTo>
                <a:cubicBezTo>
                  <a:pt x="79964" y="99690"/>
                  <a:pt x="79357" y="99547"/>
                  <a:pt x="78905" y="99357"/>
                </a:cubicBezTo>
                <a:cubicBezTo>
                  <a:pt x="78453" y="99167"/>
                  <a:pt x="78144" y="98941"/>
                  <a:pt x="77977" y="98679"/>
                </a:cubicBezTo>
                <a:cubicBezTo>
                  <a:pt x="77811" y="98417"/>
                  <a:pt x="77727" y="98096"/>
                  <a:pt x="77727" y="97715"/>
                </a:cubicBezTo>
                <a:lnTo>
                  <a:pt x="77727" y="33476"/>
                </a:lnTo>
                <a:cubicBezTo>
                  <a:pt x="77727" y="33095"/>
                  <a:pt x="77799" y="32774"/>
                  <a:pt x="77942" y="32512"/>
                </a:cubicBezTo>
                <a:cubicBezTo>
                  <a:pt x="78084" y="32251"/>
                  <a:pt x="78370" y="32013"/>
                  <a:pt x="78798" y="31799"/>
                </a:cubicBezTo>
                <a:cubicBezTo>
                  <a:pt x="79226" y="31584"/>
                  <a:pt x="79774" y="31442"/>
                  <a:pt x="80440" y="31370"/>
                </a:cubicBezTo>
                <a:cubicBezTo>
                  <a:pt x="81106" y="31299"/>
                  <a:pt x="81986" y="31263"/>
                  <a:pt x="83081" y="31263"/>
                </a:cubicBezTo>
                <a:cubicBezTo>
                  <a:pt x="84128" y="31263"/>
                  <a:pt x="84996" y="31299"/>
                  <a:pt x="85686" y="31370"/>
                </a:cubicBezTo>
                <a:cubicBezTo>
                  <a:pt x="86376" y="31442"/>
                  <a:pt x="86911" y="31584"/>
                  <a:pt x="87292" y="31799"/>
                </a:cubicBezTo>
                <a:cubicBezTo>
                  <a:pt x="87673" y="32013"/>
                  <a:pt x="87946" y="32251"/>
                  <a:pt x="88113" y="32512"/>
                </a:cubicBezTo>
                <a:cubicBezTo>
                  <a:pt x="88279" y="32774"/>
                  <a:pt x="88363" y="33095"/>
                  <a:pt x="88363" y="33476"/>
                </a:cubicBezTo>
                <a:lnTo>
                  <a:pt x="88363" y="42826"/>
                </a:lnTo>
                <a:cubicBezTo>
                  <a:pt x="90123" y="40257"/>
                  <a:pt x="91777" y="38163"/>
                  <a:pt x="93323" y="36545"/>
                </a:cubicBezTo>
                <a:cubicBezTo>
                  <a:pt x="94870" y="34927"/>
                  <a:pt x="96333" y="33654"/>
                  <a:pt x="97713" y="32726"/>
                </a:cubicBezTo>
                <a:cubicBezTo>
                  <a:pt x="99093" y="31799"/>
                  <a:pt x="100461" y="31156"/>
                  <a:pt x="101817" y="30799"/>
                </a:cubicBezTo>
                <a:cubicBezTo>
                  <a:pt x="103173" y="30442"/>
                  <a:pt x="104541" y="30264"/>
                  <a:pt x="105921" y="30264"/>
                </a:cubicBezTo>
                <a:cubicBezTo>
                  <a:pt x="106540" y="30264"/>
                  <a:pt x="107242" y="30300"/>
                  <a:pt x="108027" y="30371"/>
                </a:cubicBezTo>
                <a:cubicBezTo>
                  <a:pt x="108812" y="30442"/>
                  <a:pt x="109633" y="30573"/>
                  <a:pt x="110490" y="30764"/>
                </a:cubicBezTo>
                <a:cubicBezTo>
                  <a:pt x="111346" y="30954"/>
                  <a:pt x="112119" y="31168"/>
                  <a:pt x="112809" y="31406"/>
                </a:cubicBezTo>
                <a:cubicBezTo>
                  <a:pt x="113499" y="31644"/>
                  <a:pt x="113987" y="31882"/>
                  <a:pt x="114273" y="32120"/>
                </a:cubicBezTo>
                <a:cubicBezTo>
                  <a:pt x="114558" y="32358"/>
                  <a:pt x="114748" y="32584"/>
                  <a:pt x="114844" y="32798"/>
                </a:cubicBezTo>
                <a:cubicBezTo>
                  <a:pt x="114939" y="33012"/>
                  <a:pt x="115022" y="33286"/>
                  <a:pt x="115093" y="33619"/>
                </a:cubicBezTo>
                <a:cubicBezTo>
                  <a:pt x="115165" y="33952"/>
                  <a:pt x="115212" y="34439"/>
                  <a:pt x="115236" y="35082"/>
                </a:cubicBezTo>
                <a:cubicBezTo>
                  <a:pt x="115260" y="35724"/>
                  <a:pt x="115272" y="36593"/>
                  <a:pt x="115272" y="37687"/>
                </a:cubicBezTo>
                <a:close/>
                <a:moveTo>
                  <a:pt x="138183" y="97715"/>
                </a:moveTo>
                <a:cubicBezTo>
                  <a:pt x="138183" y="98096"/>
                  <a:pt x="138088" y="98417"/>
                  <a:pt x="137897" y="98679"/>
                </a:cubicBezTo>
                <a:cubicBezTo>
                  <a:pt x="137707" y="98941"/>
                  <a:pt x="137398" y="99167"/>
                  <a:pt x="136969" y="99357"/>
                </a:cubicBezTo>
                <a:cubicBezTo>
                  <a:pt x="136541" y="99547"/>
                  <a:pt x="135946" y="99690"/>
                  <a:pt x="135185" y="99785"/>
                </a:cubicBezTo>
                <a:cubicBezTo>
                  <a:pt x="134424" y="99880"/>
                  <a:pt x="133448" y="99928"/>
                  <a:pt x="132258" y="99928"/>
                </a:cubicBezTo>
                <a:cubicBezTo>
                  <a:pt x="131116" y="99928"/>
                  <a:pt x="130165" y="99880"/>
                  <a:pt x="129403" y="99785"/>
                </a:cubicBezTo>
                <a:cubicBezTo>
                  <a:pt x="128642" y="99690"/>
                  <a:pt x="128035" y="99547"/>
                  <a:pt x="127583" y="99357"/>
                </a:cubicBezTo>
                <a:cubicBezTo>
                  <a:pt x="127131" y="99167"/>
                  <a:pt x="126822" y="98941"/>
                  <a:pt x="126655" y="98679"/>
                </a:cubicBezTo>
                <a:cubicBezTo>
                  <a:pt x="126489" y="98417"/>
                  <a:pt x="126406" y="98096"/>
                  <a:pt x="126406" y="97715"/>
                </a:cubicBezTo>
                <a:lnTo>
                  <a:pt x="126406" y="33476"/>
                </a:lnTo>
                <a:cubicBezTo>
                  <a:pt x="126406" y="33143"/>
                  <a:pt x="126489" y="32833"/>
                  <a:pt x="126655" y="32548"/>
                </a:cubicBezTo>
                <a:cubicBezTo>
                  <a:pt x="126822" y="32262"/>
                  <a:pt x="127131" y="32025"/>
                  <a:pt x="127583" y="31834"/>
                </a:cubicBezTo>
                <a:cubicBezTo>
                  <a:pt x="128035" y="31644"/>
                  <a:pt x="128642" y="31501"/>
                  <a:pt x="129403" y="31406"/>
                </a:cubicBezTo>
                <a:cubicBezTo>
                  <a:pt x="130165" y="31311"/>
                  <a:pt x="131116" y="31263"/>
                  <a:pt x="132258" y="31263"/>
                </a:cubicBezTo>
                <a:cubicBezTo>
                  <a:pt x="133448" y="31263"/>
                  <a:pt x="134424" y="31311"/>
                  <a:pt x="135185" y="31406"/>
                </a:cubicBezTo>
                <a:cubicBezTo>
                  <a:pt x="135946" y="31501"/>
                  <a:pt x="136541" y="31644"/>
                  <a:pt x="136969" y="31834"/>
                </a:cubicBezTo>
                <a:cubicBezTo>
                  <a:pt x="137398" y="32025"/>
                  <a:pt x="137707" y="32262"/>
                  <a:pt x="137897" y="32548"/>
                </a:cubicBezTo>
                <a:cubicBezTo>
                  <a:pt x="138088" y="32833"/>
                  <a:pt x="138183" y="33143"/>
                  <a:pt x="138183" y="33476"/>
                </a:cubicBezTo>
                <a:lnTo>
                  <a:pt x="138183" y="97715"/>
                </a:lnTo>
                <a:moveTo>
                  <a:pt x="139539" y="11706"/>
                </a:moveTo>
                <a:cubicBezTo>
                  <a:pt x="139539" y="14466"/>
                  <a:pt x="139015" y="16345"/>
                  <a:pt x="137969" y="17345"/>
                </a:cubicBezTo>
                <a:cubicBezTo>
                  <a:pt x="136922" y="18344"/>
                  <a:pt x="134995" y="18844"/>
                  <a:pt x="132187" y="18844"/>
                </a:cubicBezTo>
                <a:cubicBezTo>
                  <a:pt x="129427" y="18844"/>
                  <a:pt x="127536" y="18356"/>
                  <a:pt x="126513" y="17380"/>
                </a:cubicBezTo>
                <a:cubicBezTo>
                  <a:pt x="125490" y="16405"/>
                  <a:pt x="124978" y="14561"/>
                  <a:pt x="124978" y="11849"/>
                </a:cubicBezTo>
                <a:cubicBezTo>
                  <a:pt x="124978" y="9089"/>
                  <a:pt x="125501" y="7209"/>
                  <a:pt x="126548" y="6210"/>
                </a:cubicBezTo>
                <a:cubicBezTo>
                  <a:pt x="127595" y="5211"/>
                  <a:pt x="129522" y="4711"/>
                  <a:pt x="132330" y="4711"/>
                </a:cubicBezTo>
                <a:cubicBezTo>
                  <a:pt x="135090" y="4711"/>
                  <a:pt x="136981" y="5199"/>
                  <a:pt x="138004" y="6174"/>
                </a:cubicBezTo>
                <a:cubicBezTo>
                  <a:pt x="139027" y="7150"/>
                  <a:pt x="139539" y="8994"/>
                  <a:pt x="139539" y="11706"/>
                </a:cubicBezTo>
                <a:close/>
                <a:moveTo>
                  <a:pt x="208985" y="88008"/>
                </a:moveTo>
                <a:cubicBezTo>
                  <a:pt x="208985" y="88817"/>
                  <a:pt x="208962" y="89519"/>
                  <a:pt x="208914" y="90114"/>
                </a:cubicBezTo>
                <a:cubicBezTo>
                  <a:pt x="208867" y="90708"/>
                  <a:pt x="208783" y="91208"/>
                  <a:pt x="208664" y="91613"/>
                </a:cubicBezTo>
                <a:cubicBezTo>
                  <a:pt x="208545" y="92017"/>
                  <a:pt x="208403" y="92374"/>
                  <a:pt x="208236" y="92683"/>
                </a:cubicBezTo>
                <a:cubicBezTo>
                  <a:pt x="208069" y="92993"/>
                  <a:pt x="207689" y="93445"/>
                  <a:pt x="207094" y="94039"/>
                </a:cubicBezTo>
                <a:cubicBezTo>
                  <a:pt x="206499" y="94634"/>
                  <a:pt x="205488" y="95372"/>
                  <a:pt x="204060" y="96252"/>
                </a:cubicBezTo>
                <a:cubicBezTo>
                  <a:pt x="202633" y="97132"/>
                  <a:pt x="201027" y="97918"/>
                  <a:pt x="199242" y="98608"/>
                </a:cubicBezTo>
                <a:cubicBezTo>
                  <a:pt x="197458" y="99298"/>
                  <a:pt x="195519" y="99857"/>
                  <a:pt x="193425" y="100285"/>
                </a:cubicBezTo>
                <a:cubicBezTo>
                  <a:pt x="191332" y="100713"/>
                  <a:pt x="189166" y="100927"/>
                  <a:pt x="186930" y="100927"/>
                </a:cubicBezTo>
                <a:cubicBezTo>
                  <a:pt x="182314" y="100927"/>
                  <a:pt x="178222" y="100164"/>
                  <a:pt x="174653" y="98639"/>
                </a:cubicBezTo>
                <a:cubicBezTo>
                  <a:pt x="171084" y="97113"/>
                  <a:pt x="168098" y="94884"/>
                  <a:pt x="165695" y="91952"/>
                </a:cubicBezTo>
                <a:cubicBezTo>
                  <a:pt x="163292" y="89019"/>
                  <a:pt x="161460" y="85419"/>
                  <a:pt x="160199" y="81151"/>
                </a:cubicBezTo>
                <a:cubicBezTo>
                  <a:pt x="158938" y="76884"/>
                  <a:pt x="158308" y="71961"/>
                  <a:pt x="158308" y="66383"/>
                </a:cubicBezTo>
                <a:cubicBezTo>
                  <a:pt x="158308" y="60041"/>
                  <a:pt x="159081" y="54593"/>
                  <a:pt x="160627" y="50040"/>
                </a:cubicBezTo>
                <a:cubicBezTo>
                  <a:pt x="162174" y="45487"/>
                  <a:pt x="164291" y="41756"/>
                  <a:pt x="166980" y="38847"/>
                </a:cubicBezTo>
                <a:cubicBezTo>
                  <a:pt x="169669" y="35938"/>
                  <a:pt x="172833" y="33781"/>
                  <a:pt x="176473" y="32374"/>
                </a:cubicBezTo>
                <a:cubicBezTo>
                  <a:pt x="180113" y="30967"/>
                  <a:pt x="184051" y="30264"/>
                  <a:pt x="188286" y="30264"/>
                </a:cubicBezTo>
                <a:cubicBezTo>
                  <a:pt x="190332" y="30264"/>
                  <a:pt x="192319" y="30454"/>
                  <a:pt x="194246" y="30835"/>
                </a:cubicBezTo>
                <a:cubicBezTo>
                  <a:pt x="196173" y="31216"/>
                  <a:pt x="197946" y="31715"/>
                  <a:pt x="199564" y="32334"/>
                </a:cubicBezTo>
                <a:cubicBezTo>
                  <a:pt x="201182" y="32952"/>
                  <a:pt x="202621" y="33666"/>
                  <a:pt x="203882" y="34475"/>
                </a:cubicBezTo>
                <a:cubicBezTo>
                  <a:pt x="205143" y="35284"/>
                  <a:pt x="206059" y="35974"/>
                  <a:pt x="206630" y="36545"/>
                </a:cubicBezTo>
                <a:cubicBezTo>
                  <a:pt x="207201" y="37116"/>
                  <a:pt x="207594" y="37568"/>
                  <a:pt x="207808" y="37901"/>
                </a:cubicBezTo>
                <a:cubicBezTo>
                  <a:pt x="208022" y="38234"/>
                  <a:pt x="208200" y="38627"/>
                  <a:pt x="208343" y="39079"/>
                </a:cubicBezTo>
                <a:cubicBezTo>
                  <a:pt x="208486" y="39531"/>
                  <a:pt x="208581" y="40043"/>
                  <a:pt x="208629" y="40614"/>
                </a:cubicBezTo>
                <a:cubicBezTo>
                  <a:pt x="208676" y="41185"/>
                  <a:pt x="208700" y="41898"/>
                  <a:pt x="208700" y="42755"/>
                </a:cubicBezTo>
                <a:cubicBezTo>
                  <a:pt x="208700" y="44611"/>
                  <a:pt x="208486" y="45907"/>
                  <a:pt x="208058" y="46645"/>
                </a:cubicBezTo>
                <a:cubicBezTo>
                  <a:pt x="207629" y="47383"/>
                  <a:pt x="207106" y="47751"/>
                  <a:pt x="206487" y="47751"/>
                </a:cubicBezTo>
                <a:cubicBezTo>
                  <a:pt x="205774" y="47751"/>
                  <a:pt x="204953" y="47359"/>
                  <a:pt x="204025" y="46574"/>
                </a:cubicBezTo>
                <a:cubicBezTo>
                  <a:pt x="203097" y="45788"/>
                  <a:pt x="201919" y="44920"/>
                  <a:pt x="200492" y="43968"/>
                </a:cubicBezTo>
                <a:cubicBezTo>
                  <a:pt x="199064" y="43017"/>
                  <a:pt x="197339" y="42148"/>
                  <a:pt x="195317" y="41363"/>
                </a:cubicBezTo>
                <a:cubicBezTo>
                  <a:pt x="193294" y="40578"/>
                  <a:pt x="190903" y="40185"/>
                  <a:pt x="188143" y="40185"/>
                </a:cubicBezTo>
                <a:cubicBezTo>
                  <a:pt x="182481" y="40185"/>
                  <a:pt x="178139" y="42369"/>
                  <a:pt x="175117" y="46736"/>
                </a:cubicBezTo>
                <a:cubicBezTo>
                  <a:pt x="172095" y="51102"/>
                  <a:pt x="170585" y="57436"/>
                  <a:pt x="170585" y="65738"/>
                </a:cubicBezTo>
                <a:cubicBezTo>
                  <a:pt x="170585" y="69890"/>
                  <a:pt x="170977" y="73529"/>
                  <a:pt x="171762" y="76655"/>
                </a:cubicBezTo>
                <a:cubicBezTo>
                  <a:pt x="172547" y="79780"/>
                  <a:pt x="173701" y="82393"/>
                  <a:pt x="175224" y="84493"/>
                </a:cubicBezTo>
                <a:cubicBezTo>
                  <a:pt x="176747" y="86592"/>
                  <a:pt x="178614" y="88155"/>
                  <a:pt x="180827" y="89181"/>
                </a:cubicBezTo>
                <a:cubicBezTo>
                  <a:pt x="183040" y="90207"/>
                  <a:pt x="185574" y="90720"/>
                  <a:pt x="188429" y="90720"/>
                </a:cubicBezTo>
                <a:cubicBezTo>
                  <a:pt x="191141" y="90720"/>
                  <a:pt x="193520" y="90292"/>
                  <a:pt x="195567" y="89436"/>
                </a:cubicBezTo>
                <a:cubicBezTo>
                  <a:pt x="197613" y="88579"/>
                  <a:pt x="199385" y="87639"/>
                  <a:pt x="200884" y="86616"/>
                </a:cubicBezTo>
                <a:cubicBezTo>
                  <a:pt x="202383" y="85593"/>
                  <a:pt x="203644" y="84665"/>
                  <a:pt x="204667" y="83832"/>
                </a:cubicBezTo>
                <a:cubicBezTo>
                  <a:pt x="205690" y="83000"/>
                  <a:pt x="206487" y="82583"/>
                  <a:pt x="207058" y="82583"/>
                </a:cubicBezTo>
                <a:cubicBezTo>
                  <a:pt x="207391" y="82583"/>
                  <a:pt x="207677" y="82679"/>
                  <a:pt x="207915" y="82869"/>
                </a:cubicBezTo>
                <a:cubicBezTo>
                  <a:pt x="208153" y="83059"/>
                  <a:pt x="208355" y="83380"/>
                  <a:pt x="208522" y="83832"/>
                </a:cubicBezTo>
                <a:cubicBezTo>
                  <a:pt x="208688" y="84285"/>
                  <a:pt x="208807" y="84856"/>
                  <a:pt x="208878" y="85546"/>
                </a:cubicBezTo>
                <a:cubicBezTo>
                  <a:pt x="208950" y="86236"/>
                  <a:pt x="208985" y="87056"/>
                  <a:pt x="208985" y="88008"/>
                </a:cubicBezTo>
                <a:close/>
                <a:moveTo>
                  <a:pt x="276363" y="97644"/>
                </a:moveTo>
                <a:cubicBezTo>
                  <a:pt x="276363" y="98025"/>
                  <a:pt x="276268" y="98358"/>
                  <a:pt x="276078" y="98643"/>
                </a:cubicBezTo>
                <a:cubicBezTo>
                  <a:pt x="275887" y="98929"/>
                  <a:pt x="275566" y="99167"/>
                  <a:pt x="275114" y="99357"/>
                </a:cubicBezTo>
                <a:cubicBezTo>
                  <a:pt x="274662" y="99547"/>
                  <a:pt x="274032" y="99690"/>
                  <a:pt x="273223" y="99785"/>
                </a:cubicBezTo>
                <a:cubicBezTo>
                  <a:pt x="272414" y="99880"/>
                  <a:pt x="271391" y="99928"/>
                  <a:pt x="270153" y="99928"/>
                </a:cubicBezTo>
                <a:cubicBezTo>
                  <a:pt x="268869" y="99928"/>
                  <a:pt x="267810" y="99892"/>
                  <a:pt x="266977" y="99821"/>
                </a:cubicBezTo>
                <a:cubicBezTo>
                  <a:pt x="266144" y="99750"/>
                  <a:pt x="265443" y="99631"/>
                  <a:pt x="264871" y="99464"/>
                </a:cubicBezTo>
                <a:cubicBezTo>
                  <a:pt x="264300" y="99298"/>
                  <a:pt x="263837" y="99060"/>
                  <a:pt x="263480" y="98750"/>
                </a:cubicBezTo>
                <a:cubicBezTo>
                  <a:pt x="263123" y="98441"/>
                  <a:pt x="262802" y="98072"/>
                  <a:pt x="262516" y="97644"/>
                </a:cubicBezTo>
                <a:lnTo>
                  <a:pt x="235393" y="62098"/>
                </a:lnTo>
                <a:lnTo>
                  <a:pt x="235393" y="97715"/>
                </a:lnTo>
                <a:cubicBezTo>
                  <a:pt x="235393" y="98096"/>
                  <a:pt x="235298" y="98417"/>
                  <a:pt x="235107" y="98679"/>
                </a:cubicBezTo>
                <a:cubicBezTo>
                  <a:pt x="234917" y="98941"/>
                  <a:pt x="234608" y="99167"/>
                  <a:pt x="234179" y="99357"/>
                </a:cubicBezTo>
                <a:cubicBezTo>
                  <a:pt x="233751" y="99547"/>
                  <a:pt x="233156" y="99690"/>
                  <a:pt x="232395" y="99785"/>
                </a:cubicBezTo>
                <a:cubicBezTo>
                  <a:pt x="231634" y="99880"/>
                  <a:pt x="230658" y="99928"/>
                  <a:pt x="229468" y="99928"/>
                </a:cubicBezTo>
                <a:cubicBezTo>
                  <a:pt x="228326" y="99928"/>
                  <a:pt x="227375" y="99880"/>
                  <a:pt x="226613" y="99785"/>
                </a:cubicBezTo>
                <a:cubicBezTo>
                  <a:pt x="225852" y="99690"/>
                  <a:pt x="225245" y="99547"/>
                  <a:pt x="224793" y="99357"/>
                </a:cubicBezTo>
                <a:cubicBezTo>
                  <a:pt x="224341" y="99167"/>
                  <a:pt x="224032" y="98941"/>
                  <a:pt x="223865" y="98679"/>
                </a:cubicBezTo>
                <a:cubicBezTo>
                  <a:pt x="223699" y="98416"/>
                  <a:pt x="223615" y="98094"/>
                  <a:pt x="223615" y="97713"/>
                </a:cubicBezTo>
                <a:lnTo>
                  <a:pt x="223615" y="2286"/>
                </a:lnTo>
                <a:cubicBezTo>
                  <a:pt x="223615" y="1906"/>
                  <a:pt x="223699" y="1573"/>
                  <a:pt x="223865" y="1287"/>
                </a:cubicBezTo>
                <a:cubicBezTo>
                  <a:pt x="224032" y="1000"/>
                  <a:pt x="224341" y="761"/>
                  <a:pt x="224793" y="571"/>
                </a:cubicBezTo>
                <a:cubicBezTo>
                  <a:pt x="225245" y="381"/>
                  <a:pt x="225852" y="238"/>
                  <a:pt x="226613" y="143"/>
                </a:cubicBezTo>
                <a:cubicBezTo>
                  <a:pt x="227375" y="48"/>
                  <a:pt x="228326" y="0"/>
                  <a:pt x="229468" y="0"/>
                </a:cubicBezTo>
                <a:cubicBezTo>
                  <a:pt x="230658" y="0"/>
                  <a:pt x="231634" y="48"/>
                  <a:pt x="232395" y="143"/>
                </a:cubicBezTo>
                <a:cubicBezTo>
                  <a:pt x="233156" y="238"/>
                  <a:pt x="233751" y="381"/>
                  <a:pt x="234179" y="571"/>
                </a:cubicBezTo>
                <a:cubicBezTo>
                  <a:pt x="234608" y="761"/>
                  <a:pt x="234917" y="1000"/>
                  <a:pt x="235107" y="1287"/>
                </a:cubicBezTo>
                <a:cubicBezTo>
                  <a:pt x="235298" y="1573"/>
                  <a:pt x="235393" y="1906"/>
                  <a:pt x="235393" y="2286"/>
                </a:cubicBezTo>
                <a:lnTo>
                  <a:pt x="235393" y="60456"/>
                </a:lnTo>
                <a:lnTo>
                  <a:pt x="259661" y="33761"/>
                </a:lnTo>
                <a:cubicBezTo>
                  <a:pt x="260042" y="33286"/>
                  <a:pt x="260446" y="32893"/>
                  <a:pt x="260874" y="32584"/>
                </a:cubicBezTo>
                <a:cubicBezTo>
                  <a:pt x="261303" y="32274"/>
                  <a:pt x="261814" y="32013"/>
                  <a:pt x="262409" y="31799"/>
                </a:cubicBezTo>
                <a:cubicBezTo>
                  <a:pt x="263004" y="31584"/>
                  <a:pt x="263706" y="31442"/>
                  <a:pt x="264515" y="31370"/>
                </a:cubicBezTo>
                <a:cubicBezTo>
                  <a:pt x="265324" y="31299"/>
                  <a:pt x="266299" y="31263"/>
                  <a:pt x="267441" y="31263"/>
                </a:cubicBezTo>
                <a:cubicBezTo>
                  <a:pt x="268631" y="31263"/>
                  <a:pt x="269630" y="31299"/>
                  <a:pt x="270439" y="31370"/>
                </a:cubicBezTo>
                <a:cubicBezTo>
                  <a:pt x="271248" y="31442"/>
                  <a:pt x="271902" y="31561"/>
                  <a:pt x="272402" y="31727"/>
                </a:cubicBezTo>
                <a:cubicBezTo>
                  <a:pt x="272901" y="31894"/>
                  <a:pt x="273258" y="32108"/>
                  <a:pt x="273472" y="32370"/>
                </a:cubicBezTo>
                <a:cubicBezTo>
                  <a:pt x="273687" y="32631"/>
                  <a:pt x="273794" y="32976"/>
                  <a:pt x="273794" y="33405"/>
                </a:cubicBezTo>
                <a:cubicBezTo>
                  <a:pt x="273794" y="33976"/>
                  <a:pt x="273639" y="34547"/>
                  <a:pt x="273330" y="35118"/>
                </a:cubicBezTo>
                <a:cubicBezTo>
                  <a:pt x="273020" y="35689"/>
                  <a:pt x="272509" y="36355"/>
                  <a:pt x="271795" y="37116"/>
                </a:cubicBezTo>
                <a:lnTo>
                  <a:pt x="248526" y="60385"/>
                </a:lnTo>
                <a:lnTo>
                  <a:pt x="274650" y="94289"/>
                </a:lnTo>
                <a:cubicBezTo>
                  <a:pt x="275269" y="95098"/>
                  <a:pt x="275709" y="95752"/>
                  <a:pt x="275971" y="96252"/>
                </a:cubicBezTo>
                <a:cubicBezTo>
                  <a:pt x="276232" y="96752"/>
                  <a:pt x="276363" y="97216"/>
                  <a:pt x="276363" y="97644"/>
                </a:cubicBezTo>
                <a:close/>
                <a:moveTo>
                  <a:pt x="360862" y="19700"/>
                </a:moveTo>
                <a:cubicBezTo>
                  <a:pt x="360862" y="20604"/>
                  <a:pt x="360815" y="21401"/>
                  <a:pt x="360720" y="22091"/>
                </a:cubicBezTo>
                <a:cubicBezTo>
                  <a:pt x="360624" y="22781"/>
                  <a:pt x="360482" y="23352"/>
                  <a:pt x="360291" y="23804"/>
                </a:cubicBezTo>
                <a:cubicBezTo>
                  <a:pt x="360101" y="24256"/>
                  <a:pt x="359863" y="24578"/>
                  <a:pt x="359578" y="24768"/>
                </a:cubicBezTo>
                <a:cubicBezTo>
                  <a:pt x="359292" y="24958"/>
                  <a:pt x="358983" y="25053"/>
                  <a:pt x="358650" y="25053"/>
                </a:cubicBezTo>
                <a:cubicBezTo>
                  <a:pt x="358079" y="25053"/>
                  <a:pt x="357127" y="24601"/>
                  <a:pt x="355795" y="23697"/>
                </a:cubicBezTo>
                <a:cubicBezTo>
                  <a:pt x="354462" y="22793"/>
                  <a:pt x="352678" y="21794"/>
                  <a:pt x="350441" y="20699"/>
                </a:cubicBezTo>
                <a:cubicBezTo>
                  <a:pt x="348205" y="19605"/>
                  <a:pt x="345528" y="18606"/>
                  <a:pt x="342411" y="17702"/>
                </a:cubicBezTo>
                <a:cubicBezTo>
                  <a:pt x="339295" y="16797"/>
                  <a:pt x="335595" y="16345"/>
                  <a:pt x="331312" y="16345"/>
                </a:cubicBezTo>
                <a:cubicBezTo>
                  <a:pt x="326221" y="16345"/>
                  <a:pt x="321653" y="17273"/>
                  <a:pt x="317608" y="19129"/>
                </a:cubicBezTo>
                <a:cubicBezTo>
                  <a:pt x="313563" y="20985"/>
                  <a:pt x="310137" y="23554"/>
                  <a:pt x="307330" y="26838"/>
                </a:cubicBezTo>
                <a:cubicBezTo>
                  <a:pt x="304522" y="30121"/>
                  <a:pt x="302369" y="34023"/>
                  <a:pt x="300870" y="38544"/>
                </a:cubicBezTo>
                <a:cubicBezTo>
                  <a:pt x="299371" y="43064"/>
                  <a:pt x="298621" y="47965"/>
                  <a:pt x="298621" y="53247"/>
                </a:cubicBezTo>
                <a:cubicBezTo>
                  <a:pt x="298621" y="59148"/>
                  <a:pt x="299442" y="64382"/>
                  <a:pt x="301084" y="68950"/>
                </a:cubicBezTo>
                <a:cubicBezTo>
                  <a:pt x="302726" y="73518"/>
                  <a:pt x="304998" y="77373"/>
                  <a:pt x="307901" y="80513"/>
                </a:cubicBezTo>
                <a:cubicBezTo>
                  <a:pt x="310803" y="83654"/>
                  <a:pt x="314265" y="86033"/>
                  <a:pt x="318286" y="87651"/>
                </a:cubicBezTo>
                <a:cubicBezTo>
                  <a:pt x="322307" y="89269"/>
                  <a:pt x="326720" y="90078"/>
                  <a:pt x="331526" y="90078"/>
                </a:cubicBezTo>
                <a:cubicBezTo>
                  <a:pt x="334381" y="90078"/>
                  <a:pt x="337272" y="89733"/>
                  <a:pt x="340199" y="89043"/>
                </a:cubicBezTo>
                <a:cubicBezTo>
                  <a:pt x="343125" y="88353"/>
                  <a:pt x="345849" y="87318"/>
                  <a:pt x="348371" y="85938"/>
                </a:cubicBezTo>
                <a:lnTo>
                  <a:pt x="348371" y="59029"/>
                </a:lnTo>
                <a:lnTo>
                  <a:pt x="326958" y="59029"/>
                </a:lnTo>
                <a:cubicBezTo>
                  <a:pt x="326149" y="59029"/>
                  <a:pt x="325543" y="58624"/>
                  <a:pt x="325138" y="57815"/>
                </a:cubicBezTo>
                <a:cubicBezTo>
                  <a:pt x="324734" y="57007"/>
                  <a:pt x="324531" y="55746"/>
                  <a:pt x="324531" y="54033"/>
                </a:cubicBezTo>
                <a:cubicBezTo>
                  <a:pt x="324531" y="53128"/>
                  <a:pt x="324579" y="52355"/>
                  <a:pt x="324674" y="51713"/>
                </a:cubicBezTo>
                <a:cubicBezTo>
                  <a:pt x="324769" y="51070"/>
                  <a:pt x="324924" y="50547"/>
                  <a:pt x="325138" y="50142"/>
                </a:cubicBezTo>
                <a:cubicBezTo>
                  <a:pt x="325352" y="49738"/>
                  <a:pt x="325602" y="49441"/>
                  <a:pt x="325888" y="49250"/>
                </a:cubicBezTo>
                <a:cubicBezTo>
                  <a:pt x="326173" y="49060"/>
                  <a:pt x="326530" y="48965"/>
                  <a:pt x="326958" y="48965"/>
                </a:cubicBezTo>
                <a:lnTo>
                  <a:pt x="356294" y="48965"/>
                </a:lnTo>
                <a:cubicBezTo>
                  <a:pt x="356818" y="48965"/>
                  <a:pt x="357341" y="49060"/>
                  <a:pt x="357865" y="49250"/>
                </a:cubicBezTo>
                <a:cubicBezTo>
                  <a:pt x="358388" y="49441"/>
                  <a:pt x="358864" y="49726"/>
                  <a:pt x="359292" y="50107"/>
                </a:cubicBezTo>
                <a:cubicBezTo>
                  <a:pt x="359720" y="50487"/>
                  <a:pt x="360053" y="51011"/>
                  <a:pt x="360291" y="51677"/>
                </a:cubicBezTo>
                <a:cubicBezTo>
                  <a:pt x="360529" y="52343"/>
                  <a:pt x="360648" y="53105"/>
                  <a:pt x="360648" y="53961"/>
                </a:cubicBezTo>
                <a:lnTo>
                  <a:pt x="360648" y="89150"/>
                </a:lnTo>
                <a:cubicBezTo>
                  <a:pt x="360648" y="90387"/>
                  <a:pt x="360434" y="91458"/>
                  <a:pt x="360006" y="92362"/>
                </a:cubicBezTo>
                <a:cubicBezTo>
                  <a:pt x="359578" y="93266"/>
                  <a:pt x="358673" y="94063"/>
                  <a:pt x="357294" y="94753"/>
                </a:cubicBezTo>
                <a:cubicBezTo>
                  <a:pt x="355914" y="95443"/>
                  <a:pt x="354129" y="96193"/>
                  <a:pt x="351940" y="97002"/>
                </a:cubicBezTo>
                <a:cubicBezTo>
                  <a:pt x="349751" y="97810"/>
                  <a:pt x="347491" y="98500"/>
                  <a:pt x="345159" y="99071"/>
                </a:cubicBezTo>
                <a:cubicBezTo>
                  <a:pt x="342828" y="99643"/>
                  <a:pt x="340472" y="100071"/>
                  <a:pt x="338093" y="100356"/>
                </a:cubicBezTo>
                <a:cubicBezTo>
                  <a:pt x="335714" y="100642"/>
                  <a:pt x="333358" y="100785"/>
                  <a:pt x="331027" y="100785"/>
                </a:cubicBezTo>
                <a:cubicBezTo>
                  <a:pt x="323889" y="100785"/>
                  <a:pt x="317513" y="99678"/>
                  <a:pt x="311898" y="97466"/>
                </a:cubicBezTo>
                <a:cubicBezTo>
                  <a:pt x="306283" y="95253"/>
                  <a:pt x="301536" y="92100"/>
                  <a:pt x="297658" y="88008"/>
                </a:cubicBezTo>
                <a:cubicBezTo>
                  <a:pt x="293780" y="83916"/>
                  <a:pt x="290818" y="79015"/>
                  <a:pt x="288771" y="73304"/>
                </a:cubicBezTo>
                <a:cubicBezTo>
                  <a:pt x="286725" y="67594"/>
                  <a:pt x="285702" y="61218"/>
                  <a:pt x="285702" y="54175"/>
                </a:cubicBezTo>
                <a:cubicBezTo>
                  <a:pt x="285702" y="46847"/>
                  <a:pt x="286809" y="40209"/>
                  <a:pt x="289021" y="34261"/>
                </a:cubicBezTo>
                <a:cubicBezTo>
                  <a:pt x="291234" y="28313"/>
                  <a:pt x="294351" y="23245"/>
                  <a:pt x="298372" y="19058"/>
                </a:cubicBezTo>
                <a:cubicBezTo>
                  <a:pt x="302393" y="14870"/>
                  <a:pt x="307222" y="11623"/>
                  <a:pt x="312861" y="9315"/>
                </a:cubicBezTo>
                <a:cubicBezTo>
                  <a:pt x="318500" y="7007"/>
                  <a:pt x="324746" y="5853"/>
                  <a:pt x="331598" y="5853"/>
                </a:cubicBezTo>
                <a:cubicBezTo>
                  <a:pt x="335119" y="5853"/>
                  <a:pt x="338426" y="6162"/>
                  <a:pt x="341519" y="6781"/>
                </a:cubicBezTo>
                <a:cubicBezTo>
                  <a:pt x="344612" y="7399"/>
                  <a:pt x="347360" y="8125"/>
                  <a:pt x="349763" y="8958"/>
                </a:cubicBezTo>
                <a:cubicBezTo>
                  <a:pt x="352166" y="9791"/>
                  <a:pt x="354189" y="10695"/>
                  <a:pt x="355830" y="11670"/>
                </a:cubicBezTo>
                <a:cubicBezTo>
                  <a:pt x="357472" y="12646"/>
                  <a:pt x="358602" y="13443"/>
                  <a:pt x="359221" y="14061"/>
                </a:cubicBezTo>
                <a:cubicBezTo>
                  <a:pt x="359839" y="14680"/>
                  <a:pt x="360268" y="15394"/>
                  <a:pt x="360505" y="16203"/>
                </a:cubicBezTo>
                <a:cubicBezTo>
                  <a:pt x="360743" y="17012"/>
                  <a:pt x="360862" y="18177"/>
                  <a:pt x="360862" y="19700"/>
                </a:cubicBezTo>
                <a:close/>
                <a:moveTo>
                  <a:pt x="439884" y="34190"/>
                </a:moveTo>
                <a:cubicBezTo>
                  <a:pt x="439884" y="38805"/>
                  <a:pt x="439122" y="42969"/>
                  <a:pt x="437600" y="46681"/>
                </a:cubicBezTo>
                <a:cubicBezTo>
                  <a:pt x="436077" y="50392"/>
                  <a:pt x="433900" y="53557"/>
                  <a:pt x="431069" y="56174"/>
                </a:cubicBezTo>
                <a:cubicBezTo>
                  <a:pt x="428237" y="58791"/>
                  <a:pt x="424764" y="60813"/>
                  <a:pt x="420648" y="62241"/>
                </a:cubicBezTo>
                <a:cubicBezTo>
                  <a:pt x="416532" y="63668"/>
                  <a:pt x="411618" y="64382"/>
                  <a:pt x="405908" y="64382"/>
                </a:cubicBezTo>
                <a:lnTo>
                  <a:pt x="395416" y="64382"/>
                </a:lnTo>
                <a:lnTo>
                  <a:pt x="395416" y="97644"/>
                </a:lnTo>
                <a:cubicBezTo>
                  <a:pt x="395416" y="98025"/>
                  <a:pt x="395309" y="98358"/>
                  <a:pt x="395095" y="98643"/>
                </a:cubicBezTo>
                <a:cubicBezTo>
                  <a:pt x="394880" y="98929"/>
                  <a:pt x="394547" y="99155"/>
                  <a:pt x="394095" y="99321"/>
                </a:cubicBezTo>
                <a:cubicBezTo>
                  <a:pt x="393643" y="99488"/>
                  <a:pt x="393025" y="99631"/>
                  <a:pt x="392240" y="99750"/>
                </a:cubicBezTo>
                <a:cubicBezTo>
                  <a:pt x="391454" y="99869"/>
                  <a:pt x="390467" y="99928"/>
                  <a:pt x="389277" y="99928"/>
                </a:cubicBezTo>
                <a:cubicBezTo>
                  <a:pt x="388088" y="99928"/>
                  <a:pt x="387100" y="99869"/>
                  <a:pt x="386315" y="99750"/>
                </a:cubicBezTo>
                <a:cubicBezTo>
                  <a:pt x="385530" y="99631"/>
                  <a:pt x="384900" y="99488"/>
                  <a:pt x="384424" y="99321"/>
                </a:cubicBezTo>
                <a:cubicBezTo>
                  <a:pt x="383948" y="99155"/>
                  <a:pt x="383615" y="98929"/>
                  <a:pt x="383424" y="98643"/>
                </a:cubicBezTo>
                <a:cubicBezTo>
                  <a:pt x="383234" y="98358"/>
                  <a:pt x="383139" y="98025"/>
                  <a:pt x="383139" y="97644"/>
                </a:cubicBezTo>
                <a:lnTo>
                  <a:pt x="383139" y="12420"/>
                </a:lnTo>
                <a:cubicBezTo>
                  <a:pt x="383139" y="10516"/>
                  <a:pt x="383639" y="9160"/>
                  <a:pt x="384638" y="8351"/>
                </a:cubicBezTo>
                <a:cubicBezTo>
                  <a:pt x="385637" y="7542"/>
                  <a:pt x="386755" y="7138"/>
                  <a:pt x="387993" y="7138"/>
                </a:cubicBezTo>
                <a:lnTo>
                  <a:pt x="407764" y="7138"/>
                </a:lnTo>
                <a:cubicBezTo>
                  <a:pt x="409763" y="7138"/>
                  <a:pt x="411678" y="7221"/>
                  <a:pt x="413510" y="7388"/>
                </a:cubicBezTo>
                <a:cubicBezTo>
                  <a:pt x="415342" y="7554"/>
                  <a:pt x="417507" y="7911"/>
                  <a:pt x="420005" y="8458"/>
                </a:cubicBezTo>
                <a:cubicBezTo>
                  <a:pt x="422503" y="9005"/>
                  <a:pt x="425049" y="10028"/>
                  <a:pt x="427643" y="11527"/>
                </a:cubicBezTo>
                <a:cubicBezTo>
                  <a:pt x="430236" y="13026"/>
                  <a:pt x="432437" y="14870"/>
                  <a:pt x="434245" y="17059"/>
                </a:cubicBezTo>
                <a:cubicBezTo>
                  <a:pt x="436053" y="19248"/>
                  <a:pt x="437445" y="21782"/>
                  <a:pt x="438421" y="24661"/>
                </a:cubicBezTo>
                <a:cubicBezTo>
                  <a:pt x="439396" y="27540"/>
                  <a:pt x="439884" y="30716"/>
                  <a:pt x="439884" y="34190"/>
                </a:cubicBezTo>
                <a:moveTo>
                  <a:pt x="426964" y="35189"/>
                </a:moveTo>
                <a:cubicBezTo>
                  <a:pt x="426964" y="31430"/>
                  <a:pt x="426263" y="28289"/>
                  <a:pt x="424859" y="25767"/>
                </a:cubicBezTo>
                <a:cubicBezTo>
                  <a:pt x="423455" y="23245"/>
                  <a:pt x="421718" y="21366"/>
                  <a:pt x="419648" y="20128"/>
                </a:cubicBezTo>
                <a:cubicBezTo>
                  <a:pt x="417578" y="18891"/>
                  <a:pt x="415437" y="18106"/>
                  <a:pt x="413224" y="17773"/>
                </a:cubicBezTo>
                <a:cubicBezTo>
                  <a:pt x="411012" y="17440"/>
                  <a:pt x="408858" y="17273"/>
                  <a:pt x="406765" y="17273"/>
                </a:cubicBezTo>
                <a:lnTo>
                  <a:pt x="395416" y="17273"/>
                </a:lnTo>
                <a:lnTo>
                  <a:pt x="395416" y="54318"/>
                </a:lnTo>
                <a:lnTo>
                  <a:pt x="406479" y="54318"/>
                </a:lnTo>
                <a:cubicBezTo>
                  <a:pt x="410191" y="54318"/>
                  <a:pt x="413272" y="53842"/>
                  <a:pt x="415723" y="52890"/>
                </a:cubicBezTo>
                <a:cubicBezTo>
                  <a:pt x="418173" y="51939"/>
                  <a:pt x="420231" y="50618"/>
                  <a:pt x="421897" y="48929"/>
                </a:cubicBezTo>
                <a:cubicBezTo>
                  <a:pt x="423562" y="47240"/>
                  <a:pt x="424823" y="45217"/>
                  <a:pt x="425680" y="42862"/>
                </a:cubicBezTo>
                <a:cubicBezTo>
                  <a:pt x="426536" y="40507"/>
                  <a:pt x="426964" y="37949"/>
                  <a:pt x="426964" y="35189"/>
                </a:cubicBezTo>
                <a:close/>
                <a:moveTo>
                  <a:pt x="513970" y="12420"/>
                </a:moveTo>
                <a:cubicBezTo>
                  <a:pt x="513970" y="13324"/>
                  <a:pt x="513922" y="14109"/>
                  <a:pt x="513827" y="14775"/>
                </a:cubicBezTo>
                <a:cubicBezTo>
                  <a:pt x="513732" y="15441"/>
                  <a:pt x="513577" y="15977"/>
                  <a:pt x="513363" y="16381"/>
                </a:cubicBezTo>
                <a:cubicBezTo>
                  <a:pt x="513149" y="16786"/>
                  <a:pt x="512887" y="17083"/>
                  <a:pt x="512578" y="17273"/>
                </a:cubicBezTo>
                <a:cubicBezTo>
                  <a:pt x="512269" y="17464"/>
                  <a:pt x="511924" y="17559"/>
                  <a:pt x="511543" y="17559"/>
                </a:cubicBezTo>
                <a:lnTo>
                  <a:pt x="485562" y="17559"/>
                </a:lnTo>
                <a:lnTo>
                  <a:pt x="485562" y="97644"/>
                </a:lnTo>
                <a:cubicBezTo>
                  <a:pt x="485562" y="98025"/>
                  <a:pt x="485467" y="98358"/>
                  <a:pt x="485276" y="98643"/>
                </a:cubicBezTo>
                <a:cubicBezTo>
                  <a:pt x="485086" y="98929"/>
                  <a:pt x="484753" y="99155"/>
                  <a:pt x="484277" y="99321"/>
                </a:cubicBezTo>
                <a:cubicBezTo>
                  <a:pt x="483801" y="99488"/>
                  <a:pt x="483171" y="99631"/>
                  <a:pt x="482385" y="99750"/>
                </a:cubicBezTo>
                <a:cubicBezTo>
                  <a:pt x="481600" y="99869"/>
                  <a:pt x="480613" y="99928"/>
                  <a:pt x="479423" y="99928"/>
                </a:cubicBezTo>
                <a:cubicBezTo>
                  <a:pt x="478281" y="99928"/>
                  <a:pt x="477306" y="99869"/>
                  <a:pt x="476497" y="99750"/>
                </a:cubicBezTo>
                <a:cubicBezTo>
                  <a:pt x="475688" y="99631"/>
                  <a:pt x="475045" y="99488"/>
                  <a:pt x="474570" y="99321"/>
                </a:cubicBezTo>
                <a:cubicBezTo>
                  <a:pt x="474094" y="99155"/>
                  <a:pt x="473761" y="98929"/>
                  <a:pt x="473570" y="98643"/>
                </a:cubicBezTo>
                <a:cubicBezTo>
                  <a:pt x="473380" y="98358"/>
                  <a:pt x="473285" y="98025"/>
                  <a:pt x="473285" y="97644"/>
                </a:cubicBezTo>
                <a:lnTo>
                  <a:pt x="473285" y="17559"/>
                </a:lnTo>
                <a:lnTo>
                  <a:pt x="447304" y="17559"/>
                </a:lnTo>
                <a:cubicBezTo>
                  <a:pt x="446923" y="17559"/>
                  <a:pt x="446578" y="17464"/>
                  <a:pt x="446269" y="17273"/>
                </a:cubicBezTo>
                <a:cubicBezTo>
                  <a:pt x="445959" y="17083"/>
                  <a:pt x="445709" y="16786"/>
                  <a:pt x="445519" y="16381"/>
                </a:cubicBezTo>
                <a:cubicBezTo>
                  <a:pt x="445329" y="15977"/>
                  <a:pt x="445174" y="15441"/>
                  <a:pt x="445055" y="14775"/>
                </a:cubicBezTo>
                <a:cubicBezTo>
                  <a:pt x="444936" y="14109"/>
                  <a:pt x="444877" y="13324"/>
                  <a:pt x="444877" y="12420"/>
                </a:cubicBezTo>
                <a:cubicBezTo>
                  <a:pt x="444877" y="11516"/>
                  <a:pt x="444936" y="10718"/>
                  <a:pt x="445055" y="10028"/>
                </a:cubicBezTo>
                <a:cubicBezTo>
                  <a:pt x="445174" y="9339"/>
                  <a:pt x="445329" y="8779"/>
                  <a:pt x="445519" y="8351"/>
                </a:cubicBezTo>
                <a:cubicBezTo>
                  <a:pt x="445709" y="7923"/>
                  <a:pt x="445959" y="7614"/>
                  <a:pt x="446269" y="7423"/>
                </a:cubicBezTo>
                <a:cubicBezTo>
                  <a:pt x="446578" y="7233"/>
                  <a:pt x="446923" y="7138"/>
                  <a:pt x="447304" y="7138"/>
                </a:cubicBezTo>
                <a:lnTo>
                  <a:pt x="511543" y="7138"/>
                </a:lnTo>
                <a:cubicBezTo>
                  <a:pt x="511924" y="7138"/>
                  <a:pt x="512269" y="7233"/>
                  <a:pt x="512578" y="7423"/>
                </a:cubicBezTo>
                <a:cubicBezTo>
                  <a:pt x="512887" y="7614"/>
                  <a:pt x="513149" y="7923"/>
                  <a:pt x="513363" y="8351"/>
                </a:cubicBezTo>
                <a:cubicBezTo>
                  <a:pt x="513577" y="8779"/>
                  <a:pt x="513732" y="9339"/>
                  <a:pt x="513827" y="10028"/>
                </a:cubicBezTo>
                <a:cubicBezTo>
                  <a:pt x="513922" y="10718"/>
                  <a:pt x="513970" y="11516"/>
                  <a:pt x="513970" y="124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30B22D-D215-4C9A-9887-DD2E4112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" y="66031"/>
            <a:ext cx="3910985" cy="3168851"/>
          </a:xfrm>
          <a:custGeom xmlns:a="http://schemas.openxmlformats.org/drawingml/2006/main">
            <a:pathLst>
              <a:path w="3910985" h="3168851" fill="none">
                <a:moveTo>
                  <a:pt x="0" y="222697"/>
                </a:moveTo>
                <a:cubicBezTo>
                  <a:pt x="0" y="99670"/>
                  <a:pt x="99711" y="0"/>
                  <a:pt x="222713" y="0"/>
                </a:cubicBezTo>
                <a:lnTo>
                  <a:pt x="3688288" y="0"/>
                </a:lnTo>
                <a:cubicBezTo>
                  <a:pt x="3811234" y="0"/>
                  <a:pt x="3910985" y="99670"/>
                  <a:pt x="3910985" y="222697"/>
                </a:cubicBezTo>
                <a:lnTo>
                  <a:pt x="3910985" y="2946154"/>
                </a:lnTo>
                <a:cubicBezTo>
                  <a:pt x="3910985" y="3069181"/>
                  <a:pt x="3811234" y="3168851"/>
                  <a:pt x="3688288" y="3168851"/>
                </a:cubicBezTo>
                <a:lnTo>
                  <a:pt x="222713" y="3168851"/>
                </a:lnTo>
                <a:cubicBezTo>
                  <a:pt x="99711" y="3168851"/>
                  <a:pt x="0" y="3069181"/>
                  <a:pt x="0" y="2946154"/>
                </a:cubicBezTo>
                <a:lnTo>
                  <a:pt x="0" y="2226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66" cap="flat">
            <a:solidFill>
              <a:srgbClr val="042433"/>
            </a:solidFill>
            <a:custDash>
              <a:ds d="400000" sp="300000"/>
            </a:custDash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17C3A-8137-445B-98A5-F76EE972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178" y="66031"/>
            <a:ext cx="9439890" cy="3174933"/>
          </a:xfrm>
          <a:custGeom xmlns:a="http://schemas.openxmlformats.org/drawingml/2006/main">
            <a:pathLst>
              <a:path w="9439890" h="3174933" fill="none">
                <a:moveTo>
                  <a:pt x="0" y="223103"/>
                </a:moveTo>
                <a:cubicBezTo>
                  <a:pt x="0" y="99914"/>
                  <a:pt x="99914" y="0"/>
                  <a:pt x="223184" y="0"/>
                </a:cubicBezTo>
                <a:lnTo>
                  <a:pt x="9216706" y="0"/>
                </a:lnTo>
                <a:cubicBezTo>
                  <a:pt x="9339976" y="0"/>
                  <a:pt x="9439890" y="99914"/>
                  <a:pt x="9439890" y="223103"/>
                </a:cubicBezTo>
                <a:lnTo>
                  <a:pt x="9439890" y="2951831"/>
                </a:lnTo>
                <a:cubicBezTo>
                  <a:pt x="9439890" y="3075020"/>
                  <a:pt x="9339976" y="3174933"/>
                  <a:pt x="9216706" y="3174933"/>
                </a:cubicBezTo>
                <a:lnTo>
                  <a:pt x="223184" y="3174933"/>
                </a:lnTo>
                <a:cubicBezTo>
                  <a:pt x="99914" y="3174933"/>
                  <a:pt x="0" y="3075020"/>
                  <a:pt x="0" y="2951831"/>
                </a:cubicBezTo>
                <a:lnTo>
                  <a:pt x="0" y="2231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66" cap="flat">
            <a:solidFill>
              <a:srgbClr val="042433"/>
            </a:solidFill>
            <a:custDash>
              <a:ds d="400000" sp="300000"/>
            </a:custDash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EF3489-6092-4512-9CE4-09E06181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538" y="2663143"/>
            <a:ext cx="1259057" cy="413596"/>
          </a:xfrm>
          <a:custGeom xmlns:a="http://schemas.openxmlformats.org/drawingml/2006/main">
            <a:pathLst>
              <a:path w="1259057" h="413596">
                <a:moveTo>
                  <a:pt x="0" y="413596"/>
                </a:moveTo>
                <a:lnTo>
                  <a:pt x="0" y="0"/>
                </a:lnTo>
                <a:lnTo>
                  <a:pt x="1259057" y="0"/>
                </a:lnTo>
                <a:lnTo>
                  <a:pt x="1259057" y="413596"/>
                </a:lnTo>
                <a:lnTo>
                  <a:pt x="0" y="41359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126thBrick:">
            <a:extLst xmlns:a="http://schemas.openxmlformats.org/drawingml/2006/main">
              <a:ext uri="{FF2B5EF4-FFF2-40B4-BE49-F238E27FC236}">
                <a16:creationId xmlns:a16="http://schemas.microsoft.com/office/drawing/2014/main" id="{6415A29C-7FDE-41CF-B40A-5DF89C3D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757" y="2729703"/>
            <a:ext cx="690456" cy="100787"/>
          </a:xfrm>
          <a:custGeom xmlns:a="http://schemas.openxmlformats.org/drawingml/2006/main">
            <a:pathLst>
              <a:path w="690456" h="100787">
                <a:moveTo>
                  <a:pt x="53672" y="94515"/>
                </a:moveTo>
                <a:cubicBezTo>
                  <a:pt x="53672" y="95418"/>
                  <a:pt x="53601" y="96178"/>
                  <a:pt x="53459" y="96796"/>
                </a:cubicBezTo>
                <a:cubicBezTo>
                  <a:pt x="53316" y="97413"/>
                  <a:pt x="53126" y="97912"/>
                  <a:pt x="52888" y="98293"/>
                </a:cubicBezTo>
                <a:cubicBezTo>
                  <a:pt x="52651" y="98673"/>
                  <a:pt x="52378" y="98946"/>
                  <a:pt x="52069" y="99112"/>
                </a:cubicBezTo>
                <a:cubicBezTo>
                  <a:pt x="51760" y="99279"/>
                  <a:pt x="51439" y="99362"/>
                  <a:pt x="51106" y="99362"/>
                </a:cubicBezTo>
                <a:lnTo>
                  <a:pt x="2922" y="99362"/>
                </a:lnTo>
                <a:cubicBezTo>
                  <a:pt x="2590" y="99362"/>
                  <a:pt x="2281" y="99279"/>
                  <a:pt x="1996" y="99112"/>
                </a:cubicBezTo>
                <a:cubicBezTo>
                  <a:pt x="1711" y="98946"/>
                  <a:pt x="1437" y="98673"/>
                  <a:pt x="1176" y="98293"/>
                </a:cubicBezTo>
                <a:cubicBezTo>
                  <a:pt x="915" y="97912"/>
                  <a:pt x="713" y="97413"/>
                  <a:pt x="570" y="96796"/>
                </a:cubicBezTo>
                <a:cubicBezTo>
                  <a:pt x="428" y="96178"/>
                  <a:pt x="356" y="95418"/>
                  <a:pt x="356" y="94515"/>
                </a:cubicBezTo>
                <a:cubicBezTo>
                  <a:pt x="356" y="93660"/>
                  <a:pt x="428" y="92923"/>
                  <a:pt x="570" y="92305"/>
                </a:cubicBezTo>
                <a:cubicBezTo>
                  <a:pt x="713" y="91687"/>
                  <a:pt x="891" y="91177"/>
                  <a:pt x="1105" y="90773"/>
                </a:cubicBezTo>
                <a:cubicBezTo>
                  <a:pt x="1319" y="90369"/>
                  <a:pt x="1580" y="90060"/>
                  <a:pt x="1889" y="89846"/>
                </a:cubicBezTo>
                <a:cubicBezTo>
                  <a:pt x="2198" y="89632"/>
                  <a:pt x="2542" y="89525"/>
                  <a:pt x="2922" y="89525"/>
                </a:cubicBezTo>
                <a:lnTo>
                  <a:pt x="22168" y="89525"/>
                </a:lnTo>
                <a:lnTo>
                  <a:pt x="22168" y="19316"/>
                </a:lnTo>
                <a:lnTo>
                  <a:pt x="4348" y="30008"/>
                </a:lnTo>
                <a:cubicBezTo>
                  <a:pt x="3445" y="30483"/>
                  <a:pt x="2720" y="30768"/>
                  <a:pt x="2174" y="30863"/>
                </a:cubicBezTo>
                <a:cubicBezTo>
                  <a:pt x="1628" y="30958"/>
                  <a:pt x="1188" y="30852"/>
                  <a:pt x="855" y="30543"/>
                </a:cubicBezTo>
                <a:cubicBezTo>
                  <a:pt x="523" y="30234"/>
                  <a:pt x="297" y="29722"/>
                  <a:pt x="178" y="29008"/>
                </a:cubicBezTo>
                <a:cubicBezTo>
                  <a:pt x="59" y="28292"/>
                  <a:pt x="0" y="27386"/>
                  <a:pt x="0" y="26291"/>
                </a:cubicBezTo>
                <a:cubicBezTo>
                  <a:pt x="0" y="25480"/>
                  <a:pt x="36" y="24788"/>
                  <a:pt x="107" y="24217"/>
                </a:cubicBezTo>
                <a:cubicBezTo>
                  <a:pt x="178" y="23645"/>
                  <a:pt x="285" y="23168"/>
                  <a:pt x="428" y="22787"/>
                </a:cubicBezTo>
                <a:cubicBezTo>
                  <a:pt x="570" y="22405"/>
                  <a:pt x="772" y="22072"/>
                  <a:pt x="1034" y="21787"/>
                </a:cubicBezTo>
                <a:cubicBezTo>
                  <a:pt x="1295" y="21500"/>
                  <a:pt x="1639" y="21214"/>
                  <a:pt x="2067" y="20929"/>
                </a:cubicBezTo>
                <a:lnTo>
                  <a:pt x="23308" y="7273"/>
                </a:lnTo>
                <a:cubicBezTo>
                  <a:pt x="23498" y="7130"/>
                  <a:pt x="23736" y="7011"/>
                  <a:pt x="24021" y="6916"/>
                </a:cubicBezTo>
                <a:cubicBezTo>
                  <a:pt x="24306" y="6820"/>
                  <a:pt x="24662" y="6724"/>
                  <a:pt x="25090" y="6629"/>
                </a:cubicBezTo>
                <a:cubicBezTo>
                  <a:pt x="25518" y="6534"/>
                  <a:pt x="26017" y="6474"/>
                  <a:pt x="26587" y="6451"/>
                </a:cubicBezTo>
                <a:cubicBezTo>
                  <a:pt x="27157" y="6427"/>
                  <a:pt x="27870" y="6415"/>
                  <a:pt x="28725" y="6415"/>
                </a:cubicBezTo>
                <a:cubicBezTo>
                  <a:pt x="29866" y="6415"/>
                  <a:pt x="30816" y="6463"/>
                  <a:pt x="31576" y="6558"/>
                </a:cubicBezTo>
                <a:cubicBezTo>
                  <a:pt x="32337" y="6653"/>
                  <a:pt x="32931" y="6783"/>
                  <a:pt x="33358" y="6950"/>
                </a:cubicBezTo>
                <a:cubicBezTo>
                  <a:pt x="33786" y="7116"/>
                  <a:pt x="34071" y="7331"/>
                  <a:pt x="34214" y="7593"/>
                </a:cubicBezTo>
                <a:cubicBezTo>
                  <a:pt x="34356" y="7855"/>
                  <a:pt x="34427" y="8128"/>
                  <a:pt x="34427" y="8413"/>
                </a:cubicBezTo>
                <a:lnTo>
                  <a:pt x="34427" y="89525"/>
                </a:lnTo>
                <a:lnTo>
                  <a:pt x="51106" y="89525"/>
                </a:lnTo>
                <a:cubicBezTo>
                  <a:pt x="51487" y="89525"/>
                  <a:pt x="51843" y="89632"/>
                  <a:pt x="52176" y="89846"/>
                </a:cubicBezTo>
                <a:cubicBezTo>
                  <a:pt x="52508" y="90060"/>
                  <a:pt x="52781" y="90369"/>
                  <a:pt x="52995" y="90773"/>
                </a:cubicBezTo>
                <a:cubicBezTo>
                  <a:pt x="53209" y="91177"/>
                  <a:pt x="53375" y="91687"/>
                  <a:pt x="53494" y="92305"/>
                </a:cubicBezTo>
                <a:cubicBezTo>
                  <a:pt x="53613" y="92923"/>
                  <a:pt x="53672" y="93660"/>
                  <a:pt x="53672" y="94515"/>
                </a:cubicBezTo>
                <a:close/>
                <a:moveTo>
                  <a:pt x="126447" y="94087"/>
                </a:moveTo>
                <a:cubicBezTo>
                  <a:pt x="126447" y="94943"/>
                  <a:pt x="126388" y="95703"/>
                  <a:pt x="126269" y="96368"/>
                </a:cubicBezTo>
                <a:cubicBezTo>
                  <a:pt x="126150" y="97033"/>
                  <a:pt x="125984" y="97592"/>
                  <a:pt x="125770" y="98043"/>
                </a:cubicBezTo>
                <a:cubicBezTo>
                  <a:pt x="125556" y="98495"/>
                  <a:pt x="125271" y="98827"/>
                  <a:pt x="124915" y="99041"/>
                </a:cubicBezTo>
                <a:cubicBezTo>
                  <a:pt x="124559" y="99255"/>
                  <a:pt x="124167" y="99362"/>
                  <a:pt x="123739" y="99362"/>
                </a:cubicBezTo>
                <a:lnTo>
                  <a:pt x="72775" y="99362"/>
                </a:lnTo>
                <a:cubicBezTo>
                  <a:pt x="72110" y="99362"/>
                  <a:pt x="71528" y="99279"/>
                  <a:pt x="71029" y="99112"/>
                </a:cubicBezTo>
                <a:cubicBezTo>
                  <a:pt x="70530" y="98946"/>
                  <a:pt x="70102" y="98673"/>
                  <a:pt x="69746" y="98293"/>
                </a:cubicBezTo>
                <a:cubicBezTo>
                  <a:pt x="69389" y="97912"/>
                  <a:pt x="69128" y="97366"/>
                  <a:pt x="68962" y="96653"/>
                </a:cubicBezTo>
                <a:cubicBezTo>
                  <a:pt x="68795" y="95940"/>
                  <a:pt x="68712" y="95061"/>
                  <a:pt x="68712" y="94016"/>
                </a:cubicBezTo>
                <a:cubicBezTo>
                  <a:pt x="68712" y="93066"/>
                  <a:pt x="68748" y="92234"/>
                  <a:pt x="68819" y="91521"/>
                </a:cubicBezTo>
                <a:cubicBezTo>
                  <a:pt x="68890" y="90808"/>
                  <a:pt x="69045" y="90179"/>
                  <a:pt x="69282" y="89632"/>
                </a:cubicBezTo>
                <a:cubicBezTo>
                  <a:pt x="69520" y="89086"/>
                  <a:pt x="69817" y="88539"/>
                  <a:pt x="70173" y="87993"/>
                </a:cubicBezTo>
                <a:cubicBezTo>
                  <a:pt x="70530" y="87446"/>
                  <a:pt x="70993" y="86864"/>
                  <a:pt x="71563" y="86247"/>
                </a:cubicBezTo>
                <a:lnTo>
                  <a:pt x="89454" y="67262"/>
                </a:lnTo>
                <a:cubicBezTo>
                  <a:pt x="93588" y="62887"/>
                  <a:pt x="96903" y="58964"/>
                  <a:pt x="99397" y="55492"/>
                </a:cubicBezTo>
                <a:cubicBezTo>
                  <a:pt x="101892" y="52020"/>
                  <a:pt x="103817" y="48858"/>
                  <a:pt x="105171" y="46006"/>
                </a:cubicBezTo>
                <a:cubicBezTo>
                  <a:pt x="106525" y="43152"/>
                  <a:pt x="107416" y="40560"/>
                  <a:pt x="107844" y="38230"/>
                </a:cubicBezTo>
                <a:cubicBezTo>
                  <a:pt x="108272" y="35900"/>
                  <a:pt x="108485" y="33712"/>
                  <a:pt x="108485" y="31668"/>
                </a:cubicBezTo>
                <a:cubicBezTo>
                  <a:pt x="108485" y="29621"/>
                  <a:pt x="108153" y="27683"/>
                  <a:pt x="107487" y="25852"/>
                </a:cubicBezTo>
                <a:cubicBezTo>
                  <a:pt x="106822" y="24019"/>
                  <a:pt x="105860" y="22413"/>
                  <a:pt x="104601" y="21034"/>
                </a:cubicBezTo>
                <a:cubicBezTo>
                  <a:pt x="103341" y="19653"/>
                  <a:pt x="101761" y="18558"/>
                  <a:pt x="99861" y="17750"/>
                </a:cubicBezTo>
                <a:cubicBezTo>
                  <a:pt x="97960" y="16941"/>
                  <a:pt x="95774" y="16537"/>
                  <a:pt x="93303" y="16537"/>
                </a:cubicBezTo>
                <a:cubicBezTo>
                  <a:pt x="90404" y="16537"/>
                  <a:pt x="87803" y="16940"/>
                  <a:pt x="85498" y="17748"/>
                </a:cubicBezTo>
                <a:cubicBezTo>
                  <a:pt x="83193" y="18556"/>
                  <a:pt x="81174" y="19435"/>
                  <a:pt x="79440" y="20386"/>
                </a:cubicBezTo>
                <a:cubicBezTo>
                  <a:pt x="77705" y="21336"/>
                  <a:pt x="76256" y="22215"/>
                  <a:pt x="75092" y="23023"/>
                </a:cubicBezTo>
                <a:cubicBezTo>
                  <a:pt x="73927" y="23831"/>
                  <a:pt x="73060" y="24235"/>
                  <a:pt x="72490" y="24235"/>
                </a:cubicBezTo>
                <a:cubicBezTo>
                  <a:pt x="72157" y="24235"/>
                  <a:pt x="71860" y="24140"/>
                  <a:pt x="71599" y="23949"/>
                </a:cubicBezTo>
                <a:cubicBezTo>
                  <a:pt x="71338" y="23759"/>
                  <a:pt x="71124" y="23451"/>
                  <a:pt x="70957" y="23023"/>
                </a:cubicBezTo>
                <a:cubicBezTo>
                  <a:pt x="70791" y="22595"/>
                  <a:pt x="70660" y="22025"/>
                  <a:pt x="70565" y="21312"/>
                </a:cubicBezTo>
                <a:cubicBezTo>
                  <a:pt x="70470" y="20599"/>
                  <a:pt x="70423" y="19744"/>
                  <a:pt x="70423" y="18746"/>
                </a:cubicBezTo>
                <a:cubicBezTo>
                  <a:pt x="70423" y="18033"/>
                  <a:pt x="70447" y="17416"/>
                  <a:pt x="70494" y="16893"/>
                </a:cubicBezTo>
                <a:cubicBezTo>
                  <a:pt x="70542" y="16370"/>
                  <a:pt x="70625" y="15919"/>
                  <a:pt x="70744" y="15539"/>
                </a:cubicBezTo>
                <a:cubicBezTo>
                  <a:pt x="70862" y="15158"/>
                  <a:pt x="71017" y="14802"/>
                  <a:pt x="71207" y="14469"/>
                </a:cubicBezTo>
                <a:cubicBezTo>
                  <a:pt x="71397" y="14137"/>
                  <a:pt x="71777" y="13721"/>
                  <a:pt x="72347" y="13222"/>
                </a:cubicBezTo>
                <a:cubicBezTo>
                  <a:pt x="72918" y="12723"/>
                  <a:pt x="73904" y="12046"/>
                  <a:pt x="75305" y="11191"/>
                </a:cubicBezTo>
                <a:cubicBezTo>
                  <a:pt x="76707" y="10335"/>
                  <a:pt x="78465" y="9492"/>
                  <a:pt x="80580" y="8660"/>
                </a:cubicBezTo>
                <a:cubicBezTo>
                  <a:pt x="82695" y="7829"/>
                  <a:pt x="85023" y="7128"/>
                  <a:pt x="87565" y="6558"/>
                </a:cubicBezTo>
                <a:cubicBezTo>
                  <a:pt x="90107" y="5987"/>
                  <a:pt x="92780" y="5702"/>
                  <a:pt x="95584" y="5702"/>
                </a:cubicBezTo>
                <a:cubicBezTo>
                  <a:pt x="100051" y="5702"/>
                  <a:pt x="103959" y="6333"/>
                  <a:pt x="107309" y="7593"/>
                </a:cubicBezTo>
                <a:cubicBezTo>
                  <a:pt x="110659" y="8853"/>
                  <a:pt x="113439" y="10576"/>
                  <a:pt x="115649" y="12763"/>
                </a:cubicBezTo>
                <a:cubicBezTo>
                  <a:pt x="117858" y="14951"/>
                  <a:pt x="119510" y="17495"/>
                  <a:pt x="120603" y="20397"/>
                </a:cubicBezTo>
                <a:cubicBezTo>
                  <a:pt x="121696" y="23297"/>
                  <a:pt x="122242" y="26388"/>
                  <a:pt x="122242" y="29670"/>
                </a:cubicBezTo>
                <a:cubicBezTo>
                  <a:pt x="122242" y="32619"/>
                  <a:pt x="121981" y="35556"/>
                  <a:pt x="121458" y="38481"/>
                </a:cubicBezTo>
                <a:cubicBezTo>
                  <a:pt x="120935" y="41405"/>
                  <a:pt x="119830" y="44567"/>
                  <a:pt x="118144" y="47968"/>
                </a:cubicBezTo>
                <a:cubicBezTo>
                  <a:pt x="116457" y="51369"/>
                  <a:pt x="114021" y="55149"/>
                  <a:pt x="110838" y="59310"/>
                </a:cubicBezTo>
                <a:cubicBezTo>
                  <a:pt x="107654" y="63471"/>
                  <a:pt x="103425" y="68262"/>
                  <a:pt x="98150" y="73684"/>
                </a:cubicBezTo>
                <a:lnTo>
                  <a:pt x="83538" y="88955"/>
                </a:lnTo>
                <a:lnTo>
                  <a:pt x="123668" y="88955"/>
                </a:lnTo>
                <a:cubicBezTo>
                  <a:pt x="124048" y="88955"/>
                  <a:pt x="124416" y="89062"/>
                  <a:pt x="124772" y="89276"/>
                </a:cubicBezTo>
                <a:cubicBezTo>
                  <a:pt x="125129" y="89490"/>
                  <a:pt x="125438" y="89810"/>
                  <a:pt x="125699" y="90238"/>
                </a:cubicBezTo>
                <a:cubicBezTo>
                  <a:pt x="125960" y="90666"/>
                  <a:pt x="126150" y="91200"/>
                  <a:pt x="126269" y="91842"/>
                </a:cubicBezTo>
                <a:cubicBezTo>
                  <a:pt x="126388" y="92483"/>
                  <a:pt x="126447" y="93232"/>
                  <a:pt x="126447" y="94087"/>
                </a:cubicBezTo>
                <a:close/>
                <a:moveTo>
                  <a:pt x="201788" y="69530"/>
                </a:moveTo>
                <a:cubicBezTo>
                  <a:pt x="201788" y="73573"/>
                  <a:pt x="201171" y="77486"/>
                  <a:pt x="199935" y="81268"/>
                </a:cubicBezTo>
                <a:cubicBezTo>
                  <a:pt x="198700" y="85050"/>
                  <a:pt x="196799" y="88381"/>
                  <a:pt x="194233" y="91261"/>
                </a:cubicBezTo>
                <a:cubicBezTo>
                  <a:pt x="191667" y="94138"/>
                  <a:pt x="188412" y="96446"/>
                  <a:pt x="184468" y="98183"/>
                </a:cubicBezTo>
                <a:cubicBezTo>
                  <a:pt x="180524" y="99919"/>
                  <a:pt x="175867" y="100787"/>
                  <a:pt x="170497" y="100787"/>
                </a:cubicBezTo>
                <a:cubicBezTo>
                  <a:pt x="166648" y="100787"/>
                  <a:pt x="163251" y="100312"/>
                  <a:pt x="160305" y="99362"/>
                </a:cubicBezTo>
                <a:cubicBezTo>
                  <a:pt x="157358" y="98410"/>
                  <a:pt x="154792" y="97054"/>
                  <a:pt x="152607" y="95294"/>
                </a:cubicBezTo>
                <a:cubicBezTo>
                  <a:pt x="150421" y="93535"/>
                  <a:pt x="148603" y="91371"/>
                  <a:pt x="147154" y="88804"/>
                </a:cubicBezTo>
                <a:cubicBezTo>
                  <a:pt x="145704" y="86236"/>
                  <a:pt x="144540" y="83312"/>
                  <a:pt x="143661" y="80030"/>
                </a:cubicBezTo>
                <a:cubicBezTo>
                  <a:pt x="142782" y="76748"/>
                  <a:pt x="142152" y="73157"/>
                  <a:pt x="141772" y="69258"/>
                </a:cubicBezTo>
                <a:cubicBezTo>
                  <a:pt x="141392" y="65358"/>
                  <a:pt x="141202" y="61174"/>
                  <a:pt x="141202" y="56704"/>
                </a:cubicBezTo>
                <a:cubicBezTo>
                  <a:pt x="141202" y="52757"/>
                  <a:pt x="141416" y="48762"/>
                  <a:pt x="141844" y="44720"/>
                </a:cubicBezTo>
                <a:cubicBezTo>
                  <a:pt x="142271" y="40678"/>
                  <a:pt x="143032" y="36779"/>
                  <a:pt x="144124" y="33022"/>
                </a:cubicBezTo>
                <a:cubicBezTo>
                  <a:pt x="145217" y="29265"/>
                  <a:pt x="146702" y="25734"/>
                  <a:pt x="148579" y="22430"/>
                </a:cubicBezTo>
                <a:cubicBezTo>
                  <a:pt x="150456" y="19125"/>
                  <a:pt x="152808" y="16248"/>
                  <a:pt x="155636" y="13799"/>
                </a:cubicBezTo>
                <a:cubicBezTo>
                  <a:pt x="158463" y="11349"/>
                  <a:pt x="161849" y="9411"/>
                  <a:pt x="165793" y="7985"/>
                </a:cubicBezTo>
                <a:cubicBezTo>
                  <a:pt x="169737" y="6558"/>
                  <a:pt x="174323" y="5845"/>
                  <a:pt x="179550" y="5845"/>
                </a:cubicBezTo>
                <a:cubicBezTo>
                  <a:pt x="181308" y="5845"/>
                  <a:pt x="183090" y="5952"/>
                  <a:pt x="184896" y="6166"/>
                </a:cubicBezTo>
                <a:cubicBezTo>
                  <a:pt x="186701" y="6379"/>
                  <a:pt x="188364" y="6665"/>
                  <a:pt x="189885" y="7021"/>
                </a:cubicBezTo>
                <a:cubicBezTo>
                  <a:pt x="191406" y="7377"/>
                  <a:pt x="192689" y="7769"/>
                  <a:pt x="193734" y="8197"/>
                </a:cubicBezTo>
                <a:cubicBezTo>
                  <a:pt x="194779" y="8625"/>
                  <a:pt x="195468" y="8969"/>
                  <a:pt x="195801" y="9231"/>
                </a:cubicBezTo>
                <a:cubicBezTo>
                  <a:pt x="196134" y="9492"/>
                  <a:pt x="196383" y="9777"/>
                  <a:pt x="196550" y="10086"/>
                </a:cubicBezTo>
                <a:cubicBezTo>
                  <a:pt x="196716" y="10395"/>
                  <a:pt x="196847" y="10727"/>
                  <a:pt x="196942" y="11084"/>
                </a:cubicBezTo>
                <a:cubicBezTo>
                  <a:pt x="197037" y="11440"/>
                  <a:pt x="197108" y="11844"/>
                  <a:pt x="197155" y="12295"/>
                </a:cubicBezTo>
                <a:cubicBezTo>
                  <a:pt x="197203" y="12747"/>
                  <a:pt x="197227" y="13305"/>
                  <a:pt x="197227" y="13971"/>
                </a:cubicBezTo>
                <a:cubicBezTo>
                  <a:pt x="197227" y="14826"/>
                  <a:pt x="197215" y="15562"/>
                  <a:pt x="197191" y="16180"/>
                </a:cubicBezTo>
                <a:cubicBezTo>
                  <a:pt x="197167" y="16798"/>
                  <a:pt x="197072" y="17297"/>
                  <a:pt x="196906" y="17677"/>
                </a:cubicBezTo>
                <a:cubicBezTo>
                  <a:pt x="196740" y="18057"/>
                  <a:pt x="196526" y="18342"/>
                  <a:pt x="196264" y="18532"/>
                </a:cubicBezTo>
                <a:cubicBezTo>
                  <a:pt x="196003" y="18722"/>
                  <a:pt x="195659" y="18817"/>
                  <a:pt x="195231" y="18817"/>
                </a:cubicBezTo>
                <a:cubicBezTo>
                  <a:pt x="194708" y="18817"/>
                  <a:pt x="193995" y="18651"/>
                  <a:pt x="193093" y="18318"/>
                </a:cubicBezTo>
                <a:cubicBezTo>
                  <a:pt x="192190" y="17986"/>
                  <a:pt x="191097" y="17618"/>
                  <a:pt x="189814" y="17214"/>
                </a:cubicBezTo>
                <a:cubicBezTo>
                  <a:pt x="188531" y="16810"/>
                  <a:pt x="186974" y="16441"/>
                  <a:pt x="185145" y="16109"/>
                </a:cubicBezTo>
                <a:cubicBezTo>
                  <a:pt x="183316" y="15776"/>
                  <a:pt x="181189" y="15610"/>
                  <a:pt x="178766" y="15610"/>
                </a:cubicBezTo>
                <a:cubicBezTo>
                  <a:pt x="174346" y="15610"/>
                  <a:pt x="170545" y="16513"/>
                  <a:pt x="167361" y="18318"/>
                </a:cubicBezTo>
                <a:cubicBezTo>
                  <a:pt x="164177" y="20124"/>
                  <a:pt x="161576" y="22548"/>
                  <a:pt x="159556" y="25589"/>
                </a:cubicBezTo>
                <a:cubicBezTo>
                  <a:pt x="157537" y="28630"/>
                  <a:pt x="156040" y="32158"/>
                  <a:pt x="155066" y="36174"/>
                </a:cubicBezTo>
                <a:cubicBezTo>
                  <a:pt x="154092" y="40189"/>
                  <a:pt x="153533" y="44383"/>
                  <a:pt x="153391" y="48754"/>
                </a:cubicBezTo>
                <a:cubicBezTo>
                  <a:pt x="154626" y="48041"/>
                  <a:pt x="156016" y="47329"/>
                  <a:pt x="157560" y="46616"/>
                </a:cubicBezTo>
                <a:cubicBezTo>
                  <a:pt x="159105" y="45903"/>
                  <a:pt x="160792" y="45262"/>
                  <a:pt x="162621" y="44691"/>
                </a:cubicBezTo>
                <a:cubicBezTo>
                  <a:pt x="164451" y="44121"/>
                  <a:pt x="166387" y="43658"/>
                  <a:pt x="168430" y="43301"/>
                </a:cubicBezTo>
                <a:cubicBezTo>
                  <a:pt x="170474" y="42945"/>
                  <a:pt x="172659" y="42767"/>
                  <a:pt x="174988" y="42767"/>
                </a:cubicBezTo>
                <a:cubicBezTo>
                  <a:pt x="179977" y="42767"/>
                  <a:pt x="184183" y="43445"/>
                  <a:pt x="187604" y="44801"/>
                </a:cubicBezTo>
                <a:cubicBezTo>
                  <a:pt x="191025" y="46156"/>
                  <a:pt x="193793" y="48036"/>
                  <a:pt x="195908" y="50438"/>
                </a:cubicBezTo>
                <a:cubicBezTo>
                  <a:pt x="198023" y="52841"/>
                  <a:pt x="199531" y="55672"/>
                  <a:pt x="200434" y="58931"/>
                </a:cubicBezTo>
                <a:cubicBezTo>
                  <a:pt x="201337" y="62191"/>
                  <a:pt x="201788" y="65724"/>
                  <a:pt x="201788" y="69530"/>
                </a:cubicBezTo>
                <a:moveTo>
                  <a:pt x="189386" y="70670"/>
                </a:moveTo>
                <a:cubicBezTo>
                  <a:pt x="189386" y="67910"/>
                  <a:pt x="189113" y="65398"/>
                  <a:pt x="188566" y="63137"/>
                </a:cubicBezTo>
                <a:cubicBezTo>
                  <a:pt x="188020" y="60875"/>
                  <a:pt x="187105" y="58959"/>
                  <a:pt x="185822" y="57388"/>
                </a:cubicBezTo>
                <a:cubicBezTo>
                  <a:pt x="184539" y="55817"/>
                  <a:pt x="182828" y="54603"/>
                  <a:pt x="180690" y="53746"/>
                </a:cubicBezTo>
                <a:cubicBezTo>
                  <a:pt x="178552" y="52889"/>
                  <a:pt x="175915" y="52461"/>
                  <a:pt x="172778" y="52461"/>
                </a:cubicBezTo>
                <a:cubicBezTo>
                  <a:pt x="171020" y="52461"/>
                  <a:pt x="169262" y="52616"/>
                  <a:pt x="167504" y="52926"/>
                </a:cubicBezTo>
                <a:cubicBezTo>
                  <a:pt x="165745" y="53235"/>
                  <a:pt x="164047" y="53664"/>
                  <a:pt x="162407" y="54211"/>
                </a:cubicBezTo>
                <a:cubicBezTo>
                  <a:pt x="160768" y="54758"/>
                  <a:pt x="159200" y="55400"/>
                  <a:pt x="157703" y="56138"/>
                </a:cubicBezTo>
                <a:cubicBezTo>
                  <a:pt x="156206" y="56876"/>
                  <a:pt x="154840" y="57674"/>
                  <a:pt x="153604" y="58531"/>
                </a:cubicBezTo>
                <a:cubicBezTo>
                  <a:pt x="153604" y="64672"/>
                  <a:pt x="153996" y="69814"/>
                  <a:pt x="154781" y="73956"/>
                </a:cubicBezTo>
                <a:cubicBezTo>
                  <a:pt x="155565" y="78097"/>
                  <a:pt x="156705" y="81417"/>
                  <a:pt x="158202" y="83917"/>
                </a:cubicBezTo>
                <a:cubicBezTo>
                  <a:pt x="159699" y="86416"/>
                  <a:pt x="161564" y="88202"/>
                  <a:pt x="163797" y="89274"/>
                </a:cubicBezTo>
                <a:cubicBezTo>
                  <a:pt x="166031" y="90344"/>
                  <a:pt x="168644" y="90880"/>
                  <a:pt x="171638" y="90880"/>
                </a:cubicBezTo>
                <a:cubicBezTo>
                  <a:pt x="174679" y="90880"/>
                  <a:pt x="177316" y="90309"/>
                  <a:pt x="179550" y="89167"/>
                </a:cubicBezTo>
                <a:cubicBezTo>
                  <a:pt x="181783" y="88023"/>
                  <a:pt x="183636" y="86488"/>
                  <a:pt x="185109" y="84560"/>
                </a:cubicBezTo>
                <a:cubicBezTo>
                  <a:pt x="186582" y="82631"/>
                  <a:pt x="187664" y="80465"/>
                  <a:pt x="188353" y="78061"/>
                </a:cubicBezTo>
                <a:cubicBezTo>
                  <a:pt x="189042" y="75657"/>
                  <a:pt x="189386" y="73193"/>
                  <a:pt x="189386" y="70670"/>
                </a:cubicBezTo>
                <a:close/>
                <a:moveTo>
                  <a:pt x="256813" y="92947"/>
                </a:moveTo>
                <a:cubicBezTo>
                  <a:pt x="256813" y="94325"/>
                  <a:pt x="256718" y="95418"/>
                  <a:pt x="256527" y="96226"/>
                </a:cubicBezTo>
                <a:cubicBezTo>
                  <a:pt x="256337" y="97033"/>
                  <a:pt x="256052" y="97627"/>
                  <a:pt x="255672" y="98007"/>
                </a:cubicBezTo>
                <a:cubicBezTo>
                  <a:pt x="255292" y="98388"/>
                  <a:pt x="254722" y="98744"/>
                  <a:pt x="253961" y="99077"/>
                </a:cubicBezTo>
                <a:cubicBezTo>
                  <a:pt x="253201" y="99409"/>
                  <a:pt x="252334" y="99683"/>
                  <a:pt x="251360" y="99896"/>
                </a:cubicBezTo>
                <a:cubicBezTo>
                  <a:pt x="250386" y="100110"/>
                  <a:pt x="249352" y="100288"/>
                  <a:pt x="248259" y="100431"/>
                </a:cubicBezTo>
                <a:cubicBezTo>
                  <a:pt x="247166" y="100573"/>
                  <a:pt x="246073" y="100645"/>
                  <a:pt x="244980" y="100645"/>
                </a:cubicBezTo>
                <a:cubicBezTo>
                  <a:pt x="241654" y="100645"/>
                  <a:pt x="238803" y="100204"/>
                  <a:pt x="236427" y="99324"/>
                </a:cubicBezTo>
                <a:cubicBezTo>
                  <a:pt x="234051" y="98442"/>
                  <a:pt x="232103" y="97108"/>
                  <a:pt x="230582" y="95321"/>
                </a:cubicBezTo>
                <a:cubicBezTo>
                  <a:pt x="229062" y="93535"/>
                  <a:pt x="227957" y="91272"/>
                  <a:pt x="227268" y="88534"/>
                </a:cubicBezTo>
                <a:cubicBezTo>
                  <a:pt x="226579" y="85796"/>
                  <a:pt x="226234" y="82569"/>
                  <a:pt x="226234" y="78854"/>
                </a:cubicBezTo>
                <a:lnTo>
                  <a:pt x="226234" y="41270"/>
                </a:lnTo>
                <a:lnTo>
                  <a:pt x="217253" y="41270"/>
                </a:lnTo>
                <a:cubicBezTo>
                  <a:pt x="216540" y="41270"/>
                  <a:pt x="215970" y="40890"/>
                  <a:pt x="215543" y="40130"/>
                </a:cubicBezTo>
                <a:cubicBezTo>
                  <a:pt x="215115" y="39369"/>
                  <a:pt x="214901" y="38134"/>
                  <a:pt x="214901" y="36423"/>
                </a:cubicBezTo>
                <a:cubicBezTo>
                  <a:pt x="214901" y="35520"/>
                  <a:pt x="214960" y="34760"/>
                  <a:pt x="215079" y="34142"/>
                </a:cubicBezTo>
                <a:cubicBezTo>
                  <a:pt x="215198" y="33524"/>
                  <a:pt x="215352" y="33014"/>
                  <a:pt x="215543" y="32610"/>
                </a:cubicBezTo>
                <a:cubicBezTo>
                  <a:pt x="215733" y="32206"/>
                  <a:pt x="215982" y="31921"/>
                  <a:pt x="216291" y="31754"/>
                </a:cubicBezTo>
                <a:cubicBezTo>
                  <a:pt x="216600" y="31588"/>
                  <a:pt x="216944" y="31505"/>
                  <a:pt x="217324" y="31505"/>
                </a:cubicBezTo>
                <a:lnTo>
                  <a:pt x="226234" y="31505"/>
                </a:lnTo>
                <a:lnTo>
                  <a:pt x="226234" y="16251"/>
                </a:lnTo>
                <a:cubicBezTo>
                  <a:pt x="226234" y="15919"/>
                  <a:pt x="226317" y="15610"/>
                  <a:pt x="226484" y="15325"/>
                </a:cubicBezTo>
                <a:cubicBezTo>
                  <a:pt x="226650" y="15040"/>
                  <a:pt x="226959" y="14790"/>
                  <a:pt x="227410" y="14576"/>
                </a:cubicBezTo>
                <a:cubicBezTo>
                  <a:pt x="227862" y="14363"/>
                  <a:pt x="228468" y="14208"/>
                  <a:pt x="229228" y="14113"/>
                </a:cubicBezTo>
                <a:cubicBezTo>
                  <a:pt x="229988" y="14018"/>
                  <a:pt x="230939" y="13971"/>
                  <a:pt x="232079" y="13971"/>
                </a:cubicBezTo>
                <a:cubicBezTo>
                  <a:pt x="233267" y="13971"/>
                  <a:pt x="234241" y="14018"/>
                  <a:pt x="235001" y="14113"/>
                </a:cubicBezTo>
                <a:cubicBezTo>
                  <a:pt x="235762" y="14208"/>
                  <a:pt x="236356" y="14363"/>
                  <a:pt x="236783" y="14576"/>
                </a:cubicBezTo>
                <a:cubicBezTo>
                  <a:pt x="237211" y="14790"/>
                  <a:pt x="237520" y="15040"/>
                  <a:pt x="237710" y="15325"/>
                </a:cubicBezTo>
                <a:cubicBezTo>
                  <a:pt x="237900" y="15610"/>
                  <a:pt x="237995" y="15919"/>
                  <a:pt x="237995" y="16251"/>
                </a:cubicBezTo>
                <a:lnTo>
                  <a:pt x="237995" y="31505"/>
                </a:lnTo>
                <a:lnTo>
                  <a:pt x="254460" y="31505"/>
                </a:lnTo>
                <a:cubicBezTo>
                  <a:pt x="254841" y="31505"/>
                  <a:pt x="255173" y="31588"/>
                  <a:pt x="255458" y="31754"/>
                </a:cubicBezTo>
                <a:cubicBezTo>
                  <a:pt x="255743" y="31921"/>
                  <a:pt x="255993" y="32206"/>
                  <a:pt x="256207" y="32610"/>
                </a:cubicBezTo>
                <a:cubicBezTo>
                  <a:pt x="256421" y="33014"/>
                  <a:pt x="256575" y="33524"/>
                  <a:pt x="256670" y="34142"/>
                </a:cubicBezTo>
                <a:cubicBezTo>
                  <a:pt x="256765" y="34760"/>
                  <a:pt x="256813" y="35520"/>
                  <a:pt x="256813" y="36423"/>
                </a:cubicBezTo>
                <a:cubicBezTo>
                  <a:pt x="256813" y="38134"/>
                  <a:pt x="256599" y="39369"/>
                  <a:pt x="256171" y="40130"/>
                </a:cubicBezTo>
                <a:cubicBezTo>
                  <a:pt x="255743" y="40890"/>
                  <a:pt x="255173" y="41270"/>
                  <a:pt x="254460" y="41270"/>
                </a:cubicBezTo>
                <a:lnTo>
                  <a:pt x="237995" y="41270"/>
                </a:lnTo>
                <a:lnTo>
                  <a:pt x="237995" y="77156"/>
                </a:lnTo>
                <a:cubicBezTo>
                  <a:pt x="237995" y="81588"/>
                  <a:pt x="238649" y="84935"/>
                  <a:pt x="239955" y="87200"/>
                </a:cubicBezTo>
                <a:cubicBezTo>
                  <a:pt x="241262" y="89463"/>
                  <a:pt x="243602" y="90595"/>
                  <a:pt x="246976" y="90595"/>
                </a:cubicBezTo>
                <a:cubicBezTo>
                  <a:pt x="248069" y="90595"/>
                  <a:pt x="249043" y="90488"/>
                  <a:pt x="249899" y="90274"/>
                </a:cubicBezTo>
                <a:cubicBezTo>
                  <a:pt x="250754" y="90060"/>
                  <a:pt x="251514" y="89834"/>
                  <a:pt x="252180" y="89597"/>
                </a:cubicBezTo>
                <a:cubicBezTo>
                  <a:pt x="252845" y="89359"/>
                  <a:pt x="253415" y="89133"/>
                  <a:pt x="253890" y="88920"/>
                </a:cubicBezTo>
                <a:cubicBezTo>
                  <a:pt x="254365" y="88706"/>
                  <a:pt x="254793" y="88599"/>
                  <a:pt x="255173" y="88599"/>
                </a:cubicBezTo>
                <a:cubicBezTo>
                  <a:pt x="255411" y="88599"/>
                  <a:pt x="255637" y="88658"/>
                  <a:pt x="255850" y="88777"/>
                </a:cubicBezTo>
                <a:cubicBezTo>
                  <a:pt x="256064" y="88896"/>
                  <a:pt x="256230" y="89121"/>
                  <a:pt x="256349" y="89454"/>
                </a:cubicBezTo>
                <a:cubicBezTo>
                  <a:pt x="256468" y="89787"/>
                  <a:pt x="256575" y="90238"/>
                  <a:pt x="256670" y="90808"/>
                </a:cubicBezTo>
                <a:cubicBezTo>
                  <a:pt x="256765" y="91379"/>
                  <a:pt x="256813" y="92091"/>
                  <a:pt x="256813" y="92947"/>
                </a:cubicBezTo>
                <a:close/>
                <a:moveTo>
                  <a:pt x="327598" y="97580"/>
                </a:moveTo>
                <a:cubicBezTo>
                  <a:pt x="327598" y="97960"/>
                  <a:pt x="327503" y="98281"/>
                  <a:pt x="327313" y="98542"/>
                </a:cubicBezTo>
                <a:cubicBezTo>
                  <a:pt x="327123" y="98803"/>
                  <a:pt x="326814" y="99029"/>
                  <a:pt x="326387" y="99219"/>
                </a:cubicBezTo>
                <a:cubicBezTo>
                  <a:pt x="325959" y="99409"/>
                  <a:pt x="325365" y="99552"/>
                  <a:pt x="324605" y="99647"/>
                </a:cubicBezTo>
                <a:cubicBezTo>
                  <a:pt x="323844" y="99742"/>
                  <a:pt x="322894" y="99789"/>
                  <a:pt x="321753" y="99789"/>
                </a:cubicBezTo>
                <a:cubicBezTo>
                  <a:pt x="320565" y="99789"/>
                  <a:pt x="319591" y="99742"/>
                  <a:pt x="318831" y="99647"/>
                </a:cubicBezTo>
                <a:cubicBezTo>
                  <a:pt x="318071" y="99552"/>
                  <a:pt x="317477" y="99409"/>
                  <a:pt x="317049" y="99219"/>
                </a:cubicBezTo>
                <a:cubicBezTo>
                  <a:pt x="316621" y="99029"/>
                  <a:pt x="316313" y="98803"/>
                  <a:pt x="316122" y="98542"/>
                </a:cubicBezTo>
                <a:cubicBezTo>
                  <a:pt x="315932" y="98281"/>
                  <a:pt x="315837" y="97960"/>
                  <a:pt x="315837" y="97580"/>
                </a:cubicBezTo>
                <a:lnTo>
                  <a:pt x="315837" y="60016"/>
                </a:lnTo>
                <a:cubicBezTo>
                  <a:pt x="315837" y="56357"/>
                  <a:pt x="315552" y="53411"/>
                  <a:pt x="314982" y="51178"/>
                </a:cubicBezTo>
                <a:cubicBezTo>
                  <a:pt x="314412" y="48944"/>
                  <a:pt x="313580" y="47020"/>
                  <a:pt x="312487" y="45404"/>
                </a:cubicBezTo>
                <a:cubicBezTo>
                  <a:pt x="311394" y="43789"/>
                  <a:pt x="309981" y="42553"/>
                  <a:pt x="308246" y="41698"/>
                </a:cubicBezTo>
                <a:cubicBezTo>
                  <a:pt x="306512" y="40842"/>
                  <a:pt x="304504" y="40415"/>
                  <a:pt x="302223" y="40415"/>
                </a:cubicBezTo>
                <a:cubicBezTo>
                  <a:pt x="299277" y="40415"/>
                  <a:pt x="296331" y="41460"/>
                  <a:pt x="293385" y="43551"/>
                </a:cubicBezTo>
                <a:cubicBezTo>
                  <a:pt x="290439" y="45642"/>
                  <a:pt x="287350" y="48707"/>
                  <a:pt x="284119" y="52746"/>
                </a:cubicBezTo>
                <a:lnTo>
                  <a:pt x="284119" y="97580"/>
                </a:lnTo>
                <a:cubicBezTo>
                  <a:pt x="284119" y="97960"/>
                  <a:pt x="284024" y="98281"/>
                  <a:pt x="283833" y="98542"/>
                </a:cubicBezTo>
                <a:cubicBezTo>
                  <a:pt x="283643" y="98803"/>
                  <a:pt x="283335" y="99029"/>
                  <a:pt x="282907" y="99219"/>
                </a:cubicBezTo>
                <a:cubicBezTo>
                  <a:pt x="282479" y="99409"/>
                  <a:pt x="281885" y="99552"/>
                  <a:pt x="281125" y="99647"/>
                </a:cubicBezTo>
                <a:cubicBezTo>
                  <a:pt x="280365" y="99742"/>
                  <a:pt x="279390" y="99789"/>
                  <a:pt x="278202" y="99789"/>
                </a:cubicBezTo>
                <a:cubicBezTo>
                  <a:pt x="277062" y="99789"/>
                  <a:pt x="276112" y="99742"/>
                  <a:pt x="275351" y="99647"/>
                </a:cubicBezTo>
                <a:cubicBezTo>
                  <a:pt x="274591" y="99552"/>
                  <a:pt x="273985" y="99409"/>
                  <a:pt x="273534" y="99219"/>
                </a:cubicBezTo>
                <a:cubicBezTo>
                  <a:pt x="273082" y="99029"/>
                  <a:pt x="272773" y="98803"/>
                  <a:pt x="272607" y="98542"/>
                </a:cubicBezTo>
                <a:cubicBezTo>
                  <a:pt x="272441" y="98279"/>
                  <a:pt x="272358" y="97958"/>
                  <a:pt x="272358" y="97578"/>
                </a:cubicBezTo>
                <a:lnTo>
                  <a:pt x="272358" y="2283"/>
                </a:lnTo>
                <a:cubicBezTo>
                  <a:pt x="272358" y="1903"/>
                  <a:pt x="272441" y="1570"/>
                  <a:pt x="272607" y="1285"/>
                </a:cubicBezTo>
                <a:cubicBezTo>
                  <a:pt x="272773" y="999"/>
                  <a:pt x="273082" y="760"/>
                  <a:pt x="273534" y="570"/>
                </a:cubicBezTo>
                <a:cubicBezTo>
                  <a:pt x="273985" y="380"/>
                  <a:pt x="274591" y="238"/>
                  <a:pt x="275351" y="143"/>
                </a:cubicBezTo>
                <a:cubicBezTo>
                  <a:pt x="276112" y="48"/>
                  <a:pt x="277062" y="0"/>
                  <a:pt x="278202" y="0"/>
                </a:cubicBezTo>
                <a:cubicBezTo>
                  <a:pt x="279390" y="0"/>
                  <a:pt x="280365" y="48"/>
                  <a:pt x="281125" y="143"/>
                </a:cubicBezTo>
                <a:cubicBezTo>
                  <a:pt x="281885" y="238"/>
                  <a:pt x="282479" y="381"/>
                  <a:pt x="282907" y="572"/>
                </a:cubicBezTo>
                <a:cubicBezTo>
                  <a:pt x="283335" y="763"/>
                  <a:pt x="283643" y="1000"/>
                  <a:pt x="283833" y="1285"/>
                </a:cubicBezTo>
                <a:cubicBezTo>
                  <a:pt x="284024" y="1570"/>
                  <a:pt x="284119" y="1904"/>
                  <a:pt x="284119" y="2285"/>
                </a:cubicBezTo>
                <a:lnTo>
                  <a:pt x="284119" y="40771"/>
                </a:lnTo>
                <a:cubicBezTo>
                  <a:pt x="287492" y="37207"/>
                  <a:pt x="290890" y="34558"/>
                  <a:pt x="294311" y="32824"/>
                </a:cubicBezTo>
                <a:cubicBezTo>
                  <a:pt x="297733" y="31089"/>
                  <a:pt x="301178" y="30222"/>
                  <a:pt x="304647" y="30222"/>
                </a:cubicBezTo>
                <a:cubicBezTo>
                  <a:pt x="308923" y="30222"/>
                  <a:pt x="312523" y="30947"/>
                  <a:pt x="315445" y="32396"/>
                </a:cubicBezTo>
                <a:cubicBezTo>
                  <a:pt x="318368" y="33845"/>
                  <a:pt x="320732" y="35782"/>
                  <a:pt x="322537" y="38205"/>
                </a:cubicBezTo>
                <a:cubicBezTo>
                  <a:pt x="324343" y="40629"/>
                  <a:pt x="325638" y="43468"/>
                  <a:pt x="326422" y="46723"/>
                </a:cubicBezTo>
                <a:cubicBezTo>
                  <a:pt x="327206" y="49978"/>
                  <a:pt x="327598" y="53910"/>
                  <a:pt x="327598" y="58519"/>
                </a:cubicBezTo>
                <a:lnTo>
                  <a:pt x="327598" y="97580"/>
                </a:lnTo>
                <a:close/>
                <a:moveTo>
                  <a:pt x="443556" y="72918"/>
                </a:moveTo>
                <a:cubicBezTo>
                  <a:pt x="443556" y="75816"/>
                  <a:pt x="443188" y="78489"/>
                  <a:pt x="442452" y="80936"/>
                </a:cubicBezTo>
                <a:cubicBezTo>
                  <a:pt x="441715" y="83384"/>
                  <a:pt x="440682" y="85581"/>
                  <a:pt x="439351" y="87530"/>
                </a:cubicBezTo>
                <a:cubicBezTo>
                  <a:pt x="438020" y="89478"/>
                  <a:pt x="436417" y="91189"/>
                  <a:pt x="434540" y="92662"/>
                </a:cubicBezTo>
                <a:cubicBezTo>
                  <a:pt x="432663" y="94135"/>
                  <a:pt x="430548" y="95370"/>
                  <a:pt x="428196" y="96368"/>
                </a:cubicBezTo>
                <a:cubicBezTo>
                  <a:pt x="425844" y="97366"/>
                  <a:pt x="423325" y="98114"/>
                  <a:pt x="420640" y="98613"/>
                </a:cubicBezTo>
                <a:cubicBezTo>
                  <a:pt x="417956" y="99112"/>
                  <a:pt x="414879" y="99362"/>
                  <a:pt x="411410" y="99362"/>
                </a:cubicBezTo>
                <a:lnTo>
                  <a:pt x="387318" y="99362"/>
                </a:lnTo>
                <a:cubicBezTo>
                  <a:pt x="386225" y="99362"/>
                  <a:pt x="385191" y="98993"/>
                  <a:pt x="384217" y="98257"/>
                </a:cubicBezTo>
                <a:cubicBezTo>
                  <a:pt x="383243" y="97520"/>
                  <a:pt x="382756" y="96226"/>
                  <a:pt x="382756" y="94372"/>
                </a:cubicBezTo>
                <a:lnTo>
                  <a:pt x="382756" y="12117"/>
                </a:lnTo>
                <a:cubicBezTo>
                  <a:pt x="382756" y="10264"/>
                  <a:pt x="383243" y="8969"/>
                  <a:pt x="384217" y="8233"/>
                </a:cubicBezTo>
                <a:cubicBezTo>
                  <a:pt x="385191" y="7496"/>
                  <a:pt x="386225" y="7128"/>
                  <a:pt x="387318" y="7128"/>
                </a:cubicBezTo>
                <a:lnTo>
                  <a:pt x="408274" y="7128"/>
                </a:lnTo>
                <a:cubicBezTo>
                  <a:pt x="413786" y="7128"/>
                  <a:pt x="418300" y="7651"/>
                  <a:pt x="421817" y="8696"/>
                </a:cubicBezTo>
                <a:cubicBezTo>
                  <a:pt x="425333" y="9741"/>
                  <a:pt x="428267" y="11262"/>
                  <a:pt x="430619" y="13258"/>
                </a:cubicBezTo>
                <a:cubicBezTo>
                  <a:pt x="432972" y="15254"/>
                  <a:pt x="434742" y="17701"/>
                  <a:pt x="435930" y="20599"/>
                </a:cubicBezTo>
                <a:cubicBezTo>
                  <a:pt x="437118" y="23498"/>
                  <a:pt x="437712" y="26777"/>
                  <a:pt x="437712" y="30436"/>
                </a:cubicBezTo>
                <a:cubicBezTo>
                  <a:pt x="437712" y="32622"/>
                  <a:pt x="437450" y="34712"/>
                  <a:pt x="436928" y="36708"/>
                </a:cubicBezTo>
                <a:cubicBezTo>
                  <a:pt x="436405" y="38704"/>
                  <a:pt x="435633" y="40545"/>
                  <a:pt x="434611" y="42232"/>
                </a:cubicBezTo>
                <a:cubicBezTo>
                  <a:pt x="433589" y="43919"/>
                  <a:pt x="432306" y="45428"/>
                  <a:pt x="430762" y="46758"/>
                </a:cubicBezTo>
                <a:cubicBezTo>
                  <a:pt x="429218" y="48089"/>
                  <a:pt x="427448" y="49182"/>
                  <a:pt x="425452" y="50037"/>
                </a:cubicBezTo>
                <a:cubicBezTo>
                  <a:pt x="427970" y="50512"/>
                  <a:pt x="430322" y="51380"/>
                  <a:pt x="432508" y="52639"/>
                </a:cubicBezTo>
                <a:cubicBezTo>
                  <a:pt x="434694" y="53898"/>
                  <a:pt x="436607" y="55502"/>
                  <a:pt x="438246" y="57450"/>
                </a:cubicBezTo>
                <a:cubicBezTo>
                  <a:pt x="439886" y="59398"/>
                  <a:pt x="441180" y="61679"/>
                  <a:pt x="442131" y="64293"/>
                </a:cubicBezTo>
                <a:cubicBezTo>
                  <a:pt x="443081" y="66906"/>
                  <a:pt x="443556" y="69781"/>
                  <a:pt x="443556" y="72918"/>
                </a:cubicBezTo>
                <a:moveTo>
                  <a:pt x="425095" y="31648"/>
                </a:moveTo>
                <a:cubicBezTo>
                  <a:pt x="425095" y="29414"/>
                  <a:pt x="424787" y="27395"/>
                  <a:pt x="424169" y="25589"/>
                </a:cubicBezTo>
                <a:cubicBezTo>
                  <a:pt x="423551" y="23783"/>
                  <a:pt x="422577" y="22251"/>
                  <a:pt x="421246" y="20991"/>
                </a:cubicBezTo>
                <a:cubicBezTo>
                  <a:pt x="419916" y="19732"/>
                  <a:pt x="418181" y="18770"/>
                  <a:pt x="416043" y="18105"/>
                </a:cubicBezTo>
                <a:cubicBezTo>
                  <a:pt x="413905" y="17439"/>
                  <a:pt x="411077" y="17107"/>
                  <a:pt x="407561" y="17107"/>
                </a:cubicBezTo>
                <a:lnTo>
                  <a:pt x="394873" y="17107"/>
                </a:lnTo>
                <a:lnTo>
                  <a:pt x="394873" y="46972"/>
                </a:lnTo>
                <a:lnTo>
                  <a:pt x="408844" y="46972"/>
                </a:lnTo>
                <a:cubicBezTo>
                  <a:pt x="412028" y="46972"/>
                  <a:pt x="414594" y="46557"/>
                  <a:pt x="416542" y="45725"/>
                </a:cubicBezTo>
                <a:cubicBezTo>
                  <a:pt x="418490" y="44893"/>
                  <a:pt x="420106" y="43777"/>
                  <a:pt x="421389" y="42375"/>
                </a:cubicBezTo>
                <a:cubicBezTo>
                  <a:pt x="422672" y="40973"/>
                  <a:pt x="423610" y="39334"/>
                  <a:pt x="424204" y="37457"/>
                </a:cubicBezTo>
                <a:cubicBezTo>
                  <a:pt x="424798" y="35580"/>
                  <a:pt x="425095" y="33643"/>
                  <a:pt x="425095" y="31648"/>
                </a:cubicBezTo>
                <a:moveTo>
                  <a:pt x="430655" y="73630"/>
                </a:moveTo>
                <a:cubicBezTo>
                  <a:pt x="430655" y="70874"/>
                  <a:pt x="430216" y="68451"/>
                  <a:pt x="429336" y="66360"/>
                </a:cubicBezTo>
                <a:cubicBezTo>
                  <a:pt x="428457" y="64269"/>
                  <a:pt x="427174" y="62511"/>
                  <a:pt x="425487" y="61085"/>
                </a:cubicBezTo>
                <a:cubicBezTo>
                  <a:pt x="423800" y="59660"/>
                  <a:pt x="421686" y="58579"/>
                  <a:pt x="419144" y="57842"/>
                </a:cubicBezTo>
                <a:cubicBezTo>
                  <a:pt x="416601" y="57106"/>
                  <a:pt x="413406" y="56737"/>
                  <a:pt x="409557" y="56737"/>
                </a:cubicBezTo>
                <a:lnTo>
                  <a:pt x="394873" y="56737"/>
                </a:lnTo>
                <a:lnTo>
                  <a:pt x="394873" y="89240"/>
                </a:lnTo>
                <a:lnTo>
                  <a:pt x="412693" y="89240"/>
                </a:lnTo>
                <a:cubicBezTo>
                  <a:pt x="415497" y="89240"/>
                  <a:pt x="417944" y="88908"/>
                  <a:pt x="420035" y="88242"/>
                </a:cubicBezTo>
                <a:cubicBezTo>
                  <a:pt x="422125" y="87577"/>
                  <a:pt x="423967" y="86591"/>
                  <a:pt x="425559" y="85284"/>
                </a:cubicBezTo>
                <a:cubicBezTo>
                  <a:pt x="427151" y="83978"/>
                  <a:pt x="428398" y="82350"/>
                  <a:pt x="429301" y="80402"/>
                </a:cubicBezTo>
                <a:cubicBezTo>
                  <a:pt x="430204" y="78453"/>
                  <a:pt x="430655" y="76196"/>
                  <a:pt x="430655" y="73630"/>
                </a:cubicBezTo>
                <a:close/>
                <a:moveTo>
                  <a:pt x="498306" y="37635"/>
                </a:moveTo>
                <a:cubicBezTo>
                  <a:pt x="498306" y="38680"/>
                  <a:pt x="498283" y="39559"/>
                  <a:pt x="498235" y="40272"/>
                </a:cubicBezTo>
                <a:cubicBezTo>
                  <a:pt x="498188" y="40985"/>
                  <a:pt x="498093" y="41543"/>
                  <a:pt x="497950" y="41947"/>
                </a:cubicBezTo>
                <a:cubicBezTo>
                  <a:pt x="497807" y="42351"/>
                  <a:pt x="497629" y="42660"/>
                  <a:pt x="497415" y="42874"/>
                </a:cubicBezTo>
                <a:cubicBezTo>
                  <a:pt x="497202" y="43088"/>
                  <a:pt x="496905" y="43195"/>
                  <a:pt x="496524" y="43195"/>
                </a:cubicBezTo>
                <a:cubicBezTo>
                  <a:pt x="496144" y="43195"/>
                  <a:pt x="495681" y="43088"/>
                  <a:pt x="495135" y="42874"/>
                </a:cubicBezTo>
                <a:cubicBezTo>
                  <a:pt x="494588" y="42660"/>
                  <a:pt x="493970" y="42446"/>
                  <a:pt x="493281" y="42232"/>
                </a:cubicBezTo>
                <a:cubicBezTo>
                  <a:pt x="492592" y="42018"/>
                  <a:pt x="491820" y="41817"/>
                  <a:pt x="490965" y="41626"/>
                </a:cubicBezTo>
                <a:cubicBezTo>
                  <a:pt x="490109" y="41436"/>
                  <a:pt x="489183" y="41341"/>
                  <a:pt x="488185" y="41341"/>
                </a:cubicBezTo>
                <a:cubicBezTo>
                  <a:pt x="486997" y="41341"/>
                  <a:pt x="485833" y="41579"/>
                  <a:pt x="484692" y="42054"/>
                </a:cubicBezTo>
                <a:cubicBezTo>
                  <a:pt x="483552" y="42529"/>
                  <a:pt x="482352" y="43313"/>
                  <a:pt x="481093" y="44406"/>
                </a:cubicBezTo>
                <a:cubicBezTo>
                  <a:pt x="479833" y="45499"/>
                  <a:pt x="478515" y="46949"/>
                  <a:pt x="477137" y="48754"/>
                </a:cubicBezTo>
                <a:cubicBezTo>
                  <a:pt x="475759" y="50560"/>
                  <a:pt x="474238" y="52770"/>
                  <a:pt x="472575" y="55383"/>
                </a:cubicBezTo>
                <a:lnTo>
                  <a:pt x="472575" y="97580"/>
                </a:lnTo>
                <a:cubicBezTo>
                  <a:pt x="472575" y="97960"/>
                  <a:pt x="472480" y="98281"/>
                  <a:pt x="472290" y="98542"/>
                </a:cubicBezTo>
                <a:cubicBezTo>
                  <a:pt x="472100" y="98803"/>
                  <a:pt x="471791" y="99029"/>
                  <a:pt x="471363" y="99219"/>
                </a:cubicBezTo>
                <a:cubicBezTo>
                  <a:pt x="470936" y="99409"/>
                  <a:pt x="470342" y="99552"/>
                  <a:pt x="469581" y="99647"/>
                </a:cubicBezTo>
                <a:cubicBezTo>
                  <a:pt x="468821" y="99742"/>
                  <a:pt x="467847" y="99789"/>
                  <a:pt x="466659" y="99789"/>
                </a:cubicBezTo>
                <a:cubicBezTo>
                  <a:pt x="465518" y="99789"/>
                  <a:pt x="464568" y="99742"/>
                  <a:pt x="463808" y="99647"/>
                </a:cubicBezTo>
                <a:cubicBezTo>
                  <a:pt x="463047" y="99552"/>
                  <a:pt x="462442" y="99409"/>
                  <a:pt x="461990" y="99219"/>
                </a:cubicBezTo>
                <a:cubicBezTo>
                  <a:pt x="461539" y="99029"/>
                  <a:pt x="461230" y="98803"/>
                  <a:pt x="461064" y="98542"/>
                </a:cubicBezTo>
                <a:cubicBezTo>
                  <a:pt x="460897" y="98281"/>
                  <a:pt x="460814" y="97960"/>
                  <a:pt x="460814" y="97580"/>
                </a:cubicBezTo>
                <a:lnTo>
                  <a:pt x="460814" y="33429"/>
                </a:lnTo>
                <a:cubicBezTo>
                  <a:pt x="460814" y="33049"/>
                  <a:pt x="460885" y="32729"/>
                  <a:pt x="461028" y="32467"/>
                </a:cubicBezTo>
                <a:cubicBezTo>
                  <a:pt x="461170" y="32206"/>
                  <a:pt x="461456" y="31968"/>
                  <a:pt x="461883" y="31754"/>
                </a:cubicBezTo>
                <a:cubicBezTo>
                  <a:pt x="462311" y="31541"/>
                  <a:pt x="462857" y="31398"/>
                  <a:pt x="463523" y="31327"/>
                </a:cubicBezTo>
                <a:cubicBezTo>
                  <a:pt x="464188" y="31255"/>
                  <a:pt x="465067" y="31220"/>
                  <a:pt x="466160" y="31220"/>
                </a:cubicBezTo>
                <a:cubicBezTo>
                  <a:pt x="467205" y="31220"/>
                  <a:pt x="468073" y="31255"/>
                  <a:pt x="468762" y="31327"/>
                </a:cubicBezTo>
                <a:cubicBezTo>
                  <a:pt x="469451" y="31398"/>
                  <a:pt x="469985" y="31541"/>
                  <a:pt x="470365" y="31754"/>
                </a:cubicBezTo>
                <a:cubicBezTo>
                  <a:pt x="470746" y="31968"/>
                  <a:pt x="471019" y="32206"/>
                  <a:pt x="471185" y="32467"/>
                </a:cubicBezTo>
                <a:cubicBezTo>
                  <a:pt x="471351" y="32729"/>
                  <a:pt x="471435" y="33049"/>
                  <a:pt x="471435" y="33429"/>
                </a:cubicBezTo>
                <a:lnTo>
                  <a:pt x="471435" y="42767"/>
                </a:lnTo>
                <a:cubicBezTo>
                  <a:pt x="473193" y="40201"/>
                  <a:pt x="474844" y="38110"/>
                  <a:pt x="476388" y="36494"/>
                </a:cubicBezTo>
                <a:cubicBezTo>
                  <a:pt x="477933" y="34879"/>
                  <a:pt x="479394" y="33608"/>
                  <a:pt x="480772" y="32681"/>
                </a:cubicBezTo>
                <a:cubicBezTo>
                  <a:pt x="482150" y="31754"/>
                  <a:pt x="483516" y="31113"/>
                  <a:pt x="484870" y="30757"/>
                </a:cubicBezTo>
                <a:cubicBezTo>
                  <a:pt x="486225" y="30400"/>
                  <a:pt x="487591" y="30222"/>
                  <a:pt x="488969" y="30222"/>
                </a:cubicBezTo>
                <a:cubicBezTo>
                  <a:pt x="489587" y="30222"/>
                  <a:pt x="490288" y="30258"/>
                  <a:pt x="491072" y="30329"/>
                </a:cubicBezTo>
                <a:cubicBezTo>
                  <a:pt x="491856" y="30400"/>
                  <a:pt x="492675" y="30531"/>
                  <a:pt x="493531" y="30721"/>
                </a:cubicBezTo>
                <a:cubicBezTo>
                  <a:pt x="494386" y="30911"/>
                  <a:pt x="495158" y="31125"/>
                  <a:pt x="495847" y="31362"/>
                </a:cubicBezTo>
                <a:cubicBezTo>
                  <a:pt x="496536" y="31600"/>
                  <a:pt x="497023" y="31838"/>
                  <a:pt x="497309" y="32075"/>
                </a:cubicBezTo>
                <a:cubicBezTo>
                  <a:pt x="497594" y="32313"/>
                  <a:pt x="497784" y="32538"/>
                  <a:pt x="497879" y="32752"/>
                </a:cubicBezTo>
                <a:cubicBezTo>
                  <a:pt x="497974" y="32966"/>
                  <a:pt x="498057" y="33239"/>
                  <a:pt x="498128" y="33572"/>
                </a:cubicBezTo>
                <a:cubicBezTo>
                  <a:pt x="498199" y="33905"/>
                  <a:pt x="498247" y="34392"/>
                  <a:pt x="498271" y="35033"/>
                </a:cubicBezTo>
                <a:cubicBezTo>
                  <a:pt x="498295" y="35675"/>
                  <a:pt x="498306" y="36542"/>
                  <a:pt x="498306" y="37635"/>
                </a:cubicBezTo>
                <a:close/>
                <a:moveTo>
                  <a:pt x="520894" y="97580"/>
                </a:moveTo>
                <a:cubicBezTo>
                  <a:pt x="520894" y="97960"/>
                  <a:pt x="520799" y="98281"/>
                  <a:pt x="520609" y="98542"/>
                </a:cubicBezTo>
                <a:cubicBezTo>
                  <a:pt x="520419" y="98803"/>
                  <a:pt x="520110" y="99029"/>
                  <a:pt x="519682" y="99219"/>
                </a:cubicBezTo>
                <a:cubicBezTo>
                  <a:pt x="519254" y="99409"/>
                  <a:pt x="518660" y="99552"/>
                  <a:pt x="517900" y="99647"/>
                </a:cubicBezTo>
                <a:cubicBezTo>
                  <a:pt x="517140" y="99742"/>
                  <a:pt x="516166" y="99789"/>
                  <a:pt x="514978" y="99789"/>
                </a:cubicBezTo>
                <a:cubicBezTo>
                  <a:pt x="513837" y="99789"/>
                  <a:pt x="512887" y="99742"/>
                  <a:pt x="512127" y="99647"/>
                </a:cubicBezTo>
                <a:cubicBezTo>
                  <a:pt x="511366" y="99552"/>
                  <a:pt x="510760" y="99409"/>
                  <a:pt x="510309" y="99219"/>
                </a:cubicBezTo>
                <a:cubicBezTo>
                  <a:pt x="509858" y="99029"/>
                  <a:pt x="509549" y="98803"/>
                  <a:pt x="509382" y="98542"/>
                </a:cubicBezTo>
                <a:cubicBezTo>
                  <a:pt x="509216" y="98281"/>
                  <a:pt x="509133" y="97960"/>
                  <a:pt x="509133" y="97580"/>
                </a:cubicBezTo>
                <a:lnTo>
                  <a:pt x="509133" y="33429"/>
                </a:lnTo>
                <a:cubicBezTo>
                  <a:pt x="509133" y="33097"/>
                  <a:pt x="509216" y="32788"/>
                  <a:pt x="509382" y="32503"/>
                </a:cubicBezTo>
                <a:cubicBezTo>
                  <a:pt x="509549" y="32218"/>
                  <a:pt x="509858" y="31980"/>
                  <a:pt x="510309" y="31790"/>
                </a:cubicBezTo>
                <a:cubicBezTo>
                  <a:pt x="510760" y="31600"/>
                  <a:pt x="511366" y="31457"/>
                  <a:pt x="512127" y="31362"/>
                </a:cubicBezTo>
                <a:cubicBezTo>
                  <a:pt x="512887" y="31267"/>
                  <a:pt x="513837" y="31220"/>
                  <a:pt x="514978" y="31220"/>
                </a:cubicBezTo>
                <a:cubicBezTo>
                  <a:pt x="516166" y="31220"/>
                  <a:pt x="517140" y="31267"/>
                  <a:pt x="517900" y="31362"/>
                </a:cubicBezTo>
                <a:cubicBezTo>
                  <a:pt x="518660" y="31457"/>
                  <a:pt x="519254" y="31600"/>
                  <a:pt x="519682" y="31790"/>
                </a:cubicBezTo>
                <a:cubicBezTo>
                  <a:pt x="520110" y="31980"/>
                  <a:pt x="520419" y="32218"/>
                  <a:pt x="520609" y="32503"/>
                </a:cubicBezTo>
                <a:cubicBezTo>
                  <a:pt x="520799" y="32788"/>
                  <a:pt x="520894" y="33097"/>
                  <a:pt x="520894" y="33429"/>
                </a:cubicBezTo>
                <a:lnTo>
                  <a:pt x="520894" y="97580"/>
                </a:lnTo>
                <a:moveTo>
                  <a:pt x="522248" y="11690"/>
                </a:moveTo>
                <a:cubicBezTo>
                  <a:pt x="522248" y="14446"/>
                  <a:pt x="521725" y="16323"/>
                  <a:pt x="520680" y="17321"/>
                </a:cubicBezTo>
                <a:cubicBezTo>
                  <a:pt x="519635" y="18318"/>
                  <a:pt x="517710" y="18817"/>
                  <a:pt x="514907" y="18817"/>
                </a:cubicBezTo>
                <a:cubicBezTo>
                  <a:pt x="512150" y="18817"/>
                  <a:pt x="510262" y="18330"/>
                  <a:pt x="509240" y="17356"/>
                </a:cubicBezTo>
                <a:cubicBezTo>
                  <a:pt x="508218" y="16382"/>
                  <a:pt x="507707" y="14541"/>
                  <a:pt x="507707" y="11832"/>
                </a:cubicBezTo>
                <a:cubicBezTo>
                  <a:pt x="507707" y="9076"/>
                  <a:pt x="508230" y="7199"/>
                  <a:pt x="509276" y="6201"/>
                </a:cubicBezTo>
                <a:cubicBezTo>
                  <a:pt x="510321" y="5203"/>
                  <a:pt x="512245" y="4704"/>
                  <a:pt x="515049" y="4704"/>
                </a:cubicBezTo>
                <a:cubicBezTo>
                  <a:pt x="517805" y="4704"/>
                  <a:pt x="519694" y="5191"/>
                  <a:pt x="520716" y="6166"/>
                </a:cubicBezTo>
                <a:cubicBezTo>
                  <a:pt x="521737" y="7140"/>
                  <a:pt x="522248" y="8981"/>
                  <a:pt x="522248" y="11690"/>
                </a:cubicBezTo>
                <a:close/>
                <a:moveTo>
                  <a:pt x="591597" y="87886"/>
                </a:moveTo>
                <a:cubicBezTo>
                  <a:pt x="591597" y="88694"/>
                  <a:pt x="591574" y="89395"/>
                  <a:pt x="591526" y="89989"/>
                </a:cubicBezTo>
                <a:cubicBezTo>
                  <a:pt x="591479" y="90583"/>
                  <a:pt x="591395" y="91082"/>
                  <a:pt x="591277" y="91486"/>
                </a:cubicBezTo>
                <a:cubicBezTo>
                  <a:pt x="591158" y="91889"/>
                  <a:pt x="591015" y="92246"/>
                  <a:pt x="590849" y="92555"/>
                </a:cubicBezTo>
                <a:cubicBezTo>
                  <a:pt x="590683" y="92864"/>
                  <a:pt x="590302" y="93315"/>
                  <a:pt x="589708" y="93909"/>
                </a:cubicBezTo>
                <a:cubicBezTo>
                  <a:pt x="589114" y="94503"/>
                  <a:pt x="588105" y="95240"/>
                  <a:pt x="586679" y="96119"/>
                </a:cubicBezTo>
                <a:cubicBezTo>
                  <a:pt x="585254" y="96998"/>
                  <a:pt x="583650" y="97782"/>
                  <a:pt x="581868" y="98471"/>
                </a:cubicBezTo>
                <a:cubicBezTo>
                  <a:pt x="580086" y="99160"/>
                  <a:pt x="578150" y="99718"/>
                  <a:pt x="576059" y="100146"/>
                </a:cubicBezTo>
                <a:cubicBezTo>
                  <a:pt x="573968" y="100573"/>
                  <a:pt x="571806" y="100787"/>
                  <a:pt x="569572" y="100787"/>
                </a:cubicBezTo>
                <a:cubicBezTo>
                  <a:pt x="564963" y="100787"/>
                  <a:pt x="560876" y="100026"/>
                  <a:pt x="557313" y="98502"/>
                </a:cubicBezTo>
                <a:cubicBezTo>
                  <a:pt x="553749" y="96978"/>
                  <a:pt x="550767" y="94752"/>
                  <a:pt x="548367" y="91824"/>
                </a:cubicBezTo>
                <a:cubicBezTo>
                  <a:pt x="545967" y="88896"/>
                  <a:pt x="544138" y="85301"/>
                  <a:pt x="542879" y="81039"/>
                </a:cubicBezTo>
                <a:cubicBezTo>
                  <a:pt x="541619" y="76777"/>
                  <a:pt x="540990" y="71861"/>
                  <a:pt x="540990" y="66291"/>
                </a:cubicBezTo>
                <a:cubicBezTo>
                  <a:pt x="540990" y="59958"/>
                  <a:pt x="541762" y="54517"/>
                  <a:pt x="543306" y="49970"/>
                </a:cubicBezTo>
                <a:cubicBezTo>
                  <a:pt x="544851" y="45423"/>
                  <a:pt x="546965" y="41698"/>
                  <a:pt x="549650" y="38793"/>
                </a:cubicBezTo>
                <a:cubicBezTo>
                  <a:pt x="552335" y="35889"/>
                  <a:pt x="555495" y="33734"/>
                  <a:pt x="559130" y="32329"/>
                </a:cubicBezTo>
                <a:cubicBezTo>
                  <a:pt x="562765" y="30924"/>
                  <a:pt x="566698" y="30222"/>
                  <a:pt x="570927" y="30222"/>
                </a:cubicBezTo>
                <a:cubicBezTo>
                  <a:pt x="572970" y="30222"/>
                  <a:pt x="574954" y="30412"/>
                  <a:pt x="576878" y="30792"/>
                </a:cubicBezTo>
                <a:cubicBezTo>
                  <a:pt x="578803" y="31172"/>
                  <a:pt x="580573" y="31671"/>
                  <a:pt x="582189" y="32289"/>
                </a:cubicBezTo>
                <a:cubicBezTo>
                  <a:pt x="583804" y="32907"/>
                  <a:pt x="585242" y="33620"/>
                  <a:pt x="586501" y="34427"/>
                </a:cubicBezTo>
                <a:cubicBezTo>
                  <a:pt x="587760" y="35235"/>
                  <a:pt x="588675" y="35924"/>
                  <a:pt x="589245" y="36494"/>
                </a:cubicBezTo>
                <a:cubicBezTo>
                  <a:pt x="589815" y="37065"/>
                  <a:pt x="590207" y="37516"/>
                  <a:pt x="590421" y="37849"/>
                </a:cubicBezTo>
                <a:cubicBezTo>
                  <a:pt x="590635" y="38181"/>
                  <a:pt x="590813" y="38573"/>
                  <a:pt x="590956" y="39025"/>
                </a:cubicBezTo>
                <a:cubicBezTo>
                  <a:pt x="591098" y="39476"/>
                  <a:pt x="591193" y="39987"/>
                  <a:pt x="591241" y="40557"/>
                </a:cubicBezTo>
                <a:cubicBezTo>
                  <a:pt x="591288" y="41127"/>
                  <a:pt x="591312" y="41840"/>
                  <a:pt x="591312" y="42696"/>
                </a:cubicBezTo>
                <a:cubicBezTo>
                  <a:pt x="591312" y="44549"/>
                  <a:pt x="591098" y="45844"/>
                  <a:pt x="590671" y="46580"/>
                </a:cubicBezTo>
                <a:cubicBezTo>
                  <a:pt x="590243" y="47317"/>
                  <a:pt x="589720" y="47685"/>
                  <a:pt x="589103" y="47685"/>
                </a:cubicBezTo>
                <a:cubicBezTo>
                  <a:pt x="588390" y="47685"/>
                  <a:pt x="587570" y="47293"/>
                  <a:pt x="586644" y="46509"/>
                </a:cubicBezTo>
                <a:cubicBezTo>
                  <a:pt x="585717" y="45725"/>
                  <a:pt x="584541" y="44858"/>
                  <a:pt x="583115" y="43907"/>
                </a:cubicBezTo>
                <a:cubicBezTo>
                  <a:pt x="581690" y="42957"/>
                  <a:pt x="579967" y="42090"/>
                  <a:pt x="577948" y="41306"/>
                </a:cubicBezTo>
                <a:cubicBezTo>
                  <a:pt x="575928" y="40522"/>
                  <a:pt x="573540" y="40130"/>
                  <a:pt x="570784" y="40130"/>
                </a:cubicBezTo>
                <a:cubicBezTo>
                  <a:pt x="565129" y="40130"/>
                  <a:pt x="560793" y="42310"/>
                  <a:pt x="557776" y="46672"/>
                </a:cubicBezTo>
                <a:cubicBezTo>
                  <a:pt x="554758" y="51031"/>
                  <a:pt x="553250" y="57357"/>
                  <a:pt x="553250" y="65647"/>
                </a:cubicBezTo>
                <a:cubicBezTo>
                  <a:pt x="553250" y="69793"/>
                  <a:pt x="553642" y="73427"/>
                  <a:pt x="554426" y="76548"/>
                </a:cubicBezTo>
                <a:cubicBezTo>
                  <a:pt x="555210" y="79670"/>
                  <a:pt x="556362" y="82279"/>
                  <a:pt x="557883" y="84376"/>
                </a:cubicBezTo>
                <a:cubicBezTo>
                  <a:pt x="559403" y="86472"/>
                  <a:pt x="561268" y="88033"/>
                  <a:pt x="563478" y="89058"/>
                </a:cubicBezTo>
                <a:cubicBezTo>
                  <a:pt x="565688" y="90082"/>
                  <a:pt x="568218" y="90595"/>
                  <a:pt x="571069" y="90595"/>
                </a:cubicBezTo>
                <a:cubicBezTo>
                  <a:pt x="573778" y="90595"/>
                  <a:pt x="576154" y="90167"/>
                  <a:pt x="578197" y="89312"/>
                </a:cubicBezTo>
                <a:cubicBezTo>
                  <a:pt x="580240" y="88456"/>
                  <a:pt x="582010" y="87518"/>
                  <a:pt x="583507" y="86496"/>
                </a:cubicBezTo>
                <a:cubicBezTo>
                  <a:pt x="585004" y="85474"/>
                  <a:pt x="586263" y="84548"/>
                  <a:pt x="587285" y="83716"/>
                </a:cubicBezTo>
                <a:cubicBezTo>
                  <a:pt x="588307" y="82885"/>
                  <a:pt x="589103" y="82469"/>
                  <a:pt x="589673" y="82469"/>
                </a:cubicBezTo>
                <a:cubicBezTo>
                  <a:pt x="590005" y="82469"/>
                  <a:pt x="590291" y="82564"/>
                  <a:pt x="590528" y="82754"/>
                </a:cubicBezTo>
                <a:cubicBezTo>
                  <a:pt x="590766" y="82944"/>
                  <a:pt x="590968" y="83265"/>
                  <a:pt x="591134" y="83716"/>
                </a:cubicBezTo>
                <a:cubicBezTo>
                  <a:pt x="591300" y="84168"/>
                  <a:pt x="591419" y="84738"/>
                  <a:pt x="591490" y="85427"/>
                </a:cubicBezTo>
                <a:cubicBezTo>
                  <a:pt x="591562" y="86116"/>
                  <a:pt x="591597" y="86936"/>
                  <a:pt x="591597" y="87886"/>
                </a:cubicBezTo>
                <a:close/>
                <a:moveTo>
                  <a:pt x="659028" y="97509"/>
                </a:moveTo>
                <a:cubicBezTo>
                  <a:pt x="659028" y="97889"/>
                  <a:pt x="658933" y="98221"/>
                  <a:pt x="658743" y="98506"/>
                </a:cubicBezTo>
                <a:cubicBezTo>
                  <a:pt x="658553" y="98792"/>
                  <a:pt x="658232" y="99029"/>
                  <a:pt x="657781" y="99219"/>
                </a:cubicBezTo>
                <a:cubicBezTo>
                  <a:pt x="657329" y="99409"/>
                  <a:pt x="656700" y="99552"/>
                  <a:pt x="655892" y="99647"/>
                </a:cubicBezTo>
                <a:cubicBezTo>
                  <a:pt x="655084" y="99742"/>
                  <a:pt x="654062" y="99789"/>
                  <a:pt x="652827" y="99789"/>
                </a:cubicBezTo>
                <a:cubicBezTo>
                  <a:pt x="651544" y="99789"/>
                  <a:pt x="650486" y="99754"/>
                  <a:pt x="649655" y="99683"/>
                </a:cubicBezTo>
                <a:cubicBezTo>
                  <a:pt x="648823" y="99611"/>
                  <a:pt x="648122" y="99492"/>
                  <a:pt x="647552" y="99326"/>
                </a:cubicBezTo>
                <a:cubicBezTo>
                  <a:pt x="646982" y="99160"/>
                  <a:pt x="646519" y="98922"/>
                  <a:pt x="646162" y="98613"/>
                </a:cubicBezTo>
                <a:cubicBezTo>
                  <a:pt x="645806" y="98304"/>
                  <a:pt x="645485" y="97936"/>
                  <a:pt x="645200" y="97509"/>
                </a:cubicBezTo>
                <a:lnTo>
                  <a:pt x="618114" y="62012"/>
                </a:lnTo>
                <a:lnTo>
                  <a:pt x="618114" y="97580"/>
                </a:lnTo>
                <a:cubicBezTo>
                  <a:pt x="618114" y="97960"/>
                  <a:pt x="618019" y="98281"/>
                  <a:pt x="617829" y="98542"/>
                </a:cubicBezTo>
                <a:cubicBezTo>
                  <a:pt x="617639" y="98803"/>
                  <a:pt x="617330" y="99029"/>
                  <a:pt x="616903" y="99219"/>
                </a:cubicBezTo>
                <a:cubicBezTo>
                  <a:pt x="616475" y="99409"/>
                  <a:pt x="615881" y="99552"/>
                  <a:pt x="615121" y="99647"/>
                </a:cubicBezTo>
                <a:cubicBezTo>
                  <a:pt x="614360" y="99742"/>
                  <a:pt x="613386" y="99789"/>
                  <a:pt x="612198" y="99789"/>
                </a:cubicBezTo>
                <a:cubicBezTo>
                  <a:pt x="611058" y="99789"/>
                  <a:pt x="610107" y="99742"/>
                  <a:pt x="609347" y="99647"/>
                </a:cubicBezTo>
                <a:cubicBezTo>
                  <a:pt x="608587" y="99552"/>
                  <a:pt x="607981" y="99409"/>
                  <a:pt x="607530" y="99219"/>
                </a:cubicBezTo>
                <a:cubicBezTo>
                  <a:pt x="607078" y="99029"/>
                  <a:pt x="606769" y="98803"/>
                  <a:pt x="606603" y="98542"/>
                </a:cubicBezTo>
                <a:cubicBezTo>
                  <a:pt x="606437" y="98279"/>
                  <a:pt x="606353" y="97958"/>
                  <a:pt x="606353" y="97578"/>
                </a:cubicBezTo>
                <a:lnTo>
                  <a:pt x="606353" y="2283"/>
                </a:lnTo>
                <a:cubicBezTo>
                  <a:pt x="606353" y="1903"/>
                  <a:pt x="606437" y="1570"/>
                  <a:pt x="606603" y="1285"/>
                </a:cubicBezTo>
                <a:cubicBezTo>
                  <a:pt x="606769" y="999"/>
                  <a:pt x="607078" y="760"/>
                  <a:pt x="607530" y="570"/>
                </a:cubicBezTo>
                <a:cubicBezTo>
                  <a:pt x="607981" y="380"/>
                  <a:pt x="608587" y="238"/>
                  <a:pt x="609347" y="143"/>
                </a:cubicBezTo>
                <a:cubicBezTo>
                  <a:pt x="610107" y="48"/>
                  <a:pt x="611058" y="0"/>
                  <a:pt x="612198" y="0"/>
                </a:cubicBezTo>
                <a:cubicBezTo>
                  <a:pt x="613386" y="0"/>
                  <a:pt x="614360" y="48"/>
                  <a:pt x="615121" y="143"/>
                </a:cubicBezTo>
                <a:cubicBezTo>
                  <a:pt x="615881" y="238"/>
                  <a:pt x="616475" y="380"/>
                  <a:pt x="616903" y="570"/>
                </a:cubicBezTo>
                <a:cubicBezTo>
                  <a:pt x="617330" y="760"/>
                  <a:pt x="617639" y="999"/>
                  <a:pt x="617829" y="1285"/>
                </a:cubicBezTo>
                <a:cubicBezTo>
                  <a:pt x="618019" y="1570"/>
                  <a:pt x="618114" y="1903"/>
                  <a:pt x="618114" y="2283"/>
                </a:cubicBezTo>
                <a:lnTo>
                  <a:pt x="618114" y="60373"/>
                </a:lnTo>
                <a:lnTo>
                  <a:pt x="642349" y="33715"/>
                </a:lnTo>
                <a:cubicBezTo>
                  <a:pt x="642729" y="33239"/>
                  <a:pt x="643133" y="32847"/>
                  <a:pt x="643561" y="32538"/>
                </a:cubicBezTo>
                <a:cubicBezTo>
                  <a:pt x="643988" y="32230"/>
                  <a:pt x="644499" y="31968"/>
                  <a:pt x="645093" y="31754"/>
                </a:cubicBezTo>
                <a:cubicBezTo>
                  <a:pt x="645687" y="31541"/>
                  <a:pt x="646388" y="31398"/>
                  <a:pt x="647196" y="31327"/>
                </a:cubicBezTo>
                <a:cubicBezTo>
                  <a:pt x="648004" y="31255"/>
                  <a:pt x="648978" y="31220"/>
                  <a:pt x="650118" y="31220"/>
                </a:cubicBezTo>
                <a:cubicBezTo>
                  <a:pt x="651306" y="31220"/>
                  <a:pt x="652304" y="31255"/>
                  <a:pt x="653112" y="31327"/>
                </a:cubicBezTo>
                <a:cubicBezTo>
                  <a:pt x="653920" y="31398"/>
                  <a:pt x="654573" y="31517"/>
                  <a:pt x="655072" y="31683"/>
                </a:cubicBezTo>
                <a:cubicBezTo>
                  <a:pt x="655571" y="31849"/>
                  <a:pt x="655927" y="32063"/>
                  <a:pt x="656141" y="32325"/>
                </a:cubicBezTo>
                <a:cubicBezTo>
                  <a:pt x="656355" y="32586"/>
                  <a:pt x="656462" y="32931"/>
                  <a:pt x="656462" y="33358"/>
                </a:cubicBezTo>
                <a:cubicBezTo>
                  <a:pt x="656462" y="33928"/>
                  <a:pt x="656308" y="34499"/>
                  <a:pt x="655999" y="35069"/>
                </a:cubicBezTo>
                <a:cubicBezTo>
                  <a:pt x="655690" y="35639"/>
                  <a:pt x="655179" y="36304"/>
                  <a:pt x="654466" y="37065"/>
                </a:cubicBezTo>
                <a:lnTo>
                  <a:pt x="631229" y="60301"/>
                </a:lnTo>
                <a:lnTo>
                  <a:pt x="657317" y="94158"/>
                </a:lnTo>
                <a:cubicBezTo>
                  <a:pt x="657935" y="94966"/>
                  <a:pt x="658375" y="95620"/>
                  <a:pt x="658636" y="96119"/>
                </a:cubicBezTo>
                <a:cubicBezTo>
                  <a:pt x="658897" y="96618"/>
                  <a:pt x="659028" y="97081"/>
                  <a:pt x="659028" y="97509"/>
                </a:cubicBezTo>
                <a:close/>
                <a:moveTo>
                  <a:pt x="690456" y="42304"/>
                </a:moveTo>
                <a:cubicBezTo>
                  <a:pt x="690456" y="43832"/>
                  <a:pt x="690349" y="45121"/>
                  <a:pt x="690135" y="46170"/>
                </a:cubicBezTo>
                <a:cubicBezTo>
                  <a:pt x="689922" y="47220"/>
                  <a:pt x="689518" y="48067"/>
                  <a:pt x="688924" y="48712"/>
                </a:cubicBezTo>
                <a:cubicBezTo>
                  <a:pt x="688330" y="49355"/>
                  <a:pt x="687558" y="49808"/>
                  <a:pt x="686607" y="50071"/>
                </a:cubicBezTo>
                <a:cubicBezTo>
                  <a:pt x="685657" y="50334"/>
                  <a:pt x="684445" y="50465"/>
                  <a:pt x="682972" y="50465"/>
                </a:cubicBezTo>
                <a:cubicBezTo>
                  <a:pt x="681451" y="50465"/>
                  <a:pt x="680216" y="50334"/>
                  <a:pt x="679266" y="50071"/>
                </a:cubicBezTo>
                <a:cubicBezTo>
                  <a:pt x="678315" y="49808"/>
                  <a:pt x="677555" y="49355"/>
                  <a:pt x="676985" y="48712"/>
                </a:cubicBezTo>
                <a:cubicBezTo>
                  <a:pt x="676414" y="48067"/>
                  <a:pt x="676022" y="47220"/>
                  <a:pt x="675809" y="46170"/>
                </a:cubicBezTo>
                <a:cubicBezTo>
                  <a:pt x="675595" y="45121"/>
                  <a:pt x="675488" y="43832"/>
                  <a:pt x="675488" y="42304"/>
                </a:cubicBezTo>
                <a:cubicBezTo>
                  <a:pt x="675488" y="40681"/>
                  <a:pt x="675595" y="39332"/>
                  <a:pt x="675809" y="38259"/>
                </a:cubicBezTo>
                <a:cubicBezTo>
                  <a:pt x="676022" y="37185"/>
                  <a:pt x="676414" y="36327"/>
                  <a:pt x="676985" y="35684"/>
                </a:cubicBezTo>
                <a:cubicBezTo>
                  <a:pt x="677555" y="35039"/>
                  <a:pt x="678315" y="34586"/>
                  <a:pt x="679266" y="34323"/>
                </a:cubicBezTo>
                <a:cubicBezTo>
                  <a:pt x="680216" y="34060"/>
                  <a:pt x="681451" y="33928"/>
                  <a:pt x="682972" y="33928"/>
                </a:cubicBezTo>
                <a:cubicBezTo>
                  <a:pt x="684445" y="33928"/>
                  <a:pt x="685657" y="34060"/>
                  <a:pt x="686607" y="34323"/>
                </a:cubicBezTo>
                <a:cubicBezTo>
                  <a:pt x="687558" y="34586"/>
                  <a:pt x="688330" y="35039"/>
                  <a:pt x="688924" y="35684"/>
                </a:cubicBezTo>
                <a:cubicBezTo>
                  <a:pt x="689518" y="36327"/>
                  <a:pt x="689922" y="37185"/>
                  <a:pt x="690135" y="38259"/>
                </a:cubicBezTo>
                <a:cubicBezTo>
                  <a:pt x="690349" y="39332"/>
                  <a:pt x="690456" y="40681"/>
                  <a:pt x="690456" y="42304"/>
                </a:cubicBezTo>
                <a:moveTo>
                  <a:pt x="690456" y="91842"/>
                </a:moveTo>
                <a:cubicBezTo>
                  <a:pt x="690456" y="93417"/>
                  <a:pt x="690349" y="94730"/>
                  <a:pt x="690135" y="95780"/>
                </a:cubicBezTo>
                <a:cubicBezTo>
                  <a:pt x="689922" y="96830"/>
                  <a:pt x="689518" y="97677"/>
                  <a:pt x="688924" y="98322"/>
                </a:cubicBezTo>
                <a:cubicBezTo>
                  <a:pt x="688330" y="98965"/>
                  <a:pt x="687558" y="99417"/>
                  <a:pt x="686607" y="99680"/>
                </a:cubicBezTo>
                <a:cubicBezTo>
                  <a:pt x="685657" y="99943"/>
                  <a:pt x="684445" y="100075"/>
                  <a:pt x="682972" y="100075"/>
                </a:cubicBezTo>
                <a:cubicBezTo>
                  <a:pt x="681451" y="100075"/>
                  <a:pt x="680216" y="99943"/>
                  <a:pt x="679266" y="99680"/>
                </a:cubicBezTo>
                <a:cubicBezTo>
                  <a:pt x="678315" y="99417"/>
                  <a:pt x="677555" y="98965"/>
                  <a:pt x="676985" y="98322"/>
                </a:cubicBezTo>
                <a:cubicBezTo>
                  <a:pt x="676414" y="97677"/>
                  <a:pt x="676022" y="96830"/>
                  <a:pt x="675809" y="95780"/>
                </a:cubicBezTo>
                <a:cubicBezTo>
                  <a:pt x="675595" y="94730"/>
                  <a:pt x="675488" y="93417"/>
                  <a:pt x="675488" y="91842"/>
                </a:cubicBezTo>
                <a:cubicBezTo>
                  <a:pt x="675488" y="90266"/>
                  <a:pt x="675595" y="88942"/>
                  <a:pt x="675809" y="87868"/>
                </a:cubicBezTo>
                <a:cubicBezTo>
                  <a:pt x="676022" y="86795"/>
                  <a:pt x="676414" y="85948"/>
                  <a:pt x="676985" y="85329"/>
                </a:cubicBezTo>
                <a:cubicBezTo>
                  <a:pt x="677555" y="84708"/>
                  <a:pt x="678315" y="84254"/>
                  <a:pt x="679266" y="83968"/>
                </a:cubicBezTo>
                <a:cubicBezTo>
                  <a:pt x="680216" y="83681"/>
                  <a:pt x="681451" y="83538"/>
                  <a:pt x="682972" y="83538"/>
                </a:cubicBezTo>
                <a:cubicBezTo>
                  <a:pt x="684445" y="83538"/>
                  <a:pt x="685657" y="83681"/>
                  <a:pt x="686607" y="83968"/>
                </a:cubicBezTo>
                <a:cubicBezTo>
                  <a:pt x="687558" y="84254"/>
                  <a:pt x="688330" y="84708"/>
                  <a:pt x="688924" y="85329"/>
                </a:cubicBezTo>
                <a:cubicBezTo>
                  <a:pt x="689518" y="85948"/>
                  <a:pt x="689922" y="86795"/>
                  <a:pt x="690135" y="87868"/>
                </a:cubicBezTo>
                <a:cubicBezTo>
                  <a:pt x="690349" y="88942"/>
                  <a:pt x="690456" y="90266"/>
                  <a:pt x="690456" y="918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4x2(1,7,17)">
            <a:extLst xmlns:a="http://schemas.openxmlformats.org/drawingml/2006/main">
              <a:ext uri="{FF2B5EF4-FFF2-40B4-BE49-F238E27FC236}">
                <a16:creationId xmlns:a16="http://schemas.microsoft.com/office/drawing/2014/main" id="{FB93D574-B6FD-455E-A6C0-FC14F164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9242" y="2904099"/>
            <a:ext cx="687831" cy="126052"/>
          </a:xfrm>
          <a:custGeom xmlns:a="http://schemas.openxmlformats.org/drawingml/2006/main">
            <a:pathLst>
              <a:path w="687831" h="126052">
                <a:moveTo>
                  <a:pt x="66452" y="75017"/>
                </a:moveTo>
                <a:cubicBezTo>
                  <a:pt x="66452" y="76588"/>
                  <a:pt x="66214" y="77825"/>
                  <a:pt x="65738" y="78729"/>
                </a:cubicBezTo>
                <a:cubicBezTo>
                  <a:pt x="65263" y="79633"/>
                  <a:pt x="64596" y="80085"/>
                  <a:pt x="63740" y="80085"/>
                </a:cubicBezTo>
                <a:lnTo>
                  <a:pt x="53319" y="80085"/>
                </a:lnTo>
                <a:lnTo>
                  <a:pt x="53319" y="99564"/>
                </a:lnTo>
                <a:cubicBezTo>
                  <a:pt x="53319" y="99947"/>
                  <a:pt x="53224" y="100269"/>
                  <a:pt x="53033" y="100532"/>
                </a:cubicBezTo>
                <a:cubicBezTo>
                  <a:pt x="52843" y="100794"/>
                  <a:pt x="52510" y="101021"/>
                  <a:pt x="52034" y="101213"/>
                </a:cubicBezTo>
                <a:cubicBezTo>
                  <a:pt x="51558" y="101403"/>
                  <a:pt x="50939" y="101546"/>
                  <a:pt x="50178" y="101641"/>
                </a:cubicBezTo>
                <a:cubicBezTo>
                  <a:pt x="49417" y="101736"/>
                  <a:pt x="48441" y="101784"/>
                  <a:pt x="47252" y="101784"/>
                </a:cubicBezTo>
                <a:cubicBezTo>
                  <a:pt x="46110" y="101784"/>
                  <a:pt x="45158" y="101736"/>
                  <a:pt x="44397" y="101641"/>
                </a:cubicBezTo>
                <a:cubicBezTo>
                  <a:pt x="43635" y="101546"/>
                  <a:pt x="43029" y="101403"/>
                  <a:pt x="42576" y="101213"/>
                </a:cubicBezTo>
                <a:cubicBezTo>
                  <a:pt x="42124" y="101021"/>
                  <a:pt x="41815" y="100794"/>
                  <a:pt x="41649" y="100532"/>
                </a:cubicBezTo>
                <a:cubicBezTo>
                  <a:pt x="41482" y="100269"/>
                  <a:pt x="41399" y="99947"/>
                  <a:pt x="41399" y="99564"/>
                </a:cubicBezTo>
                <a:lnTo>
                  <a:pt x="41399" y="80085"/>
                </a:lnTo>
                <a:lnTo>
                  <a:pt x="3283" y="80085"/>
                </a:lnTo>
                <a:cubicBezTo>
                  <a:pt x="2712" y="80085"/>
                  <a:pt x="2236" y="80014"/>
                  <a:pt x="1856" y="79871"/>
                </a:cubicBezTo>
                <a:cubicBezTo>
                  <a:pt x="1475" y="79728"/>
                  <a:pt x="1130" y="79467"/>
                  <a:pt x="821" y="79086"/>
                </a:cubicBezTo>
                <a:cubicBezTo>
                  <a:pt x="512" y="78705"/>
                  <a:pt x="297" y="78158"/>
                  <a:pt x="178" y="77444"/>
                </a:cubicBezTo>
                <a:cubicBezTo>
                  <a:pt x="59" y="76730"/>
                  <a:pt x="0" y="75803"/>
                  <a:pt x="0" y="74661"/>
                </a:cubicBezTo>
                <a:cubicBezTo>
                  <a:pt x="0" y="73756"/>
                  <a:pt x="24" y="72947"/>
                  <a:pt x="71" y="72234"/>
                </a:cubicBezTo>
                <a:cubicBezTo>
                  <a:pt x="119" y="71520"/>
                  <a:pt x="214" y="70866"/>
                  <a:pt x="357" y="70271"/>
                </a:cubicBezTo>
                <a:cubicBezTo>
                  <a:pt x="500" y="69676"/>
                  <a:pt x="690" y="69105"/>
                  <a:pt x="928" y="68558"/>
                </a:cubicBezTo>
                <a:cubicBezTo>
                  <a:pt x="1166" y="68011"/>
                  <a:pt x="1451" y="67428"/>
                  <a:pt x="1784" y="66809"/>
                </a:cubicBezTo>
                <a:lnTo>
                  <a:pt x="35046" y="10776"/>
                </a:lnTo>
                <a:cubicBezTo>
                  <a:pt x="35284" y="10395"/>
                  <a:pt x="35629" y="10063"/>
                  <a:pt x="36081" y="9779"/>
                </a:cubicBezTo>
                <a:cubicBezTo>
                  <a:pt x="36533" y="9493"/>
                  <a:pt x="37116" y="9255"/>
                  <a:pt x="37830" y="9065"/>
                </a:cubicBezTo>
                <a:cubicBezTo>
                  <a:pt x="38544" y="8875"/>
                  <a:pt x="39424" y="8744"/>
                  <a:pt x="40471" y="8672"/>
                </a:cubicBezTo>
                <a:cubicBezTo>
                  <a:pt x="41518" y="8601"/>
                  <a:pt x="42755" y="8565"/>
                  <a:pt x="44182" y="8565"/>
                </a:cubicBezTo>
                <a:cubicBezTo>
                  <a:pt x="45753" y="8565"/>
                  <a:pt x="47121" y="8625"/>
                  <a:pt x="48287" y="8744"/>
                </a:cubicBezTo>
                <a:cubicBezTo>
                  <a:pt x="49452" y="8863"/>
                  <a:pt x="50392" y="9017"/>
                  <a:pt x="51106" y="9208"/>
                </a:cubicBezTo>
                <a:cubicBezTo>
                  <a:pt x="51820" y="9398"/>
                  <a:pt x="52367" y="9648"/>
                  <a:pt x="52748" y="9957"/>
                </a:cubicBezTo>
                <a:cubicBezTo>
                  <a:pt x="53128" y="10265"/>
                  <a:pt x="53319" y="10633"/>
                  <a:pt x="53319" y="11061"/>
                </a:cubicBezTo>
                <a:lnTo>
                  <a:pt x="53319" y="69950"/>
                </a:lnTo>
                <a:lnTo>
                  <a:pt x="63740" y="69950"/>
                </a:lnTo>
                <a:cubicBezTo>
                  <a:pt x="64549" y="69950"/>
                  <a:pt x="65203" y="70366"/>
                  <a:pt x="65703" y="71199"/>
                </a:cubicBezTo>
                <a:cubicBezTo>
                  <a:pt x="66202" y="72031"/>
                  <a:pt x="66452" y="73304"/>
                  <a:pt x="66452" y="75017"/>
                </a:cubicBezTo>
                <a:moveTo>
                  <a:pt x="41399" y="19332"/>
                </a:moveTo>
                <a:lnTo>
                  <a:pt x="41256" y="19332"/>
                </a:lnTo>
                <a:lnTo>
                  <a:pt x="11206" y="69950"/>
                </a:lnTo>
                <a:lnTo>
                  <a:pt x="41399" y="69950"/>
                </a:lnTo>
                <a:lnTo>
                  <a:pt x="41399" y="19332"/>
                </a:lnTo>
                <a:close/>
                <a:moveTo>
                  <a:pt x="129118" y="98215"/>
                </a:moveTo>
                <a:cubicBezTo>
                  <a:pt x="129498" y="98881"/>
                  <a:pt x="129689" y="99440"/>
                  <a:pt x="129689" y="99892"/>
                </a:cubicBezTo>
                <a:cubicBezTo>
                  <a:pt x="129689" y="100344"/>
                  <a:pt x="129462" y="100713"/>
                  <a:pt x="129010" y="100999"/>
                </a:cubicBezTo>
                <a:cubicBezTo>
                  <a:pt x="128558" y="101284"/>
                  <a:pt x="127868" y="101486"/>
                  <a:pt x="126941" y="101605"/>
                </a:cubicBezTo>
                <a:cubicBezTo>
                  <a:pt x="126013" y="101724"/>
                  <a:pt x="124811" y="101784"/>
                  <a:pt x="123336" y="101784"/>
                </a:cubicBezTo>
                <a:cubicBezTo>
                  <a:pt x="121908" y="101784"/>
                  <a:pt x="120778" y="101748"/>
                  <a:pt x="119946" y="101677"/>
                </a:cubicBezTo>
                <a:cubicBezTo>
                  <a:pt x="119113" y="101605"/>
                  <a:pt x="118447" y="101486"/>
                  <a:pt x="117947" y="101320"/>
                </a:cubicBezTo>
                <a:cubicBezTo>
                  <a:pt x="117447" y="101153"/>
                  <a:pt x="117067" y="100939"/>
                  <a:pt x="116805" y="100677"/>
                </a:cubicBezTo>
                <a:cubicBezTo>
                  <a:pt x="116543" y="100416"/>
                  <a:pt x="116317" y="100118"/>
                  <a:pt x="116127" y="99785"/>
                </a:cubicBezTo>
                <a:lnTo>
                  <a:pt x="100709" y="74304"/>
                </a:lnTo>
                <a:lnTo>
                  <a:pt x="85363" y="99785"/>
                </a:lnTo>
                <a:cubicBezTo>
                  <a:pt x="85173" y="100118"/>
                  <a:pt x="84947" y="100416"/>
                  <a:pt x="84685" y="100677"/>
                </a:cubicBezTo>
                <a:cubicBezTo>
                  <a:pt x="84424" y="100939"/>
                  <a:pt x="84043" y="101153"/>
                  <a:pt x="83543" y="101320"/>
                </a:cubicBezTo>
                <a:cubicBezTo>
                  <a:pt x="83044" y="101486"/>
                  <a:pt x="82389" y="101605"/>
                  <a:pt x="81580" y="101677"/>
                </a:cubicBezTo>
                <a:cubicBezTo>
                  <a:pt x="80771" y="101748"/>
                  <a:pt x="79701" y="101784"/>
                  <a:pt x="78368" y="101784"/>
                </a:cubicBezTo>
                <a:cubicBezTo>
                  <a:pt x="76988" y="101784"/>
                  <a:pt x="75858" y="101724"/>
                  <a:pt x="74978" y="101605"/>
                </a:cubicBezTo>
                <a:cubicBezTo>
                  <a:pt x="74098" y="101486"/>
                  <a:pt x="73455" y="101284"/>
                  <a:pt x="73051" y="100999"/>
                </a:cubicBezTo>
                <a:cubicBezTo>
                  <a:pt x="72646" y="100713"/>
                  <a:pt x="72456" y="100344"/>
                  <a:pt x="72480" y="99892"/>
                </a:cubicBezTo>
                <a:cubicBezTo>
                  <a:pt x="72504" y="99440"/>
                  <a:pt x="72730" y="98881"/>
                  <a:pt x="73158" y="98215"/>
                </a:cubicBezTo>
                <a:lnTo>
                  <a:pt x="93143" y="66880"/>
                </a:lnTo>
                <a:lnTo>
                  <a:pt x="74228" y="36688"/>
                </a:lnTo>
                <a:cubicBezTo>
                  <a:pt x="73848" y="36022"/>
                  <a:pt x="73646" y="35463"/>
                  <a:pt x="73622" y="35010"/>
                </a:cubicBezTo>
                <a:cubicBezTo>
                  <a:pt x="73598" y="34558"/>
                  <a:pt x="73812" y="34178"/>
                  <a:pt x="74264" y="33868"/>
                </a:cubicBezTo>
                <a:cubicBezTo>
                  <a:pt x="74716" y="33559"/>
                  <a:pt x="75406" y="33357"/>
                  <a:pt x="76334" y="33262"/>
                </a:cubicBezTo>
                <a:cubicBezTo>
                  <a:pt x="77262" y="33167"/>
                  <a:pt x="78487" y="33119"/>
                  <a:pt x="80010" y="33119"/>
                </a:cubicBezTo>
                <a:cubicBezTo>
                  <a:pt x="81390" y="33119"/>
                  <a:pt x="82496" y="33155"/>
                  <a:pt x="83329" y="33226"/>
                </a:cubicBezTo>
                <a:cubicBezTo>
                  <a:pt x="84162" y="33297"/>
                  <a:pt x="84816" y="33405"/>
                  <a:pt x="85292" y="33547"/>
                </a:cubicBezTo>
                <a:cubicBezTo>
                  <a:pt x="85768" y="33690"/>
                  <a:pt x="86125" y="33880"/>
                  <a:pt x="86363" y="34118"/>
                </a:cubicBezTo>
                <a:cubicBezTo>
                  <a:pt x="86601" y="34356"/>
                  <a:pt x="86815" y="34642"/>
                  <a:pt x="87005" y="34975"/>
                </a:cubicBezTo>
                <a:lnTo>
                  <a:pt x="101637" y="58886"/>
                </a:lnTo>
                <a:lnTo>
                  <a:pt x="116484" y="34975"/>
                </a:lnTo>
                <a:cubicBezTo>
                  <a:pt x="116674" y="34689"/>
                  <a:pt x="116888" y="34428"/>
                  <a:pt x="117126" y="34190"/>
                </a:cubicBezTo>
                <a:cubicBezTo>
                  <a:pt x="117364" y="33952"/>
                  <a:pt x="117685" y="33749"/>
                  <a:pt x="118090" y="33583"/>
                </a:cubicBezTo>
                <a:cubicBezTo>
                  <a:pt x="118494" y="33416"/>
                  <a:pt x="119065" y="33297"/>
                  <a:pt x="119803" y="33226"/>
                </a:cubicBezTo>
                <a:cubicBezTo>
                  <a:pt x="120540" y="33155"/>
                  <a:pt x="121552" y="33119"/>
                  <a:pt x="122836" y="33119"/>
                </a:cubicBezTo>
                <a:cubicBezTo>
                  <a:pt x="124216" y="33119"/>
                  <a:pt x="125346" y="33167"/>
                  <a:pt x="126227" y="33262"/>
                </a:cubicBezTo>
                <a:cubicBezTo>
                  <a:pt x="127107" y="33357"/>
                  <a:pt x="127761" y="33535"/>
                  <a:pt x="128190" y="33797"/>
                </a:cubicBezTo>
                <a:cubicBezTo>
                  <a:pt x="128618" y="34059"/>
                  <a:pt x="128808" y="34428"/>
                  <a:pt x="128761" y="34903"/>
                </a:cubicBezTo>
                <a:cubicBezTo>
                  <a:pt x="128713" y="35379"/>
                  <a:pt x="128475" y="35974"/>
                  <a:pt x="128047" y="36688"/>
                </a:cubicBezTo>
                <a:lnTo>
                  <a:pt x="109275" y="66524"/>
                </a:lnTo>
                <a:lnTo>
                  <a:pt x="129118" y="98215"/>
                </a:lnTo>
                <a:close/>
                <a:moveTo>
                  <a:pt x="202275" y="96074"/>
                </a:moveTo>
                <a:cubicBezTo>
                  <a:pt x="202275" y="96930"/>
                  <a:pt x="202216" y="97692"/>
                  <a:pt x="202097" y="98358"/>
                </a:cubicBezTo>
                <a:cubicBezTo>
                  <a:pt x="201978" y="99024"/>
                  <a:pt x="201811" y="99583"/>
                  <a:pt x="201597" y="100035"/>
                </a:cubicBezTo>
                <a:cubicBezTo>
                  <a:pt x="201383" y="100487"/>
                  <a:pt x="201097" y="100820"/>
                  <a:pt x="200740" y="101034"/>
                </a:cubicBezTo>
                <a:cubicBezTo>
                  <a:pt x="200384" y="101248"/>
                  <a:pt x="199991" y="101356"/>
                  <a:pt x="199563" y="101356"/>
                </a:cubicBezTo>
                <a:lnTo>
                  <a:pt x="148528" y="101356"/>
                </a:lnTo>
                <a:cubicBezTo>
                  <a:pt x="147862" y="101356"/>
                  <a:pt x="147279" y="101272"/>
                  <a:pt x="146779" y="101106"/>
                </a:cubicBezTo>
                <a:cubicBezTo>
                  <a:pt x="146280" y="100939"/>
                  <a:pt x="145851" y="100666"/>
                  <a:pt x="145494" y="100285"/>
                </a:cubicBezTo>
                <a:cubicBezTo>
                  <a:pt x="145138" y="99904"/>
                  <a:pt x="144876" y="99357"/>
                  <a:pt x="144709" y="98643"/>
                </a:cubicBezTo>
                <a:cubicBezTo>
                  <a:pt x="144543" y="97929"/>
                  <a:pt x="144460" y="97049"/>
                  <a:pt x="144460" y="96002"/>
                </a:cubicBezTo>
                <a:cubicBezTo>
                  <a:pt x="144460" y="95051"/>
                  <a:pt x="144495" y="94218"/>
                  <a:pt x="144567" y="93504"/>
                </a:cubicBezTo>
                <a:cubicBezTo>
                  <a:pt x="144638" y="92790"/>
                  <a:pt x="144793" y="92160"/>
                  <a:pt x="145031" y="91613"/>
                </a:cubicBezTo>
                <a:cubicBezTo>
                  <a:pt x="145268" y="91065"/>
                  <a:pt x="145566" y="90518"/>
                  <a:pt x="145923" y="89971"/>
                </a:cubicBezTo>
                <a:cubicBezTo>
                  <a:pt x="146280" y="89424"/>
                  <a:pt x="146744" y="88841"/>
                  <a:pt x="147315" y="88222"/>
                </a:cubicBezTo>
                <a:lnTo>
                  <a:pt x="165230" y="69211"/>
                </a:lnTo>
                <a:cubicBezTo>
                  <a:pt x="169370" y="64831"/>
                  <a:pt x="172689" y="60902"/>
                  <a:pt x="175187" y="57425"/>
                </a:cubicBezTo>
                <a:cubicBezTo>
                  <a:pt x="177686" y="53948"/>
                  <a:pt x="179613" y="50782"/>
                  <a:pt x="180969" y="47925"/>
                </a:cubicBezTo>
                <a:cubicBezTo>
                  <a:pt x="182325" y="45067"/>
                  <a:pt x="183217" y="42472"/>
                  <a:pt x="183646" y="40138"/>
                </a:cubicBezTo>
                <a:cubicBezTo>
                  <a:pt x="184074" y="37805"/>
                  <a:pt x="184288" y="35615"/>
                  <a:pt x="184288" y="33567"/>
                </a:cubicBezTo>
                <a:cubicBezTo>
                  <a:pt x="184288" y="31518"/>
                  <a:pt x="183955" y="29577"/>
                  <a:pt x="183289" y="27743"/>
                </a:cubicBezTo>
                <a:cubicBezTo>
                  <a:pt x="182622" y="25908"/>
                  <a:pt x="181659" y="24300"/>
                  <a:pt x="180398" y="22919"/>
                </a:cubicBezTo>
                <a:cubicBezTo>
                  <a:pt x="179137" y="21536"/>
                  <a:pt x="177555" y="20440"/>
                  <a:pt x="175651" y="19631"/>
                </a:cubicBezTo>
                <a:cubicBezTo>
                  <a:pt x="173748" y="18821"/>
                  <a:pt x="171559" y="18415"/>
                  <a:pt x="169085" y="18415"/>
                </a:cubicBezTo>
                <a:cubicBezTo>
                  <a:pt x="166182" y="18415"/>
                  <a:pt x="163577" y="18820"/>
                  <a:pt x="161269" y="19629"/>
                </a:cubicBezTo>
                <a:cubicBezTo>
                  <a:pt x="158961" y="20438"/>
                  <a:pt x="156939" y="21318"/>
                  <a:pt x="155202" y="22270"/>
                </a:cubicBezTo>
                <a:cubicBezTo>
                  <a:pt x="153465" y="23221"/>
                  <a:pt x="152014" y="24102"/>
                  <a:pt x="150848" y="24911"/>
                </a:cubicBezTo>
                <a:cubicBezTo>
                  <a:pt x="149682" y="25720"/>
                  <a:pt x="148814" y="26124"/>
                  <a:pt x="148242" y="26124"/>
                </a:cubicBezTo>
                <a:cubicBezTo>
                  <a:pt x="147909" y="26124"/>
                  <a:pt x="147612" y="26029"/>
                  <a:pt x="147350" y="25839"/>
                </a:cubicBezTo>
                <a:cubicBezTo>
                  <a:pt x="147089" y="25648"/>
                  <a:pt x="146874" y="25339"/>
                  <a:pt x="146708" y="24911"/>
                </a:cubicBezTo>
                <a:cubicBezTo>
                  <a:pt x="146541" y="24482"/>
                  <a:pt x="146410" y="23911"/>
                  <a:pt x="146315" y="23198"/>
                </a:cubicBezTo>
                <a:cubicBezTo>
                  <a:pt x="146220" y="22484"/>
                  <a:pt x="146173" y="21627"/>
                  <a:pt x="146173" y="20628"/>
                </a:cubicBezTo>
                <a:cubicBezTo>
                  <a:pt x="146173" y="19914"/>
                  <a:pt x="146196" y="19296"/>
                  <a:pt x="146244" y="18772"/>
                </a:cubicBezTo>
                <a:cubicBezTo>
                  <a:pt x="146292" y="18249"/>
                  <a:pt x="146375" y="17797"/>
                  <a:pt x="146494" y="17416"/>
                </a:cubicBezTo>
                <a:cubicBezTo>
                  <a:pt x="146613" y="17035"/>
                  <a:pt x="146767" y="16678"/>
                  <a:pt x="146958" y="16345"/>
                </a:cubicBezTo>
                <a:cubicBezTo>
                  <a:pt x="147148" y="16012"/>
                  <a:pt x="147529" y="15596"/>
                  <a:pt x="148100" y="15096"/>
                </a:cubicBezTo>
                <a:cubicBezTo>
                  <a:pt x="148671" y="14597"/>
                  <a:pt x="149658" y="13919"/>
                  <a:pt x="151062" y="13062"/>
                </a:cubicBezTo>
                <a:cubicBezTo>
                  <a:pt x="152466" y="12205"/>
                  <a:pt x="154226" y="11361"/>
                  <a:pt x="156344" y="10528"/>
                </a:cubicBezTo>
                <a:cubicBezTo>
                  <a:pt x="158461" y="9695"/>
                  <a:pt x="160793" y="8994"/>
                  <a:pt x="163339" y="8423"/>
                </a:cubicBezTo>
                <a:cubicBezTo>
                  <a:pt x="165885" y="7851"/>
                  <a:pt x="168561" y="7566"/>
                  <a:pt x="171369" y="7566"/>
                </a:cubicBezTo>
                <a:cubicBezTo>
                  <a:pt x="175842" y="7566"/>
                  <a:pt x="179756" y="8197"/>
                  <a:pt x="183110" y="9460"/>
                </a:cubicBezTo>
                <a:cubicBezTo>
                  <a:pt x="186465" y="10721"/>
                  <a:pt x="189249" y="12446"/>
                  <a:pt x="191461" y="14637"/>
                </a:cubicBezTo>
                <a:cubicBezTo>
                  <a:pt x="193674" y="16827"/>
                  <a:pt x="195328" y="19375"/>
                  <a:pt x="196422" y="22281"/>
                </a:cubicBezTo>
                <a:cubicBezTo>
                  <a:pt x="197517" y="25185"/>
                  <a:pt x="198064" y="28280"/>
                  <a:pt x="198064" y="31567"/>
                </a:cubicBezTo>
                <a:cubicBezTo>
                  <a:pt x="198064" y="34520"/>
                  <a:pt x="197802" y="37461"/>
                  <a:pt x="197279" y="40391"/>
                </a:cubicBezTo>
                <a:cubicBezTo>
                  <a:pt x="196755" y="43318"/>
                  <a:pt x="195649" y="46485"/>
                  <a:pt x="193960" y="49890"/>
                </a:cubicBezTo>
                <a:cubicBezTo>
                  <a:pt x="192270" y="53296"/>
                  <a:pt x="189832" y="57082"/>
                  <a:pt x="186643" y="61248"/>
                </a:cubicBezTo>
                <a:cubicBezTo>
                  <a:pt x="183455" y="65415"/>
                  <a:pt x="179220" y="70213"/>
                  <a:pt x="173938" y="75642"/>
                </a:cubicBezTo>
                <a:lnTo>
                  <a:pt x="159306" y="90934"/>
                </a:lnTo>
                <a:lnTo>
                  <a:pt x="199491" y="90934"/>
                </a:lnTo>
                <a:cubicBezTo>
                  <a:pt x="199872" y="90934"/>
                  <a:pt x="200241" y="91042"/>
                  <a:pt x="200598" y="91256"/>
                </a:cubicBezTo>
                <a:cubicBezTo>
                  <a:pt x="200955" y="91470"/>
                  <a:pt x="201264" y="91791"/>
                  <a:pt x="201526" y="92219"/>
                </a:cubicBezTo>
                <a:cubicBezTo>
                  <a:pt x="201787" y="92648"/>
                  <a:pt x="201978" y="93183"/>
                  <a:pt x="202097" y="93825"/>
                </a:cubicBezTo>
                <a:cubicBezTo>
                  <a:pt x="202216" y="94468"/>
                  <a:pt x="202275" y="95217"/>
                  <a:pt x="202275" y="96074"/>
                </a:cubicBezTo>
                <a:close/>
                <a:moveTo>
                  <a:pt x="275004" y="2929"/>
                </a:moveTo>
                <a:cubicBezTo>
                  <a:pt x="270483" y="12505"/>
                  <a:pt x="267117" y="22331"/>
                  <a:pt x="264904" y="32407"/>
                </a:cubicBezTo>
                <a:cubicBezTo>
                  <a:pt x="262691" y="42482"/>
                  <a:pt x="261585" y="52617"/>
                  <a:pt x="261585" y="62812"/>
                </a:cubicBezTo>
                <a:cubicBezTo>
                  <a:pt x="261585" y="73055"/>
                  <a:pt x="262715" y="83202"/>
                  <a:pt x="264975" y="93254"/>
                </a:cubicBezTo>
                <a:cubicBezTo>
                  <a:pt x="267236" y="103305"/>
                  <a:pt x="270531" y="113166"/>
                  <a:pt x="274861" y="122836"/>
                </a:cubicBezTo>
                <a:cubicBezTo>
                  <a:pt x="275099" y="123408"/>
                  <a:pt x="275230" y="123897"/>
                  <a:pt x="275254" y="124301"/>
                </a:cubicBezTo>
                <a:cubicBezTo>
                  <a:pt x="275278" y="124706"/>
                  <a:pt x="275123" y="125039"/>
                  <a:pt x="274790" y="125300"/>
                </a:cubicBezTo>
                <a:cubicBezTo>
                  <a:pt x="274457" y="125564"/>
                  <a:pt x="273945" y="125755"/>
                  <a:pt x="273255" y="125874"/>
                </a:cubicBezTo>
                <a:cubicBezTo>
                  <a:pt x="272565" y="125993"/>
                  <a:pt x="271625" y="126052"/>
                  <a:pt x="270436" y="126052"/>
                </a:cubicBezTo>
                <a:cubicBezTo>
                  <a:pt x="269579" y="126052"/>
                  <a:pt x="268842" y="126028"/>
                  <a:pt x="268223" y="125981"/>
                </a:cubicBezTo>
                <a:cubicBezTo>
                  <a:pt x="267605" y="125933"/>
                  <a:pt x="267069" y="125838"/>
                  <a:pt x="266617" y="125695"/>
                </a:cubicBezTo>
                <a:cubicBezTo>
                  <a:pt x="266165" y="125552"/>
                  <a:pt x="265796" y="125385"/>
                  <a:pt x="265511" y="125193"/>
                </a:cubicBezTo>
                <a:cubicBezTo>
                  <a:pt x="265225" y="125003"/>
                  <a:pt x="265011" y="124789"/>
                  <a:pt x="264868" y="124551"/>
                </a:cubicBezTo>
                <a:cubicBezTo>
                  <a:pt x="262299" y="119693"/>
                  <a:pt x="260039" y="114774"/>
                  <a:pt x="258088" y="109796"/>
                </a:cubicBezTo>
                <a:cubicBezTo>
                  <a:pt x="256137" y="104817"/>
                  <a:pt x="254495" y="99756"/>
                  <a:pt x="253163" y="94610"/>
                </a:cubicBezTo>
                <a:cubicBezTo>
                  <a:pt x="251830" y="89465"/>
                  <a:pt x="250831" y="84261"/>
                  <a:pt x="250165" y="78997"/>
                </a:cubicBezTo>
                <a:cubicBezTo>
                  <a:pt x="249499" y="73733"/>
                  <a:pt x="249165" y="68409"/>
                  <a:pt x="249165" y="63026"/>
                </a:cubicBezTo>
                <a:cubicBezTo>
                  <a:pt x="249165" y="57643"/>
                  <a:pt x="249534" y="52331"/>
                  <a:pt x="250272" y="47091"/>
                </a:cubicBezTo>
                <a:cubicBezTo>
                  <a:pt x="251009" y="41851"/>
                  <a:pt x="252056" y="36646"/>
                  <a:pt x="253412" y="31477"/>
                </a:cubicBezTo>
                <a:cubicBezTo>
                  <a:pt x="254769" y="26308"/>
                  <a:pt x="256422" y="21223"/>
                  <a:pt x="258373" y="16220"/>
                </a:cubicBezTo>
                <a:cubicBezTo>
                  <a:pt x="260324" y="11218"/>
                  <a:pt x="262513" y="6264"/>
                  <a:pt x="264940" y="1358"/>
                </a:cubicBezTo>
                <a:cubicBezTo>
                  <a:pt x="264987" y="1168"/>
                  <a:pt x="265118" y="1002"/>
                  <a:pt x="265332" y="859"/>
                </a:cubicBezTo>
                <a:cubicBezTo>
                  <a:pt x="265546" y="715"/>
                  <a:pt x="265844" y="571"/>
                  <a:pt x="266225" y="428"/>
                </a:cubicBezTo>
                <a:cubicBezTo>
                  <a:pt x="266605" y="286"/>
                  <a:pt x="267129" y="178"/>
                  <a:pt x="267795" y="107"/>
                </a:cubicBezTo>
                <a:cubicBezTo>
                  <a:pt x="268461" y="36"/>
                  <a:pt x="269318" y="0"/>
                  <a:pt x="270364" y="0"/>
                </a:cubicBezTo>
                <a:cubicBezTo>
                  <a:pt x="271459" y="0"/>
                  <a:pt x="272339" y="71"/>
                  <a:pt x="273005" y="214"/>
                </a:cubicBezTo>
                <a:cubicBezTo>
                  <a:pt x="273672" y="357"/>
                  <a:pt x="274195" y="548"/>
                  <a:pt x="274576" y="787"/>
                </a:cubicBezTo>
                <a:cubicBezTo>
                  <a:pt x="274956" y="1025"/>
                  <a:pt x="275171" y="1335"/>
                  <a:pt x="275218" y="1715"/>
                </a:cubicBezTo>
                <a:cubicBezTo>
                  <a:pt x="275266" y="2096"/>
                  <a:pt x="275194" y="2500"/>
                  <a:pt x="275004" y="2929"/>
                </a:cubicBezTo>
                <a:close/>
                <a:moveTo>
                  <a:pt x="354370" y="96502"/>
                </a:moveTo>
                <a:cubicBezTo>
                  <a:pt x="354370" y="97406"/>
                  <a:pt x="354298" y="98167"/>
                  <a:pt x="354156" y="98786"/>
                </a:cubicBezTo>
                <a:cubicBezTo>
                  <a:pt x="354013" y="99405"/>
                  <a:pt x="353823" y="99904"/>
                  <a:pt x="353585" y="100285"/>
                </a:cubicBezTo>
                <a:cubicBezTo>
                  <a:pt x="353347" y="100666"/>
                  <a:pt x="353073" y="100939"/>
                  <a:pt x="352764" y="101106"/>
                </a:cubicBezTo>
                <a:cubicBezTo>
                  <a:pt x="352455" y="101272"/>
                  <a:pt x="352133" y="101356"/>
                  <a:pt x="351800" y="101356"/>
                </a:cubicBezTo>
                <a:lnTo>
                  <a:pt x="303549" y="101356"/>
                </a:lnTo>
                <a:cubicBezTo>
                  <a:pt x="303216" y="101356"/>
                  <a:pt x="302907" y="101272"/>
                  <a:pt x="302621" y="101106"/>
                </a:cubicBezTo>
                <a:cubicBezTo>
                  <a:pt x="302336" y="100939"/>
                  <a:pt x="302062" y="100666"/>
                  <a:pt x="301801" y="100285"/>
                </a:cubicBezTo>
                <a:cubicBezTo>
                  <a:pt x="301539" y="99904"/>
                  <a:pt x="301337" y="99405"/>
                  <a:pt x="301194" y="98786"/>
                </a:cubicBezTo>
                <a:cubicBezTo>
                  <a:pt x="301051" y="98167"/>
                  <a:pt x="300980" y="97406"/>
                  <a:pt x="300980" y="96502"/>
                </a:cubicBezTo>
                <a:cubicBezTo>
                  <a:pt x="300980" y="95645"/>
                  <a:pt x="301051" y="94908"/>
                  <a:pt x="301194" y="94289"/>
                </a:cubicBezTo>
                <a:cubicBezTo>
                  <a:pt x="301337" y="93671"/>
                  <a:pt x="301515" y="93159"/>
                  <a:pt x="301729" y="92755"/>
                </a:cubicBezTo>
                <a:cubicBezTo>
                  <a:pt x="301943" y="92350"/>
                  <a:pt x="302205" y="92041"/>
                  <a:pt x="302514" y="91827"/>
                </a:cubicBezTo>
                <a:cubicBezTo>
                  <a:pt x="302824" y="91613"/>
                  <a:pt x="303169" y="91506"/>
                  <a:pt x="303549" y="91506"/>
                </a:cubicBezTo>
                <a:lnTo>
                  <a:pt x="322821" y="91506"/>
                </a:lnTo>
                <a:lnTo>
                  <a:pt x="322821" y="21199"/>
                </a:lnTo>
                <a:lnTo>
                  <a:pt x="304977" y="31906"/>
                </a:lnTo>
                <a:cubicBezTo>
                  <a:pt x="304073" y="32381"/>
                  <a:pt x="303347" y="32667"/>
                  <a:pt x="302800" y="32762"/>
                </a:cubicBezTo>
                <a:cubicBezTo>
                  <a:pt x="302253" y="32857"/>
                  <a:pt x="301812" y="32750"/>
                  <a:pt x="301479" y="32441"/>
                </a:cubicBezTo>
                <a:cubicBezTo>
                  <a:pt x="301146" y="32132"/>
                  <a:pt x="300920" y="31619"/>
                  <a:pt x="300801" y="30904"/>
                </a:cubicBezTo>
                <a:cubicBezTo>
                  <a:pt x="300682" y="30187"/>
                  <a:pt x="300623" y="29280"/>
                  <a:pt x="300623" y="28183"/>
                </a:cubicBezTo>
                <a:cubicBezTo>
                  <a:pt x="300623" y="27371"/>
                  <a:pt x="300659" y="26679"/>
                  <a:pt x="300730" y="26106"/>
                </a:cubicBezTo>
                <a:cubicBezTo>
                  <a:pt x="300801" y="25534"/>
                  <a:pt x="300908" y="25056"/>
                  <a:pt x="301051" y="24674"/>
                </a:cubicBezTo>
                <a:cubicBezTo>
                  <a:pt x="301194" y="24292"/>
                  <a:pt x="301396" y="23958"/>
                  <a:pt x="301658" y="23673"/>
                </a:cubicBezTo>
                <a:cubicBezTo>
                  <a:pt x="301920" y="23386"/>
                  <a:pt x="302265" y="23099"/>
                  <a:pt x="302693" y="22814"/>
                </a:cubicBezTo>
                <a:lnTo>
                  <a:pt x="323963" y="9139"/>
                </a:lnTo>
                <a:cubicBezTo>
                  <a:pt x="324153" y="8996"/>
                  <a:pt x="324391" y="8877"/>
                  <a:pt x="324677" y="8782"/>
                </a:cubicBezTo>
                <a:cubicBezTo>
                  <a:pt x="324962" y="8685"/>
                  <a:pt x="325319" y="8589"/>
                  <a:pt x="325748" y="8494"/>
                </a:cubicBezTo>
                <a:cubicBezTo>
                  <a:pt x="326176" y="8399"/>
                  <a:pt x="326675" y="8339"/>
                  <a:pt x="327247" y="8315"/>
                </a:cubicBezTo>
                <a:cubicBezTo>
                  <a:pt x="327818" y="8292"/>
                  <a:pt x="328531" y="8280"/>
                  <a:pt x="329388" y="8280"/>
                </a:cubicBezTo>
                <a:cubicBezTo>
                  <a:pt x="330530" y="8280"/>
                  <a:pt x="331482" y="8327"/>
                  <a:pt x="332243" y="8423"/>
                </a:cubicBezTo>
                <a:cubicBezTo>
                  <a:pt x="333004" y="8518"/>
                  <a:pt x="333599" y="8649"/>
                  <a:pt x="334027" y="8815"/>
                </a:cubicBezTo>
                <a:cubicBezTo>
                  <a:pt x="334456" y="8982"/>
                  <a:pt x="334741" y="9197"/>
                  <a:pt x="334884" y="9460"/>
                </a:cubicBezTo>
                <a:cubicBezTo>
                  <a:pt x="335027" y="9721"/>
                  <a:pt x="335098" y="9995"/>
                  <a:pt x="335098" y="10281"/>
                </a:cubicBezTo>
                <a:lnTo>
                  <a:pt x="335098" y="91506"/>
                </a:lnTo>
                <a:lnTo>
                  <a:pt x="351800" y="91506"/>
                </a:lnTo>
                <a:cubicBezTo>
                  <a:pt x="352181" y="91506"/>
                  <a:pt x="352538" y="91613"/>
                  <a:pt x="352871" y="91827"/>
                </a:cubicBezTo>
                <a:cubicBezTo>
                  <a:pt x="353204" y="92041"/>
                  <a:pt x="353478" y="92350"/>
                  <a:pt x="353692" y="92755"/>
                </a:cubicBezTo>
                <a:cubicBezTo>
                  <a:pt x="353906" y="93159"/>
                  <a:pt x="354072" y="93671"/>
                  <a:pt x="354191" y="94289"/>
                </a:cubicBezTo>
                <a:cubicBezTo>
                  <a:pt x="354310" y="94908"/>
                  <a:pt x="354370" y="95645"/>
                  <a:pt x="354370" y="96502"/>
                </a:cubicBezTo>
                <a:close/>
                <a:moveTo>
                  <a:pt x="387628" y="91149"/>
                </a:moveTo>
                <a:cubicBezTo>
                  <a:pt x="387628" y="92624"/>
                  <a:pt x="387557" y="93980"/>
                  <a:pt x="387414" y="95217"/>
                </a:cubicBezTo>
                <a:cubicBezTo>
                  <a:pt x="387272" y="96454"/>
                  <a:pt x="387034" y="97620"/>
                  <a:pt x="386700" y="98715"/>
                </a:cubicBezTo>
                <a:cubicBezTo>
                  <a:pt x="386367" y="99809"/>
                  <a:pt x="385927" y="100892"/>
                  <a:pt x="385380" y="101962"/>
                </a:cubicBezTo>
                <a:cubicBezTo>
                  <a:pt x="384833" y="103033"/>
                  <a:pt x="384155" y="104163"/>
                  <a:pt x="383346" y="105353"/>
                </a:cubicBezTo>
                <a:lnTo>
                  <a:pt x="373567" y="120056"/>
                </a:lnTo>
                <a:cubicBezTo>
                  <a:pt x="373329" y="120389"/>
                  <a:pt x="373056" y="120675"/>
                  <a:pt x="372746" y="120913"/>
                </a:cubicBezTo>
                <a:cubicBezTo>
                  <a:pt x="372437" y="121151"/>
                  <a:pt x="372056" y="121365"/>
                  <a:pt x="371604" y="121555"/>
                </a:cubicBezTo>
                <a:cubicBezTo>
                  <a:pt x="371152" y="121746"/>
                  <a:pt x="370629" y="121876"/>
                  <a:pt x="370034" y="121948"/>
                </a:cubicBezTo>
                <a:cubicBezTo>
                  <a:pt x="369439" y="122019"/>
                  <a:pt x="368690" y="122055"/>
                  <a:pt x="367786" y="122055"/>
                </a:cubicBezTo>
                <a:cubicBezTo>
                  <a:pt x="366977" y="122055"/>
                  <a:pt x="366299" y="122019"/>
                  <a:pt x="365751" y="121948"/>
                </a:cubicBezTo>
                <a:cubicBezTo>
                  <a:pt x="365204" y="121876"/>
                  <a:pt x="364811" y="121758"/>
                  <a:pt x="364574" y="121591"/>
                </a:cubicBezTo>
                <a:cubicBezTo>
                  <a:pt x="364336" y="121424"/>
                  <a:pt x="364205" y="121198"/>
                  <a:pt x="364181" y="120913"/>
                </a:cubicBezTo>
                <a:cubicBezTo>
                  <a:pt x="364157" y="120627"/>
                  <a:pt x="364240" y="120294"/>
                  <a:pt x="364431" y="119914"/>
                </a:cubicBezTo>
                <a:lnTo>
                  <a:pt x="373924" y="100285"/>
                </a:lnTo>
                <a:lnTo>
                  <a:pt x="373924" y="91149"/>
                </a:lnTo>
                <a:cubicBezTo>
                  <a:pt x="373924" y="89864"/>
                  <a:pt x="374055" y="88841"/>
                  <a:pt x="374317" y="88079"/>
                </a:cubicBezTo>
                <a:cubicBezTo>
                  <a:pt x="374578" y="87318"/>
                  <a:pt x="374995" y="86747"/>
                  <a:pt x="375566" y="86366"/>
                </a:cubicBezTo>
                <a:cubicBezTo>
                  <a:pt x="376137" y="85986"/>
                  <a:pt x="376850" y="85724"/>
                  <a:pt x="377707" y="85581"/>
                </a:cubicBezTo>
                <a:cubicBezTo>
                  <a:pt x="378563" y="85438"/>
                  <a:pt x="379610" y="85367"/>
                  <a:pt x="380848" y="85367"/>
                </a:cubicBezTo>
                <a:cubicBezTo>
                  <a:pt x="382037" y="85367"/>
                  <a:pt x="383060" y="85438"/>
                  <a:pt x="383917" y="85581"/>
                </a:cubicBezTo>
                <a:cubicBezTo>
                  <a:pt x="384773" y="85724"/>
                  <a:pt x="385475" y="85986"/>
                  <a:pt x="386022" y="86366"/>
                </a:cubicBezTo>
                <a:cubicBezTo>
                  <a:pt x="386570" y="86747"/>
                  <a:pt x="386974" y="87318"/>
                  <a:pt x="387236" y="88079"/>
                </a:cubicBezTo>
                <a:cubicBezTo>
                  <a:pt x="387498" y="88841"/>
                  <a:pt x="387628" y="89864"/>
                  <a:pt x="387628" y="91149"/>
                </a:cubicBezTo>
                <a:close/>
                <a:moveTo>
                  <a:pt x="465002" y="14275"/>
                </a:moveTo>
                <a:cubicBezTo>
                  <a:pt x="465002" y="15132"/>
                  <a:pt x="464966" y="15905"/>
                  <a:pt x="464894" y="16595"/>
                </a:cubicBezTo>
                <a:cubicBezTo>
                  <a:pt x="464823" y="17285"/>
                  <a:pt x="464728" y="17951"/>
                  <a:pt x="464609" y="18594"/>
                </a:cubicBezTo>
                <a:cubicBezTo>
                  <a:pt x="464490" y="19236"/>
                  <a:pt x="464323" y="19855"/>
                  <a:pt x="464109" y="20450"/>
                </a:cubicBezTo>
                <a:cubicBezTo>
                  <a:pt x="463895" y="21044"/>
                  <a:pt x="463645" y="21675"/>
                  <a:pt x="463360" y="22341"/>
                </a:cubicBezTo>
                <a:lnTo>
                  <a:pt x="430098" y="99000"/>
                </a:lnTo>
                <a:cubicBezTo>
                  <a:pt x="429860" y="99571"/>
                  <a:pt x="429563" y="100035"/>
                  <a:pt x="429206" y="100392"/>
                </a:cubicBezTo>
                <a:cubicBezTo>
                  <a:pt x="428849" y="100749"/>
                  <a:pt x="428397" y="101034"/>
                  <a:pt x="427850" y="101248"/>
                </a:cubicBezTo>
                <a:cubicBezTo>
                  <a:pt x="427303" y="101463"/>
                  <a:pt x="426601" y="101605"/>
                  <a:pt x="425744" y="101677"/>
                </a:cubicBezTo>
                <a:cubicBezTo>
                  <a:pt x="424888" y="101748"/>
                  <a:pt x="423841" y="101784"/>
                  <a:pt x="422604" y="101784"/>
                </a:cubicBezTo>
                <a:cubicBezTo>
                  <a:pt x="420986" y="101784"/>
                  <a:pt x="419725" y="101712"/>
                  <a:pt x="418821" y="101570"/>
                </a:cubicBezTo>
                <a:cubicBezTo>
                  <a:pt x="417916" y="101427"/>
                  <a:pt x="417262" y="101201"/>
                  <a:pt x="416858" y="100892"/>
                </a:cubicBezTo>
                <a:cubicBezTo>
                  <a:pt x="416453" y="100582"/>
                  <a:pt x="416275" y="100202"/>
                  <a:pt x="416322" y="99750"/>
                </a:cubicBezTo>
                <a:cubicBezTo>
                  <a:pt x="416370" y="99298"/>
                  <a:pt x="416536" y="98762"/>
                  <a:pt x="416822" y="98144"/>
                </a:cubicBezTo>
                <a:lnTo>
                  <a:pt x="451797" y="19771"/>
                </a:lnTo>
                <a:lnTo>
                  <a:pt x="407472" y="19771"/>
                </a:lnTo>
                <a:cubicBezTo>
                  <a:pt x="406567" y="19771"/>
                  <a:pt x="405889" y="19296"/>
                  <a:pt x="405437" y="18344"/>
                </a:cubicBezTo>
                <a:cubicBezTo>
                  <a:pt x="404985" y="17392"/>
                  <a:pt x="404759" y="16060"/>
                  <a:pt x="404759" y="14347"/>
                </a:cubicBezTo>
                <a:cubicBezTo>
                  <a:pt x="404759" y="13443"/>
                  <a:pt x="404819" y="12658"/>
                  <a:pt x="404938" y="11991"/>
                </a:cubicBezTo>
                <a:cubicBezTo>
                  <a:pt x="405057" y="11325"/>
                  <a:pt x="405235" y="10766"/>
                  <a:pt x="405473" y="10314"/>
                </a:cubicBezTo>
                <a:cubicBezTo>
                  <a:pt x="405711" y="9862"/>
                  <a:pt x="405996" y="9529"/>
                  <a:pt x="406330" y="9315"/>
                </a:cubicBezTo>
                <a:cubicBezTo>
                  <a:pt x="406663" y="9101"/>
                  <a:pt x="407043" y="8994"/>
                  <a:pt x="407472" y="8994"/>
                </a:cubicBezTo>
                <a:lnTo>
                  <a:pt x="461290" y="8994"/>
                </a:lnTo>
                <a:cubicBezTo>
                  <a:pt x="461956" y="8994"/>
                  <a:pt x="462539" y="9065"/>
                  <a:pt x="463039" y="9208"/>
                </a:cubicBezTo>
                <a:cubicBezTo>
                  <a:pt x="463538" y="9350"/>
                  <a:pt x="463919" y="9636"/>
                  <a:pt x="464181" y="10064"/>
                </a:cubicBezTo>
                <a:cubicBezTo>
                  <a:pt x="464442" y="10492"/>
                  <a:pt x="464645" y="11040"/>
                  <a:pt x="464787" y="11706"/>
                </a:cubicBezTo>
                <a:cubicBezTo>
                  <a:pt x="464930" y="12372"/>
                  <a:pt x="465002" y="13229"/>
                  <a:pt x="465002" y="14275"/>
                </a:cubicBezTo>
                <a:close/>
                <a:moveTo>
                  <a:pt x="497118" y="91149"/>
                </a:moveTo>
                <a:cubicBezTo>
                  <a:pt x="497118" y="92624"/>
                  <a:pt x="497047" y="93980"/>
                  <a:pt x="496904" y="95217"/>
                </a:cubicBezTo>
                <a:cubicBezTo>
                  <a:pt x="496761" y="96454"/>
                  <a:pt x="496524" y="97620"/>
                  <a:pt x="496190" y="98715"/>
                </a:cubicBezTo>
                <a:cubicBezTo>
                  <a:pt x="495857" y="99809"/>
                  <a:pt x="495417" y="100892"/>
                  <a:pt x="494870" y="101962"/>
                </a:cubicBezTo>
                <a:cubicBezTo>
                  <a:pt x="494323" y="103033"/>
                  <a:pt x="493645" y="104163"/>
                  <a:pt x="492836" y="105353"/>
                </a:cubicBezTo>
                <a:lnTo>
                  <a:pt x="483057" y="120056"/>
                </a:lnTo>
                <a:cubicBezTo>
                  <a:pt x="482819" y="120389"/>
                  <a:pt x="482546" y="120675"/>
                  <a:pt x="482236" y="120913"/>
                </a:cubicBezTo>
                <a:cubicBezTo>
                  <a:pt x="481927" y="121151"/>
                  <a:pt x="481546" y="121365"/>
                  <a:pt x="481094" y="121555"/>
                </a:cubicBezTo>
                <a:cubicBezTo>
                  <a:pt x="480642" y="121746"/>
                  <a:pt x="480119" y="121876"/>
                  <a:pt x="479524" y="121948"/>
                </a:cubicBezTo>
                <a:cubicBezTo>
                  <a:pt x="478929" y="122019"/>
                  <a:pt x="478180" y="122055"/>
                  <a:pt x="477276" y="122055"/>
                </a:cubicBezTo>
                <a:cubicBezTo>
                  <a:pt x="476467" y="122055"/>
                  <a:pt x="475788" y="122019"/>
                  <a:pt x="475241" y="121948"/>
                </a:cubicBezTo>
                <a:cubicBezTo>
                  <a:pt x="474694" y="121876"/>
                  <a:pt x="474301" y="121758"/>
                  <a:pt x="474064" y="121591"/>
                </a:cubicBezTo>
                <a:cubicBezTo>
                  <a:pt x="473826" y="121424"/>
                  <a:pt x="473695" y="121198"/>
                  <a:pt x="473671" y="120913"/>
                </a:cubicBezTo>
                <a:cubicBezTo>
                  <a:pt x="473647" y="120627"/>
                  <a:pt x="473730" y="120294"/>
                  <a:pt x="473921" y="119914"/>
                </a:cubicBezTo>
                <a:lnTo>
                  <a:pt x="483414" y="100285"/>
                </a:lnTo>
                <a:lnTo>
                  <a:pt x="483414" y="91149"/>
                </a:lnTo>
                <a:cubicBezTo>
                  <a:pt x="483414" y="89864"/>
                  <a:pt x="483545" y="88841"/>
                  <a:pt x="483807" y="88079"/>
                </a:cubicBezTo>
                <a:cubicBezTo>
                  <a:pt x="484068" y="87318"/>
                  <a:pt x="484485" y="86747"/>
                  <a:pt x="485056" y="86366"/>
                </a:cubicBezTo>
                <a:cubicBezTo>
                  <a:pt x="485627" y="85986"/>
                  <a:pt x="486340" y="85724"/>
                  <a:pt x="487197" y="85581"/>
                </a:cubicBezTo>
                <a:cubicBezTo>
                  <a:pt x="488053" y="85438"/>
                  <a:pt x="489100" y="85367"/>
                  <a:pt x="490338" y="85367"/>
                </a:cubicBezTo>
                <a:cubicBezTo>
                  <a:pt x="491527" y="85367"/>
                  <a:pt x="492550" y="85438"/>
                  <a:pt x="493407" y="85581"/>
                </a:cubicBezTo>
                <a:cubicBezTo>
                  <a:pt x="494263" y="85724"/>
                  <a:pt x="494965" y="85986"/>
                  <a:pt x="495512" y="86366"/>
                </a:cubicBezTo>
                <a:cubicBezTo>
                  <a:pt x="496060" y="86747"/>
                  <a:pt x="496464" y="87318"/>
                  <a:pt x="496726" y="88079"/>
                </a:cubicBezTo>
                <a:cubicBezTo>
                  <a:pt x="496987" y="88841"/>
                  <a:pt x="497118" y="89864"/>
                  <a:pt x="497118" y="91149"/>
                </a:cubicBezTo>
                <a:close/>
                <a:moveTo>
                  <a:pt x="573349" y="96502"/>
                </a:moveTo>
                <a:cubicBezTo>
                  <a:pt x="573349" y="97406"/>
                  <a:pt x="573277" y="98167"/>
                  <a:pt x="573134" y="98786"/>
                </a:cubicBezTo>
                <a:cubicBezTo>
                  <a:pt x="572992" y="99405"/>
                  <a:pt x="572801" y="99904"/>
                  <a:pt x="572563" y="100285"/>
                </a:cubicBezTo>
                <a:cubicBezTo>
                  <a:pt x="572326" y="100666"/>
                  <a:pt x="572052" y="100939"/>
                  <a:pt x="571743" y="101106"/>
                </a:cubicBezTo>
                <a:cubicBezTo>
                  <a:pt x="571433" y="101272"/>
                  <a:pt x="571112" y="101356"/>
                  <a:pt x="570779" y="101356"/>
                </a:cubicBezTo>
                <a:lnTo>
                  <a:pt x="522528" y="101356"/>
                </a:lnTo>
                <a:cubicBezTo>
                  <a:pt x="522195" y="101356"/>
                  <a:pt x="521886" y="101272"/>
                  <a:pt x="521600" y="101106"/>
                </a:cubicBezTo>
                <a:cubicBezTo>
                  <a:pt x="521315" y="100939"/>
                  <a:pt x="521041" y="100666"/>
                  <a:pt x="520779" y="100285"/>
                </a:cubicBezTo>
                <a:cubicBezTo>
                  <a:pt x="520518" y="99904"/>
                  <a:pt x="520315" y="99405"/>
                  <a:pt x="520173" y="98786"/>
                </a:cubicBezTo>
                <a:cubicBezTo>
                  <a:pt x="520030" y="98167"/>
                  <a:pt x="519959" y="97406"/>
                  <a:pt x="519959" y="96502"/>
                </a:cubicBezTo>
                <a:cubicBezTo>
                  <a:pt x="519959" y="95645"/>
                  <a:pt x="520030" y="94908"/>
                  <a:pt x="520173" y="94289"/>
                </a:cubicBezTo>
                <a:cubicBezTo>
                  <a:pt x="520315" y="93671"/>
                  <a:pt x="520494" y="93159"/>
                  <a:pt x="520708" y="92755"/>
                </a:cubicBezTo>
                <a:cubicBezTo>
                  <a:pt x="520922" y="92350"/>
                  <a:pt x="521184" y="92041"/>
                  <a:pt x="521493" y="91827"/>
                </a:cubicBezTo>
                <a:cubicBezTo>
                  <a:pt x="521802" y="91613"/>
                  <a:pt x="522147" y="91506"/>
                  <a:pt x="522528" y="91506"/>
                </a:cubicBezTo>
                <a:lnTo>
                  <a:pt x="541800" y="91506"/>
                </a:lnTo>
                <a:lnTo>
                  <a:pt x="541800" y="21199"/>
                </a:lnTo>
                <a:lnTo>
                  <a:pt x="523956" y="31906"/>
                </a:lnTo>
                <a:cubicBezTo>
                  <a:pt x="523052" y="32381"/>
                  <a:pt x="522326" y="32667"/>
                  <a:pt x="521779" y="32762"/>
                </a:cubicBezTo>
                <a:cubicBezTo>
                  <a:pt x="521231" y="32857"/>
                  <a:pt x="520791" y="32750"/>
                  <a:pt x="520458" y="32441"/>
                </a:cubicBezTo>
                <a:cubicBezTo>
                  <a:pt x="520125" y="32132"/>
                  <a:pt x="519899" y="31619"/>
                  <a:pt x="519780" y="30904"/>
                </a:cubicBezTo>
                <a:cubicBezTo>
                  <a:pt x="519661" y="30187"/>
                  <a:pt x="519602" y="29280"/>
                  <a:pt x="519602" y="28183"/>
                </a:cubicBezTo>
                <a:cubicBezTo>
                  <a:pt x="519602" y="27371"/>
                  <a:pt x="519637" y="26679"/>
                  <a:pt x="519709" y="26106"/>
                </a:cubicBezTo>
                <a:cubicBezTo>
                  <a:pt x="519780" y="25534"/>
                  <a:pt x="519887" y="25056"/>
                  <a:pt x="520030" y="24674"/>
                </a:cubicBezTo>
                <a:cubicBezTo>
                  <a:pt x="520173" y="24292"/>
                  <a:pt x="520375" y="23958"/>
                  <a:pt x="520637" y="23673"/>
                </a:cubicBezTo>
                <a:cubicBezTo>
                  <a:pt x="520898" y="23386"/>
                  <a:pt x="521243" y="23099"/>
                  <a:pt x="521672" y="22814"/>
                </a:cubicBezTo>
                <a:lnTo>
                  <a:pt x="542942" y="9139"/>
                </a:lnTo>
                <a:cubicBezTo>
                  <a:pt x="543132" y="8996"/>
                  <a:pt x="543370" y="8877"/>
                  <a:pt x="543656" y="8782"/>
                </a:cubicBezTo>
                <a:cubicBezTo>
                  <a:pt x="543941" y="8685"/>
                  <a:pt x="544298" y="8589"/>
                  <a:pt x="544726" y="8494"/>
                </a:cubicBezTo>
                <a:cubicBezTo>
                  <a:pt x="545155" y="8399"/>
                  <a:pt x="545654" y="8339"/>
                  <a:pt x="546225" y="8315"/>
                </a:cubicBezTo>
                <a:cubicBezTo>
                  <a:pt x="546796" y="8292"/>
                  <a:pt x="547510" y="8280"/>
                  <a:pt x="548367" y="8280"/>
                </a:cubicBezTo>
                <a:cubicBezTo>
                  <a:pt x="549509" y="8280"/>
                  <a:pt x="550460" y="8327"/>
                  <a:pt x="551222" y="8423"/>
                </a:cubicBezTo>
                <a:cubicBezTo>
                  <a:pt x="551983" y="8518"/>
                  <a:pt x="552578" y="8649"/>
                  <a:pt x="553006" y="8815"/>
                </a:cubicBezTo>
                <a:cubicBezTo>
                  <a:pt x="553434" y="8982"/>
                  <a:pt x="553720" y="9197"/>
                  <a:pt x="553863" y="9460"/>
                </a:cubicBezTo>
                <a:cubicBezTo>
                  <a:pt x="554005" y="9721"/>
                  <a:pt x="554077" y="9995"/>
                  <a:pt x="554077" y="10281"/>
                </a:cubicBezTo>
                <a:lnTo>
                  <a:pt x="554077" y="91506"/>
                </a:lnTo>
                <a:lnTo>
                  <a:pt x="570779" y="91506"/>
                </a:lnTo>
                <a:cubicBezTo>
                  <a:pt x="571160" y="91506"/>
                  <a:pt x="571517" y="91613"/>
                  <a:pt x="571850" y="91827"/>
                </a:cubicBezTo>
                <a:cubicBezTo>
                  <a:pt x="572183" y="92041"/>
                  <a:pt x="572456" y="92350"/>
                  <a:pt x="572671" y="92755"/>
                </a:cubicBezTo>
                <a:cubicBezTo>
                  <a:pt x="572885" y="93159"/>
                  <a:pt x="573051" y="93671"/>
                  <a:pt x="573170" y="94289"/>
                </a:cubicBezTo>
                <a:cubicBezTo>
                  <a:pt x="573289" y="94908"/>
                  <a:pt x="573349" y="95645"/>
                  <a:pt x="573349" y="96502"/>
                </a:cubicBezTo>
                <a:close/>
                <a:moveTo>
                  <a:pt x="647435" y="14275"/>
                </a:moveTo>
                <a:cubicBezTo>
                  <a:pt x="647435" y="15132"/>
                  <a:pt x="647399" y="15905"/>
                  <a:pt x="647328" y="16595"/>
                </a:cubicBezTo>
                <a:cubicBezTo>
                  <a:pt x="647256" y="17285"/>
                  <a:pt x="647161" y="17951"/>
                  <a:pt x="647042" y="18594"/>
                </a:cubicBezTo>
                <a:cubicBezTo>
                  <a:pt x="646923" y="19236"/>
                  <a:pt x="646757" y="19855"/>
                  <a:pt x="646543" y="20450"/>
                </a:cubicBezTo>
                <a:cubicBezTo>
                  <a:pt x="646329" y="21044"/>
                  <a:pt x="646079" y="21675"/>
                  <a:pt x="645793" y="22341"/>
                </a:cubicBezTo>
                <a:lnTo>
                  <a:pt x="612531" y="99000"/>
                </a:lnTo>
                <a:cubicBezTo>
                  <a:pt x="612294" y="99571"/>
                  <a:pt x="611996" y="100035"/>
                  <a:pt x="611639" y="100392"/>
                </a:cubicBezTo>
                <a:cubicBezTo>
                  <a:pt x="611282" y="100749"/>
                  <a:pt x="610830" y="101034"/>
                  <a:pt x="610283" y="101248"/>
                </a:cubicBezTo>
                <a:cubicBezTo>
                  <a:pt x="609736" y="101463"/>
                  <a:pt x="609034" y="101605"/>
                  <a:pt x="608177" y="101677"/>
                </a:cubicBezTo>
                <a:cubicBezTo>
                  <a:pt x="607321" y="101748"/>
                  <a:pt x="606274" y="101784"/>
                  <a:pt x="605037" y="101784"/>
                </a:cubicBezTo>
                <a:cubicBezTo>
                  <a:pt x="603419" y="101784"/>
                  <a:pt x="602158" y="101712"/>
                  <a:pt x="601254" y="101570"/>
                </a:cubicBezTo>
                <a:cubicBezTo>
                  <a:pt x="600350" y="101427"/>
                  <a:pt x="599695" y="101201"/>
                  <a:pt x="599291" y="100892"/>
                </a:cubicBezTo>
                <a:cubicBezTo>
                  <a:pt x="598887" y="100582"/>
                  <a:pt x="598708" y="100202"/>
                  <a:pt x="598756" y="99750"/>
                </a:cubicBezTo>
                <a:cubicBezTo>
                  <a:pt x="598803" y="99298"/>
                  <a:pt x="598970" y="98762"/>
                  <a:pt x="599255" y="98144"/>
                </a:cubicBezTo>
                <a:lnTo>
                  <a:pt x="634230" y="19771"/>
                </a:lnTo>
                <a:lnTo>
                  <a:pt x="589905" y="19771"/>
                </a:lnTo>
                <a:cubicBezTo>
                  <a:pt x="589001" y="19771"/>
                  <a:pt x="588323" y="19296"/>
                  <a:pt x="587871" y="18344"/>
                </a:cubicBezTo>
                <a:cubicBezTo>
                  <a:pt x="587419" y="17392"/>
                  <a:pt x="587193" y="16060"/>
                  <a:pt x="587193" y="14347"/>
                </a:cubicBezTo>
                <a:cubicBezTo>
                  <a:pt x="587193" y="13443"/>
                  <a:pt x="587252" y="12658"/>
                  <a:pt x="587371" y="11991"/>
                </a:cubicBezTo>
                <a:cubicBezTo>
                  <a:pt x="587490" y="11325"/>
                  <a:pt x="587668" y="10766"/>
                  <a:pt x="587906" y="10314"/>
                </a:cubicBezTo>
                <a:cubicBezTo>
                  <a:pt x="588144" y="9862"/>
                  <a:pt x="588430" y="9529"/>
                  <a:pt x="588763" y="9315"/>
                </a:cubicBezTo>
                <a:cubicBezTo>
                  <a:pt x="589096" y="9101"/>
                  <a:pt x="589477" y="8994"/>
                  <a:pt x="589905" y="8994"/>
                </a:cubicBezTo>
                <a:lnTo>
                  <a:pt x="643723" y="8994"/>
                </a:lnTo>
                <a:cubicBezTo>
                  <a:pt x="644389" y="8994"/>
                  <a:pt x="644972" y="9065"/>
                  <a:pt x="645472" y="9208"/>
                </a:cubicBezTo>
                <a:cubicBezTo>
                  <a:pt x="645972" y="9350"/>
                  <a:pt x="646352" y="9636"/>
                  <a:pt x="646614" y="10064"/>
                </a:cubicBezTo>
                <a:cubicBezTo>
                  <a:pt x="646876" y="10492"/>
                  <a:pt x="647078" y="11040"/>
                  <a:pt x="647221" y="11706"/>
                </a:cubicBezTo>
                <a:cubicBezTo>
                  <a:pt x="647364" y="12372"/>
                  <a:pt x="647435" y="13229"/>
                  <a:pt x="647435" y="14275"/>
                </a:cubicBezTo>
                <a:close/>
                <a:moveTo>
                  <a:pt x="687831" y="63026"/>
                </a:moveTo>
                <a:cubicBezTo>
                  <a:pt x="687831" y="68409"/>
                  <a:pt x="687498" y="73733"/>
                  <a:pt x="686832" y="78997"/>
                </a:cubicBezTo>
                <a:cubicBezTo>
                  <a:pt x="686166" y="84261"/>
                  <a:pt x="685166" y="89465"/>
                  <a:pt x="683834" y="94610"/>
                </a:cubicBezTo>
                <a:cubicBezTo>
                  <a:pt x="682502" y="99756"/>
                  <a:pt x="680872" y="104817"/>
                  <a:pt x="678945" y="109796"/>
                </a:cubicBezTo>
                <a:cubicBezTo>
                  <a:pt x="677018" y="114774"/>
                  <a:pt x="674769" y="119693"/>
                  <a:pt x="672200" y="124551"/>
                </a:cubicBezTo>
                <a:cubicBezTo>
                  <a:pt x="672057" y="124789"/>
                  <a:pt x="671843" y="125003"/>
                  <a:pt x="671557" y="125193"/>
                </a:cubicBezTo>
                <a:cubicBezTo>
                  <a:pt x="671272" y="125385"/>
                  <a:pt x="670903" y="125552"/>
                  <a:pt x="670451" y="125695"/>
                </a:cubicBezTo>
                <a:cubicBezTo>
                  <a:pt x="669999" y="125838"/>
                  <a:pt x="669463" y="125933"/>
                  <a:pt x="668845" y="125981"/>
                </a:cubicBezTo>
                <a:cubicBezTo>
                  <a:pt x="668226" y="126028"/>
                  <a:pt x="667489" y="126052"/>
                  <a:pt x="666632" y="126052"/>
                </a:cubicBezTo>
                <a:cubicBezTo>
                  <a:pt x="665395" y="126052"/>
                  <a:pt x="664431" y="125993"/>
                  <a:pt x="663741" y="125874"/>
                </a:cubicBezTo>
                <a:cubicBezTo>
                  <a:pt x="663051" y="125755"/>
                  <a:pt x="662552" y="125564"/>
                  <a:pt x="662242" y="125300"/>
                </a:cubicBezTo>
                <a:cubicBezTo>
                  <a:pt x="661933" y="125039"/>
                  <a:pt x="661790" y="124706"/>
                  <a:pt x="661814" y="124301"/>
                </a:cubicBezTo>
                <a:cubicBezTo>
                  <a:pt x="661838" y="123897"/>
                  <a:pt x="661969" y="123408"/>
                  <a:pt x="662207" y="122836"/>
                </a:cubicBezTo>
                <a:cubicBezTo>
                  <a:pt x="666585" y="113213"/>
                  <a:pt x="669892" y="103365"/>
                  <a:pt x="672128" y="93290"/>
                </a:cubicBezTo>
                <a:cubicBezTo>
                  <a:pt x="674365" y="83214"/>
                  <a:pt x="675483" y="73055"/>
                  <a:pt x="675483" y="62812"/>
                </a:cubicBezTo>
                <a:cubicBezTo>
                  <a:pt x="675483" y="52617"/>
                  <a:pt x="674365" y="42482"/>
                  <a:pt x="672128" y="32407"/>
                </a:cubicBezTo>
                <a:cubicBezTo>
                  <a:pt x="669892" y="22331"/>
                  <a:pt x="666537" y="12505"/>
                  <a:pt x="662064" y="2929"/>
                </a:cubicBezTo>
                <a:cubicBezTo>
                  <a:pt x="661874" y="2500"/>
                  <a:pt x="661802" y="2096"/>
                  <a:pt x="661850" y="1715"/>
                </a:cubicBezTo>
                <a:cubicBezTo>
                  <a:pt x="661897" y="1335"/>
                  <a:pt x="662112" y="1025"/>
                  <a:pt x="662492" y="787"/>
                </a:cubicBezTo>
                <a:cubicBezTo>
                  <a:pt x="662873" y="548"/>
                  <a:pt x="663396" y="357"/>
                  <a:pt x="664063" y="214"/>
                </a:cubicBezTo>
                <a:cubicBezTo>
                  <a:pt x="664729" y="71"/>
                  <a:pt x="665609" y="0"/>
                  <a:pt x="666704" y="0"/>
                </a:cubicBezTo>
                <a:cubicBezTo>
                  <a:pt x="667703" y="0"/>
                  <a:pt x="668536" y="36"/>
                  <a:pt x="669202" y="107"/>
                </a:cubicBezTo>
                <a:cubicBezTo>
                  <a:pt x="669868" y="178"/>
                  <a:pt x="670403" y="286"/>
                  <a:pt x="670808" y="428"/>
                </a:cubicBezTo>
                <a:cubicBezTo>
                  <a:pt x="671212" y="571"/>
                  <a:pt x="671510" y="715"/>
                  <a:pt x="671700" y="859"/>
                </a:cubicBezTo>
                <a:cubicBezTo>
                  <a:pt x="671890" y="1002"/>
                  <a:pt x="672033" y="1168"/>
                  <a:pt x="672128" y="1358"/>
                </a:cubicBezTo>
                <a:cubicBezTo>
                  <a:pt x="677029" y="11124"/>
                  <a:pt x="680872" y="21163"/>
                  <a:pt x="683656" y="31477"/>
                </a:cubicBezTo>
                <a:cubicBezTo>
                  <a:pt x="686439" y="41791"/>
                  <a:pt x="687831" y="52308"/>
                  <a:pt x="687831" y="630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80484-15B5-4309-AB2C-EC1C74A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389" y="1927256"/>
            <a:ext cx="1259057" cy="407513"/>
          </a:xfrm>
          <a:custGeom xmlns:a="http://schemas.openxmlformats.org/drawingml/2006/main">
            <a:pathLst>
              <a:path w="1259057" h="407513">
                <a:moveTo>
                  <a:pt x="0" y="407513"/>
                </a:moveTo>
                <a:lnTo>
                  <a:pt x="0" y="0"/>
                </a:lnTo>
                <a:lnTo>
                  <a:pt x="1259057" y="0"/>
                </a:lnTo>
                <a:lnTo>
                  <a:pt x="1259057" y="407513"/>
                </a:lnTo>
                <a:lnTo>
                  <a:pt x="0" y="4075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1">
            <a:extLst xmlns:a="http://schemas.openxmlformats.org/drawingml/2006/main">
              <a:ext uri="{FF2B5EF4-FFF2-40B4-BE49-F238E27FC236}">
                <a16:creationId xmlns:a16="http://schemas.microsoft.com/office/drawing/2014/main" id="{6DD09BBE-C463-48D5-9C46-66361729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4189" y="1995558"/>
            <a:ext cx="53747" cy="93076"/>
          </a:xfrm>
          <a:custGeom xmlns:a="http://schemas.openxmlformats.org/drawingml/2006/main">
            <a:pathLst>
              <a:path w="53747" h="93076">
                <a:moveTo>
                  <a:pt x="53747" y="88222"/>
                </a:moveTo>
                <a:cubicBezTo>
                  <a:pt x="53747" y="89126"/>
                  <a:pt x="53676" y="89888"/>
                  <a:pt x="53533" y="90506"/>
                </a:cubicBezTo>
                <a:cubicBezTo>
                  <a:pt x="53390" y="91125"/>
                  <a:pt x="53200" y="91624"/>
                  <a:pt x="52962" y="92005"/>
                </a:cubicBezTo>
                <a:cubicBezTo>
                  <a:pt x="52724" y="92386"/>
                  <a:pt x="52450" y="92659"/>
                  <a:pt x="52141" y="92826"/>
                </a:cubicBezTo>
                <a:cubicBezTo>
                  <a:pt x="51832" y="92993"/>
                  <a:pt x="51511" y="93076"/>
                  <a:pt x="51177" y="93076"/>
                </a:cubicBezTo>
                <a:lnTo>
                  <a:pt x="2926" y="93076"/>
                </a:lnTo>
                <a:cubicBezTo>
                  <a:pt x="2593" y="93076"/>
                  <a:pt x="2284" y="92993"/>
                  <a:pt x="1999" y="92826"/>
                </a:cubicBezTo>
                <a:cubicBezTo>
                  <a:pt x="1713" y="92659"/>
                  <a:pt x="1439" y="92386"/>
                  <a:pt x="1178" y="92005"/>
                </a:cubicBezTo>
                <a:cubicBezTo>
                  <a:pt x="916" y="91624"/>
                  <a:pt x="714" y="91125"/>
                  <a:pt x="571" y="90506"/>
                </a:cubicBezTo>
                <a:cubicBezTo>
                  <a:pt x="428" y="89888"/>
                  <a:pt x="357" y="89126"/>
                  <a:pt x="357" y="88222"/>
                </a:cubicBezTo>
                <a:cubicBezTo>
                  <a:pt x="357" y="87366"/>
                  <a:pt x="428" y="86628"/>
                  <a:pt x="571" y="86009"/>
                </a:cubicBezTo>
                <a:cubicBezTo>
                  <a:pt x="714" y="85391"/>
                  <a:pt x="892" y="84879"/>
                  <a:pt x="1106" y="84475"/>
                </a:cubicBezTo>
                <a:cubicBezTo>
                  <a:pt x="1320" y="84070"/>
                  <a:pt x="1582" y="83761"/>
                  <a:pt x="1891" y="83547"/>
                </a:cubicBezTo>
                <a:cubicBezTo>
                  <a:pt x="2201" y="83333"/>
                  <a:pt x="2546" y="83226"/>
                  <a:pt x="2926" y="83226"/>
                </a:cubicBezTo>
                <a:lnTo>
                  <a:pt x="22198" y="83226"/>
                </a:lnTo>
                <a:lnTo>
                  <a:pt x="22198" y="12919"/>
                </a:lnTo>
                <a:lnTo>
                  <a:pt x="4354" y="23626"/>
                </a:lnTo>
                <a:cubicBezTo>
                  <a:pt x="3450" y="24102"/>
                  <a:pt x="2724" y="24387"/>
                  <a:pt x="2177" y="24482"/>
                </a:cubicBezTo>
                <a:cubicBezTo>
                  <a:pt x="1630" y="24578"/>
                  <a:pt x="1190" y="24470"/>
                  <a:pt x="857" y="24161"/>
                </a:cubicBezTo>
                <a:cubicBezTo>
                  <a:pt x="523" y="23852"/>
                  <a:pt x="297" y="23340"/>
                  <a:pt x="178" y="22624"/>
                </a:cubicBezTo>
                <a:cubicBezTo>
                  <a:pt x="59" y="21908"/>
                  <a:pt x="0" y="21000"/>
                  <a:pt x="0" y="19903"/>
                </a:cubicBezTo>
                <a:cubicBezTo>
                  <a:pt x="0" y="19091"/>
                  <a:pt x="36" y="18399"/>
                  <a:pt x="107" y="17826"/>
                </a:cubicBezTo>
                <a:cubicBezTo>
                  <a:pt x="178" y="17254"/>
                  <a:pt x="286" y="16777"/>
                  <a:pt x="428" y="16394"/>
                </a:cubicBezTo>
                <a:cubicBezTo>
                  <a:pt x="571" y="16012"/>
                  <a:pt x="773" y="15678"/>
                  <a:pt x="1035" y="15393"/>
                </a:cubicBezTo>
                <a:cubicBezTo>
                  <a:pt x="1297" y="15106"/>
                  <a:pt x="1642" y="14820"/>
                  <a:pt x="2070" y="14534"/>
                </a:cubicBezTo>
                <a:lnTo>
                  <a:pt x="23340" y="859"/>
                </a:lnTo>
                <a:cubicBezTo>
                  <a:pt x="23531" y="716"/>
                  <a:pt x="23769" y="597"/>
                  <a:pt x="24054" y="502"/>
                </a:cubicBezTo>
                <a:cubicBezTo>
                  <a:pt x="24340" y="405"/>
                  <a:pt x="24696" y="309"/>
                  <a:pt x="25125" y="214"/>
                </a:cubicBezTo>
                <a:cubicBezTo>
                  <a:pt x="25553" y="119"/>
                  <a:pt x="26053" y="59"/>
                  <a:pt x="26624" y="36"/>
                </a:cubicBezTo>
                <a:cubicBezTo>
                  <a:pt x="27195" y="12"/>
                  <a:pt x="27908" y="0"/>
                  <a:pt x="28765" y="0"/>
                </a:cubicBezTo>
                <a:cubicBezTo>
                  <a:pt x="29907" y="0"/>
                  <a:pt x="30859" y="48"/>
                  <a:pt x="31620" y="143"/>
                </a:cubicBezTo>
                <a:cubicBezTo>
                  <a:pt x="32381" y="238"/>
                  <a:pt x="32976" y="369"/>
                  <a:pt x="33405" y="535"/>
                </a:cubicBezTo>
                <a:cubicBezTo>
                  <a:pt x="33833" y="702"/>
                  <a:pt x="34118" y="917"/>
                  <a:pt x="34261" y="1180"/>
                </a:cubicBezTo>
                <a:cubicBezTo>
                  <a:pt x="34404" y="1442"/>
                  <a:pt x="34475" y="1715"/>
                  <a:pt x="34475" y="2001"/>
                </a:cubicBezTo>
                <a:lnTo>
                  <a:pt x="34475" y="83226"/>
                </a:lnTo>
                <a:lnTo>
                  <a:pt x="51177" y="83226"/>
                </a:lnTo>
                <a:cubicBezTo>
                  <a:pt x="51558" y="83226"/>
                  <a:pt x="51915" y="83333"/>
                  <a:pt x="52248" y="83547"/>
                </a:cubicBezTo>
                <a:cubicBezTo>
                  <a:pt x="52581" y="83761"/>
                  <a:pt x="52855" y="84070"/>
                  <a:pt x="53069" y="84475"/>
                </a:cubicBezTo>
                <a:cubicBezTo>
                  <a:pt x="53283" y="84879"/>
                  <a:pt x="53450" y="85391"/>
                  <a:pt x="53569" y="86009"/>
                </a:cubicBezTo>
                <a:cubicBezTo>
                  <a:pt x="53688" y="86628"/>
                  <a:pt x="53747" y="87366"/>
                  <a:pt x="53747" y="882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st">
            <a:extLst xmlns:a="http://schemas.openxmlformats.org/drawingml/2006/main">
              <a:ext uri="{FF2B5EF4-FFF2-40B4-BE49-F238E27FC236}">
                <a16:creationId xmlns:a16="http://schemas.microsoft.com/office/drawing/2014/main" id="{753D6769-96B4-4976-8527-057B02D5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9588" y="1989010"/>
            <a:ext cx="62206" cy="57998"/>
          </a:xfrm>
          <a:custGeom xmlns:a="http://schemas.openxmlformats.org/drawingml/2006/main">
            <a:pathLst>
              <a:path w="62206" h="57998">
                <a:moveTo>
                  <a:pt x="30333" y="44224"/>
                </a:moveTo>
                <a:cubicBezTo>
                  <a:pt x="30333" y="46416"/>
                  <a:pt x="29928" y="48370"/>
                  <a:pt x="29118" y="50086"/>
                </a:cubicBezTo>
                <a:cubicBezTo>
                  <a:pt x="28309" y="51802"/>
                  <a:pt x="27158" y="53248"/>
                  <a:pt x="25666" y="54424"/>
                </a:cubicBezTo>
                <a:cubicBezTo>
                  <a:pt x="24174" y="55600"/>
                  <a:pt x="22396" y="56489"/>
                  <a:pt x="20333" y="57092"/>
                </a:cubicBezTo>
                <a:cubicBezTo>
                  <a:pt x="18269" y="57696"/>
                  <a:pt x="16000" y="57998"/>
                  <a:pt x="13523" y="57998"/>
                </a:cubicBezTo>
                <a:cubicBezTo>
                  <a:pt x="12000" y="57998"/>
                  <a:pt x="10547" y="57879"/>
                  <a:pt x="9166" y="57641"/>
                </a:cubicBezTo>
                <a:cubicBezTo>
                  <a:pt x="7786" y="57403"/>
                  <a:pt x="6547" y="57102"/>
                  <a:pt x="5452" y="56737"/>
                </a:cubicBezTo>
                <a:cubicBezTo>
                  <a:pt x="4357" y="56372"/>
                  <a:pt x="3428" y="55991"/>
                  <a:pt x="2667" y="55594"/>
                </a:cubicBezTo>
                <a:cubicBezTo>
                  <a:pt x="1905" y="55197"/>
                  <a:pt x="1349" y="54840"/>
                  <a:pt x="1000" y="54522"/>
                </a:cubicBezTo>
                <a:cubicBezTo>
                  <a:pt x="651" y="54205"/>
                  <a:pt x="397" y="53760"/>
                  <a:pt x="238" y="53189"/>
                </a:cubicBezTo>
                <a:cubicBezTo>
                  <a:pt x="79" y="52618"/>
                  <a:pt x="0" y="51840"/>
                  <a:pt x="0" y="50856"/>
                </a:cubicBezTo>
                <a:cubicBezTo>
                  <a:pt x="0" y="50253"/>
                  <a:pt x="32" y="49745"/>
                  <a:pt x="95" y="49332"/>
                </a:cubicBezTo>
                <a:cubicBezTo>
                  <a:pt x="159" y="48919"/>
                  <a:pt x="238" y="48586"/>
                  <a:pt x="333" y="48332"/>
                </a:cubicBezTo>
                <a:cubicBezTo>
                  <a:pt x="429" y="48078"/>
                  <a:pt x="563" y="47896"/>
                  <a:pt x="738" y="47784"/>
                </a:cubicBezTo>
                <a:cubicBezTo>
                  <a:pt x="913" y="47673"/>
                  <a:pt x="1111" y="47618"/>
                  <a:pt x="1333" y="47618"/>
                </a:cubicBezTo>
                <a:cubicBezTo>
                  <a:pt x="1682" y="47618"/>
                  <a:pt x="2198" y="47832"/>
                  <a:pt x="2881" y="48261"/>
                </a:cubicBezTo>
                <a:cubicBezTo>
                  <a:pt x="3563" y="48689"/>
                  <a:pt x="4405" y="49157"/>
                  <a:pt x="5405" y="49665"/>
                </a:cubicBezTo>
                <a:cubicBezTo>
                  <a:pt x="6405" y="50173"/>
                  <a:pt x="7587" y="50641"/>
                  <a:pt x="8952" y="51070"/>
                </a:cubicBezTo>
                <a:cubicBezTo>
                  <a:pt x="10317" y="51499"/>
                  <a:pt x="11889" y="51713"/>
                  <a:pt x="13666" y="51713"/>
                </a:cubicBezTo>
                <a:cubicBezTo>
                  <a:pt x="15000" y="51713"/>
                  <a:pt x="16206" y="51570"/>
                  <a:pt x="17285" y="51284"/>
                </a:cubicBezTo>
                <a:cubicBezTo>
                  <a:pt x="18365" y="50998"/>
                  <a:pt x="19301" y="50576"/>
                  <a:pt x="20095" y="50019"/>
                </a:cubicBezTo>
                <a:cubicBezTo>
                  <a:pt x="20888" y="49463"/>
                  <a:pt x="21499" y="48755"/>
                  <a:pt x="21928" y="47896"/>
                </a:cubicBezTo>
                <a:cubicBezTo>
                  <a:pt x="22357" y="47037"/>
                  <a:pt x="22571" y="46019"/>
                  <a:pt x="22571" y="44843"/>
                </a:cubicBezTo>
                <a:cubicBezTo>
                  <a:pt x="22571" y="43635"/>
                  <a:pt x="22261" y="42618"/>
                  <a:pt x="21642" y="41792"/>
                </a:cubicBezTo>
                <a:cubicBezTo>
                  <a:pt x="21023" y="40966"/>
                  <a:pt x="20206" y="40235"/>
                  <a:pt x="19190" y="39600"/>
                </a:cubicBezTo>
                <a:cubicBezTo>
                  <a:pt x="18174" y="38964"/>
                  <a:pt x="17031" y="38400"/>
                  <a:pt x="15761" y="37908"/>
                </a:cubicBezTo>
                <a:cubicBezTo>
                  <a:pt x="14492" y="37415"/>
                  <a:pt x="13182" y="36899"/>
                  <a:pt x="11833" y="36359"/>
                </a:cubicBezTo>
                <a:cubicBezTo>
                  <a:pt x="10484" y="35818"/>
                  <a:pt x="9166" y="35206"/>
                  <a:pt x="7881" y="34523"/>
                </a:cubicBezTo>
                <a:cubicBezTo>
                  <a:pt x="6595" y="33839"/>
                  <a:pt x="5444" y="33005"/>
                  <a:pt x="4428" y="32020"/>
                </a:cubicBezTo>
                <a:cubicBezTo>
                  <a:pt x="3413" y="31035"/>
                  <a:pt x="2595" y="29859"/>
                  <a:pt x="1976" y="28493"/>
                </a:cubicBezTo>
                <a:cubicBezTo>
                  <a:pt x="1357" y="27127"/>
                  <a:pt x="1048" y="25491"/>
                  <a:pt x="1048" y="23584"/>
                </a:cubicBezTo>
                <a:cubicBezTo>
                  <a:pt x="1048" y="21900"/>
                  <a:pt x="1373" y="20287"/>
                  <a:pt x="2024" y="18747"/>
                </a:cubicBezTo>
                <a:cubicBezTo>
                  <a:pt x="2675" y="17205"/>
                  <a:pt x="3651" y="15854"/>
                  <a:pt x="4952" y="14695"/>
                </a:cubicBezTo>
                <a:cubicBezTo>
                  <a:pt x="6254" y="13534"/>
                  <a:pt x="7881" y="12604"/>
                  <a:pt x="9833" y="11906"/>
                </a:cubicBezTo>
                <a:cubicBezTo>
                  <a:pt x="11785" y="11207"/>
                  <a:pt x="14063" y="10857"/>
                  <a:pt x="16666" y="10857"/>
                </a:cubicBezTo>
                <a:cubicBezTo>
                  <a:pt x="17809" y="10857"/>
                  <a:pt x="18952" y="10954"/>
                  <a:pt x="20095" y="11147"/>
                </a:cubicBezTo>
                <a:cubicBezTo>
                  <a:pt x="21238" y="11340"/>
                  <a:pt x="22269" y="11582"/>
                  <a:pt x="23190" y="11872"/>
                </a:cubicBezTo>
                <a:cubicBezTo>
                  <a:pt x="24110" y="12161"/>
                  <a:pt x="24896" y="12475"/>
                  <a:pt x="25547" y="12814"/>
                </a:cubicBezTo>
                <a:cubicBezTo>
                  <a:pt x="26198" y="13152"/>
                  <a:pt x="26690" y="13450"/>
                  <a:pt x="27023" y="13708"/>
                </a:cubicBezTo>
                <a:cubicBezTo>
                  <a:pt x="27356" y="13966"/>
                  <a:pt x="27579" y="14190"/>
                  <a:pt x="27690" y="14381"/>
                </a:cubicBezTo>
                <a:cubicBezTo>
                  <a:pt x="27801" y="14571"/>
                  <a:pt x="27880" y="14785"/>
                  <a:pt x="27928" y="15023"/>
                </a:cubicBezTo>
                <a:cubicBezTo>
                  <a:pt x="27975" y="15261"/>
                  <a:pt x="28023" y="15555"/>
                  <a:pt x="28071" y="15904"/>
                </a:cubicBezTo>
                <a:cubicBezTo>
                  <a:pt x="28118" y="16254"/>
                  <a:pt x="28142" y="16682"/>
                  <a:pt x="28142" y="17190"/>
                </a:cubicBezTo>
                <a:cubicBezTo>
                  <a:pt x="28142" y="17730"/>
                  <a:pt x="28118" y="18198"/>
                  <a:pt x="28071" y="18595"/>
                </a:cubicBezTo>
                <a:cubicBezTo>
                  <a:pt x="28023" y="18992"/>
                  <a:pt x="27944" y="19317"/>
                  <a:pt x="27833" y="19571"/>
                </a:cubicBezTo>
                <a:cubicBezTo>
                  <a:pt x="27721" y="19825"/>
                  <a:pt x="27587" y="20007"/>
                  <a:pt x="27428" y="20119"/>
                </a:cubicBezTo>
                <a:cubicBezTo>
                  <a:pt x="27269" y="20230"/>
                  <a:pt x="27095" y="20285"/>
                  <a:pt x="26904" y="20285"/>
                </a:cubicBezTo>
                <a:cubicBezTo>
                  <a:pt x="26618" y="20285"/>
                  <a:pt x="26206" y="20108"/>
                  <a:pt x="25666" y="19754"/>
                </a:cubicBezTo>
                <a:cubicBezTo>
                  <a:pt x="25126" y="19400"/>
                  <a:pt x="24428" y="19021"/>
                  <a:pt x="23571" y="18619"/>
                </a:cubicBezTo>
                <a:cubicBezTo>
                  <a:pt x="22714" y="18216"/>
                  <a:pt x="21706" y="17837"/>
                  <a:pt x="20547" y="17483"/>
                </a:cubicBezTo>
                <a:cubicBezTo>
                  <a:pt x="19388" y="17129"/>
                  <a:pt x="18063" y="16952"/>
                  <a:pt x="16571" y="16952"/>
                </a:cubicBezTo>
                <a:cubicBezTo>
                  <a:pt x="15238" y="16952"/>
                  <a:pt x="14063" y="17103"/>
                  <a:pt x="13047" y="17406"/>
                </a:cubicBezTo>
                <a:cubicBezTo>
                  <a:pt x="12031" y="17707"/>
                  <a:pt x="11198" y="18136"/>
                  <a:pt x="10547" y="18693"/>
                </a:cubicBezTo>
                <a:cubicBezTo>
                  <a:pt x="9897" y="19249"/>
                  <a:pt x="9405" y="19910"/>
                  <a:pt x="9071" y="20674"/>
                </a:cubicBezTo>
                <a:cubicBezTo>
                  <a:pt x="8738" y="21436"/>
                  <a:pt x="8571" y="22263"/>
                  <a:pt x="8571" y="23154"/>
                </a:cubicBezTo>
                <a:cubicBezTo>
                  <a:pt x="8571" y="24393"/>
                  <a:pt x="8889" y="25434"/>
                  <a:pt x="9524" y="26276"/>
                </a:cubicBezTo>
                <a:cubicBezTo>
                  <a:pt x="10158" y="27118"/>
                  <a:pt x="10984" y="27857"/>
                  <a:pt x="12000" y="28493"/>
                </a:cubicBezTo>
                <a:cubicBezTo>
                  <a:pt x="13016" y="29128"/>
                  <a:pt x="14174" y="29700"/>
                  <a:pt x="15476" y="30209"/>
                </a:cubicBezTo>
                <a:cubicBezTo>
                  <a:pt x="16777" y="30717"/>
                  <a:pt x="18103" y="31241"/>
                  <a:pt x="19452" y="31782"/>
                </a:cubicBezTo>
                <a:cubicBezTo>
                  <a:pt x="20801" y="32322"/>
                  <a:pt x="22134" y="32925"/>
                  <a:pt x="23452" y="33593"/>
                </a:cubicBezTo>
                <a:cubicBezTo>
                  <a:pt x="24769" y="34260"/>
                  <a:pt x="25936" y="35071"/>
                  <a:pt x="26952" y="36024"/>
                </a:cubicBezTo>
                <a:cubicBezTo>
                  <a:pt x="27968" y="36978"/>
                  <a:pt x="28785" y="38122"/>
                  <a:pt x="29404" y="39457"/>
                </a:cubicBezTo>
                <a:cubicBezTo>
                  <a:pt x="30023" y="40792"/>
                  <a:pt x="30333" y="42380"/>
                  <a:pt x="30333" y="44224"/>
                </a:cubicBezTo>
                <a:close/>
                <a:moveTo>
                  <a:pt x="62206" y="52760"/>
                </a:moveTo>
                <a:cubicBezTo>
                  <a:pt x="62206" y="53681"/>
                  <a:pt x="62143" y="54411"/>
                  <a:pt x="62016" y="54951"/>
                </a:cubicBezTo>
                <a:cubicBezTo>
                  <a:pt x="61889" y="55491"/>
                  <a:pt x="61699" y="55887"/>
                  <a:pt x="61445" y="56141"/>
                </a:cubicBezTo>
                <a:cubicBezTo>
                  <a:pt x="61191" y="56395"/>
                  <a:pt x="60810" y="56633"/>
                  <a:pt x="60302" y="56856"/>
                </a:cubicBezTo>
                <a:cubicBezTo>
                  <a:pt x="59794" y="57078"/>
                  <a:pt x="59214" y="57260"/>
                  <a:pt x="58564" y="57403"/>
                </a:cubicBezTo>
                <a:cubicBezTo>
                  <a:pt x="57913" y="57546"/>
                  <a:pt x="57222" y="57665"/>
                  <a:pt x="56492" y="57760"/>
                </a:cubicBezTo>
                <a:cubicBezTo>
                  <a:pt x="55762" y="57856"/>
                  <a:pt x="55032" y="57903"/>
                  <a:pt x="54302" y="57903"/>
                </a:cubicBezTo>
                <a:cubicBezTo>
                  <a:pt x="52080" y="57903"/>
                  <a:pt x="50175" y="57609"/>
                  <a:pt x="48588" y="57021"/>
                </a:cubicBezTo>
                <a:cubicBezTo>
                  <a:pt x="47001" y="56432"/>
                  <a:pt x="45699" y="55540"/>
                  <a:pt x="44683" y="54347"/>
                </a:cubicBezTo>
                <a:cubicBezTo>
                  <a:pt x="43667" y="53153"/>
                  <a:pt x="42929" y="51642"/>
                  <a:pt x="42469" y="49813"/>
                </a:cubicBezTo>
                <a:cubicBezTo>
                  <a:pt x="42009" y="47983"/>
                  <a:pt x="41778" y="45828"/>
                  <a:pt x="41778" y="43346"/>
                </a:cubicBezTo>
                <a:lnTo>
                  <a:pt x="41778" y="18238"/>
                </a:lnTo>
                <a:lnTo>
                  <a:pt x="35779" y="18238"/>
                </a:lnTo>
                <a:cubicBezTo>
                  <a:pt x="35302" y="18238"/>
                  <a:pt x="34921" y="17984"/>
                  <a:pt x="34636" y="17476"/>
                </a:cubicBezTo>
                <a:cubicBezTo>
                  <a:pt x="34350" y="16968"/>
                  <a:pt x="34207" y="16142"/>
                  <a:pt x="34207" y="15000"/>
                </a:cubicBezTo>
                <a:cubicBezTo>
                  <a:pt x="34207" y="14396"/>
                  <a:pt x="34247" y="13889"/>
                  <a:pt x="34326" y="13476"/>
                </a:cubicBezTo>
                <a:cubicBezTo>
                  <a:pt x="34406" y="13063"/>
                  <a:pt x="34509" y="12722"/>
                  <a:pt x="34636" y="12452"/>
                </a:cubicBezTo>
                <a:cubicBezTo>
                  <a:pt x="34763" y="12182"/>
                  <a:pt x="34929" y="11992"/>
                  <a:pt x="35136" y="11881"/>
                </a:cubicBezTo>
                <a:cubicBezTo>
                  <a:pt x="35342" y="11770"/>
                  <a:pt x="35572" y="11714"/>
                  <a:pt x="35826" y="11714"/>
                </a:cubicBezTo>
                <a:lnTo>
                  <a:pt x="41778" y="11714"/>
                </a:lnTo>
                <a:lnTo>
                  <a:pt x="41778" y="1524"/>
                </a:lnTo>
                <a:cubicBezTo>
                  <a:pt x="41778" y="1302"/>
                  <a:pt x="41834" y="1095"/>
                  <a:pt x="41945" y="905"/>
                </a:cubicBezTo>
                <a:cubicBezTo>
                  <a:pt x="42056" y="714"/>
                  <a:pt x="42263" y="548"/>
                  <a:pt x="42564" y="405"/>
                </a:cubicBezTo>
                <a:cubicBezTo>
                  <a:pt x="42866" y="262"/>
                  <a:pt x="43270" y="159"/>
                  <a:pt x="43778" y="95"/>
                </a:cubicBezTo>
                <a:cubicBezTo>
                  <a:pt x="44286" y="32"/>
                  <a:pt x="44921" y="0"/>
                  <a:pt x="45683" y="0"/>
                </a:cubicBezTo>
                <a:cubicBezTo>
                  <a:pt x="46477" y="0"/>
                  <a:pt x="47127" y="32"/>
                  <a:pt x="47635" y="95"/>
                </a:cubicBezTo>
                <a:cubicBezTo>
                  <a:pt x="48143" y="159"/>
                  <a:pt x="48540" y="262"/>
                  <a:pt x="48826" y="405"/>
                </a:cubicBezTo>
                <a:cubicBezTo>
                  <a:pt x="49112" y="548"/>
                  <a:pt x="49318" y="714"/>
                  <a:pt x="49445" y="905"/>
                </a:cubicBezTo>
                <a:cubicBezTo>
                  <a:pt x="49572" y="1095"/>
                  <a:pt x="49635" y="1302"/>
                  <a:pt x="49635" y="1524"/>
                </a:cubicBezTo>
                <a:lnTo>
                  <a:pt x="49635" y="11714"/>
                </a:lnTo>
                <a:lnTo>
                  <a:pt x="60635" y="11714"/>
                </a:lnTo>
                <a:cubicBezTo>
                  <a:pt x="60889" y="11714"/>
                  <a:pt x="61111" y="11770"/>
                  <a:pt x="61302" y="11881"/>
                </a:cubicBezTo>
                <a:cubicBezTo>
                  <a:pt x="61492" y="11992"/>
                  <a:pt x="61659" y="12182"/>
                  <a:pt x="61802" y="12452"/>
                </a:cubicBezTo>
                <a:cubicBezTo>
                  <a:pt x="61945" y="12722"/>
                  <a:pt x="62048" y="13063"/>
                  <a:pt x="62111" y="13476"/>
                </a:cubicBezTo>
                <a:cubicBezTo>
                  <a:pt x="62175" y="13889"/>
                  <a:pt x="62206" y="14396"/>
                  <a:pt x="62206" y="15000"/>
                </a:cubicBezTo>
                <a:cubicBezTo>
                  <a:pt x="62206" y="16142"/>
                  <a:pt x="62064" y="16968"/>
                  <a:pt x="61778" y="17476"/>
                </a:cubicBezTo>
                <a:cubicBezTo>
                  <a:pt x="61492" y="17984"/>
                  <a:pt x="61111" y="18238"/>
                  <a:pt x="60635" y="18238"/>
                </a:cubicBezTo>
                <a:lnTo>
                  <a:pt x="49635" y="18238"/>
                </a:lnTo>
                <a:lnTo>
                  <a:pt x="49635" y="42212"/>
                </a:lnTo>
                <a:cubicBezTo>
                  <a:pt x="49635" y="45172"/>
                  <a:pt x="50072" y="47408"/>
                  <a:pt x="50945" y="48921"/>
                </a:cubicBezTo>
                <a:cubicBezTo>
                  <a:pt x="51818" y="50433"/>
                  <a:pt x="53381" y="51189"/>
                  <a:pt x="55635" y="51189"/>
                </a:cubicBezTo>
                <a:cubicBezTo>
                  <a:pt x="56365" y="51189"/>
                  <a:pt x="57016" y="51118"/>
                  <a:pt x="57588" y="50975"/>
                </a:cubicBezTo>
                <a:cubicBezTo>
                  <a:pt x="58159" y="50832"/>
                  <a:pt x="58667" y="50681"/>
                  <a:pt x="59111" y="50522"/>
                </a:cubicBezTo>
                <a:cubicBezTo>
                  <a:pt x="59556" y="50364"/>
                  <a:pt x="59937" y="50213"/>
                  <a:pt x="60254" y="50070"/>
                </a:cubicBezTo>
                <a:cubicBezTo>
                  <a:pt x="60572" y="49927"/>
                  <a:pt x="60857" y="49856"/>
                  <a:pt x="61111" y="49856"/>
                </a:cubicBezTo>
                <a:cubicBezTo>
                  <a:pt x="61270" y="49856"/>
                  <a:pt x="61421" y="49895"/>
                  <a:pt x="61564" y="49975"/>
                </a:cubicBezTo>
                <a:cubicBezTo>
                  <a:pt x="61706" y="50054"/>
                  <a:pt x="61818" y="50205"/>
                  <a:pt x="61897" y="50427"/>
                </a:cubicBezTo>
                <a:cubicBezTo>
                  <a:pt x="61976" y="50649"/>
                  <a:pt x="62048" y="50951"/>
                  <a:pt x="62111" y="51332"/>
                </a:cubicBezTo>
                <a:cubicBezTo>
                  <a:pt x="62175" y="51713"/>
                  <a:pt x="62206" y="52189"/>
                  <a:pt x="62206" y="527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Brick:">
            <a:extLst xmlns:a="http://schemas.openxmlformats.org/drawingml/2006/main">
              <a:ext uri="{FF2B5EF4-FFF2-40B4-BE49-F238E27FC236}">
                <a16:creationId xmlns:a16="http://schemas.microsoft.com/office/drawing/2014/main" id="{6CF2D01A-8BCB-4E1F-9015-4C23208C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1410" y="1989134"/>
            <a:ext cx="307544" cy="100927"/>
          </a:xfrm>
          <a:custGeom xmlns:a="http://schemas.openxmlformats.org/drawingml/2006/main">
            <a:pathLst>
              <a:path w="307544" h="100927">
                <a:moveTo>
                  <a:pt x="60885" y="73019"/>
                </a:moveTo>
                <a:cubicBezTo>
                  <a:pt x="60885" y="75922"/>
                  <a:pt x="60516" y="78598"/>
                  <a:pt x="59778" y="81049"/>
                </a:cubicBezTo>
                <a:cubicBezTo>
                  <a:pt x="59041" y="83499"/>
                  <a:pt x="58006" y="85700"/>
                  <a:pt x="56673" y="87651"/>
                </a:cubicBezTo>
                <a:cubicBezTo>
                  <a:pt x="55341" y="89602"/>
                  <a:pt x="53735" y="91315"/>
                  <a:pt x="51856" y="92790"/>
                </a:cubicBezTo>
                <a:cubicBezTo>
                  <a:pt x="49976" y="94265"/>
                  <a:pt x="47858" y="95503"/>
                  <a:pt x="45503" y="96502"/>
                </a:cubicBezTo>
                <a:cubicBezTo>
                  <a:pt x="43147" y="97501"/>
                  <a:pt x="40625" y="98251"/>
                  <a:pt x="37937" y="98750"/>
                </a:cubicBezTo>
                <a:cubicBezTo>
                  <a:pt x="35248" y="99250"/>
                  <a:pt x="32167" y="99500"/>
                  <a:pt x="28694" y="99500"/>
                </a:cubicBezTo>
                <a:lnTo>
                  <a:pt x="4568" y="99500"/>
                </a:lnTo>
                <a:cubicBezTo>
                  <a:pt x="3474" y="99500"/>
                  <a:pt x="2439" y="99131"/>
                  <a:pt x="1463" y="98393"/>
                </a:cubicBezTo>
                <a:cubicBezTo>
                  <a:pt x="488" y="97656"/>
                  <a:pt x="0" y="96359"/>
                  <a:pt x="0" y="94503"/>
                </a:cubicBezTo>
                <a:lnTo>
                  <a:pt x="0" y="12134"/>
                </a:lnTo>
                <a:cubicBezTo>
                  <a:pt x="0" y="10278"/>
                  <a:pt x="488" y="8982"/>
                  <a:pt x="1463" y="8244"/>
                </a:cubicBezTo>
                <a:cubicBezTo>
                  <a:pt x="2439" y="7506"/>
                  <a:pt x="3474" y="7138"/>
                  <a:pt x="4568" y="7138"/>
                </a:cubicBezTo>
                <a:lnTo>
                  <a:pt x="25553" y="7138"/>
                </a:lnTo>
                <a:cubicBezTo>
                  <a:pt x="31073" y="7138"/>
                  <a:pt x="35593" y="7661"/>
                  <a:pt x="39115" y="8708"/>
                </a:cubicBezTo>
                <a:cubicBezTo>
                  <a:pt x="42636" y="9755"/>
                  <a:pt x="45574" y="11278"/>
                  <a:pt x="47930" y="13276"/>
                </a:cubicBezTo>
                <a:cubicBezTo>
                  <a:pt x="50285" y="15275"/>
                  <a:pt x="52058" y="17725"/>
                  <a:pt x="53247" y="20628"/>
                </a:cubicBezTo>
                <a:cubicBezTo>
                  <a:pt x="54437" y="23531"/>
                  <a:pt x="55032" y="26814"/>
                  <a:pt x="55032" y="30478"/>
                </a:cubicBezTo>
                <a:cubicBezTo>
                  <a:pt x="55032" y="32667"/>
                  <a:pt x="54770" y="34761"/>
                  <a:pt x="54247" y="36759"/>
                </a:cubicBezTo>
                <a:cubicBezTo>
                  <a:pt x="53723" y="38758"/>
                  <a:pt x="52950" y="40602"/>
                  <a:pt x="51927" y="42291"/>
                </a:cubicBezTo>
                <a:cubicBezTo>
                  <a:pt x="50904" y="43980"/>
                  <a:pt x="49619" y="45491"/>
                  <a:pt x="48073" y="46823"/>
                </a:cubicBezTo>
                <a:cubicBezTo>
                  <a:pt x="46526" y="48156"/>
                  <a:pt x="44753" y="49250"/>
                  <a:pt x="42755" y="50107"/>
                </a:cubicBezTo>
                <a:cubicBezTo>
                  <a:pt x="45277" y="50583"/>
                  <a:pt x="47632" y="51451"/>
                  <a:pt x="49821" y="52712"/>
                </a:cubicBezTo>
                <a:cubicBezTo>
                  <a:pt x="52010" y="53973"/>
                  <a:pt x="53925" y="55579"/>
                  <a:pt x="55567" y="57530"/>
                </a:cubicBezTo>
                <a:cubicBezTo>
                  <a:pt x="57209" y="59481"/>
                  <a:pt x="58505" y="61765"/>
                  <a:pt x="59457" y="64382"/>
                </a:cubicBezTo>
                <a:cubicBezTo>
                  <a:pt x="60409" y="66999"/>
                  <a:pt x="60885" y="69878"/>
                  <a:pt x="60885" y="73019"/>
                </a:cubicBezTo>
                <a:moveTo>
                  <a:pt x="42398" y="31691"/>
                </a:moveTo>
                <a:cubicBezTo>
                  <a:pt x="42398" y="29455"/>
                  <a:pt x="42089" y="27433"/>
                  <a:pt x="41470" y="25624"/>
                </a:cubicBezTo>
                <a:cubicBezTo>
                  <a:pt x="40852" y="23816"/>
                  <a:pt x="39876" y="22282"/>
                  <a:pt x="38544" y="21021"/>
                </a:cubicBezTo>
                <a:cubicBezTo>
                  <a:pt x="37211" y="19760"/>
                  <a:pt x="35474" y="18796"/>
                  <a:pt x="33333" y="18130"/>
                </a:cubicBezTo>
                <a:cubicBezTo>
                  <a:pt x="31192" y="17464"/>
                  <a:pt x="28361" y="17131"/>
                  <a:pt x="24839" y="17131"/>
                </a:cubicBezTo>
                <a:lnTo>
                  <a:pt x="12134" y="17131"/>
                </a:lnTo>
                <a:lnTo>
                  <a:pt x="12134" y="47038"/>
                </a:lnTo>
                <a:lnTo>
                  <a:pt x="26124" y="47038"/>
                </a:lnTo>
                <a:cubicBezTo>
                  <a:pt x="29312" y="47038"/>
                  <a:pt x="31882" y="46621"/>
                  <a:pt x="33833" y="45788"/>
                </a:cubicBezTo>
                <a:cubicBezTo>
                  <a:pt x="35784" y="44956"/>
                  <a:pt x="37402" y="43837"/>
                  <a:pt x="38686" y="42434"/>
                </a:cubicBezTo>
                <a:cubicBezTo>
                  <a:pt x="39971" y="41030"/>
                  <a:pt x="40911" y="39388"/>
                  <a:pt x="41506" y="37509"/>
                </a:cubicBezTo>
                <a:cubicBezTo>
                  <a:pt x="42101" y="35629"/>
                  <a:pt x="42398" y="33690"/>
                  <a:pt x="42398" y="31691"/>
                </a:cubicBezTo>
                <a:moveTo>
                  <a:pt x="47965" y="73733"/>
                </a:moveTo>
                <a:cubicBezTo>
                  <a:pt x="47965" y="70973"/>
                  <a:pt x="47525" y="68546"/>
                  <a:pt x="46645" y="66452"/>
                </a:cubicBezTo>
                <a:cubicBezTo>
                  <a:pt x="45765" y="64358"/>
                  <a:pt x="44480" y="62598"/>
                  <a:pt x="42791" y="61170"/>
                </a:cubicBezTo>
                <a:cubicBezTo>
                  <a:pt x="41101" y="59743"/>
                  <a:pt x="38984" y="58660"/>
                  <a:pt x="36438" y="57923"/>
                </a:cubicBezTo>
                <a:cubicBezTo>
                  <a:pt x="33892" y="57185"/>
                  <a:pt x="30692" y="56816"/>
                  <a:pt x="26838" y="56816"/>
                </a:cubicBezTo>
                <a:lnTo>
                  <a:pt x="12134" y="56816"/>
                </a:lnTo>
                <a:lnTo>
                  <a:pt x="12134" y="89364"/>
                </a:lnTo>
                <a:lnTo>
                  <a:pt x="29978" y="89364"/>
                </a:lnTo>
                <a:cubicBezTo>
                  <a:pt x="32786" y="89364"/>
                  <a:pt x="35237" y="89031"/>
                  <a:pt x="37330" y="88365"/>
                </a:cubicBezTo>
                <a:cubicBezTo>
                  <a:pt x="39424" y="87699"/>
                  <a:pt x="41268" y="86711"/>
                  <a:pt x="42862" y="85403"/>
                </a:cubicBezTo>
                <a:cubicBezTo>
                  <a:pt x="44456" y="84094"/>
                  <a:pt x="45705" y="82464"/>
                  <a:pt x="46609" y="80513"/>
                </a:cubicBezTo>
                <a:cubicBezTo>
                  <a:pt x="47513" y="78562"/>
                  <a:pt x="47965" y="76302"/>
                  <a:pt x="47965" y="73733"/>
                </a:cubicBezTo>
                <a:close/>
                <a:moveTo>
                  <a:pt x="115272" y="37687"/>
                </a:moveTo>
                <a:cubicBezTo>
                  <a:pt x="115272" y="38734"/>
                  <a:pt x="115248" y="39614"/>
                  <a:pt x="115201" y="40328"/>
                </a:cubicBezTo>
                <a:cubicBezTo>
                  <a:pt x="115153" y="41042"/>
                  <a:pt x="115058" y="41601"/>
                  <a:pt x="114915" y="42005"/>
                </a:cubicBezTo>
                <a:cubicBezTo>
                  <a:pt x="114772" y="42410"/>
                  <a:pt x="114594" y="42719"/>
                  <a:pt x="114380" y="42933"/>
                </a:cubicBezTo>
                <a:cubicBezTo>
                  <a:pt x="114166" y="43147"/>
                  <a:pt x="113868" y="43255"/>
                  <a:pt x="113488" y="43255"/>
                </a:cubicBezTo>
                <a:cubicBezTo>
                  <a:pt x="113107" y="43255"/>
                  <a:pt x="112643" y="43147"/>
                  <a:pt x="112096" y="42933"/>
                </a:cubicBezTo>
                <a:cubicBezTo>
                  <a:pt x="111549" y="42719"/>
                  <a:pt x="110930" y="42505"/>
                  <a:pt x="110240" y="42291"/>
                </a:cubicBezTo>
                <a:cubicBezTo>
                  <a:pt x="109550" y="42077"/>
                  <a:pt x="108777" y="41875"/>
                  <a:pt x="107920" y="41684"/>
                </a:cubicBezTo>
                <a:cubicBezTo>
                  <a:pt x="107064" y="41494"/>
                  <a:pt x="106136" y="41399"/>
                  <a:pt x="105137" y="41399"/>
                </a:cubicBezTo>
                <a:cubicBezTo>
                  <a:pt x="103947" y="41399"/>
                  <a:pt x="102781" y="41637"/>
                  <a:pt x="101639" y="42113"/>
                </a:cubicBezTo>
                <a:cubicBezTo>
                  <a:pt x="100497" y="42588"/>
                  <a:pt x="99296" y="43374"/>
                  <a:pt x="98035" y="44468"/>
                </a:cubicBezTo>
                <a:cubicBezTo>
                  <a:pt x="96774" y="45562"/>
                  <a:pt x="95453" y="47014"/>
                  <a:pt x="94073" y="48822"/>
                </a:cubicBezTo>
                <a:cubicBezTo>
                  <a:pt x="92693" y="50630"/>
                  <a:pt x="91170" y="52843"/>
                  <a:pt x="89505" y="55460"/>
                </a:cubicBezTo>
                <a:lnTo>
                  <a:pt x="89505" y="97715"/>
                </a:lnTo>
                <a:cubicBezTo>
                  <a:pt x="89505" y="98096"/>
                  <a:pt x="89410" y="98417"/>
                  <a:pt x="89219" y="98679"/>
                </a:cubicBezTo>
                <a:cubicBezTo>
                  <a:pt x="89029" y="98941"/>
                  <a:pt x="88720" y="99167"/>
                  <a:pt x="88292" y="99357"/>
                </a:cubicBezTo>
                <a:cubicBezTo>
                  <a:pt x="87863" y="99547"/>
                  <a:pt x="87268" y="99690"/>
                  <a:pt x="86507" y="99785"/>
                </a:cubicBezTo>
                <a:cubicBezTo>
                  <a:pt x="85746" y="99880"/>
                  <a:pt x="84770" y="99928"/>
                  <a:pt x="83581" y="99928"/>
                </a:cubicBezTo>
                <a:cubicBezTo>
                  <a:pt x="82439" y="99928"/>
                  <a:pt x="81487" y="99880"/>
                  <a:pt x="80726" y="99785"/>
                </a:cubicBezTo>
                <a:cubicBezTo>
                  <a:pt x="79964" y="99690"/>
                  <a:pt x="79357" y="99547"/>
                  <a:pt x="78905" y="99357"/>
                </a:cubicBezTo>
                <a:cubicBezTo>
                  <a:pt x="78453" y="99167"/>
                  <a:pt x="78144" y="98941"/>
                  <a:pt x="77978" y="98679"/>
                </a:cubicBezTo>
                <a:cubicBezTo>
                  <a:pt x="77811" y="98417"/>
                  <a:pt x="77728" y="98096"/>
                  <a:pt x="77728" y="97715"/>
                </a:cubicBezTo>
                <a:lnTo>
                  <a:pt x="77728" y="33476"/>
                </a:lnTo>
                <a:cubicBezTo>
                  <a:pt x="77728" y="33095"/>
                  <a:pt x="77799" y="32774"/>
                  <a:pt x="77942" y="32512"/>
                </a:cubicBezTo>
                <a:cubicBezTo>
                  <a:pt x="78085" y="32251"/>
                  <a:pt x="78370" y="32013"/>
                  <a:pt x="78798" y="31799"/>
                </a:cubicBezTo>
                <a:cubicBezTo>
                  <a:pt x="79227" y="31584"/>
                  <a:pt x="79774" y="31442"/>
                  <a:pt x="80440" y="31370"/>
                </a:cubicBezTo>
                <a:cubicBezTo>
                  <a:pt x="81106" y="31299"/>
                  <a:pt x="81987" y="31263"/>
                  <a:pt x="83081" y="31263"/>
                </a:cubicBezTo>
                <a:cubicBezTo>
                  <a:pt x="84128" y="31263"/>
                  <a:pt x="84996" y="31299"/>
                  <a:pt x="85686" y="31370"/>
                </a:cubicBezTo>
                <a:cubicBezTo>
                  <a:pt x="86376" y="31442"/>
                  <a:pt x="86912" y="31584"/>
                  <a:pt x="87292" y="31799"/>
                </a:cubicBezTo>
                <a:cubicBezTo>
                  <a:pt x="87673" y="32013"/>
                  <a:pt x="87947" y="32251"/>
                  <a:pt x="88113" y="32512"/>
                </a:cubicBezTo>
                <a:cubicBezTo>
                  <a:pt x="88280" y="32774"/>
                  <a:pt x="88363" y="33095"/>
                  <a:pt x="88363" y="33476"/>
                </a:cubicBezTo>
                <a:lnTo>
                  <a:pt x="88363" y="42826"/>
                </a:lnTo>
                <a:cubicBezTo>
                  <a:pt x="90124" y="40257"/>
                  <a:pt x="91777" y="38163"/>
                  <a:pt x="93324" y="36545"/>
                </a:cubicBezTo>
                <a:cubicBezTo>
                  <a:pt x="94870" y="34927"/>
                  <a:pt x="96333" y="33654"/>
                  <a:pt x="97713" y="32726"/>
                </a:cubicBezTo>
                <a:cubicBezTo>
                  <a:pt x="99093" y="31799"/>
                  <a:pt x="100461" y="31156"/>
                  <a:pt x="101818" y="30799"/>
                </a:cubicBezTo>
                <a:cubicBezTo>
                  <a:pt x="103174" y="30442"/>
                  <a:pt x="104542" y="30264"/>
                  <a:pt x="105922" y="30264"/>
                </a:cubicBezTo>
                <a:cubicBezTo>
                  <a:pt x="106540" y="30264"/>
                  <a:pt x="107242" y="30300"/>
                  <a:pt x="108027" y="30371"/>
                </a:cubicBezTo>
                <a:cubicBezTo>
                  <a:pt x="108812" y="30442"/>
                  <a:pt x="109633" y="30573"/>
                  <a:pt x="110490" y="30764"/>
                </a:cubicBezTo>
                <a:cubicBezTo>
                  <a:pt x="111346" y="30954"/>
                  <a:pt x="112120" y="31168"/>
                  <a:pt x="112810" y="31406"/>
                </a:cubicBezTo>
                <a:cubicBezTo>
                  <a:pt x="113500" y="31644"/>
                  <a:pt x="113987" y="31882"/>
                  <a:pt x="114273" y="32120"/>
                </a:cubicBezTo>
                <a:cubicBezTo>
                  <a:pt x="114558" y="32358"/>
                  <a:pt x="114749" y="32584"/>
                  <a:pt x="114844" y="32798"/>
                </a:cubicBezTo>
                <a:cubicBezTo>
                  <a:pt x="114939" y="33012"/>
                  <a:pt x="115022" y="33286"/>
                  <a:pt x="115094" y="33619"/>
                </a:cubicBezTo>
                <a:cubicBezTo>
                  <a:pt x="115165" y="33952"/>
                  <a:pt x="115213" y="34439"/>
                  <a:pt x="115236" y="35082"/>
                </a:cubicBezTo>
                <a:cubicBezTo>
                  <a:pt x="115260" y="35724"/>
                  <a:pt x="115272" y="36593"/>
                  <a:pt x="115272" y="37687"/>
                </a:cubicBezTo>
                <a:close/>
                <a:moveTo>
                  <a:pt x="138183" y="97715"/>
                </a:moveTo>
                <a:cubicBezTo>
                  <a:pt x="138183" y="98096"/>
                  <a:pt x="138088" y="98417"/>
                  <a:pt x="137897" y="98679"/>
                </a:cubicBezTo>
                <a:cubicBezTo>
                  <a:pt x="137707" y="98941"/>
                  <a:pt x="137398" y="99167"/>
                  <a:pt x="136969" y="99357"/>
                </a:cubicBezTo>
                <a:cubicBezTo>
                  <a:pt x="136541" y="99547"/>
                  <a:pt x="135946" y="99690"/>
                  <a:pt x="135185" y="99785"/>
                </a:cubicBezTo>
                <a:cubicBezTo>
                  <a:pt x="134424" y="99880"/>
                  <a:pt x="133448" y="99928"/>
                  <a:pt x="132258" y="99928"/>
                </a:cubicBezTo>
                <a:cubicBezTo>
                  <a:pt x="131116" y="99928"/>
                  <a:pt x="130165" y="99880"/>
                  <a:pt x="129403" y="99785"/>
                </a:cubicBezTo>
                <a:cubicBezTo>
                  <a:pt x="128642" y="99690"/>
                  <a:pt x="128035" y="99547"/>
                  <a:pt x="127583" y="99357"/>
                </a:cubicBezTo>
                <a:cubicBezTo>
                  <a:pt x="127131" y="99167"/>
                  <a:pt x="126822" y="98941"/>
                  <a:pt x="126655" y="98679"/>
                </a:cubicBezTo>
                <a:cubicBezTo>
                  <a:pt x="126489" y="98417"/>
                  <a:pt x="126406" y="98096"/>
                  <a:pt x="126406" y="97715"/>
                </a:cubicBezTo>
                <a:lnTo>
                  <a:pt x="126406" y="33476"/>
                </a:lnTo>
                <a:cubicBezTo>
                  <a:pt x="126406" y="33143"/>
                  <a:pt x="126489" y="32833"/>
                  <a:pt x="126655" y="32548"/>
                </a:cubicBezTo>
                <a:cubicBezTo>
                  <a:pt x="126822" y="32262"/>
                  <a:pt x="127131" y="32025"/>
                  <a:pt x="127583" y="31834"/>
                </a:cubicBezTo>
                <a:cubicBezTo>
                  <a:pt x="128035" y="31644"/>
                  <a:pt x="128642" y="31501"/>
                  <a:pt x="129403" y="31406"/>
                </a:cubicBezTo>
                <a:cubicBezTo>
                  <a:pt x="130165" y="31311"/>
                  <a:pt x="131116" y="31263"/>
                  <a:pt x="132258" y="31263"/>
                </a:cubicBezTo>
                <a:cubicBezTo>
                  <a:pt x="133448" y="31263"/>
                  <a:pt x="134424" y="31311"/>
                  <a:pt x="135185" y="31406"/>
                </a:cubicBezTo>
                <a:cubicBezTo>
                  <a:pt x="135946" y="31501"/>
                  <a:pt x="136541" y="31644"/>
                  <a:pt x="136969" y="31834"/>
                </a:cubicBezTo>
                <a:cubicBezTo>
                  <a:pt x="137398" y="32025"/>
                  <a:pt x="137707" y="32262"/>
                  <a:pt x="137897" y="32548"/>
                </a:cubicBezTo>
                <a:cubicBezTo>
                  <a:pt x="138088" y="32833"/>
                  <a:pt x="138183" y="33143"/>
                  <a:pt x="138183" y="33476"/>
                </a:cubicBezTo>
                <a:lnTo>
                  <a:pt x="138183" y="97715"/>
                </a:lnTo>
                <a:moveTo>
                  <a:pt x="139539" y="11706"/>
                </a:moveTo>
                <a:cubicBezTo>
                  <a:pt x="139539" y="14466"/>
                  <a:pt x="139015" y="16345"/>
                  <a:pt x="137969" y="17345"/>
                </a:cubicBezTo>
                <a:cubicBezTo>
                  <a:pt x="136922" y="18344"/>
                  <a:pt x="134995" y="18844"/>
                  <a:pt x="132187" y="18844"/>
                </a:cubicBezTo>
                <a:cubicBezTo>
                  <a:pt x="129427" y="18844"/>
                  <a:pt x="127536" y="18356"/>
                  <a:pt x="126513" y="17380"/>
                </a:cubicBezTo>
                <a:cubicBezTo>
                  <a:pt x="125490" y="16405"/>
                  <a:pt x="124978" y="14561"/>
                  <a:pt x="124978" y="11849"/>
                </a:cubicBezTo>
                <a:cubicBezTo>
                  <a:pt x="124978" y="9089"/>
                  <a:pt x="125501" y="7209"/>
                  <a:pt x="126548" y="6210"/>
                </a:cubicBezTo>
                <a:cubicBezTo>
                  <a:pt x="127595" y="5211"/>
                  <a:pt x="129522" y="4711"/>
                  <a:pt x="132330" y="4711"/>
                </a:cubicBezTo>
                <a:cubicBezTo>
                  <a:pt x="135090" y="4711"/>
                  <a:pt x="136981" y="5199"/>
                  <a:pt x="138004" y="6174"/>
                </a:cubicBezTo>
                <a:cubicBezTo>
                  <a:pt x="139027" y="7150"/>
                  <a:pt x="139539" y="8994"/>
                  <a:pt x="139539" y="11706"/>
                </a:cubicBezTo>
                <a:close/>
                <a:moveTo>
                  <a:pt x="208985" y="88008"/>
                </a:moveTo>
                <a:cubicBezTo>
                  <a:pt x="208985" y="88817"/>
                  <a:pt x="208962" y="89519"/>
                  <a:pt x="208914" y="90114"/>
                </a:cubicBezTo>
                <a:cubicBezTo>
                  <a:pt x="208866" y="90708"/>
                  <a:pt x="208783" y="91208"/>
                  <a:pt x="208664" y="91613"/>
                </a:cubicBezTo>
                <a:cubicBezTo>
                  <a:pt x="208545" y="92017"/>
                  <a:pt x="208402" y="92374"/>
                  <a:pt x="208236" y="92683"/>
                </a:cubicBezTo>
                <a:cubicBezTo>
                  <a:pt x="208069" y="92993"/>
                  <a:pt x="207689" y="93445"/>
                  <a:pt x="207094" y="94039"/>
                </a:cubicBezTo>
                <a:cubicBezTo>
                  <a:pt x="206499" y="94634"/>
                  <a:pt x="205488" y="95372"/>
                  <a:pt x="204060" y="96252"/>
                </a:cubicBezTo>
                <a:cubicBezTo>
                  <a:pt x="202633" y="97132"/>
                  <a:pt x="201027" y="97918"/>
                  <a:pt x="199242" y="98608"/>
                </a:cubicBezTo>
                <a:cubicBezTo>
                  <a:pt x="197458" y="99298"/>
                  <a:pt x="195519" y="99857"/>
                  <a:pt x="193425" y="100285"/>
                </a:cubicBezTo>
                <a:cubicBezTo>
                  <a:pt x="191331" y="100713"/>
                  <a:pt x="189166" y="100927"/>
                  <a:pt x="186930" y="100927"/>
                </a:cubicBezTo>
                <a:cubicBezTo>
                  <a:pt x="182314" y="100927"/>
                  <a:pt x="178222" y="100164"/>
                  <a:pt x="174653" y="98639"/>
                </a:cubicBezTo>
                <a:cubicBezTo>
                  <a:pt x="171084" y="97113"/>
                  <a:pt x="168098" y="94884"/>
                  <a:pt x="165695" y="91952"/>
                </a:cubicBezTo>
                <a:cubicBezTo>
                  <a:pt x="163292" y="89019"/>
                  <a:pt x="161460" y="85419"/>
                  <a:pt x="160199" y="81151"/>
                </a:cubicBezTo>
                <a:cubicBezTo>
                  <a:pt x="158938" y="76884"/>
                  <a:pt x="158308" y="71961"/>
                  <a:pt x="158308" y="66383"/>
                </a:cubicBezTo>
                <a:cubicBezTo>
                  <a:pt x="158308" y="60041"/>
                  <a:pt x="159081" y="54593"/>
                  <a:pt x="160627" y="50040"/>
                </a:cubicBezTo>
                <a:cubicBezTo>
                  <a:pt x="162174" y="45487"/>
                  <a:pt x="164291" y="41756"/>
                  <a:pt x="166980" y="38847"/>
                </a:cubicBezTo>
                <a:cubicBezTo>
                  <a:pt x="169668" y="35938"/>
                  <a:pt x="172833" y="33781"/>
                  <a:pt x="176473" y="32374"/>
                </a:cubicBezTo>
                <a:cubicBezTo>
                  <a:pt x="180113" y="30967"/>
                  <a:pt x="184051" y="30264"/>
                  <a:pt x="188286" y="30264"/>
                </a:cubicBezTo>
                <a:cubicBezTo>
                  <a:pt x="190332" y="30264"/>
                  <a:pt x="192319" y="30454"/>
                  <a:pt x="194246" y="30835"/>
                </a:cubicBezTo>
                <a:cubicBezTo>
                  <a:pt x="196173" y="31216"/>
                  <a:pt x="197946" y="31715"/>
                  <a:pt x="199564" y="32334"/>
                </a:cubicBezTo>
                <a:cubicBezTo>
                  <a:pt x="201181" y="32952"/>
                  <a:pt x="202621" y="33666"/>
                  <a:pt x="203882" y="34475"/>
                </a:cubicBezTo>
                <a:cubicBezTo>
                  <a:pt x="205143" y="35284"/>
                  <a:pt x="206059" y="35974"/>
                  <a:pt x="206630" y="36545"/>
                </a:cubicBezTo>
                <a:cubicBezTo>
                  <a:pt x="207201" y="37116"/>
                  <a:pt x="207594" y="37568"/>
                  <a:pt x="207808" y="37901"/>
                </a:cubicBezTo>
                <a:cubicBezTo>
                  <a:pt x="208022" y="38234"/>
                  <a:pt x="208200" y="38627"/>
                  <a:pt x="208343" y="39079"/>
                </a:cubicBezTo>
                <a:cubicBezTo>
                  <a:pt x="208486" y="39531"/>
                  <a:pt x="208581" y="40043"/>
                  <a:pt x="208628" y="40614"/>
                </a:cubicBezTo>
                <a:cubicBezTo>
                  <a:pt x="208676" y="41185"/>
                  <a:pt x="208700" y="41898"/>
                  <a:pt x="208700" y="42755"/>
                </a:cubicBezTo>
                <a:cubicBezTo>
                  <a:pt x="208700" y="44611"/>
                  <a:pt x="208486" y="45907"/>
                  <a:pt x="208057" y="46645"/>
                </a:cubicBezTo>
                <a:cubicBezTo>
                  <a:pt x="207629" y="47383"/>
                  <a:pt x="207106" y="47751"/>
                  <a:pt x="206487" y="47751"/>
                </a:cubicBezTo>
                <a:cubicBezTo>
                  <a:pt x="205773" y="47751"/>
                  <a:pt x="204953" y="47359"/>
                  <a:pt x="204025" y="46574"/>
                </a:cubicBezTo>
                <a:cubicBezTo>
                  <a:pt x="203097" y="45788"/>
                  <a:pt x="201919" y="44920"/>
                  <a:pt x="200491" y="43968"/>
                </a:cubicBezTo>
                <a:cubicBezTo>
                  <a:pt x="199064" y="43017"/>
                  <a:pt x="197339" y="42148"/>
                  <a:pt x="195317" y="41363"/>
                </a:cubicBezTo>
                <a:cubicBezTo>
                  <a:pt x="193294" y="40578"/>
                  <a:pt x="190903" y="40185"/>
                  <a:pt x="188143" y="40185"/>
                </a:cubicBezTo>
                <a:cubicBezTo>
                  <a:pt x="182481" y="40185"/>
                  <a:pt x="178139" y="42369"/>
                  <a:pt x="175117" y="46736"/>
                </a:cubicBezTo>
                <a:cubicBezTo>
                  <a:pt x="172095" y="51102"/>
                  <a:pt x="170584" y="57436"/>
                  <a:pt x="170584" y="65738"/>
                </a:cubicBezTo>
                <a:cubicBezTo>
                  <a:pt x="170584" y="69890"/>
                  <a:pt x="170977" y="73529"/>
                  <a:pt x="171762" y="76655"/>
                </a:cubicBezTo>
                <a:cubicBezTo>
                  <a:pt x="172547" y="79780"/>
                  <a:pt x="173701" y="82393"/>
                  <a:pt x="175224" y="84493"/>
                </a:cubicBezTo>
                <a:cubicBezTo>
                  <a:pt x="176747" y="86592"/>
                  <a:pt x="178614" y="88155"/>
                  <a:pt x="180827" y="89181"/>
                </a:cubicBezTo>
                <a:cubicBezTo>
                  <a:pt x="183040" y="90207"/>
                  <a:pt x="185574" y="90720"/>
                  <a:pt x="188429" y="90720"/>
                </a:cubicBezTo>
                <a:cubicBezTo>
                  <a:pt x="191141" y="90720"/>
                  <a:pt x="193520" y="90292"/>
                  <a:pt x="195566" y="89436"/>
                </a:cubicBezTo>
                <a:cubicBezTo>
                  <a:pt x="197613" y="88579"/>
                  <a:pt x="199385" y="87639"/>
                  <a:pt x="200884" y="86616"/>
                </a:cubicBezTo>
                <a:cubicBezTo>
                  <a:pt x="202383" y="85593"/>
                  <a:pt x="203644" y="84665"/>
                  <a:pt x="204667" y="83832"/>
                </a:cubicBezTo>
                <a:cubicBezTo>
                  <a:pt x="205690" y="83000"/>
                  <a:pt x="206487" y="82583"/>
                  <a:pt x="207058" y="82583"/>
                </a:cubicBezTo>
                <a:cubicBezTo>
                  <a:pt x="207391" y="82583"/>
                  <a:pt x="207677" y="82679"/>
                  <a:pt x="207915" y="82869"/>
                </a:cubicBezTo>
                <a:cubicBezTo>
                  <a:pt x="208153" y="83059"/>
                  <a:pt x="208355" y="83380"/>
                  <a:pt x="208521" y="83832"/>
                </a:cubicBezTo>
                <a:cubicBezTo>
                  <a:pt x="208688" y="84285"/>
                  <a:pt x="208807" y="84856"/>
                  <a:pt x="208878" y="85546"/>
                </a:cubicBezTo>
                <a:cubicBezTo>
                  <a:pt x="208950" y="86236"/>
                  <a:pt x="208985" y="87056"/>
                  <a:pt x="208985" y="88008"/>
                </a:cubicBezTo>
                <a:close/>
                <a:moveTo>
                  <a:pt x="276363" y="97644"/>
                </a:moveTo>
                <a:cubicBezTo>
                  <a:pt x="276363" y="98025"/>
                  <a:pt x="276268" y="98358"/>
                  <a:pt x="276078" y="98643"/>
                </a:cubicBezTo>
                <a:cubicBezTo>
                  <a:pt x="275888" y="98929"/>
                  <a:pt x="275566" y="99167"/>
                  <a:pt x="275114" y="99357"/>
                </a:cubicBezTo>
                <a:cubicBezTo>
                  <a:pt x="274662" y="99547"/>
                  <a:pt x="274032" y="99690"/>
                  <a:pt x="273223" y="99785"/>
                </a:cubicBezTo>
                <a:cubicBezTo>
                  <a:pt x="272414" y="99880"/>
                  <a:pt x="271391" y="99928"/>
                  <a:pt x="270154" y="99928"/>
                </a:cubicBezTo>
                <a:cubicBezTo>
                  <a:pt x="268869" y="99928"/>
                  <a:pt x="267810" y="99892"/>
                  <a:pt x="266977" y="99821"/>
                </a:cubicBezTo>
                <a:cubicBezTo>
                  <a:pt x="266145" y="99750"/>
                  <a:pt x="265443" y="99631"/>
                  <a:pt x="264872" y="99464"/>
                </a:cubicBezTo>
                <a:cubicBezTo>
                  <a:pt x="264301" y="99298"/>
                  <a:pt x="263837" y="99060"/>
                  <a:pt x="263480" y="98750"/>
                </a:cubicBezTo>
                <a:cubicBezTo>
                  <a:pt x="263123" y="98441"/>
                  <a:pt x="262802" y="98072"/>
                  <a:pt x="262516" y="97644"/>
                </a:cubicBezTo>
                <a:lnTo>
                  <a:pt x="235393" y="62098"/>
                </a:lnTo>
                <a:lnTo>
                  <a:pt x="235393" y="97715"/>
                </a:lnTo>
                <a:cubicBezTo>
                  <a:pt x="235393" y="98096"/>
                  <a:pt x="235298" y="98417"/>
                  <a:pt x="235107" y="98679"/>
                </a:cubicBezTo>
                <a:cubicBezTo>
                  <a:pt x="234917" y="98941"/>
                  <a:pt x="234608" y="99167"/>
                  <a:pt x="234179" y="99357"/>
                </a:cubicBezTo>
                <a:cubicBezTo>
                  <a:pt x="233751" y="99547"/>
                  <a:pt x="233156" y="99690"/>
                  <a:pt x="232395" y="99785"/>
                </a:cubicBezTo>
                <a:cubicBezTo>
                  <a:pt x="231634" y="99880"/>
                  <a:pt x="230658" y="99928"/>
                  <a:pt x="229469" y="99928"/>
                </a:cubicBezTo>
                <a:cubicBezTo>
                  <a:pt x="228327" y="99928"/>
                  <a:pt x="227375" y="99880"/>
                  <a:pt x="226614" y="99785"/>
                </a:cubicBezTo>
                <a:cubicBezTo>
                  <a:pt x="225852" y="99690"/>
                  <a:pt x="225245" y="99547"/>
                  <a:pt x="224793" y="99357"/>
                </a:cubicBezTo>
                <a:cubicBezTo>
                  <a:pt x="224341" y="99167"/>
                  <a:pt x="224032" y="98941"/>
                  <a:pt x="223865" y="98679"/>
                </a:cubicBezTo>
                <a:cubicBezTo>
                  <a:pt x="223699" y="98416"/>
                  <a:pt x="223616" y="98094"/>
                  <a:pt x="223616" y="97713"/>
                </a:cubicBezTo>
                <a:lnTo>
                  <a:pt x="223616" y="2286"/>
                </a:lnTo>
                <a:cubicBezTo>
                  <a:pt x="223616" y="1906"/>
                  <a:pt x="223699" y="1573"/>
                  <a:pt x="223865" y="1287"/>
                </a:cubicBezTo>
                <a:cubicBezTo>
                  <a:pt x="224032" y="1000"/>
                  <a:pt x="224341" y="761"/>
                  <a:pt x="224793" y="571"/>
                </a:cubicBezTo>
                <a:cubicBezTo>
                  <a:pt x="225245" y="381"/>
                  <a:pt x="225852" y="238"/>
                  <a:pt x="226614" y="143"/>
                </a:cubicBezTo>
                <a:cubicBezTo>
                  <a:pt x="227375" y="48"/>
                  <a:pt x="228327" y="0"/>
                  <a:pt x="229469" y="0"/>
                </a:cubicBezTo>
                <a:cubicBezTo>
                  <a:pt x="230658" y="0"/>
                  <a:pt x="231634" y="48"/>
                  <a:pt x="232395" y="143"/>
                </a:cubicBezTo>
                <a:cubicBezTo>
                  <a:pt x="233156" y="238"/>
                  <a:pt x="233751" y="381"/>
                  <a:pt x="234179" y="571"/>
                </a:cubicBezTo>
                <a:cubicBezTo>
                  <a:pt x="234608" y="761"/>
                  <a:pt x="234917" y="1000"/>
                  <a:pt x="235107" y="1287"/>
                </a:cubicBezTo>
                <a:cubicBezTo>
                  <a:pt x="235298" y="1573"/>
                  <a:pt x="235393" y="1906"/>
                  <a:pt x="235393" y="2286"/>
                </a:cubicBezTo>
                <a:lnTo>
                  <a:pt x="235393" y="60456"/>
                </a:lnTo>
                <a:lnTo>
                  <a:pt x="259661" y="33761"/>
                </a:lnTo>
                <a:cubicBezTo>
                  <a:pt x="260042" y="33286"/>
                  <a:pt x="260446" y="32893"/>
                  <a:pt x="260875" y="32584"/>
                </a:cubicBezTo>
                <a:cubicBezTo>
                  <a:pt x="261303" y="32274"/>
                  <a:pt x="261814" y="32013"/>
                  <a:pt x="262409" y="31799"/>
                </a:cubicBezTo>
                <a:cubicBezTo>
                  <a:pt x="263004" y="31584"/>
                  <a:pt x="263706" y="31442"/>
                  <a:pt x="264515" y="31370"/>
                </a:cubicBezTo>
                <a:cubicBezTo>
                  <a:pt x="265324" y="31299"/>
                  <a:pt x="266299" y="31263"/>
                  <a:pt x="267441" y="31263"/>
                </a:cubicBezTo>
                <a:cubicBezTo>
                  <a:pt x="268631" y="31263"/>
                  <a:pt x="269630" y="31299"/>
                  <a:pt x="270439" y="31370"/>
                </a:cubicBezTo>
                <a:cubicBezTo>
                  <a:pt x="271248" y="31442"/>
                  <a:pt x="271902" y="31561"/>
                  <a:pt x="272402" y="31727"/>
                </a:cubicBezTo>
                <a:cubicBezTo>
                  <a:pt x="272902" y="31894"/>
                  <a:pt x="273258" y="32108"/>
                  <a:pt x="273473" y="32370"/>
                </a:cubicBezTo>
                <a:cubicBezTo>
                  <a:pt x="273687" y="32631"/>
                  <a:pt x="273794" y="32976"/>
                  <a:pt x="273794" y="33405"/>
                </a:cubicBezTo>
                <a:cubicBezTo>
                  <a:pt x="273794" y="33976"/>
                  <a:pt x="273639" y="34547"/>
                  <a:pt x="273330" y="35118"/>
                </a:cubicBezTo>
                <a:cubicBezTo>
                  <a:pt x="273021" y="35689"/>
                  <a:pt x="272509" y="36355"/>
                  <a:pt x="271795" y="37116"/>
                </a:cubicBezTo>
                <a:lnTo>
                  <a:pt x="248526" y="60385"/>
                </a:lnTo>
                <a:lnTo>
                  <a:pt x="274650" y="94289"/>
                </a:lnTo>
                <a:cubicBezTo>
                  <a:pt x="275269" y="95098"/>
                  <a:pt x="275709" y="95752"/>
                  <a:pt x="275971" y="96252"/>
                </a:cubicBezTo>
                <a:cubicBezTo>
                  <a:pt x="276233" y="96752"/>
                  <a:pt x="276363" y="97216"/>
                  <a:pt x="276363" y="97644"/>
                </a:cubicBezTo>
                <a:close/>
                <a:moveTo>
                  <a:pt x="307544" y="42362"/>
                </a:moveTo>
                <a:cubicBezTo>
                  <a:pt x="307544" y="43892"/>
                  <a:pt x="307437" y="45183"/>
                  <a:pt x="307223" y="46235"/>
                </a:cubicBezTo>
                <a:cubicBezTo>
                  <a:pt x="307009" y="47286"/>
                  <a:pt x="306604" y="48134"/>
                  <a:pt x="306009" y="48780"/>
                </a:cubicBezTo>
                <a:cubicBezTo>
                  <a:pt x="305415" y="49423"/>
                  <a:pt x="304641" y="49877"/>
                  <a:pt x="303690" y="50140"/>
                </a:cubicBezTo>
                <a:cubicBezTo>
                  <a:pt x="302738" y="50403"/>
                  <a:pt x="301525" y="50535"/>
                  <a:pt x="300049" y="50535"/>
                </a:cubicBezTo>
                <a:cubicBezTo>
                  <a:pt x="298527" y="50535"/>
                  <a:pt x="297289" y="50403"/>
                  <a:pt x="296338" y="50140"/>
                </a:cubicBezTo>
                <a:cubicBezTo>
                  <a:pt x="295386" y="49877"/>
                  <a:pt x="294625" y="49423"/>
                  <a:pt x="294054" y="48780"/>
                </a:cubicBezTo>
                <a:cubicBezTo>
                  <a:pt x="293483" y="48134"/>
                  <a:pt x="293090" y="47286"/>
                  <a:pt x="292876" y="46235"/>
                </a:cubicBezTo>
                <a:cubicBezTo>
                  <a:pt x="292662" y="45183"/>
                  <a:pt x="292555" y="43892"/>
                  <a:pt x="292555" y="42362"/>
                </a:cubicBezTo>
                <a:cubicBezTo>
                  <a:pt x="292555" y="40737"/>
                  <a:pt x="292662" y="39387"/>
                  <a:pt x="292876" y="38312"/>
                </a:cubicBezTo>
                <a:cubicBezTo>
                  <a:pt x="293090" y="37237"/>
                  <a:pt x="293483" y="36377"/>
                  <a:pt x="294054" y="35733"/>
                </a:cubicBezTo>
                <a:cubicBezTo>
                  <a:pt x="294625" y="35088"/>
                  <a:pt x="295386" y="34634"/>
                  <a:pt x="296338" y="34370"/>
                </a:cubicBezTo>
                <a:cubicBezTo>
                  <a:pt x="297289" y="34107"/>
                  <a:pt x="298527" y="33976"/>
                  <a:pt x="300049" y="33976"/>
                </a:cubicBezTo>
                <a:cubicBezTo>
                  <a:pt x="301525" y="33976"/>
                  <a:pt x="302738" y="34107"/>
                  <a:pt x="303690" y="34370"/>
                </a:cubicBezTo>
                <a:cubicBezTo>
                  <a:pt x="304641" y="34634"/>
                  <a:pt x="305415" y="35088"/>
                  <a:pt x="306009" y="35733"/>
                </a:cubicBezTo>
                <a:cubicBezTo>
                  <a:pt x="306604" y="36377"/>
                  <a:pt x="307009" y="37237"/>
                  <a:pt x="307223" y="38312"/>
                </a:cubicBezTo>
                <a:cubicBezTo>
                  <a:pt x="307437" y="39387"/>
                  <a:pt x="307544" y="40737"/>
                  <a:pt x="307544" y="42362"/>
                </a:cubicBezTo>
                <a:moveTo>
                  <a:pt x="307544" y="91969"/>
                </a:moveTo>
                <a:cubicBezTo>
                  <a:pt x="307544" y="93547"/>
                  <a:pt x="307437" y="94862"/>
                  <a:pt x="307223" y="95913"/>
                </a:cubicBezTo>
                <a:cubicBezTo>
                  <a:pt x="307009" y="96964"/>
                  <a:pt x="306604" y="97813"/>
                  <a:pt x="306009" y="98458"/>
                </a:cubicBezTo>
                <a:cubicBezTo>
                  <a:pt x="305415" y="99102"/>
                  <a:pt x="304641" y="99556"/>
                  <a:pt x="303690" y="99819"/>
                </a:cubicBezTo>
                <a:cubicBezTo>
                  <a:pt x="302738" y="100082"/>
                  <a:pt x="301525" y="100214"/>
                  <a:pt x="300049" y="100214"/>
                </a:cubicBezTo>
                <a:cubicBezTo>
                  <a:pt x="298527" y="100214"/>
                  <a:pt x="297289" y="100082"/>
                  <a:pt x="296338" y="99819"/>
                </a:cubicBezTo>
                <a:cubicBezTo>
                  <a:pt x="295386" y="99556"/>
                  <a:pt x="294625" y="99102"/>
                  <a:pt x="294054" y="98458"/>
                </a:cubicBezTo>
                <a:cubicBezTo>
                  <a:pt x="293483" y="97813"/>
                  <a:pt x="293090" y="96964"/>
                  <a:pt x="292876" y="95913"/>
                </a:cubicBezTo>
                <a:cubicBezTo>
                  <a:pt x="292662" y="94862"/>
                  <a:pt x="292555" y="93547"/>
                  <a:pt x="292555" y="91969"/>
                </a:cubicBezTo>
                <a:cubicBezTo>
                  <a:pt x="292555" y="90392"/>
                  <a:pt x="292662" y="89065"/>
                  <a:pt x="292876" y="87990"/>
                </a:cubicBezTo>
                <a:cubicBezTo>
                  <a:pt x="293090" y="86915"/>
                  <a:pt x="293483" y="86067"/>
                  <a:pt x="294054" y="85447"/>
                </a:cubicBezTo>
                <a:cubicBezTo>
                  <a:pt x="294625" y="84826"/>
                  <a:pt x="295386" y="84372"/>
                  <a:pt x="296338" y="84085"/>
                </a:cubicBezTo>
                <a:cubicBezTo>
                  <a:pt x="297289" y="83798"/>
                  <a:pt x="298527" y="83654"/>
                  <a:pt x="300049" y="83654"/>
                </a:cubicBezTo>
                <a:cubicBezTo>
                  <a:pt x="301525" y="83654"/>
                  <a:pt x="302738" y="83798"/>
                  <a:pt x="303690" y="84085"/>
                </a:cubicBezTo>
                <a:cubicBezTo>
                  <a:pt x="304641" y="84372"/>
                  <a:pt x="305415" y="84826"/>
                  <a:pt x="306009" y="85447"/>
                </a:cubicBezTo>
                <a:cubicBezTo>
                  <a:pt x="306604" y="86067"/>
                  <a:pt x="307009" y="86915"/>
                  <a:pt x="307223" y="87990"/>
                </a:cubicBezTo>
                <a:cubicBezTo>
                  <a:pt x="307437" y="89065"/>
                  <a:pt x="307544" y="90392"/>
                  <a:pt x="307544" y="919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1x1(7,8,0)">
            <a:extLst xmlns:a="http://schemas.openxmlformats.org/drawingml/2006/main">
              <a:ext uri="{FF2B5EF4-FFF2-40B4-BE49-F238E27FC236}">
                <a16:creationId xmlns:a16="http://schemas.microsoft.com/office/drawing/2014/main" id="{66CE4CE4-39C1-4150-85EA-4880920E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673" y="2163970"/>
            <a:ext cx="605782" cy="125877"/>
          </a:xfrm>
          <a:custGeom xmlns:a="http://schemas.openxmlformats.org/drawingml/2006/main">
            <a:pathLst>
              <a:path w="605782" h="125877">
                <a:moveTo>
                  <a:pt x="53672" y="96368"/>
                </a:moveTo>
                <a:cubicBezTo>
                  <a:pt x="53672" y="97271"/>
                  <a:pt x="53601" y="98031"/>
                  <a:pt x="53459" y="98649"/>
                </a:cubicBezTo>
                <a:cubicBezTo>
                  <a:pt x="53316" y="99267"/>
                  <a:pt x="53126" y="99766"/>
                  <a:pt x="52888" y="100146"/>
                </a:cubicBezTo>
                <a:cubicBezTo>
                  <a:pt x="52651" y="100526"/>
                  <a:pt x="52378" y="100799"/>
                  <a:pt x="52069" y="100966"/>
                </a:cubicBezTo>
                <a:cubicBezTo>
                  <a:pt x="51760" y="101132"/>
                  <a:pt x="51439" y="101215"/>
                  <a:pt x="51106" y="101215"/>
                </a:cubicBezTo>
                <a:lnTo>
                  <a:pt x="2922" y="101215"/>
                </a:lnTo>
                <a:cubicBezTo>
                  <a:pt x="2590" y="101215"/>
                  <a:pt x="2281" y="101132"/>
                  <a:pt x="1996" y="100966"/>
                </a:cubicBezTo>
                <a:cubicBezTo>
                  <a:pt x="1711" y="100799"/>
                  <a:pt x="1437" y="100526"/>
                  <a:pt x="1176" y="100146"/>
                </a:cubicBezTo>
                <a:cubicBezTo>
                  <a:pt x="915" y="99766"/>
                  <a:pt x="713" y="99267"/>
                  <a:pt x="570" y="98649"/>
                </a:cubicBezTo>
                <a:cubicBezTo>
                  <a:pt x="428" y="98031"/>
                  <a:pt x="356" y="97271"/>
                  <a:pt x="356" y="96368"/>
                </a:cubicBezTo>
                <a:cubicBezTo>
                  <a:pt x="356" y="95513"/>
                  <a:pt x="428" y="94776"/>
                  <a:pt x="570" y="94158"/>
                </a:cubicBezTo>
                <a:cubicBezTo>
                  <a:pt x="713" y="93541"/>
                  <a:pt x="891" y="93030"/>
                  <a:pt x="1105" y="92626"/>
                </a:cubicBezTo>
                <a:cubicBezTo>
                  <a:pt x="1319" y="92222"/>
                  <a:pt x="1580" y="91913"/>
                  <a:pt x="1889" y="91699"/>
                </a:cubicBezTo>
                <a:cubicBezTo>
                  <a:pt x="2198" y="91486"/>
                  <a:pt x="2542" y="91379"/>
                  <a:pt x="2922" y="91379"/>
                </a:cubicBezTo>
                <a:lnTo>
                  <a:pt x="22168" y="91379"/>
                </a:lnTo>
                <a:lnTo>
                  <a:pt x="22168" y="21170"/>
                </a:lnTo>
                <a:lnTo>
                  <a:pt x="4348" y="31861"/>
                </a:lnTo>
                <a:cubicBezTo>
                  <a:pt x="3445" y="32337"/>
                  <a:pt x="2720" y="32622"/>
                  <a:pt x="2174" y="32717"/>
                </a:cubicBezTo>
                <a:cubicBezTo>
                  <a:pt x="1628" y="32812"/>
                  <a:pt x="1188" y="32705"/>
                  <a:pt x="855" y="32396"/>
                </a:cubicBezTo>
                <a:cubicBezTo>
                  <a:pt x="523" y="32087"/>
                  <a:pt x="297" y="31575"/>
                  <a:pt x="178" y="30861"/>
                </a:cubicBezTo>
                <a:cubicBezTo>
                  <a:pt x="59" y="30145"/>
                  <a:pt x="0" y="29240"/>
                  <a:pt x="0" y="28144"/>
                </a:cubicBezTo>
                <a:cubicBezTo>
                  <a:pt x="0" y="27333"/>
                  <a:pt x="36" y="26642"/>
                  <a:pt x="107" y="26070"/>
                </a:cubicBezTo>
                <a:cubicBezTo>
                  <a:pt x="178" y="25498"/>
                  <a:pt x="285" y="25022"/>
                  <a:pt x="428" y="24640"/>
                </a:cubicBezTo>
                <a:cubicBezTo>
                  <a:pt x="570" y="24258"/>
                  <a:pt x="772" y="23925"/>
                  <a:pt x="1034" y="23640"/>
                </a:cubicBezTo>
                <a:cubicBezTo>
                  <a:pt x="1295" y="23353"/>
                  <a:pt x="1639" y="23067"/>
                  <a:pt x="2067" y="22782"/>
                </a:cubicBezTo>
                <a:lnTo>
                  <a:pt x="23308" y="9126"/>
                </a:lnTo>
                <a:cubicBezTo>
                  <a:pt x="23498" y="8983"/>
                  <a:pt x="23736" y="8864"/>
                  <a:pt x="24021" y="8769"/>
                </a:cubicBezTo>
                <a:cubicBezTo>
                  <a:pt x="24306" y="8673"/>
                  <a:pt x="24662" y="8577"/>
                  <a:pt x="25090" y="8482"/>
                </a:cubicBezTo>
                <a:cubicBezTo>
                  <a:pt x="25518" y="8387"/>
                  <a:pt x="26017" y="8328"/>
                  <a:pt x="26587" y="8304"/>
                </a:cubicBezTo>
                <a:cubicBezTo>
                  <a:pt x="27157" y="8280"/>
                  <a:pt x="27870" y="8268"/>
                  <a:pt x="28725" y="8268"/>
                </a:cubicBezTo>
                <a:cubicBezTo>
                  <a:pt x="29866" y="8268"/>
                  <a:pt x="30816" y="8316"/>
                  <a:pt x="31576" y="8411"/>
                </a:cubicBezTo>
                <a:cubicBezTo>
                  <a:pt x="32337" y="8506"/>
                  <a:pt x="32931" y="8637"/>
                  <a:pt x="33358" y="8803"/>
                </a:cubicBezTo>
                <a:cubicBezTo>
                  <a:pt x="33786" y="8969"/>
                  <a:pt x="34071" y="9184"/>
                  <a:pt x="34214" y="9447"/>
                </a:cubicBezTo>
                <a:cubicBezTo>
                  <a:pt x="34356" y="9708"/>
                  <a:pt x="34427" y="9981"/>
                  <a:pt x="34427" y="10266"/>
                </a:cubicBezTo>
                <a:lnTo>
                  <a:pt x="34427" y="91379"/>
                </a:lnTo>
                <a:lnTo>
                  <a:pt x="51106" y="91379"/>
                </a:lnTo>
                <a:cubicBezTo>
                  <a:pt x="51487" y="91379"/>
                  <a:pt x="51843" y="91486"/>
                  <a:pt x="52176" y="91699"/>
                </a:cubicBezTo>
                <a:cubicBezTo>
                  <a:pt x="52508" y="91913"/>
                  <a:pt x="52781" y="92222"/>
                  <a:pt x="52995" y="92626"/>
                </a:cubicBezTo>
                <a:cubicBezTo>
                  <a:pt x="53209" y="93030"/>
                  <a:pt x="53375" y="93541"/>
                  <a:pt x="53494" y="94158"/>
                </a:cubicBezTo>
                <a:cubicBezTo>
                  <a:pt x="53613" y="94776"/>
                  <a:pt x="53672" y="95513"/>
                  <a:pt x="53672" y="96368"/>
                </a:cubicBezTo>
                <a:close/>
                <a:moveTo>
                  <a:pt x="120104" y="98079"/>
                </a:moveTo>
                <a:cubicBezTo>
                  <a:pt x="120484" y="98744"/>
                  <a:pt x="120674" y="99302"/>
                  <a:pt x="120674" y="99754"/>
                </a:cubicBezTo>
                <a:cubicBezTo>
                  <a:pt x="120674" y="100205"/>
                  <a:pt x="120448" y="100573"/>
                  <a:pt x="119997" y="100859"/>
                </a:cubicBezTo>
                <a:cubicBezTo>
                  <a:pt x="119546" y="101144"/>
                  <a:pt x="118857" y="101346"/>
                  <a:pt x="117930" y="101464"/>
                </a:cubicBezTo>
                <a:cubicBezTo>
                  <a:pt x="117003" y="101583"/>
                  <a:pt x="115804" y="101643"/>
                  <a:pt x="114330" y="101643"/>
                </a:cubicBezTo>
                <a:cubicBezTo>
                  <a:pt x="112905" y="101643"/>
                  <a:pt x="111776" y="101607"/>
                  <a:pt x="110945" y="101536"/>
                </a:cubicBezTo>
                <a:cubicBezTo>
                  <a:pt x="110113" y="101464"/>
                  <a:pt x="109448" y="101346"/>
                  <a:pt x="108949" y="101179"/>
                </a:cubicBezTo>
                <a:cubicBezTo>
                  <a:pt x="108450" y="101013"/>
                  <a:pt x="108070" y="100799"/>
                  <a:pt x="107809" y="100538"/>
                </a:cubicBezTo>
                <a:cubicBezTo>
                  <a:pt x="107547" y="100276"/>
                  <a:pt x="107321" y="99980"/>
                  <a:pt x="107131" y="99647"/>
                </a:cubicBezTo>
                <a:lnTo>
                  <a:pt x="91735" y="74201"/>
                </a:lnTo>
                <a:lnTo>
                  <a:pt x="76410" y="99647"/>
                </a:lnTo>
                <a:cubicBezTo>
                  <a:pt x="76220" y="99980"/>
                  <a:pt x="75995" y="100276"/>
                  <a:pt x="75733" y="100538"/>
                </a:cubicBezTo>
                <a:cubicBezTo>
                  <a:pt x="75472" y="100799"/>
                  <a:pt x="75092" y="101013"/>
                  <a:pt x="74593" y="101179"/>
                </a:cubicBezTo>
                <a:cubicBezTo>
                  <a:pt x="74094" y="101346"/>
                  <a:pt x="73441" y="101464"/>
                  <a:pt x="72633" y="101536"/>
                </a:cubicBezTo>
                <a:cubicBezTo>
                  <a:pt x="71825" y="101607"/>
                  <a:pt x="70756" y="101643"/>
                  <a:pt x="69425" y="101643"/>
                </a:cubicBezTo>
                <a:cubicBezTo>
                  <a:pt x="68047" y="101643"/>
                  <a:pt x="66919" y="101583"/>
                  <a:pt x="66040" y="101464"/>
                </a:cubicBezTo>
                <a:cubicBezTo>
                  <a:pt x="65160" y="101346"/>
                  <a:pt x="64519" y="101144"/>
                  <a:pt x="64115" y="100859"/>
                </a:cubicBezTo>
                <a:cubicBezTo>
                  <a:pt x="63711" y="100573"/>
                  <a:pt x="63521" y="100205"/>
                  <a:pt x="63545" y="99754"/>
                </a:cubicBezTo>
                <a:cubicBezTo>
                  <a:pt x="63569" y="99302"/>
                  <a:pt x="63794" y="98744"/>
                  <a:pt x="64222" y="98079"/>
                </a:cubicBezTo>
                <a:lnTo>
                  <a:pt x="84180" y="66788"/>
                </a:lnTo>
                <a:lnTo>
                  <a:pt x="65291" y="36637"/>
                </a:lnTo>
                <a:cubicBezTo>
                  <a:pt x="64911" y="35972"/>
                  <a:pt x="64709" y="35413"/>
                  <a:pt x="64685" y="34962"/>
                </a:cubicBezTo>
                <a:cubicBezTo>
                  <a:pt x="64661" y="34511"/>
                  <a:pt x="64875" y="34130"/>
                  <a:pt x="65327" y="33821"/>
                </a:cubicBezTo>
                <a:cubicBezTo>
                  <a:pt x="65778" y="33513"/>
                  <a:pt x="66467" y="33311"/>
                  <a:pt x="67394" y="33216"/>
                </a:cubicBezTo>
                <a:cubicBezTo>
                  <a:pt x="68320" y="33121"/>
                  <a:pt x="69544" y="33073"/>
                  <a:pt x="71065" y="33073"/>
                </a:cubicBezTo>
                <a:cubicBezTo>
                  <a:pt x="72443" y="33073"/>
                  <a:pt x="73547" y="33109"/>
                  <a:pt x="74379" y="33180"/>
                </a:cubicBezTo>
                <a:cubicBezTo>
                  <a:pt x="75211" y="33251"/>
                  <a:pt x="75864" y="33358"/>
                  <a:pt x="76339" y="33501"/>
                </a:cubicBezTo>
                <a:cubicBezTo>
                  <a:pt x="76814" y="33643"/>
                  <a:pt x="77171" y="33833"/>
                  <a:pt x="77408" y="34071"/>
                </a:cubicBezTo>
                <a:cubicBezTo>
                  <a:pt x="77646" y="34309"/>
                  <a:pt x="77860" y="34594"/>
                  <a:pt x="78050" y="34926"/>
                </a:cubicBezTo>
                <a:lnTo>
                  <a:pt x="92662" y="58804"/>
                </a:lnTo>
                <a:lnTo>
                  <a:pt x="107488" y="34926"/>
                </a:lnTo>
                <a:cubicBezTo>
                  <a:pt x="107678" y="34641"/>
                  <a:pt x="107892" y="34380"/>
                  <a:pt x="108129" y="34142"/>
                </a:cubicBezTo>
                <a:cubicBezTo>
                  <a:pt x="108367" y="33905"/>
                  <a:pt x="108688" y="33703"/>
                  <a:pt x="109092" y="33536"/>
                </a:cubicBezTo>
                <a:cubicBezTo>
                  <a:pt x="109495" y="33370"/>
                  <a:pt x="110066" y="33251"/>
                  <a:pt x="110802" y="33180"/>
                </a:cubicBezTo>
                <a:cubicBezTo>
                  <a:pt x="111539" y="33109"/>
                  <a:pt x="112549" y="33073"/>
                  <a:pt x="113832" y="33073"/>
                </a:cubicBezTo>
                <a:cubicBezTo>
                  <a:pt x="115210" y="33073"/>
                  <a:pt x="116338" y="33121"/>
                  <a:pt x="117217" y="33216"/>
                </a:cubicBezTo>
                <a:cubicBezTo>
                  <a:pt x="118096" y="33311"/>
                  <a:pt x="118750" y="33489"/>
                  <a:pt x="119177" y="33750"/>
                </a:cubicBezTo>
                <a:cubicBezTo>
                  <a:pt x="119605" y="34012"/>
                  <a:pt x="119795" y="34380"/>
                  <a:pt x="119748" y="34855"/>
                </a:cubicBezTo>
                <a:cubicBezTo>
                  <a:pt x="119700" y="35330"/>
                  <a:pt x="119462" y="35924"/>
                  <a:pt x="119035" y="36637"/>
                </a:cubicBezTo>
                <a:lnTo>
                  <a:pt x="100289" y="66431"/>
                </a:lnTo>
                <a:lnTo>
                  <a:pt x="120104" y="98079"/>
                </a:lnTo>
                <a:close/>
                <a:moveTo>
                  <a:pt x="193373" y="96368"/>
                </a:moveTo>
                <a:cubicBezTo>
                  <a:pt x="193373" y="97271"/>
                  <a:pt x="193302" y="98031"/>
                  <a:pt x="193160" y="98649"/>
                </a:cubicBezTo>
                <a:cubicBezTo>
                  <a:pt x="193017" y="99267"/>
                  <a:pt x="192827" y="99766"/>
                  <a:pt x="192589" y="100146"/>
                </a:cubicBezTo>
                <a:cubicBezTo>
                  <a:pt x="192352" y="100526"/>
                  <a:pt x="192078" y="100799"/>
                  <a:pt x="191770" y="100966"/>
                </a:cubicBezTo>
                <a:cubicBezTo>
                  <a:pt x="191461" y="101132"/>
                  <a:pt x="191140" y="101215"/>
                  <a:pt x="190807" y="101215"/>
                </a:cubicBezTo>
                <a:lnTo>
                  <a:pt x="142623" y="101215"/>
                </a:lnTo>
                <a:cubicBezTo>
                  <a:pt x="142291" y="101215"/>
                  <a:pt x="141982" y="101132"/>
                  <a:pt x="141697" y="100966"/>
                </a:cubicBezTo>
                <a:cubicBezTo>
                  <a:pt x="141412" y="100799"/>
                  <a:pt x="141138" y="100526"/>
                  <a:pt x="140877" y="100146"/>
                </a:cubicBezTo>
                <a:cubicBezTo>
                  <a:pt x="140616" y="99766"/>
                  <a:pt x="140414" y="99267"/>
                  <a:pt x="140271" y="98649"/>
                </a:cubicBezTo>
                <a:cubicBezTo>
                  <a:pt x="140129" y="98031"/>
                  <a:pt x="140057" y="97271"/>
                  <a:pt x="140057" y="96368"/>
                </a:cubicBezTo>
                <a:cubicBezTo>
                  <a:pt x="140057" y="95513"/>
                  <a:pt x="140129" y="94776"/>
                  <a:pt x="140271" y="94158"/>
                </a:cubicBezTo>
                <a:cubicBezTo>
                  <a:pt x="140414" y="93541"/>
                  <a:pt x="140592" y="93030"/>
                  <a:pt x="140806" y="92626"/>
                </a:cubicBezTo>
                <a:cubicBezTo>
                  <a:pt x="141020" y="92222"/>
                  <a:pt x="141281" y="91913"/>
                  <a:pt x="141590" y="91699"/>
                </a:cubicBezTo>
                <a:cubicBezTo>
                  <a:pt x="141899" y="91486"/>
                  <a:pt x="142243" y="91379"/>
                  <a:pt x="142623" y="91379"/>
                </a:cubicBezTo>
                <a:lnTo>
                  <a:pt x="161868" y="91379"/>
                </a:lnTo>
                <a:lnTo>
                  <a:pt x="161868" y="21170"/>
                </a:lnTo>
                <a:lnTo>
                  <a:pt x="144049" y="31861"/>
                </a:lnTo>
                <a:cubicBezTo>
                  <a:pt x="143146" y="32337"/>
                  <a:pt x="142421" y="32622"/>
                  <a:pt x="141875" y="32717"/>
                </a:cubicBezTo>
                <a:cubicBezTo>
                  <a:pt x="141328" y="32812"/>
                  <a:pt x="140889" y="32705"/>
                  <a:pt x="140556" y="32396"/>
                </a:cubicBezTo>
                <a:cubicBezTo>
                  <a:pt x="140224" y="32087"/>
                  <a:pt x="139998" y="31575"/>
                  <a:pt x="139879" y="30861"/>
                </a:cubicBezTo>
                <a:cubicBezTo>
                  <a:pt x="139760" y="30145"/>
                  <a:pt x="139701" y="29240"/>
                  <a:pt x="139701" y="28144"/>
                </a:cubicBezTo>
                <a:cubicBezTo>
                  <a:pt x="139701" y="27333"/>
                  <a:pt x="139737" y="26642"/>
                  <a:pt x="139808" y="26070"/>
                </a:cubicBezTo>
                <a:cubicBezTo>
                  <a:pt x="139879" y="25498"/>
                  <a:pt x="139986" y="25022"/>
                  <a:pt x="140129" y="24640"/>
                </a:cubicBezTo>
                <a:cubicBezTo>
                  <a:pt x="140271" y="24258"/>
                  <a:pt x="140473" y="23925"/>
                  <a:pt x="140734" y="23640"/>
                </a:cubicBezTo>
                <a:cubicBezTo>
                  <a:pt x="140996" y="23353"/>
                  <a:pt x="141340" y="23067"/>
                  <a:pt x="141768" y="22782"/>
                </a:cubicBezTo>
                <a:lnTo>
                  <a:pt x="163009" y="9126"/>
                </a:lnTo>
                <a:cubicBezTo>
                  <a:pt x="163199" y="8983"/>
                  <a:pt x="163437" y="8864"/>
                  <a:pt x="163722" y="8769"/>
                </a:cubicBezTo>
                <a:cubicBezTo>
                  <a:pt x="164007" y="8673"/>
                  <a:pt x="164363" y="8577"/>
                  <a:pt x="164791" y="8482"/>
                </a:cubicBezTo>
                <a:cubicBezTo>
                  <a:pt x="165218" y="8387"/>
                  <a:pt x="165717" y="8328"/>
                  <a:pt x="166288" y="8304"/>
                </a:cubicBezTo>
                <a:cubicBezTo>
                  <a:pt x="166858" y="8280"/>
                  <a:pt x="167571" y="8268"/>
                  <a:pt x="168426" y="8268"/>
                </a:cubicBezTo>
                <a:cubicBezTo>
                  <a:pt x="169566" y="8268"/>
                  <a:pt x="170517" y="8316"/>
                  <a:pt x="171277" y="8411"/>
                </a:cubicBezTo>
                <a:cubicBezTo>
                  <a:pt x="172037" y="8506"/>
                  <a:pt x="172631" y="8637"/>
                  <a:pt x="173059" y="8803"/>
                </a:cubicBezTo>
                <a:cubicBezTo>
                  <a:pt x="173487" y="8969"/>
                  <a:pt x="173772" y="9184"/>
                  <a:pt x="173914" y="9447"/>
                </a:cubicBezTo>
                <a:cubicBezTo>
                  <a:pt x="174057" y="9708"/>
                  <a:pt x="174128" y="9981"/>
                  <a:pt x="174128" y="10266"/>
                </a:cubicBezTo>
                <a:lnTo>
                  <a:pt x="174128" y="91379"/>
                </a:lnTo>
                <a:lnTo>
                  <a:pt x="190807" y="91379"/>
                </a:lnTo>
                <a:cubicBezTo>
                  <a:pt x="191187" y="91379"/>
                  <a:pt x="191544" y="91486"/>
                  <a:pt x="191876" y="91699"/>
                </a:cubicBezTo>
                <a:cubicBezTo>
                  <a:pt x="192209" y="91913"/>
                  <a:pt x="192482" y="92222"/>
                  <a:pt x="192696" y="92626"/>
                </a:cubicBezTo>
                <a:cubicBezTo>
                  <a:pt x="192910" y="93030"/>
                  <a:pt x="193076" y="93541"/>
                  <a:pt x="193195" y="94158"/>
                </a:cubicBezTo>
                <a:cubicBezTo>
                  <a:pt x="193314" y="94776"/>
                  <a:pt x="193373" y="95513"/>
                  <a:pt x="193373" y="96368"/>
                </a:cubicBezTo>
                <a:close/>
                <a:moveTo>
                  <a:pt x="265934" y="2925"/>
                </a:moveTo>
                <a:cubicBezTo>
                  <a:pt x="261420" y="12488"/>
                  <a:pt x="258058" y="22300"/>
                  <a:pt x="255848" y="32363"/>
                </a:cubicBezTo>
                <a:cubicBezTo>
                  <a:pt x="253638" y="42423"/>
                  <a:pt x="252534" y="52544"/>
                  <a:pt x="252534" y="62725"/>
                </a:cubicBezTo>
                <a:cubicBezTo>
                  <a:pt x="252534" y="72953"/>
                  <a:pt x="253662" y="83087"/>
                  <a:pt x="255919" y="93125"/>
                </a:cubicBezTo>
                <a:cubicBezTo>
                  <a:pt x="258176" y="103162"/>
                  <a:pt x="261467" y="113009"/>
                  <a:pt x="265791" y="122665"/>
                </a:cubicBezTo>
                <a:cubicBezTo>
                  <a:pt x="266029" y="123237"/>
                  <a:pt x="266160" y="123725"/>
                  <a:pt x="266183" y="124129"/>
                </a:cubicBezTo>
                <a:cubicBezTo>
                  <a:pt x="266207" y="124533"/>
                  <a:pt x="266053" y="124865"/>
                  <a:pt x="265720" y="125127"/>
                </a:cubicBezTo>
                <a:cubicBezTo>
                  <a:pt x="265387" y="125389"/>
                  <a:pt x="264877" y="125580"/>
                  <a:pt x="264187" y="125699"/>
                </a:cubicBezTo>
                <a:cubicBezTo>
                  <a:pt x="263498" y="125818"/>
                  <a:pt x="262560" y="125877"/>
                  <a:pt x="261372" y="125877"/>
                </a:cubicBezTo>
                <a:cubicBezTo>
                  <a:pt x="260517" y="125877"/>
                  <a:pt x="259780" y="125853"/>
                  <a:pt x="259162" y="125806"/>
                </a:cubicBezTo>
                <a:cubicBezTo>
                  <a:pt x="258545" y="125758"/>
                  <a:pt x="258010" y="125663"/>
                  <a:pt x="257559" y="125521"/>
                </a:cubicBezTo>
                <a:cubicBezTo>
                  <a:pt x="257107" y="125378"/>
                  <a:pt x="256739" y="125211"/>
                  <a:pt x="256454" y="125020"/>
                </a:cubicBezTo>
                <a:cubicBezTo>
                  <a:pt x="256169" y="124830"/>
                  <a:pt x="255955" y="124616"/>
                  <a:pt x="255812" y="124378"/>
                </a:cubicBezTo>
                <a:cubicBezTo>
                  <a:pt x="253246" y="119527"/>
                  <a:pt x="250989" y="114615"/>
                  <a:pt x="249041" y="109644"/>
                </a:cubicBezTo>
                <a:cubicBezTo>
                  <a:pt x="247093" y="104672"/>
                  <a:pt x="245453" y="99617"/>
                  <a:pt x="244123" y="94479"/>
                </a:cubicBezTo>
                <a:cubicBezTo>
                  <a:pt x="242792" y="89341"/>
                  <a:pt x="241794" y="84144"/>
                  <a:pt x="241129" y="78887"/>
                </a:cubicBezTo>
                <a:cubicBezTo>
                  <a:pt x="240464" y="73630"/>
                  <a:pt x="240131" y="68314"/>
                  <a:pt x="240131" y="62939"/>
                </a:cubicBezTo>
                <a:cubicBezTo>
                  <a:pt x="240131" y="57563"/>
                  <a:pt x="240499" y="52259"/>
                  <a:pt x="241236" y="47026"/>
                </a:cubicBezTo>
                <a:cubicBezTo>
                  <a:pt x="241972" y="41793"/>
                  <a:pt x="243018" y="36595"/>
                  <a:pt x="244372" y="31434"/>
                </a:cubicBezTo>
                <a:cubicBezTo>
                  <a:pt x="245726" y="26272"/>
                  <a:pt x="247378" y="21193"/>
                  <a:pt x="249326" y="16198"/>
                </a:cubicBezTo>
                <a:cubicBezTo>
                  <a:pt x="251274" y="11203"/>
                  <a:pt x="253460" y="6255"/>
                  <a:pt x="255884" y="1357"/>
                </a:cubicBezTo>
                <a:cubicBezTo>
                  <a:pt x="255931" y="1166"/>
                  <a:pt x="256062" y="1000"/>
                  <a:pt x="256276" y="858"/>
                </a:cubicBezTo>
                <a:cubicBezTo>
                  <a:pt x="256489" y="714"/>
                  <a:pt x="256786" y="570"/>
                  <a:pt x="257167" y="428"/>
                </a:cubicBezTo>
                <a:cubicBezTo>
                  <a:pt x="257547" y="285"/>
                  <a:pt x="258069" y="178"/>
                  <a:pt x="258735" y="107"/>
                </a:cubicBezTo>
                <a:cubicBezTo>
                  <a:pt x="259400" y="36"/>
                  <a:pt x="260255" y="0"/>
                  <a:pt x="261301" y="0"/>
                </a:cubicBezTo>
                <a:cubicBezTo>
                  <a:pt x="262394" y="0"/>
                  <a:pt x="263273" y="71"/>
                  <a:pt x="263938" y="214"/>
                </a:cubicBezTo>
                <a:cubicBezTo>
                  <a:pt x="264603" y="356"/>
                  <a:pt x="265126" y="547"/>
                  <a:pt x="265506" y="786"/>
                </a:cubicBezTo>
                <a:cubicBezTo>
                  <a:pt x="265886" y="1024"/>
                  <a:pt x="266100" y="1333"/>
                  <a:pt x="266148" y="1713"/>
                </a:cubicBezTo>
                <a:cubicBezTo>
                  <a:pt x="266195" y="2093"/>
                  <a:pt x="266124" y="2497"/>
                  <a:pt x="265934" y="2925"/>
                </a:cubicBezTo>
                <a:close/>
                <a:moveTo>
                  <a:pt x="346331" y="14256"/>
                </a:moveTo>
                <a:cubicBezTo>
                  <a:pt x="346331" y="15111"/>
                  <a:pt x="346295" y="15883"/>
                  <a:pt x="346224" y="16572"/>
                </a:cubicBezTo>
                <a:cubicBezTo>
                  <a:pt x="346153" y="17261"/>
                  <a:pt x="346058" y="17926"/>
                  <a:pt x="345939" y="18568"/>
                </a:cubicBezTo>
                <a:cubicBezTo>
                  <a:pt x="345820" y="19209"/>
                  <a:pt x="345654" y="19827"/>
                  <a:pt x="345440" y="20421"/>
                </a:cubicBezTo>
                <a:cubicBezTo>
                  <a:pt x="345226" y="21015"/>
                  <a:pt x="344976" y="21645"/>
                  <a:pt x="344691" y="22310"/>
                </a:cubicBezTo>
                <a:lnTo>
                  <a:pt x="311476" y="98863"/>
                </a:lnTo>
                <a:cubicBezTo>
                  <a:pt x="311238" y="99433"/>
                  <a:pt x="310941" y="99896"/>
                  <a:pt x="310585" y="100253"/>
                </a:cubicBezTo>
                <a:cubicBezTo>
                  <a:pt x="310228" y="100609"/>
                  <a:pt x="309777" y="100894"/>
                  <a:pt x="309230" y="101108"/>
                </a:cubicBezTo>
                <a:cubicBezTo>
                  <a:pt x="308684" y="101322"/>
                  <a:pt x="307983" y="101464"/>
                  <a:pt x="307128" y="101536"/>
                </a:cubicBezTo>
                <a:cubicBezTo>
                  <a:pt x="306272" y="101607"/>
                  <a:pt x="305227" y="101643"/>
                  <a:pt x="303992" y="101643"/>
                </a:cubicBezTo>
                <a:cubicBezTo>
                  <a:pt x="302376" y="101643"/>
                  <a:pt x="301117" y="101571"/>
                  <a:pt x="300214" y="101429"/>
                </a:cubicBezTo>
                <a:cubicBezTo>
                  <a:pt x="299311" y="101286"/>
                  <a:pt x="298658" y="101061"/>
                  <a:pt x="298254" y="100752"/>
                </a:cubicBezTo>
                <a:cubicBezTo>
                  <a:pt x="297850" y="100443"/>
                  <a:pt x="297672" y="100063"/>
                  <a:pt x="297719" y="99611"/>
                </a:cubicBezTo>
                <a:cubicBezTo>
                  <a:pt x="297767" y="99160"/>
                  <a:pt x="297933" y="98625"/>
                  <a:pt x="298218" y="98007"/>
                </a:cubicBezTo>
                <a:lnTo>
                  <a:pt x="333144" y="19744"/>
                </a:lnTo>
                <a:lnTo>
                  <a:pt x="288881" y="19744"/>
                </a:lnTo>
                <a:cubicBezTo>
                  <a:pt x="287978" y="19744"/>
                  <a:pt x="287301" y="19269"/>
                  <a:pt x="286849" y="18318"/>
                </a:cubicBezTo>
                <a:cubicBezTo>
                  <a:pt x="286398" y="17368"/>
                  <a:pt x="286172" y="16038"/>
                  <a:pt x="286172" y="14327"/>
                </a:cubicBezTo>
                <a:cubicBezTo>
                  <a:pt x="286172" y="13424"/>
                  <a:pt x="286231" y="12640"/>
                  <a:pt x="286350" y="11975"/>
                </a:cubicBezTo>
                <a:cubicBezTo>
                  <a:pt x="286469" y="11309"/>
                  <a:pt x="286647" y="10751"/>
                  <a:pt x="286885" y="10300"/>
                </a:cubicBezTo>
                <a:cubicBezTo>
                  <a:pt x="287122" y="9848"/>
                  <a:pt x="287407" y="9516"/>
                  <a:pt x="287740" y="9302"/>
                </a:cubicBezTo>
                <a:cubicBezTo>
                  <a:pt x="288073" y="9088"/>
                  <a:pt x="288453" y="8981"/>
                  <a:pt x="288881" y="8981"/>
                </a:cubicBezTo>
                <a:lnTo>
                  <a:pt x="342624" y="8981"/>
                </a:lnTo>
                <a:cubicBezTo>
                  <a:pt x="343290" y="8981"/>
                  <a:pt x="343872" y="9052"/>
                  <a:pt x="344371" y="9195"/>
                </a:cubicBezTo>
                <a:cubicBezTo>
                  <a:pt x="344870" y="9337"/>
                  <a:pt x="345250" y="9623"/>
                  <a:pt x="345511" y="10050"/>
                </a:cubicBezTo>
                <a:cubicBezTo>
                  <a:pt x="345772" y="10478"/>
                  <a:pt x="345974" y="11024"/>
                  <a:pt x="346117" y="11690"/>
                </a:cubicBezTo>
                <a:cubicBezTo>
                  <a:pt x="346259" y="12355"/>
                  <a:pt x="346331" y="13210"/>
                  <a:pt x="346331" y="14256"/>
                </a:cubicBezTo>
                <a:close/>
                <a:moveTo>
                  <a:pt x="378548" y="91022"/>
                </a:moveTo>
                <a:cubicBezTo>
                  <a:pt x="378548" y="92495"/>
                  <a:pt x="378477" y="93850"/>
                  <a:pt x="378335" y="95085"/>
                </a:cubicBezTo>
                <a:cubicBezTo>
                  <a:pt x="378192" y="96321"/>
                  <a:pt x="377955" y="97485"/>
                  <a:pt x="377622" y="98578"/>
                </a:cubicBezTo>
                <a:cubicBezTo>
                  <a:pt x="377289" y="99671"/>
                  <a:pt x="376850" y="100752"/>
                  <a:pt x="376303" y="101821"/>
                </a:cubicBezTo>
                <a:cubicBezTo>
                  <a:pt x="375757" y="102890"/>
                  <a:pt x="375080" y="104019"/>
                  <a:pt x="374272" y="105207"/>
                </a:cubicBezTo>
                <a:lnTo>
                  <a:pt x="364507" y="119890"/>
                </a:lnTo>
                <a:cubicBezTo>
                  <a:pt x="364269" y="120222"/>
                  <a:pt x="363996" y="120508"/>
                  <a:pt x="363687" y="120745"/>
                </a:cubicBezTo>
                <a:cubicBezTo>
                  <a:pt x="363378" y="120983"/>
                  <a:pt x="362998" y="121197"/>
                  <a:pt x="362547" y="121387"/>
                </a:cubicBezTo>
                <a:cubicBezTo>
                  <a:pt x="362095" y="121577"/>
                  <a:pt x="361572" y="121707"/>
                  <a:pt x="360978" y="121779"/>
                </a:cubicBezTo>
                <a:cubicBezTo>
                  <a:pt x="360384" y="121850"/>
                  <a:pt x="359636" y="121886"/>
                  <a:pt x="358733" y="121886"/>
                </a:cubicBezTo>
                <a:cubicBezTo>
                  <a:pt x="357925" y="121886"/>
                  <a:pt x="357248" y="121850"/>
                  <a:pt x="356702" y="121779"/>
                </a:cubicBezTo>
                <a:cubicBezTo>
                  <a:pt x="356155" y="121707"/>
                  <a:pt x="355763" y="121589"/>
                  <a:pt x="355526" y="121422"/>
                </a:cubicBezTo>
                <a:cubicBezTo>
                  <a:pt x="355288" y="121256"/>
                  <a:pt x="355157" y="121030"/>
                  <a:pt x="355134" y="120745"/>
                </a:cubicBezTo>
                <a:cubicBezTo>
                  <a:pt x="355110" y="120460"/>
                  <a:pt x="355193" y="120127"/>
                  <a:pt x="355383" y="119747"/>
                </a:cubicBezTo>
                <a:lnTo>
                  <a:pt x="364863" y="100146"/>
                </a:lnTo>
                <a:lnTo>
                  <a:pt x="364863" y="91022"/>
                </a:lnTo>
                <a:cubicBezTo>
                  <a:pt x="364863" y="89739"/>
                  <a:pt x="364994" y="88718"/>
                  <a:pt x="365255" y="87957"/>
                </a:cubicBezTo>
                <a:cubicBezTo>
                  <a:pt x="365516" y="87197"/>
                  <a:pt x="365932" y="86627"/>
                  <a:pt x="366502" y="86247"/>
                </a:cubicBezTo>
                <a:cubicBezTo>
                  <a:pt x="367073" y="85866"/>
                  <a:pt x="367785" y="85605"/>
                  <a:pt x="368641" y="85463"/>
                </a:cubicBezTo>
                <a:cubicBezTo>
                  <a:pt x="369496" y="85320"/>
                  <a:pt x="370542" y="85249"/>
                  <a:pt x="371777" y="85249"/>
                </a:cubicBezTo>
                <a:cubicBezTo>
                  <a:pt x="372965" y="85249"/>
                  <a:pt x="373987" y="85320"/>
                  <a:pt x="374842" y="85463"/>
                </a:cubicBezTo>
                <a:cubicBezTo>
                  <a:pt x="375697" y="85605"/>
                  <a:pt x="376398" y="85866"/>
                  <a:pt x="376945" y="86247"/>
                </a:cubicBezTo>
                <a:cubicBezTo>
                  <a:pt x="377491" y="86627"/>
                  <a:pt x="377895" y="87197"/>
                  <a:pt x="378156" y="87957"/>
                </a:cubicBezTo>
                <a:cubicBezTo>
                  <a:pt x="378418" y="88718"/>
                  <a:pt x="378548" y="89739"/>
                  <a:pt x="378548" y="91022"/>
                </a:cubicBezTo>
                <a:close/>
                <a:moveTo>
                  <a:pt x="456597" y="77584"/>
                </a:moveTo>
                <a:cubicBezTo>
                  <a:pt x="456597" y="81582"/>
                  <a:pt x="455884" y="85139"/>
                  <a:pt x="454459" y="88256"/>
                </a:cubicBezTo>
                <a:cubicBezTo>
                  <a:pt x="453033" y="91373"/>
                  <a:pt x="450978" y="94003"/>
                  <a:pt x="448293" y="96145"/>
                </a:cubicBezTo>
                <a:cubicBezTo>
                  <a:pt x="445608" y="98287"/>
                  <a:pt x="442294" y="99905"/>
                  <a:pt x="438350" y="100999"/>
                </a:cubicBezTo>
                <a:cubicBezTo>
                  <a:pt x="434406" y="102093"/>
                  <a:pt x="429892" y="102641"/>
                  <a:pt x="424807" y="102641"/>
                </a:cubicBezTo>
                <a:cubicBezTo>
                  <a:pt x="420055" y="102641"/>
                  <a:pt x="415802" y="102141"/>
                  <a:pt x="412048" y="101141"/>
                </a:cubicBezTo>
                <a:cubicBezTo>
                  <a:pt x="408294" y="100142"/>
                  <a:pt x="405110" y="98667"/>
                  <a:pt x="402497" y="96716"/>
                </a:cubicBezTo>
                <a:cubicBezTo>
                  <a:pt x="399883" y="94764"/>
                  <a:pt x="397888" y="92361"/>
                  <a:pt x="396510" y="89505"/>
                </a:cubicBezTo>
                <a:cubicBezTo>
                  <a:pt x="395132" y="86650"/>
                  <a:pt x="394443" y="83390"/>
                  <a:pt x="394443" y="79727"/>
                </a:cubicBezTo>
                <a:cubicBezTo>
                  <a:pt x="394443" y="76824"/>
                  <a:pt x="394918" y="74159"/>
                  <a:pt x="395868" y="71733"/>
                </a:cubicBezTo>
                <a:cubicBezTo>
                  <a:pt x="396818" y="69305"/>
                  <a:pt x="398185" y="67068"/>
                  <a:pt x="399967" y="65021"/>
                </a:cubicBezTo>
                <a:cubicBezTo>
                  <a:pt x="401749" y="62975"/>
                  <a:pt x="403946" y="61059"/>
                  <a:pt x="406560" y="59274"/>
                </a:cubicBezTo>
                <a:cubicBezTo>
                  <a:pt x="409173" y="57490"/>
                  <a:pt x="412120" y="55788"/>
                  <a:pt x="415398" y="54169"/>
                </a:cubicBezTo>
                <a:cubicBezTo>
                  <a:pt x="412547" y="52695"/>
                  <a:pt x="410029" y="51137"/>
                  <a:pt x="407843" y="49496"/>
                </a:cubicBezTo>
                <a:cubicBezTo>
                  <a:pt x="405657" y="47854"/>
                  <a:pt x="403804" y="46069"/>
                  <a:pt x="402283" y="44141"/>
                </a:cubicBezTo>
                <a:cubicBezTo>
                  <a:pt x="400763" y="42214"/>
                  <a:pt x="399610" y="40156"/>
                  <a:pt x="398826" y="37967"/>
                </a:cubicBezTo>
                <a:cubicBezTo>
                  <a:pt x="398042" y="35776"/>
                  <a:pt x="397650" y="33397"/>
                  <a:pt x="397650" y="30828"/>
                </a:cubicBezTo>
                <a:cubicBezTo>
                  <a:pt x="397650" y="27591"/>
                  <a:pt x="398232" y="24557"/>
                  <a:pt x="399396" y="21726"/>
                </a:cubicBezTo>
                <a:cubicBezTo>
                  <a:pt x="400561" y="18895"/>
                  <a:pt x="402319" y="16432"/>
                  <a:pt x="404671" y="14338"/>
                </a:cubicBezTo>
                <a:cubicBezTo>
                  <a:pt x="407023" y="12243"/>
                  <a:pt x="410017" y="10589"/>
                  <a:pt x="413652" y="9375"/>
                </a:cubicBezTo>
                <a:cubicBezTo>
                  <a:pt x="417287" y="8162"/>
                  <a:pt x="421528" y="7555"/>
                  <a:pt x="426375" y="7555"/>
                </a:cubicBezTo>
                <a:cubicBezTo>
                  <a:pt x="431032" y="7555"/>
                  <a:pt x="435059" y="8115"/>
                  <a:pt x="438457" y="9233"/>
                </a:cubicBezTo>
                <a:cubicBezTo>
                  <a:pt x="441854" y="10351"/>
                  <a:pt x="444658" y="11874"/>
                  <a:pt x="446868" y="13801"/>
                </a:cubicBezTo>
                <a:cubicBezTo>
                  <a:pt x="449077" y="15729"/>
                  <a:pt x="450705" y="18001"/>
                  <a:pt x="451750" y="20619"/>
                </a:cubicBezTo>
                <a:cubicBezTo>
                  <a:pt x="452796" y="23236"/>
                  <a:pt x="453318" y="26043"/>
                  <a:pt x="453318" y="29041"/>
                </a:cubicBezTo>
                <a:cubicBezTo>
                  <a:pt x="453318" y="31469"/>
                  <a:pt x="452926" y="33801"/>
                  <a:pt x="452142" y="36038"/>
                </a:cubicBezTo>
                <a:cubicBezTo>
                  <a:pt x="451358" y="38274"/>
                  <a:pt x="450206" y="40392"/>
                  <a:pt x="448685" y="42390"/>
                </a:cubicBezTo>
                <a:cubicBezTo>
                  <a:pt x="447165" y="44389"/>
                  <a:pt x="445299" y="46257"/>
                  <a:pt x="443090" y="47995"/>
                </a:cubicBezTo>
                <a:cubicBezTo>
                  <a:pt x="440880" y="49732"/>
                  <a:pt x="438350" y="51363"/>
                  <a:pt x="435499" y="52886"/>
                </a:cubicBezTo>
                <a:cubicBezTo>
                  <a:pt x="438873" y="54551"/>
                  <a:pt x="441878" y="56264"/>
                  <a:pt x="444515" y="58025"/>
                </a:cubicBezTo>
                <a:cubicBezTo>
                  <a:pt x="447153" y="59786"/>
                  <a:pt x="449362" y="61678"/>
                  <a:pt x="451144" y="63700"/>
                </a:cubicBezTo>
                <a:cubicBezTo>
                  <a:pt x="452926" y="65723"/>
                  <a:pt x="454281" y="67864"/>
                  <a:pt x="455207" y="70124"/>
                </a:cubicBezTo>
                <a:cubicBezTo>
                  <a:pt x="456134" y="72384"/>
                  <a:pt x="456597" y="74871"/>
                  <a:pt x="456597" y="77584"/>
                </a:cubicBezTo>
                <a:moveTo>
                  <a:pt x="441201" y="30175"/>
                </a:moveTo>
                <a:cubicBezTo>
                  <a:pt x="441201" y="28176"/>
                  <a:pt x="440856" y="26368"/>
                  <a:pt x="440167" y="24749"/>
                </a:cubicBezTo>
                <a:cubicBezTo>
                  <a:pt x="439478" y="23131"/>
                  <a:pt x="438469" y="21750"/>
                  <a:pt x="437138" y="20608"/>
                </a:cubicBezTo>
                <a:cubicBezTo>
                  <a:pt x="435808" y="19465"/>
                  <a:pt x="434156" y="18595"/>
                  <a:pt x="432184" y="18000"/>
                </a:cubicBezTo>
                <a:cubicBezTo>
                  <a:pt x="430212" y="17404"/>
                  <a:pt x="427967" y="17107"/>
                  <a:pt x="425449" y="17107"/>
                </a:cubicBezTo>
                <a:cubicBezTo>
                  <a:pt x="420316" y="17107"/>
                  <a:pt x="416432" y="18273"/>
                  <a:pt x="413795" y="20606"/>
                </a:cubicBezTo>
                <a:cubicBezTo>
                  <a:pt x="411157" y="22939"/>
                  <a:pt x="409839" y="26129"/>
                  <a:pt x="409839" y="30175"/>
                </a:cubicBezTo>
                <a:cubicBezTo>
                  <a:pt x="409839" y="32033"/>
                  <a:pt x="410159" y="33759"/>
                  <a:pt x="410801" y="35354"/>
                </a:cubicBezTo>
                <a:cubicBezTo>
                  <a:pt x="411442" y="36949"/>
                  <a:pt x="412440" y="38461"/>
                  <a:pt x="413795" y="39889"/>
                </a:cubicBezTo>
                <a:cubicBezTo>
                  <a:pt x="415149" y="41318"/>
                  <a:pt x="416860" y="42710"/>
                  <a:pt x="418927" y="44068"/>
                </a:cubicBezTo>
                <a:cubicBezTo>
                  <a:pt x="420994" y="45423"/>
                  <a:pt x="423453" y="46839"/>
                  <a:pt x="426304" y="48315"/>
                </a:cubicBezTo>
                <a:cubicBezTo>
                  <a:pt x="431103" y="45840"/>
                  <a:pt x="434786" y="43102"/>
                  <a:pt x="437352" y="40103"/>
                </a:cubicBezTo>
                <a:cubicBezTo>
                  <a:pt x="439918" y="37103"/>
                  <a:pt x="441201" y="33794"/>
                  <a:pt x="441201" y="30175"/>
                </a:cubicBezTo>
                <a:moveTo>
                  <a:pt x="444195" y="78878"/>
                </a:moveTo>
                <a:cubicBezTo>
                  <a:pt x="444195" y="76688"/>
                  <a:pt x="443791" y="74700"/>
                  <a:pt x="442983" y="72915"/>
                </a:cubicBezTo>
                <a:cubicBezTo>
                  <a:pt x="442175" y="71130"/>
                  <a:pt x="440952" y="69464"/>
                  <a:pt x="439312" y="67917"/>
                </a:cubicBezTo>
                <a:cubicBezTo>
                  <a:pt x="437673" y="66370"/>
                  <a:pt x="435629" y="64870"/>
                  <a:pt x="433182" y="63418"/>
                </a:cubicBezTo>
                <a:cubicBezTo>
                  <a:pt x="430735" y="61965"/>
                  <a:pt x="427896" y="60454"/>
                  <a:pt x="424664" y="58882"/>
                </a:cubicBezTo>
                <a:cubicBezTo>
                  <a:pt x="421671" y="60358"/>
                  <a:pt x="419045" y="61835"/>
                  <a:pt x="416788" y="63311"/>
                </a:cubicBezTo>
                <a:cubicBezTo>
                  <a:pt x="414531" y="64787"/>
                  <a:pt x="412678" y="66310"/>
                  <a:pt x="411229" y="67881"/>
                </a:cubicBezTo>
                <a:cubicBezTo>
                  <a:pt x="409779" y="69452"/>
                  <a:pt x="408686" y="71107"/>
                  <a:pt x="407950" y="72844"/>
                </a:cubicBezTo>
                <a:cubicBezTo>
                  <a:pt x="407213" y="74581"/>
                  <a:pt x="406845" y="76498"/>
                  <a:pt x="406845" y="78593"/>
                </a:cubicBezTo>
                <a:cubicBezTo>
                  <a:pt x="406845" y="83211"/>
                  <a:pt x="408425" y="86782"/>
                  <a:pt x="411585" y="89305"/>
                </a:cubicBezTo>
                <a:cubicBezTo>
                  <a:pt x="414745" y="91828"/>
                  <a:pt x="419461" y="93089"/>
                  <a:pt x="425734" y="93089"/>
                </a:cubicBezTo>
                <a:cubicBezTo>
                  <a:pt x="431816" y="93089"/>
                  <a:pt x="436413" y="91816"/>
                  <a:pt x="439526" y="89269"/>
                </a:cubicBezTo>
                <a:cubicBezTo>
                  <a:pt x="442638" y="86723"/>
                  <a:pt x="444195" y="83259"/>
                  <a:pt x="444195" y="78878"/>
                </a:cubicBezTo>
                <a:close/>
                <a:moveTo>
                  <a:pt x="488031" y="91022"/>
                </a:moveTo>
                <a:cubicBezTo>
                  <a:pt x="488031" y="92495"/>
                  <a:pt x="487960" y="93850"/>
                  <a:pt x="487817" y="95085"/>
                </a:cubicBezTo>
                <a:cubicBezTo>
                  <a:pt x="487675" y="96321"/>
                  <a:pt x="487437" y="97485"/>
                  <a:pt x="487104" y="98578"/>
                </a:cubicBezTo>
                <a:cubicBezTo>
                  <a:pt x="486772" y="99671"/>
                  <a:pt x="486332" y="100752"/>
                  <a:pt x="485786" y="101821"/>
                </a:cubicBezTo>
                <a:cubicBezTo>
                  <a:pt x="485239" y="102890"/>
                  <a:pt x="484562" y="104019"/>
                  <a:pt x="483754" y="105207"/>
                </a:cubicBezTo>
                <a:lnTo>
                  <a:pt x="473989" y="119890"/>
                </a:lnTo>
                <a:cubicBezTo>
                  <a:pt x="473752" y="120222"/>
                  <a:pt x="473478" y="120508"/>
                  <a:pt x="473170" y="120745"/>
                </a:cubicBezTo>
                <a:cubicBezTo>
                  <a:pt x="472861" y="120983"/>
                  <a:pt x="472481" y="121197"/>
                  <a:pt x="472029" y="121387"/>
                </a:cubicBezTo>
                <a:cubicBezTo>
                  <a:pt x="471578" y="121577"/>
                  <a:pt x="471055" y="121707"/>
                  <a:pt x="470461" y="121779"/>
                </a:cubicBezTo>
                <a:cubicBezTo>
                  <a:pt x="469867" y="121850"/>
                  <a:pt x="469119" y="121886"/>
                  <a:pt x="468216" y="121886"/>
                </a:cubicBezTo>
                <a:cubicBezTo>
                  <a:pt x="467408" y="121886"/>
                  <a:pt x="466731" y="121850"/>
                  <a:pt x="466184" y="121779"/>
                </a:cubicBezTo>
                <a:cubicBezTo>
                  <a:pt x="465638" y="121707"/>
                  <a:pt x="465246" y="121589"/>
                  <a:pt x="465008" y="121422"/>
                </a:cubicBezTo>
                <a:cubicBezTo>
                  <a:pt x="464771" y="121256"/>
                  <a:pt x="464640" y="121030"/>
                  <a:pt x="464616" y="120745"/>
                </a:cubicBezTo>
                <a:cubicBezTo>
                  <a:pt x="464592" y="120460"/>
                  <a:pt x="464676" y="120127"/>
                  <a:pt x="464866" y="119747"/>
                </a:cubicBezTo>
                <a:lnTo>
                  <a:pt x="474346" y="100146"/>
                </a:lnTo>
                <a:lnTo>
                  <a:pt x="474346" y="91022"/>
                </a:lnTo>
                <a:cubicBezTo>
                  <a:pt x="474346" y="89739"/>
                  <a:pt x="474476" y="88718"/>
                  <a:pt x="474738" y="87957"/>
                </a:cubicBezTo>
                <a:cubicBezTo>
                  <a:pt x="474999" y="87197"/>
                  <a:pt x="475415" y="86627"/>
                  <a:pt x="475985" y="86247"/>
                </a:cubicBezTo>
                <a:cubicBezTo>
                  <a:pt x="476555" y="85866"/>
                  <a:pt x="477268" y="85605"/>
                  <a:pt x="478123" y="85463"/>
                </a:cubicBezTo>
                <a:cubicBezTo>
                  <a:pt x="478979" y="85320"/>
                  <a:pt x="480024" y="85249"/>
                  <a:pt x="481260" y="85249"/>
                </a:cubicBezTo>
                <a:cubicBezTo>
                  <a:pt x="482448" y="85249"/>
                  <a:pt x="483469" y="85320"/>
                  <a:pt x="484325" y="85463"/>
                </a:cubicBezTo>
                <a:cubicBezTo>
                  <a:pt x="485180" y="85605"/>
                  <a:pt x="485881" y="85866"/>
                  <a:pt x="486427" y="86247"/>
                </a:cubicBezTo>
                <a:cubicBezTo>
                  <a:pt x="486974" y="86627"/>
                  <a:pt x="487378" y="87197"/>
                  <a:pt x="487639" y="87957"/>
                </a:cubicBezTo>
                <a:cubicBezTo>
                  <a:pt x="487900" y="88718"/>
                  <a:pt x="488031" y="89739"/>
                  <a:pt x="488031" y="91022"/>
                </a:cubicBezTo>
                <a:close/>
                <a:moveTo>
                  <a:pt x="567007" y="54884"/>
                </a:moveTo>
                <a:cubicBezTo>
                  <a:pt x="567007" y="61975"/>
                  <a:pt x="566449" y="68447"/>
                  <a:pt x="565332" y="74301"/>
                </a:cubicBezTo>
                <a:cubicBezTo>
                  <a:pt x="564215" y="80155"/>
                  <a:pt x="562362" y="85187"/>
                  <a:pt x="559772" y="89398"/>
                </a:cubicBezTo>
                <a:cubicBezTo>
                  <a:pt x="557183" y="93610"/>
                  <a:pt x="553797" y="96870"/>
                  <a:pt x="549615" y="99179"/>
                </a:cubicBezTo>
                <a:cubicBezTo>
                  <a:pt x="545434" y="101487"/>
                  <a:pt x="540278" y="102641"/>
                  <a:pt x="534148" y="102641"/>
                </a:cubicBezTo>
                <a:cubicBezTo>
                  <a:pt x="528351" y="102641"/>
                  <a:pt x="523468" y="101606"/>
                  <a:pt x="519500" y="99535"/>
                </a:cubicBezTo>
                <a:cubicBezTo>
                  <a:pt x="515532" y="97465"/>
                  <a:pt x="512337" y="94420"/>
                  <a:pt x="509913" y="90399"/>
                </a:cubicBezTo>
                <a:cubicBezTo>
                  <a:pt x="507490" y="86377"/>
                  <a:pt x="505767" y="81428"/>
                  <a:pt x="504746" y="75550"/>
                </a:cubicBezTo>
                <a:cubicBezTo>
                  <a:pt x="503724" y="69673"/>
                  <a:pt x="503213" y="62927"/>
                  <a:pt x="503213" y="55312"/>
                </a:cubicBezTo>
                <a:cubicBezTo>
                  <a:pt x="503213" y="48269"/>
                  <a:pt x="503783" y="41808"/>
                  <a:pt x="504924" y="35931"/>
                </a:cubicBezTo>
                <a:cubicBezTo>
                  <a:pt x="506064" y="30053"/>
                  <a:pt x="507918" y="25009"/>
                  <a:pt x="510484" y="20798"/>
                </a:cubicBezTo>
                <a:cubicBezTo>
                  <a:pt x="513050" y="16586"/>
                  <a:pt x="516423" y="13327"/>
                  <a:pt x="520605" y="11019"/>
                </a:cubicBezTo>
                <a:cubicBezTo>
                  <a:pt x="524787" y="8710"/>
                  <a:pt x="529919" y="7555"/>
                  <a:pt x="536001" y="7555"/>
                </a:cubicBezTo>
                <a:cubicBezTo>
                  <a:pt x="541846" y="7555"/>
                  <a:pt x="546752" y="8591"/>
                  <a:pt x="550720" y="10661"/>
                </a:cubicBezTo>
                <a:cubicBezTo>
                  <a:pt x="554688" y="12731"/>
                  <a:pt x="557883" y="15776"/>
                  <a:pt x="560307" y="19798"/>
                </a:cubicBezTo>
                <a:cubicBezTo>
                  <a:pt x="562730" y="23819"/>
                  <a:pt x="564453" y="28768"/>
                  <a:pt x="565475" y="34646"/>
                </a:cubicBezTo>
                <a:cubicBezTo>
                  <a:pt x="566496" y="40523"/>
                  <a:pt x="567007" y="47269"/>
                  <a:pt x="567007" y="54884"/>
                </a:cubicBezTo>
                <a:moveTo>
                  <a:pt x="554462" y="55742"/>
                </a:moveTo>
                <a:cubicBezTo>
                  <a:pt x="554462" y="51124"/>
                  <a:pt x="554296" y="46981"/>
                  <a:pt x="553963" y="43315"/>
                </a:cubicBezTo>
                <a:cubicBezTo>
                  <a:pt x="553631" y="39648"/>
                  <a:pt x="553143" y="36411"/>
                  <a:pt x="552502" y="33603"/>
                </a:cubicBezTo>
                <a:cubicBezTo>
                  <a:pt x="551860" y="30794"/>
                  <a:pt x="551029" y="28378"/>
                  <a:pt x="550007" y="26355"/>
                </a:cubicBezTo>
                <a:cubicBezTo>
                  <a:pt x="548986" y="24331"/>
                  <a:pt x="547762" y="22665"/>
                  <a:pt x="546336" y="21357"/>
                </a:cubicBezTo>
                <a:cubicBezTo>
                  <a:pt x="544911" y="20047"/>
                  <a:pt x="543283" y="19094"/>
                  <a:pt x="541454" y="18499"/>
                </a:cubicBezTo>
                <a:cubicBezTo>
                  <a:pt x="539624" y="17903"/>
                  <a:pt x="537569" y="17606"/>
                  <a:pt x="535288" y="17606"/>
                </a:cubicBezTo>
                <a:cubicBezTo>
                  <a:pt x="531249" y="17606"/>
                  <a:pt x="527970" y="18558"/>
                  <a:pt x="525452" y="20464"/>
                </a:cubicBezTo>
                <a:cubicBezTo>
                  <a:pt x="522933" y="22367"/>
                  <a:pt x="520950" y="24985"/>
                  <a:pt x="519500" y="28317"/>
                </a:cubicBezTo>
                <a:cubicBezTo>
                  <a:pt x="518051" y="31650"/>
                  <a:pt x="517065" y="35554"/>
                  <a:pt x="516542" y="40029"/>
                </a:cubicBezTo>
                <a:cubicBezTo>
                  <a:pt x="516019" y="44505"/>
                  <a:pt x="515758" y="49313"/>
                  <a:pt x="515758" y="54454"/>
                </a:cubicBezTo>
                <a:cubicBezTo>
                  <a:pt x="515758" y="61358"/>
                  <a:pt x="516114" y="67226"/>
                  <a:pt x="516827" y="72060"/>
                </a:cubicBezTo>
                <a:cubicBezTo>
                  <a:pt x="517540" y="76892"/>
                  <a:pt x="518669" y="80832"/>
                  <a:pt x="520213" y="83879"/>
                </a:cubicBezTo>
                <a:cubicBezTo>
                  <a:pt x="521757" y="86924"/>
                  <a:pt x="523729" y="89138"/>
                  <a:pt x="526129" y="90519"/>
                </a:cubicBezTo>
                <a:cubicBezTo>
                  <a:pt x="528529" y="91900"/>
                  <a:pt x="531439" y="92590"/>
                  <a:pt x="534861" y="92590"/>
                </a:cubicBezTo>
                <a:cubicBezTo>
                  <a:pt x="537522" y="92590"/>
                  <a:pt x="539862" y="92162"/>
                  <a:pt x="541882" y="91305"/>
                </a:cubicBezTo>
                <a:cubicBezTo>
                  <a:pt x="543901" y="90448"/>
                  <a:pt x="545636" y="89222"/>
                  <a:pt x="547085" y="87628"/>
                </a:cubicBezTo>
                <a:cubicBezTo>
                  <a:pt x="548534" y="86033"/>
                  <a:pt x="549734" y="84116"/>
                  <a:pt x="550684" y="81879"/>
                </a:cubicBezTo>
                <a:cubicBezTo>
                  <a:pt x="551635" y="79641"/>
                  <a:pt x="552395" y="77165"/>
                  <a:pt x="552965" y="74452"/>
                </a:cubicBezTo>
                <a:cubicBezTo>
                  <a:pt x="553536" y="71738"/>
                  <a:pt x="553928" y="68798"/>
                  <a:pt x="554141" y="65632"/>
                </a:cubicBezTo>
                <a:cubicBezTo>
                  <a:pt x="554355" y="62466"/>
                  <a:pt x="554462" y="59169"/>
                  <a:pt x="554462" y="55742"/>
                </a:cubicBezTo>
                <a:close/>
                <a:moveTo>
                  <a:pt x="605782" y="62939"/>
                </a:moveTo>
                <a:cubicBezTo>
                  <a:pt x="605782" y="68314"/>
                  <a:pt x="605450" y="73630"/>
                  <a:pt x="604785" y="78887"/>
                </a:cubicBezTo>
                <a:cubicBezTo>
                  <a:pt x="604119" y="84144"/>
                  <a:pt x="603121" y="89341"/>
                  <a:pt x="601791" y="94479"/>
                </a:cubicBezTo>
                <a:cubicBezTo>
                  <a:pt x="600460" y="99617"/>
                  <a:pt x="598833" y="104672"/>
                  <a:pt x="596908" y="109644"/>
                </a:cubicBezTo>
                <a:cubicBezTo>
                  <a:pt x="594984" y="114615"/>
                  <a:pt x="592739" y="119527"/>
                  <a:pt x="590173" y="124378"/>
                </a:cubicBezTo>
                <a:cubicBezTo>
                  <a:pt x="590030" y="124616"/>
                  <a:pt x="589816" y="124830"/>
                  <a:pt x="589531" y="125020"/>
                </a:cubicBezTo>
                <a:cubicBezTo>
                  <a:pt x="589246" y="125211"/>
                  <a:pt x="588878" y="125378"/>
                  <a:pt x="588426" y="125521"/>
                </a:cubicBezTo>
                <a:cubicBezTo>
                  <a:pt x="587975" y="125663"/>
                  <a:pt x="587440" y="125758"/>
                  <a:pt x="586822" y="125806"/>
                </a:cubicBezTo>
                <a:cubicBezTo>
                  <a:pt x="586205" y="125853"/>
                  <a:pt x="585468" y="125877"/>
                  <a:pt x="584613" y="125877"/>
                </a:cubicBezTo>
                <a:cubicBezTo>
                  <a:pt x="583377" y="125877"/>
                  <a:pt x="582415" y="125818"/>
                  <a:pt x="581726" y="125699"/>
                </a:cubicBezTo>
                <a:cubicBezTo>
                  <a:pt x="581037" y="125580"/>
                  <a:pt x="580538" y="125389"/>
                  <a:pt x="580229" y="125127"/>
                </a:cubicBezTo>
                <a:cubicBezTo>
                  <a:pt x="579920" y="124865"/>
                  <a:pt x="579778" y="124533"/>
                  <a:pt x="579802" y="124129"/>
                </a:cubicBezTo>
                <a:cubicBezTo>
                  <a:pt x="579825" y="123725"/>
                  <a:pt x="579956" y="123237"/>
                  <a:pt x="580194" y="122665"/>
                </a:cubicBezTo>
                <a:cubicBezTo>
                  <a:pt x="584565" y="113056"/>
                  <a:pt x="587868" y="103221"/>
                  <a:pt x="590101" y="93161"/>
                </a:cubicBezTo>
                <a:cubicBezTo>
                  <a:pt x="592335" y="83098"/>
                  <a:pt x="593451" y="72953"/>
                  <a:pt x="593451" y="62725"/>
                </a:cubicBezTo>
                <a:cubicBezTo>
                  <a:pt x="593451" y="52544"/>
                  <a:pt x="592335" y="42423"/>
                  <a:pt x="590101" y="32363"/>
                </a:cubicBezTo>
                <a:cubicBezTo>
                  <a:pt x="587868" y="22300"/>
                  <a:pt x="584518" y="12488"/>
                  <a:pt x="580051" y="2925"/>
                </a:cubicBezTo>
                <a:cubicBezTo>
                  <a:pt x="579861" y="2497"/>
                  <a:pt x="579790" y="2093"/>
                  <a:pt x="579837" y="1713"/>
                </a:cubicBezTo>
                <a:cubicBezTo>
                  <a:pt x="579885" y="1333"/>
                  <a:pt x="580099" y="1024"/>
                  <a:pt x="580479" y="786"/>
                </a:cubicBezTo>
                <a:cubicBezTo>
                  <a:pt x="580859" y="547"/>
                  <a:pt x="581382" y="356"/>
                  <a:pt x="582047" y="214"/>
                </a:cubicBezTo>
                <a:cubicBezTo>
                  <a:pt x="582712" y="71"/>
                  <a:pt x="583591" y="0"/>
                  <a:pt x="584684" y="0"/>
                </a:cubicBezTo>
                <a:cubicBezTo>
                  <a:pt x="585682" y="0"/>
                  <a:pt x="586514" y="36"/>
                  <a:pt x="587179" y="107"/>
                </a:cubicBezTo>
                <a:cubicBezTo>
                  <a:pt x="587844" y="178"/>
                  <a:pt x="588379" y="285"/>
                  <a:pt x="588783" y="428"/>
                </a:cubicBezTo>
                <a:cubicBezTo>
                  <a:pt x="589186" y="570"/>
                  <a:pt x="589483" y="714"/>
                  <a:pt x="589674" y="858"/>
                </a:cubicBezTo>
                <a:cubicBezTo>
                  <a:pt x="589864" y="1000"/>
                  <a:pt x="590006" y="1166"/>
                  <a:pt x="590101" y="1357"/>
                </a:cubicBezTo>
                <a:cubicBezTo>
                  <a:pt x="594996" y="11108"/>
                  <a:pt x="598833" y="21134"/>
                  <a:pt x="601613" y="31434"/>
                </a:cubicBezTo>
                <a:cubicBezTo>
                  <a:pt x="604392" y="41733"/>
                  <a:pt x="605782" y="52235"/>
                  <a:pt x="605782" y="629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13C95-EFC7-432B-89AF-41D5C0DE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1446" y="1927256"/>
            <a:ext cx="1259057" cy="407513"/>
          </a:xfrm>
          <a:custGeom xmlns:a="http://schemas.openxmlformats.org/drawingml/2006/main">
            <a:pathLst>
              <a:path w="1259057" h="407513">
                <a:moveTo>
                  <a:pt x="0" y="407513"/>
                </a:moveTo>
                <a:lnTo>
                  <a:pt x="0" y="0"/>
                </a:lnTo>
                <a:lnTo>
                  <a:pt x="1259057" y="0"/>
                </a:lnTo>
                <a:lnTo>
                  <a:pt x="1259057" y="407513"/>
                </a:lnTo>
                <a:lnTo>
                  <a:pt x="0" y="4075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40thBrick:">
            <a:extLst xmlns:a="http://schemas.openxmlformats.org/drawingml/2006/main">
              <a:ext uri="{FF2B5EF4-FFF2-40B4-BE49-F238E27FC236}">
                <a16:creationId xmlns:a16="http://schemas.microsoft.com/office/drawing/2014/main" id="{A03D2E7F-523E-4BF1-B2C9-386038D6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914" y="1989134"/>
            <a:ext cx="620595" cy="100927"/>
          </a:xfrm>
          <a:custGeom xmlns:a="http://schemas.openxmlformats.org/drawingml/2006/main">
            <a:pathLst>
              <a:path w="620595" h="100927">
                <a:moveTo>
                  <a:pt x="66452" y="73162"/>
                </a:moveTo>
                <a:cubicBezTo>
                  <a:pt x="66452" y="74732"/>
                  <a:pt x="66214" y="75969"/>
                  <a:pt x="65738" y="76873"/>
                </a:cubicBezTo>
                <a:cubicBezTo>
                  <a:pt x="65263" y="77777"/>
                  <a:pt x="64596" y="78229"/>
                  <a:pt x="63740" y="78229"/>
                </a:cubicBezTo>
                <a:lnTo>
                  <a:pt x="53319" y="78229"/>
                </a:lnTo>
                <a:lnTo>
                  <a:pt x="53319" y="97709"/>
                </a:lnTo>
                <a:cubicBezTo>
                  <a:pt x="53319" y="98091"/>
                  <a:pt x="53224" y="98413"/>
                  <a:pt x="53033" y="98677"/>
                </a:cubicBezTo>
                <a:cubicBezTo>
                  <a:pt x="52843" y="98938"/>
                  <a:pt x="52510" y="99165"/>
                  <a:pt x="52034" y="99357"/>
                </a:cubicBezTo>
                <a:cubicBezTo>
                  <a:pt x="51558" y="99547"/>
                  <a:pt x="50939" y="99690"/>
                  <a:pt x="50178" y="99785"/>
                </a:cubicBezTo>
                <a:cubicBezTo>
                  <a:pt x="49417" y="99880"/>
                  <a:pt x="48441" y="99928"/>
                  <a:pt x="47252" y="99928"/>
                </a:cubicBezTo>
                <a:cubicBezTo>
                  <a:pt x="46110" y="99928"/>
                  <a:pt x="45158" y="99880"/>
                  <a:pt x="44397" y="99785"/>
                </a:cubicBezTo>
                <a:cubicBezTo>
                  <a:pt x="43635" y="99690"/>
                  <a:pt x="43029" y="99547"/>
                  <a:pt x="42576" y="99357"/>
                </a:cubicBezTo>
                <a:cubicBezTo>
                  <a:pt x="42124" y="99165"/>
                  <a:pt x="41815" y="98938"/>
                  <a:pt x="41649" y="98677"/>
                </a:cubicBezTo>
                <a:cubicBezTo>
                  <a:pt x="41482" y="98413"/>
                  <a:pt x="41399" y="98091"/>
                  <a:pt x="41399" y="97709"/>
                </a:cubicBezTo>
                <a:lnTo>
                  <a:pt x="41399" y="78229"/>
                </a:lnTo>
                <a:lnTo>
                  <a:pt x="3283" y="78229"/>
                </a:lnTo>
                <a:cubicBezTo>
                  <a:pt x="2712" y="78229"/>
                  <a:pt x="2236" y="78158"/>
                  <a:pt x="1856" y="78015"/>
                </a:cubicBezTo>
                <a:cubicBezTo>
                  <a:pt x="1475" y="77872"/>
                  <a:pt x="1130" y="77611"/>
                  <a:pt x="821" y="77230"/>
                </a:cubicBezTo>
                <a:cubicBezTo>
                  <a:pt x="512" y="76849"/>
                  <a:pt x="297" y="76302"/>
                  <a:pt x="178" y="75588"/>
                </a:cubicBezTo>
                <a:cubicBezTo>
                  <a:pt x="59" y="74875"/>
                  <a:pt x="0" y="73947"/>
                  <a:pt x="0" y="72805"/>
                </a:cubicBezTo>
                <a:cubicBezTo>
                  <a:pt x="0" y="71901"/>
                  <a:pt x="24" y="71092"/>
                  <a:pt x="71" y="70378"/>
                </a:cubicBezTo>
                <a:cubicBezTo>
                  <a:pt x="119" y="69664"/>
                  <a:pt x="214" y="69010"/>
                  <a:pt x="357" y="68415"/>
                </a:cubicBezTo>
                <a:cubicBezTo>
                  <a:pt x="500" y="67820"/>
                  <a:pt x="690" y="67249"/>
                  <a:pt x="928" y="66702"/>
                </a:cubicBezTo>
                <a:cubicBezTo>
                  <a:pt x="1166" y="66155"/>
                  <a:pt x="1451" y="65572"/>
                  <a:pt x="1784" y="64953"/>
                </a:cubicBezTo>
                <a:lnTo>
                  <a:pt x="35046" y="8920"/>
                </a:lnTo>
                <a:cubicBezTo>
                  <a:pt x="35284" y="8539"/>
                  <a:pt x="35629" y="8207"/>
                  <a:pt x="36081" y="7923"/>
                </a:cubicBezTo>
                <a:cubicBezTo>
                  <a:pt x="36533" y="7637"/>
                  <a:pt x="37116" y="7399"/>
                  <a:pt x="37830" y="7209"/>
                </a:cubicBezTo>
                <a:cubicBezTo>
                  <a:pt x="38544" y="7019"/>
                  <a:pt x="39424" y="6888"/>
                  <a:pt x="40471" y="6817"/>
                </a:cubicBezTo>
                <a:cubicBezTo>
                  <a:pt x="41518" y="6745"/>
                  <a:pt x="42755" y="6709"/>
                  <a:pt x="44182" y="6709"/>
                </a:cubicBezTo>
                <a:cubicBezTo>
                  <a:pt x="45753" y="6709"/>
                  <a:pt x="47121" y="6769"/>
                  <a:pt x="48287" y="6888"/>
                </a:cubicBezTo>
                <a:cubicBezTo>
                  <a:pt x="49452" y="7007"/>
                  <a:pt x="50392" y="7162"/>
                  <a:pt x="51106" y="7352"/>
                </a:cubicBezTo>
                <a:cubicBezTo>
                  <a:pt x="51820" y="7542"/>
                  <a:pt x="52367" y="7792"/>
                  <a:pt x="52748" y="8101"/>
                </a:cubicBezTo>
                <a:cubicBezTo>
                  <a:pt x="53128" y="8409"/>
                  <a:pt x="53319" y="8777"/>
                  <a:pt x="53319" y="9205"/>
                </a:cubicBezTo>
                <a:lnTo>
                  <a:pt x="53319" y="68094"/>
                </a:lnTo>
                <a:lnTo>
                  <a:pt x="63740" y="68094"/>
                </a:lnTo>
                <a:cubicBezTo>
                  <a:pt x="64549" y="68094"/>
                  <a:pt x="65203" y="68510"/>
                  <a:pt x="65703" y="69343"/>
                </a:cubicBezTo>
                <a:cubicBezTo>
                  <a:pt x="66202" y="70176"/>
                  <a:pt x="66452" y="71449"/>
                  <a:pt x="66452" y="73162"/>
                </a:cubicBezTo>
                <a:moveTo>
                  <a:pt x="41399" y="17476"/>
                </a:moveTo>
                <a:lnTo>
                  <a:pt x="41256" y="17476"/>
                </a:lnTo>
                <a:lnTo>
                  <a:pt x="11206" y="68094"/>
                </a:lnTo>
                <a:lnTo>
                  <a:pt x="41399" y="68094"/>
                </a:lnTo>
                <a:lnTo>
                  <a:pt x="41399" y="17476"/>
                </a:lnTo>
                <a:close/>
                <a:moveTo>
                  <a:pt x="138540" y="53105"/>
                </a:moveTo>
                <a:cubicBezTo>
                  <a:pt x="138540" y="60205"/>
                  <a:pt x="137981" y="66686"/>
                  <a:pt x="136863" y="72548"/>
                </a:cubicBezTo>
                <a:cubicBezTo>
                  <a:pt x="135745" y="78410"/>
                  <a:pt x="133889" y="83450"/>
                  <a:pt x="131295" y="87667"/>
                </a:cubicBezTo>
                <a:cubicBezTo>
                  <a:pt x="128702" y="91884"/>
                  <a:pt x="125312" y="95149"/>
                  <a:pt x="121124" y="97461"/>
                </a:cubicBezTo>
                <a:cubicBezTo>
                  <a:pt x="116937" y="99772"/>
                  <a:pt x="111774" y="100927"/>
                  <a:pt x="105635" y="100927"/>
                </a:cubicBezTo>
                <a:cubicBezTo>
                  <a:pt x="99830" y="100927"/>
                  <a:pt x="94941" y="99891"/>
                  <a:pt x="90967" y="97818"/>
                </a:cubicBezTo>
                <a:cubicBezTo>
                  <a:pt x="86994" y="95745"/>
                  <a:pt x="83794" y="92695"/>
                  <a:pt x="81367" y="88668"/>
                </a:cubicBezTo>
                <a:cubicBezTo>
                  <a:pt x="78940" y="84641"/>
                  <a:pt x="77215" y="79685"/>
                  <a:pt x="76192" y="73800"/>
                </a:cubicBezTo>
                <a:cubicBezTo>
                  <a:pt x="75169" y="67914"/>
                  <a:pt x="74658" y="61158"/>
                  <a:pt x="74658" y="53533"/>
                </a:cubicBezTo>
                <a:cubicBezTo>
                  <a:pt x="74658" y="46480"/>
                  <a:pt x="75229" y="40011"/>
                  <a:pt x="76371" y="34125"/>
                </a:cubicBezTo>
                <a:cubicBezTo>
                  <a:pt x="77513" y="28239"/>
                  <a:pt x="79368" y="23188"/>
                  <a:pt x="81938" y="18971"/>
                </a:cubicBezTo>
                <a:cubicBezTo>
                  <a:pt x="84508" y="14754"/>
                  <a:pt x="87886" y="11489"/>
                  <a:pt x="92074" y="9179"/>
                </a:cubicBezTo>
                <a:cubicBezTo>
                  <a:pt x="96261" y="6866"/>
                  <a:pt x="101400" y="5710"/>
                  <a:pt x="107491" y="5710"/>
                </a:cubicBezTo>
                <a:cubicBezTo>
                  <a:pt x="113344" y="5710"/>
                  <a:pt x="118257" y="6747"/>
                  <a:pt x="122230" y="8820"/>
                </a:cubicBezTo>
                <a:cubicBezTo>
                  <a:pt x="126204" y="10892"/>
                  <a:pt x="129404" y="13942"/>
                  <a:pt x="131831" y="17969"/>
                </a:cubicBezTo>
                <a:cubicBezTo>
                  <a:pt x="134258" y="21996"/>
                  <a:pt x="135982" y="26952"/>
                  <a:pt x="137006" y="32838"/>
                </a:cubicBezTo>
                <a:cubicBezTo>
                  <a:pt x="138029" y="38724"/>
                  <a:pt x="138540" y="45479"/>
                  <a:pt x="138540" y="53105"/>
                </a:cubicBezTo>
                <a:moveTo>
                  <a:pt x="125978" y="53963"/>
                </a:moveTo>
                <a:cubicBezTo>
                  <a:pt x="125978" y="49339"/>
                  <a:pt x="125811" y="45191"/>
                  <a:pt x="125478" y="41519"/>
                </a:cubicBezTo>
                <a:cubicBezTo>
                  <a:pt x="125145" y="37848"/>
                  <a:pt x="124657" y="34606"/>
                  <a:pt x="124015" y="31794"/>
                </a:cubicBezTo>
                <a:cubicBezTo>
                  <a:pt x="123373" y="28981"/>
                  <a:pt x="122540" y="26561"/>
                  <a:pt x="121517" y="24536"/>
                </a:cubicBezTo>
                <a:cubicBezTo>
                  <a:pt x="120494" y="22509"/>
                  <a:pt x="119268" y="20841"/>
                  <a:pt x="117841" y="19531"/>
                </a:cubicBezTo>
                <a:cubicBezTo>
                  <a:pt x="116413" y="18219"/>
                  <a:pt x="114783" y="17265"/>
                  <a:pt x="112951" y="16669"/>
                </a:cubicBezTo>
                <a:cubicBezTo>
                  <a:pt x="111119" y="16073"/>
                  <a:pt x="109061" y="15774"/>
                  <a:pt x="106777" y="15774"/>
                </a:cubicBezTo>
                <a:cubicBezTo>
                  <a:pt x="102733" y="15774"/>
                  <a:pt x="99449" y="16728"/>
                  <a:pt x="96927" y="18636"/>
                </a:cubicBezTo>
                <a:cubicBezTo>
                  <a:pt x="94405" y="20542"/>
                  <a:pt x="92419" y="23164"/>
                  <a:pt x="90967" y="26501"/>
                </a:cubicBezTo>
                <a:cubicBezTo>
                  <a:pt x="89516" y="29838"/>
                  <a:pt x="88529" y="33747"/>
                  <a:pt x="88005" y="38229"/>
                </a:cubicBezTo>
                <a:cubicBezTo>
                  <a:pt x="87482" y="42711"/>
                  <a:pt x="87220" y="47526"/>
                  <a:pt x="87220" y="52674"/>
                </a:cubicBezTo>
                <a:cubicBezTo>
                  <a:pt x="87220" y="59587"/>
                  <a:pt x="87577" y="65464"/>
                  <a:pt x="88291" y="70304"/>
                </a:cubicBezTo>
                <a:cubicBezTo>
                  <a:pt x="89004" y="75143"/>
                  <a:pt x="90135" y="79088"/>
                  <a:pt x="91681" y="82139"/>
                </a:cubicBezTo>
                <a:cubicBezTo>
                  <a:pt x="93228" y="85189"/>
                  <a:pt x="95202" y="87406"/>
                  <a:pt x="97605" y="88789"/>
                </a:cubicBezTo>
                <a:cubicBezTo>
                  <a:pt x="100008" y="90172"/>
                  <a:pt x="102923" y="90863"/>
                  <a:pt x="106349" y="90863"/>
                </a:cubicBezTo>
                <a:cubicBezTo>
                  <a:pt x="109014" y="90863"/>
                  <a:pt x="111357" y="90434"/>
                  <a:pt x="113380" y="89576"/>
                </a:cubicBezTo>
                <a:cubicBezTo>
                  <a:pt x="115402" y="88718"/>
                  <a:pt x="117139" y="87491"/>
                  <a:pt x="118590" y="85893"/>
                </a:cubicBezTo>
                <a:cubicBezTo>
                  <a:pt x="120042" y="84296"/>
                  <a:pt x="121243" y="82377"/>
                  <a:pt x="122195" y="80136"/>
                </a:cubicBezTo>
                <a:cubicBezTo>
                  <a:pt x="123146" y="77896"/>
                  <a:pt x="123908" y="75417"/>
                  <a:pt x="124479" y="72700"/>
                </a:cubicBezTo>
                <a:cubicBezTo>
                  <a:pt x="125050" y="69982"/>
                  <a:pt x="125442" y="67037"/>
                  <a:pt x="125657" y="63867"/>
                </a:cubicBezTo>
                <a:cubicBezTo>
                  <a:pt x="125871" y="60697"/>
                  <a:pt x="125978" y="57395"/>
                  <a:pt x="125978" y="53963"/>
                </a:cubicBezTo>
                <a:close/>
                <a:moveTo>
                  <a:pt x="186788" y="93076"/>
                </a:moveTo>
                <a:cubicBezTo>
                  <a:pt x="186788" y="94456"/>
                  <a:pt x="186693" y="95550"/>
                  <a:pt x="186502" y="96359"/>
                </a:cubicBezTo>
                <a:cubicBezTo>
                  <a:pt x="186312" y="97168"/>
                  <a:pt x="186027" y="97763"/>
                  <a:pt x="185646" y="98144"/>
                </a:cubicBezTo>
                <a:cubicBezTo>
                  <a:pt x="185265" y="98524"/>
                  <a:pt x="184694" y="98881"/>
                  <a:pt x="183933" y="99214"/>
                </a:cubicBezTo>
                <a:cubicBezTo>
                  <a:pt x="183171" y="99547"/>
                  <a:pt x="182303" y="99821"/>
                  <a:pt x="181328" y="100035"/>
                </a:cubicBezTo>
                <a:cubicBezTo>
                  <a:pt x="180352" y="100249"/>
                  <a:pt x="179317" y="100428"/>
                  <a:pt x="178223" y="100570"/>
                </a:cubicBezTo>
                <a:cubicBezTo>
                  <a:pt x="177128" y="100713"/>
                  <a:pt x="176034" y="100785"/>
                  <a:pt x="174939" y="100785"/>
                </a:cubicBezTo>
                <a:cubicBezTo>
                  <a:pt x="171608" y="100785"/>
                  <a:pt x="168753" y="100344"/>
                  <a:pt x="166374" y="99462"/>
                </a:cubicBezTo>
                <a:cubicBezTo>
                  <a:pt x="163995" y="98579"/>
                  <a:pt x="162044" y="97242"/>
                  <a:pt x="160521" y="95454"/>
                </a:cubicBezTo>
                <a:cubicBezTo>
                  <a:pt x="158998" y="93665"/>
                  <a:pt x="157892" y="91399"/>
                  <a:pt x="157202" y="88657"/>
                </a:cubicBezTo>
                <a:cubicBezTo>
                  <a:pt x="156512" y="85915"/>
                  <a:pt x="156167" y="82684"/>
                  <a:pt x="156167" y="78963"/>
                </a:cubicBezTo>
                <a:lnTo>
                  <a:pt x="156167" y="41327"/>
                </a:lnTo>
                <a:lnTo>
                  <a:pt x="147174" y="41327"/>
                </a:lnTo>
                <a:cubicBezTo>
                  <a:pt x="146460" y="41327"/>
                  <a:pt x="145889" y="40947"/>
                  <a:pt x="145461" y="40185"/>
                </a:cubicBezTo>
                <a:cubicBezTo>
                  <a:pt x="145032" y="39424"/>
                  <a:pt x="144818" y="38187"/>
                  <a:pt x="144818" y="36474"/>
                </a:cubicBezTo>
                <a:cubicBezTo>
                  <a:pt x="144818" y="35570"/>
                  <a:pt x="144878" y="34808"/>
                  <a:pt x="144997" y="34190"/>
                </a:cubicBezTo>
                <a:cubicBezTo>
                  <a:pt x="145116" y="33571"/>
                  <a:pt x="145270" y="33060"/>
                  <a:pt x="145461" y="32655"/>
                </a:cubicBezTo>
                <a:cubicBezTo>
                  <a:pt x="145651" y="32251"/>
                  <a:pt x="145901" y="31965"/>
                  <a:pt x="146210" y="31799"/>
                </a:cubicBezTo>
                <a:cubicBezTo>
                  <a:pt x="146519" y="31632"/>
                  <a:pt x="146864" y="31549"/>
                  <a:pt x="147245" y="31549"/>
                </a:cubicBezTo>
                <a:lnTo>
                  <a:pt x="156167" y="31549"/>
                </a:lnTo>
                <a:lnTo>
                  <a:pt x="156167" y="16274"/>
                </a:lnTo>
                <a:cubicBezTo>
                  <a:pt x="156167" y="15941"/>
                  <a:pt x="156250" y="15632"/>
                  <a:pt x="156417" y="15346"/>
                </a:cubicBezTo>
                <a:cubicBezTo>
                  <a:pt x="156583" y="15061"/>
                  <a:pt x="156893" y="14811"/>
                  <a:pt x="157345" y="14597"/>
                </a:cubicBezTo>
                <a:cubicBezTo>
                  <a:pt x="157797" y="14382"/>
                  <a:pt x="158404" y="14228"/>
                  <a:pt x="159165" y="14133"/>
                </a:cubicBezTo>
                <a:cubicBezTo>
                  <a:pt x="159926" y="14038"/>
                  <a:pt x="160878" y="13990"/>
                  <a:pt x="162020" y="13990"/>
                </a:cubicBezTo>
                <a:cubicBezTo>
                  <a:pt x="163210" y="13990"/>
                  <a:pt x="164185" y="14038"/>
                  <a:pt x="164947" y="14133"/>
                </a:cubicBezTo>
                <a:cubicBezTo>
                  <a:pt x="165708" y="14228"/>
                  <a:pt x="166303" y="14382"/>
                  <a:pt x="166731" y="14597"/>
                </a:cubicBezTo>
                <a:cubicBezTo>
                  <a:pt x="167159" y="14811"/>
                  <a:pt x="167468" y="15061"/>
                  <a:pt x="167659" y="15346"/>
                </a:cubicBezTo>
                <a:cubicBezTo>
                  <a:pt x="167849" y="15632"/>
                  <a:pt x="167944" y="15941"/>
                  <a:pt x="167944" y="16274"/>
                </a:cubicBezTo>
                <a:lnTo>
                  <a:pt x="167944" y="31549"/>
                </a:lnTo>
                <a:lnTo>
                  <a:pt x="184432" y="31549"/>
                </a:lnTo>
                <a:cubicBezTo>
                  <a:pt x="184813" y="31549"/>
                  <a:pt x="185146" y="31632"/>
                  <a:pt x="185432" y="31799"/>
                </a:cubicBezTo>
                <a:cubicBezTo>
                  <a:pt x="185717" y="31965"/>
                  <a:pt x="185967" y="32251"/>
                  <a:pt x="186181" y="32655"/>
                </a:cubicBezTo>
                <a:cubicBezTo>
                  <a:pt x="186395" y="33060"/>
                  <a:pt x="186550" y="33571"/>
                  <a:pt x="186645" y="34190"/>
                </a:cubicBezTo>
                <a:cubicBezTo>
                  <a:pt x="186740" y="34808"/>
                  <a:pt x="186788" y="35570"/>
                  <a:pt x="186788" y="36474"/>
                </a:cubicBezTo>
                <a:cubicBezTo>
                  <a:pt x="186788" y="38187"/>
                  <a:pt x="186574" y="39424"/>
                  <a:pt x="186146" y="40185"/>
                </a:cubicBezTo>
                <a:cubicBezTo>
                  <a:pt x="185717" y="40947"/>
                  <a:pt x="185146" y="41327"/>
                  <a:pt x="184432" y="41327"/>
                </a:cubicBezTo>
                <a:lnTo>
                  <a:pt x="167944" y="41327"/>
                </a:lnTo>
                <a:lnTo>
                  <a:pt x="167944" y="77264"/>
                </a:lnTo>
                <a:cubicBezTo>
                  <a:pt x="167944" y="81701"/>
                  <a:pt x="168599" y="85053"/>
                  <a:pt x="169907" y="87321"/>
                </a:cubicBezTo>
                <a:cubicBezTo>
                  <a:pt x="171216" y="89587"/>
                  <a:pt x="173559" y="90720"/>
                  <a:pt x="176938" y="90720"/>
                </a:cubicBezTo>
                <a:cubicBezTo>
                  <a:pt x="178032" y="90720"/>
                  <a:pt x="179008" y="90613"/>
                  <a:pt x="179864" y="90399"/>
                </a:cubicBezTo>
                <a:cubicBezTo>
                  <a:pt x="180721" y="90185"/>
                  <a:pt x="181482" y="89959"/>
                  <a:pt x="182148" y="89721"/>
                </a:cubicBezTo>
                <a:cubicBezTo>
                  <a:pt x="182815" y="89483"/>
                  <a:pt x="183386" y="89257"/>
                  <a:pt x="183861" y="89043"/>
                </a:cubicBezTo>
                <a:cubicBezTo>
                  <a:pt x="184337" y="88829"/>
                  <a:pt x="184766" y="88722"/>
                  <a:pt x="185146" y="88722"/>
                </a:cubicBezTo>
                <a:cubicBezTo>
                  <a:pt x="185384" y="88722"/>
                  <a:pt x="185610" y="88781"/>
                  <a:pt x="185824" y="88900"/>
                </a:cubicBezTo>
                <a:cubicBezTo>
                  <a:pt x="186038" y="89019"/>
                  <a:pt x="186205" y="89245"/>
                  <a:pt x="186324" y="89578"/>
                </a:cubicBezTo>
                <a:cubicBezTo>
                  <a:pt x="186443" y="89911"/>
                  <a:pt x="186550" y="90363"/>
                  <a:pt x="186645" y="90934"/>
                </a:cubicBezTo>
                <a:cubicBezTo>
                  <a:pt x="186740" y="91506"/>
                  <a:pt x="186788" y="92219"/>
                  <a:pt x="186788" y="93076"/>
                </a:cubicBezTo>
                <a:close/>
                <a:moveTo>
                  <a:pt x="257671" y="97715"/>
                </a:moveTo>
                <a:cubicBezTo>
                  <a:pt x="257671" y="98096"/>
                  <a:pt x="257575" y="98417"/>
                  <a:pt x="257385" y="98679"/>
                </a:cubicBezTo>
                <a:cubicBezTo>
                  <a:pt x="257195" y="98941"/>
                  <a:pt x="256885" y="99167"/>
                  <a:pt x="256457" y="99357"/>
                </a:cubicBezTo>
                <a:cubicBezTo>
                  <a:pt x="256029" y="99547"/>
                  <a:pt x="255434" y="99690"/>
                  <a:pt x="254673" y="99785"/>
                </a:cubicBezTo>
                <a:cubicBezTo>
                  <a:pt x="253911" y="99880"/>
                  <a:pt x="252960" y="99928"/>
                  <a:pt x="251818" y="99928"/>
                </a:cubicBezTo>
                <a:cubicBezTo>
                  <a:pt x="250628" y="99928"/>
                  <a:pt x="249653" y="99880"/>
                  <a:pt x="248891" y="99785"/>
                </a:cubicBezTo>
                <a:cubicBezTo>
                  <a:pt x="248130" y="99690"/>
                  <a:pt x="247535" y="99547"/>
                  <a:pt x="247107" y="99357"/>
                </a:cubicBezTo>
                <a:cubicBezTo>
                  <a:pt x="246678" y="99167"/>
                  <a:pt x="246369" y="98941"/>
                  <a:pt x="246179" y="98679"/>
                </a:cubicBezTo>
                <a:cubicBezTo>
                  <a:pt x="245988" y="98417"/>
                  <a:pt x="245893" y="98096"/>
                  <a:pt x="245893" y="97715"/>
                </a:cubicBezTo>
                <a:lnTo>
                  <a:pt x="245893" y="60100"/>
                </a:lnTo>
                <a:cubicBezTo>
                  <a:pt x="245893" y="56436"/>
                  <a:pt x="245608" y="53485"/>
                  <a:pt x="245037" y="51249"/>
                </a:cubicBezTo>
                <a:cubicBezTo>
                  <a:pt x="244466" y="49012"/>
                  <a:pt x="243633" y="47085"/>
                  <a:pt x="242539" y="45467"/>
                </a:cubicBezTo>
                <a:cubicBezTo>
                  <a:pt x="241444" y="43849"/>
                  <a:pt x="240028" y="42612"/>
                  <a:pt x="238292" y="41756"/>
                </a:cubicBezTo>
                <a:cubicBezTo>
                  <a:pt x="236555" y="40899"/>
                  <a:pt x="234544" y="40471"/>
                  <a:pt x="232260" y="40471"/>
                </a:cubicBezTo>
                <a:cubicBezTo>
                  <a:pt x="229310" y="40471"/>
                  <a:pt x="226360" y="41518"/>
                  <a:pt x="223410" y="43611"/>
                </a:cubicBezTo>
                <a:cubicBezTo>
                  <a:pt x="220459" y="45705"/>
                  <a:pt x="217366" y="48774"/>
                  <a:pt x="214130" y="52819"/>
                </a:cubicBezTo>
                <a:lnTo>
                  <a:pt x="214130" y="97715"/>
                </a:lnTo>
                <a:cubicBezTo>
                  <a:pt x="214130" y="98096"/>
                  <a:pt x="214035" y="98417"/>
                  <a:pt x="213845" y="98679"/>
                </a:cubicBezTo>
                <a:cubicBezTo>
                  <a:pt x="213655" y="98941"/>
                  <a:pt x="213345" y="99167"/>
                  <a:pt x="212917" y="99357"/>
                </a:cubicBezTo>
                <a:cubicBezTo>
                  <a:pt x="212489" y="99547"/>
                  <a:pt x="211894" y="99690"/>
                  <a:pt x="211133" y="99785"/>
                </a:cubicBezTo>
                <a:cubicBezTo>
                  <a:pt x="210371" y="99880"/>
                  <a:pt x="209396" y="99928"/>
                  <a:pt x="208206" y="99928"/>
                </a:cubicBezTo>
                <a:cubicBezTo>
                  <a:pt x="207064" y="99928"/>
                  <a:pt x="206112" y="99880"/>
                  <a:pt x="205351" y="99785"/>
                </a:cubicBezTo>
                <a:cubicBezTo>
                  <a:pt x="204590" y="99690"/>
                  <a:pt x="203983" y="99547"/>
                  <a:pt x="203531" y="99357"/>
                </a:cubicBezTo>
                <a:cubicBezTo>
                  <a:pt x="203079" y="99167"/>
                  <a:pt x="202770" y="98941"/>
                  <a:pt x="202603" y="98679"/>
                </a:cubicBezTo>
                <a:cubicBezTo>
                  <a:pt x="202437" y="98416"/>
                  <a:pt x="202353" y="98094"/>
                  <a:pt x="202353" y="97713"/>
                </a:cubicBezTo>
                <a:lnTo>
                  <a:pt x="202353" y="2286"/>
                </a:lnTo>
                <a:cubicBezTo>
                  <a:pt x="202353" y="1906"/>
                  <a:pt x="202437" y="1573"/>
                  <a:pt x="202603" y="1287"/>
                </a:cubicBezTo>
                <a:cubicBezTo>
                  <a:pt x="202770" y="1000"/>
                  <a:pt x="203079" y="761"/>
                  <a:pt x="203531" y="571"/>
                </a:cubicBezTo>
                <a:cubicBezTo>
                  <a:pt x="203983" y="381"/>
                  <a:pt x="204590" y="238"/>
                  <a:pt x="205351" y="143"/>
                </a:cubicBezTo>
                <a:cubicBezTo>
                  <a:pt x="206112" y="48"/>
                  <a:pt x="207064" y="0"/>
                  <a:pt x="208206" y="0"/>
                </a:cubicBezTo>
                <a:cubicBezTo>
                  <a:pt x="209396" y="0"/>
                  <a:pt x="210371" y="48"/>
                  <a:pt x="211133" y="143"/>
                </a:cubicBezTo>
                <a:cubicBezTo>
                  <a:pt x="211894" y="238"/>
                  <a:pt x="212489" y="381"/>
                  <a:pt x="212917" y="573"/>
                </a:cubicBezTo>
                <a:cubicBezTo>
                  <a:pt x="213345" y="764"/>
                  <a:pt x="213655" y="1002"/>
                  <a:pt x="213845" y="1287"/>
                </a:cubicBezTo>
                <a:cubicBezTo>
                  <a:pt x="214035" y="1573"/>
                  <a:pt x="214130" y="1906"/>
                  <a:pt x="214130" y="2289"/>
                </a:cubicBezTo>
                <a:lnTo>
                  <a:pt x="214130" y="40828"/>
                </a:lnTo>
                <a:cubicBezTo>
                  <a:pt x="217509" y="37259"/>
                  <a:pt x="220911" y="34606"/>
                  <a:pt x="224337" y="32869"/>
                </a:cubicBezTo>
                <a:cubicBezTo>
                  <a:pt x="227764" y="31132"/>
                  <a:pt x="231213" y="30264"/>
                  <a:pt x="234687" y="30264"/>
                </a:cubicBezTo>
                <a:cubicBezTo>
                  <a:pt x="238970" y="30264"/>
                  <a:pt x="242574" y="30990"/>
                  <a:pt x="245501" y="32441"/>
                </a:cubicBezTo>
                <a:cubicBezTo>
                  <a:pt x="248427" y="33892"/>
                  <a:pt x="250795" y="35831"/>
                  <a:pt x="252603" y="38258"/>
                </a:cubicBezTo>
                <a:cubicBezTo>
                  <a:pt x="254411" y="40685"/>
                  <a:pt x="255708" y="43528"/>
                  <a:pt x="256493" y="46788"/>
                </a:cubicBezTo>
                <a:cubicBezTo>
                  <a:pt x="257278" y="50047"/>
                  <a:pt x="257671" y="53985"/>
                  <a:pt x="257671" y="58601"/>
                </a:cubicBezTo>
                <a:lnTo>
                  <a:pt x="257671" y="97715"/>
                </a:lnTo>
                <a:close/>
                <a:moveTo>
                  <a:pt x="379639" y="73019"/>
                </a:moveTo>
                <a:cubicBezTo>
                  <a:pt x="379639" y="75922"/>
                  <a:pt x="379270" y="78598"/>
                  <a:pt x="378532" y="81049"/>
                </a:cubicBezTo>
                <a:cubicBezTo>
                  <a:pt x="377795" y="83499"/>
                  <a:pt x="376760" y="85700"/>
                  <a:pt x="375427" y="87651"/>
                </a:cubicBezTo>
                <a:cubicBezTo>
                  <a:pt x="374095" y="89602"/>
                  <a:pt x="372489" y="91315"/>
                  <a:pt x="370609" y="92790"/>
                </a:cubicBezTo>
                <a:cubicBezTo>
                  <a:pt x="368730" y="94265"/>
                  <a:pt x="366612" y="95503"/>
                  <a:pt x="364257" y="96502"/>
                </a:cubicBezTo>
                <a:cubicBezTo>
                  <a:pt x="361901" y="97501"/>
                  <a:pt x="359379" y="98251"/>
                  <a:pt x="356691" y="98750"/>
                </a:cubicBezTo>
                <a:cubicBezTo>
                  <a:pt x="354002" y="99250"/>
                  <a:pt x="350921" y="99500"/>
                  <a:pt x="347447" y="99500"/>
                </a:cubicBezTo>
                <a:lnTo>
                  <a:pt x="323322" y="99500"/>
                </a:lnTo>
                <a:cubicBezTo>
                  <a:pt x="322227" y="99500"/>
                  <a:pt x="321193" y="99131"/>
                  <a:pt x="320217" y="98393"/>
                </a:cubicBezTo>
                <a:cubicBezTo>
                  <a:pt x="319242" y="97656"/>
                  <a:pt x="318754" y="96359"/>
                  <a:pt x="318754" y="94503"/>
                </a:cubicBezTo>
                <a:lnTo>
                  <a:pt x="318754" y="12134"/>
                </a:lnTo>
                <a:cubicBezTo>
                  <a:pt x="318754" y="10278"/>
                  <a:pt x="319242" y="8982"/>
                  <a:pt x="320217" y="8244"/>
                </a:cubicBezTo>
                <a:cubicBezTo>
                  <a:pt x="321193" y="7506"/>
                  <a:pt x="322227" y="7138"/>
                  <a:pt x="323322" y="7138"/>
                </a:cubicBezTo>
                <a:lnTo>
                  <a:pt x="344307" y="7138"/>
                </a:lnTo>
                <a:cubicBezTo>
                  <a:pt x="349827" y="7138"/>
                  <a:pt x="354347" y="7661"/>
                  <a:pt x="357868" y="8708"/>
                </a:cubicBezTo>
                <a:cubicBezTo>
                  <a:pt x="361390" y="9755"/>
                  <a:pt x="364328" y="11278"/>
                  <a:pt x="366684" y="13276"/>
                </a:cubicBezTo>
                <a:cubicBezTo>
                  <a:pt x="369039" y="15275"/>
                  <a:pt x="370812" y="17725"/>
                  <a:pt x="372001" y="20628"/>
                </a:cubicBezTo>
                <a:cubicBezTo>
                  <a:pt x="373191" y="23531"/>
                  <a:pt x="373786" y="26814"/>
                  <a:pt x="373786" y="30478"/>
                </a:cubicBezTo>
                <a:cubicBezTo>
                  <a:pt x="373786" y="32667"/>
                  <a:pt x="373524" y="34761"/>
                  <a:pt x="373000" y="36759"/>
                </a:cubicBezTo>
                <a:cubicBezTo>
                  <a:pt x="372477" y="38758"/>
                  <a:pt x="371704" y="40602"/>
                  <a:pt x="370681" y="42291"/>
                </a:cubicBezTo>
                <a:cubicBezTo>
                  <a:pt x="369658" y="43980"/>
                  <a:pt x="368373" y="45491"/>
                  <a:pt x="366826" y="46823"/>
                </a:cubicBezTo>
                <a:cubicBezTo>
                  <a:pt x="365280" y="48156"/>
                  <a:pt x="363507" y="49250"/>
                  <a:pt x="361509" y="50107"/>
                </a:cubicBezTo>
                <a:cubicBezTo>
                  <a:pt x="364031" y="50583"/>
                  <a:pt x="366386" y="51451"/>
                  <a:pt x="368575" y="52712"/>
                </a:cubicBezTo>
                <a:cubicBezTo>
                  <a:pt x="370764" y="53973"/>
                  <a:pt x="372679" y="55579"/>
                  <a:pt x="374321" y="57530"/>
                </a:cubicBezTo>
                <a:cubicBezTo>
                  <a:pt x="375963" y="59481"/>
                  <a:pt x="377259" y="61765"/>
                  <a:pt x="378211" y="64382"/>
                </a:cubicBezTo>
                <a:cubicBezTo>
                  <a:pt x="379163" y="66999"/>
                  <a:pt x="379639" y="69878"/>
                  <a:pt x="379639" y="73019"/>
                </a:cubicBezTo>
                <a:moveTo>
                  <a:pt x="361152" y="31691"/>
                </a:moveTo>
                <a:cubicBezTo>
                  <a:pt x="361152" y="29455"/>
                  <a:pt x="360843" y="27433"/>
                  <a:pt x="360224" y="25624"/>
                </a:cubicBezTo>
                <a:cubicBezTo>
                  <a:pt x="359605" y="23816"/>
                  <a:pt x="358630" y="22282"/>
                  <a:pt x="357297" y="21021"/>
                </a:cubicBezTo>
                <a:cubicBezTo>
                  <a:pt x="355965" y="19760"/>
                  <a:pt x="354228" y="18796"/>
                  <a:pt x="352087" y="18130"/>
                </a:cubicBezTo>
                <a:cubicBezTo>
                  <a:pt x="349946" y="17464"/>
                  <a:pt x="347114" y="17131"/>
                  <a:pt x="343593" y="17131"/>
                </a:cubicBezTo>
                <a:lnTo>
                  <a:pt x="330888" y="17131"/>
                </a:lnTo>
                <a:lnTo>
                  <a:pt x="330888" y="47038"/>
                </a:lnTo>
                <a:lnTo>
                  <a:pt x="344878" y="47038"/>
                </a:lnTo>
                <a:cubicBezTo>
                  <a:pt x="348066" y="47038"/>
                  <a:pt x="350636" y="46621"/>
                  <a:pt x="352587" y="45788"/>
                </a:cubicBezTo>
                <a:cubicBezTo>
                  <a:pt x="354538" y="44956"/>
                  <a:pt x="356155" y="43837"/>
                  <a:pt x="357440" y="42434"/>
                </a:cubicBezTo>
                <a:cubicBezTo>
                  <a:pt x="358725" y="41030"/>
                  <a:pt x="359665" y="39388"/>
                  <a:pt x="360260" y="37509"/>
                </a:cubicBezTo>
                <a:cubicBezTo>
                  <a:pt x="360854" y="35629"/>
                  <a:pt x="361152" y="33690"/>
                  <a:pt x="361152" y="31691"/>
                </a:cubicBezTo>
                <a:moveTo>
                  <a:pt x="366719" y="73733"/>
                </a:moveTo>
                <a:cubicBezTo>
                  <a:pt x="366719" y="70973"/>
                  <a:pt x="366279" y="68546"/>
                  <a:pt x="365399" y="66452"/>
                </a:cubicBezTo>
                <a:cubicBezTo>
                  <a:pt x="364518" y="64358"/>
                  <a:pt x="363234" y="62598"/>
                  <a:pt x="361544" y="61170"/>
                </a:cubicBezTo>
                <a:cubicBezTo>
                  <a:pt x="359855" y="59743"/>
                  <a:pt x="357738" y="58660"/>
                  <a:pt x="355192" y="57923"/>
                </a:cubicBezTo>
                <a:cubicBezTo>
                  <a:pt x="352646" y="57185"/>
                  <a:pt x="349446" y="56816"/>
                  <a:pt x="345592" y="56816"/>
                </a:cubicBezTo>
                <a:lnTo>
                  <a:pt x="330888" y="56816"/>
                </a:lnTo>
                <a:lnTo>
                  <a:pt x="330888" y="89364"/>
                </a:lnTo>
                <a:lnTo>
                  <a:pt x="348732" y="89364"/>
                </a:lnTo>
                <a:cubicBezTo>
                  <a:pt x="351540" y="89364"/>
                  <a:pt x="353990" y="89031"/>
                  <a:pt x="356084" y="88365"/>
                </a:cubicBezTo>
                <a:cubicBezTo>
                  <a:pt x="358178" y="87699"/>
                  <a:pt x="360022" y="86711"/>
                  <a:pt x="361616" y="85403"/>
                </a:cubicBezTo>
                <a:cubicBezTo>
                  <a:pt x="363210" y="84094"/>
                  <a:pt x="364459" y="82464"/>
                  <a:pt x="365363" y="80513"/>
                </a:cubicBezTo>
                <a:cubicBezTo>
                  <a:pt x="366267" y="78562"/>
                  <a:pt x="366719" y="76302"/>
                  <a:pt x="366719" y="73733"/>
                </a:cubicBezTo>
                <a:close/>
                <a:moveTo>
                  <a:pt x="434025" y="37687"/>
                </a:moveTo>
                <a:cubicBezTo>
                  <a:pt x="434025" y="38734"/>
                  <a:pt x="434001" y="39614"/>
                  <a:pt x="433953" y="40328"/>
                </a:cubicBezTo>
                <a:cubicBezTo>
                  <a:pt x="433906" y="41042"/>
                  <a:pt x="433811" y="41601"/>
                  <a:pt x="433668" y="42005"/>
                </a:cubicBezTo>
                <a:cubicBezTo>
                  <a:pt x="433525" y="42410"/>
                  <a:pt x="433347" y="42719"/>
                  <a:pt x="433133" y="42933"/>
                </a:cubicBezTo>
                <a:cubicBezTo>
                  <a:pt x="432918" y="43147"/>
                  <a:pt x="432621" y="43255"/>
                  <a:pt x="432240" y="43255"/>
                </a:cubicBezTo>
                <a:cubicBezTo>
                  <a:pt x="431860" y="43255"/>
                  <a:pt x="431396" y="43147"/>
                  <a:pt x="430848" y="42933"/>
                </a:cubicBezTo>
                <a:cubicBezTo>
                  <a:pt x="430301" y="42719"/>
                  <a:pt x="429683" y="42505"/>
                  <a:pt x="428993" y="42291"/>
                </a:cubicBezTo>
                <a:cubicBezTo>
                  <a:pt x="428303" y="42077"/>
                  <a:pt x="427529" y="41875"/>
                  <a:pt x="426673" y="41684"/>
                </a:cubicBezTo>
                <a:cubicBezTo>
                  <a:pt x="425816" y="41494"/>
                  <a:pt x="424888" y="41399"/>
                  <a:pt x="423889" y="41399"/>
                </a:cubicBezTo>
                <a:cubicBezTo>
                  <a:pt x="422700" y="41399"/>
                  <a:pt x="421534" y="41637"/>
                  <a:pt x="420392" y="42113"/>
                </a:cubicBezTo>
                <a:cubicBezTo>
                  <a:pt x="419250" y="42588"/>
                  <a:pt x="418048" y="43374"/>
                  <a:pt x="416787" y="44468"/>
                </a:cubicBezTo>
                <a:cubicBezTo>
                  <a:pt x="415526" y="45562"/>
                  <a:pt x="414206" y="47014"/>
                  <a:pt x="412826" y="48822"/>
                </a:cubicBezTo>
                <a:cubicBezTo>
                  <a:pt x="411446" y="50630"/>
                  <a:pt x="409923" y="52843"/>
                  <a:pt x="408258" y="55460"/>
                </a:cubicBezTo>
                <a:lnTo>
                  <a:pt x="408258" y="97715"/>
                </a:lnTo>
                <a:cubicBezTo>
                  <a:pt x="408258" y="98096"/>
                  <a:pt x="408162" y="98417"/>
                  <a:pt x="407972" y="98679"/>
                </a:cubicBezTo>
                <a:cubicBezTo>
                  <a:pt x="407782" y="98941"/>
                  <a:pt x="407472" y="99167"/>
                  <a:pt x="407044" y="99357"/>
                </a:cubicBezTo>
                <a:cubicBezTo>
                  <a:pt x="406616" y="99547"/>
                  <a:pt x="406021" y="99690"/>
                  <a:pt x="405260" y="99785"/>
                </a:cubicBezTo>
                <a:cubicBezTo>
                  <a:pt x="404498" y="99880"/>
                  <a:pt x="403523" y="99928"/>
                  <a:pt x="402333" y="99928"/>
                </a:cubicBezTo>
                <a:cubicBezTo>
                  <a:pt x="401191" y="99928"/>
                  <a:pt x="400240" y="99880"/>
                  <a:pt x="399478" y="99785"/>
                </a:cubicBezTo>
                <a:cubicBezTo>
                  <a:pt x="398717" y="99690"/>
                  <a:pt x="398110" y="99547"/>
                  <a:pt x="397658" y="99357"/>
                </a:cubicBezTo>
                <a:cubicBezTo>
                  <a:pt x="397206" y="99167"/>
                  <a:pt x="396897" y="98941"/>
                  <a:pt x="396730" y="98679"/>
                </a:cubicBezTo>
                <a:cubicBezTo>
                  <a:pt x="396564" y="98417"/>
                  <a:pt x="396480" y="98096"/>
                  <a:pt x="396480" y="97715"/>
                </a:cubicBezTo>
                <a:lnTo>
                  <a:pt x="396480" y="33476"/>
                </a:lnTo>
                <a:cubicBezTo>
                  <a:pt x="396480" y="33095"/>
                  <a:pt x="396552" y="32774"/>
                  <a:pt x="396694" y="32512"/>
                </a:cubicBezTo>
                <a:cubicBezTo>
                  <a:pt x="396837" y="32251"/>
                  <a:pt x="397123" y="32013"/>
                  <a:pt x="397551" y="31799"/>
                </a:cubicBezTo>
                <a:cubicBezTo>
                  <a:pt x="397979" y="31584"/>
                  <a:pt x="398527" y="31442"/>
                  <a:pt x="399193" y="31370"/>
                </a:cubicBezTo>
                <a:cubicBezTo>
                  <a:pt x="399859" y="31299"/>
                  <a:pt x="400739" y="31263"/>
                  <a:pt x="401834" y="31263"/>
                </a:cubicBezTo>
                <a:cubicBezTo>
                  <a:pt x="402881" y="31263"/>
                  <a:pt x="403749" y="31299"/>
                  <a:pt x="404439" y="31370"/>
                </a:cubicBezTo>
                <a:cubicBezTo>
                  <a:pt x="405129" y="31442"/>
                  <a:pt x="405664" y="31584"/>
                  <a:pt x="406045" y="31799"/>
                </a:cubicBezTo>
                <a:cubicBezTo>
                  <a:pt x="406426" y="32013"/>
                  <a:pt x="406699" y="32251"/>
                  <a:pt x="406866" y="32512"/>
                </a:cubicBezTo>
                <a:cubicBezTo>
                  <a:pt x="407032" y="32774"/>
                  <a:pt x="407116" y="33095"/>
                  <a:pt x="407116" y="33476"/>
                </a:cubicBezTo>
                <a:lnTo>
                  <a:pt x="407116" y="42826"/>
                </a:lnTo>
                <a:cubicBezTo>
                  <a:pt x="408876" y="40257"/>
                  <a:pt x="410530" y="38163"/>
                  <a:pt x="412076" y="36545"/>
                </a:cubicBezTo>
                <a:cubicBezTo>
                  <a:pt x="413623" y="34927"/>
                  <a:pt x="415086" y="33654"/>
                  <a:pt x="416466" y="32726"/>
                </a:cubicBezTo>
                <a:cubicBezTo>
                  <a:pt x="417846" y="31799"/>
                  <a:pt x="419214" y="31156"/>
                  <a:pt x="420570" y="30799"/>
                </a:cubicBezTo>
                <a:cubicBezTo>
                  <a:pt x="421926" y="30442"/>
                  <a:pt x="423294" y="30264"/>
                  <a:pt x="424674" y="30264"/>
                </a:cubicBezTo>
                <a:cubicBezTo>
                  <a:pt x="425293" y="30264"/>
                  <a:pt x="425995" y="30300"/>
                  <a:pt x="426780" y="30371"/>
                </a:cubicBezTo>
                <a:cubicBezTo>
                  <a:pt x="427565" y="30442"/>
                  <a:pt x="428386" y="30573"/>
                  <a:pt x="429242" y="30764"/>
                </a:cubicBezTo>
                <a:cubicBezTo>
                  <a:pt x="430099" y="30954"/>
                  <a:pt x="430872" y="31168"/>
                  <a:pt x="431562" y="31406"/>
                </a:cubicBezTo>
                <a:cubicBezTo>
                  <a:pt x="432252" y="31644"/>
                  <a:pt x="432740" y="31882"/>
                  <a:pt x="433025" y="32120"/>
                </a:cubicBezTo>
                <a:cubicBezTo>
                  <a:pt x="433311" y="32358"/>
                  <a:pt x="433501" y="32584"/>
                  <a:pt x="433596" y="32798"/>
                </a:cubicBezTo>
                <a:cubicBezTo>
                  <a:pt x="433692" y="33012"/>
                  <a:pt x="433775" y="33286"/>
                  <a:pt x="433846" y="33619"/>
                </a:cubicBezTo>
                <a:cubicBezTo>
                  <a:pt x="433918" y="33952"/>
                  <a:pt x="433965" y="34439"/>
                  <a:pt x="433989" y="35082"/>
                </a:cubicBezTo>
                <a:cubicBezTo>
                  <a:pt x="434013" y="35724"/>
                  <a:pt x="434025" y="36593"/>
                  <a:pt x="434025" y="37687"/>
                </a:cubicBezTo>
                <a:close/>
                <a:moveTo>
                  <a:pt x="456935" y="97715"/>
                </a:moveTo>
                <a:cubicBezTo>
                  <a:pt x="456935" y="98096"/>
                  <a:pt x="456840" y="98417"/>
                  <a:pt x="456650" y="98679"/>
                </a:cubicBezTo>
                <a:cubicBezTo>
                  <a:pt x="456459" y="98941"/>
                  <a:pt x="456150" y="99167"/>
                  <a:pt x="455722" y="99357"/>
                </a:cubicBezTo>
                <a:cubicBezTo>
                  <a:pt x="455293" y="99547"/>
                  <a:pt x="454699" y="99690"/>
                  <a:pt x="453937" y="99785"/>
                </a:cubicBezTo>
                <a:cubicBezTo>
                  <a:pt x="453176" y="99880"/>
                  <a:pt x="452200" y="99928"/>
                  <a:pt x="451011" y="99928"/>
                </a:cubicBezTo>
                <a:cubicBezTo>
                  <a:pt x="449869" y="99928"/>
                  <a:pt x="448917" y="99880"/>
                  <a:pt x="448156" y="99785"/>
                </a:cubicBezTo>
                <a:cubicBezTo>
                  <a:pt x="447394" y="99690"/>
                  <a:pt x="446788" y="99547"/>
                  <a:pt x="446336" y="99357"/>
                </a:cubicBezTo>
                <a:cubicBezTo>
                  <a:pt x="445884" y="99167"/>
                  <a:pt x="445574" y="98941"/>
                  <a:pt x="445408" y="98679"/>
                </a:cubicBezTo>
                <a:cubicBezTo>
                  <a:pt x="445241" y="98417"/>
                  <a:pt x="445158" y="98096"/>
                  <a:pt x="445158" y="97715"/>
                </a:cubicBezTo>
                <a:lnTo>
                  <a:pt x="445158" y="33476"/>
                </a:lnTo>
                <a:cubicBezTo>
                  <a:pt x="445158" y="33143"/>
                  <a:pt x="445241" y="32833"/>
                  <a:pt x="445408" y="32548"/>
                </a:cubicBezTo>
                <a:cubicBezTo>
                  <a:pt x="445574" y="32262"/>
                  <a:pt x="445884" y="32025"/>
                  <a:pt x="446336" y="31834"/>
                </a:cubicBezTo>
                <a:cubicBezTo>
                  <a:pt x="446788" y="31644"/>
                  <a:pt x="447394" y="31501"/>
                  <a:pt x="448156" y="31406"/>
                </a:cubicBezTo>
                <a:cubicBezTo>
                  <a:pt x="448917" y="31311"/>
                  <a:pt x="449869" y="31263"/>
                  <a:pt x="451011" y="31263"/>
                </a:cubicBezTo>
                <a:cubicBezTo>
                  <a:pt x="452200" y="31263"/>
                  <a:pt x="453176" y="31311"/>
                  <a:pt x="453937" y="31406"/>
                </a:cubicBezTo>
                <a:cubicBezTo>
                  <a:pt x="454699" y="31501"/>
                  <a:pt x="455293" y="31644"/>
                  <a:pt x="455722" y="31834"/>
                </a:cubicBezTo>
                <a:cubicBezTo>
                  <a:pt x="456150" y="32025"/>
                  <a:pt x="456459" y="32262"/>
                  <a:pt x="456650" y="32548"/>
                </a:cubicBezTo>
                <a:cubicBezTo>
                  <a:pt x="456840" y="32833"/>
                  <a:pt x="456935" y="33143"/>
                  <a:pt x="456935" y="33476"/>
                </a:cubicBezTo>
                <a:lnTo>
                  <a:pt x="456935" y="97715"/>
                </a:lnTo>
                <a:moveTo>
                  <a:pt x="458291" y="11706"/>
                </a:moveTo>
                <a:cubicBezTo>
                  <a:pt x="458291" y="14466"/>
                  <a:pt x="457768" y="16345"/>
                  <a:pt x="456721" y="17345"/>
                </a:cubicBezTo>
                <a:cubicBezTo>
                  <a:pt x="455674" y="18344"/>
                  <a:pt x="453747" y="18844"/>
                  <a:pt x="450939" y="18844"/>
                </a:cubicBezTo>
                <a:cubicBezTo>
                  <a:pt x="448180" y="18844"/>
                  <a:pt x="446288" y="18356"/>
                  <a:pt x="445265" y="17380"/>
                </a:cubicBezTo>
                <a:cubicBezTo>
                  <a:pt x="444242" y="16405"/>
                  <a:pt x="443730" y="14561"/>
                  <a:pt x="443730" y="11849"/>
                </a:cubicBezTo>
                <a:cubicBezTo>
                  <a:pt x="443730" y="9089"/>
                  <a:pt x="444254" y="7209"/>
                  <a:pt x="445301" y="6210"/>
                </a:cubicBezTo>
                <a:cubicBezTo>
                  <a:pt x="446347" y="5211"/>
                  <a:pt x="448275" y="4711"/>
                  <a:pt x="451082" y="4711"/>
                </a:cubicBezTo>
                <a:cubicBezTo>
                  <a:pt x="453842" y="4711"/>
                  <a:pt x="455734" y="5199"/>
                  <a:pt x="456757" y="6174"/>
                </a:cubicBezTo>
                <a:cubicBezTo>
                  <a:pt x="457780" y="7150"/>
                  <a:pt x="458291" y="8994"/>
                  <a:pt x="458291" y="11706"/>
                </a:cubicBezTo>
                <a:close/>
                <a:moveTo>
                  <a:pt x="521745" y="88008"/>
                </a:moveTo>
                <a:cubicBezTo>
                  <a:pt x="521745" y="88817"/>
                  <a:pt x="521721" y="89519"/>
                  <a:pt x="521674" y="90114"/>
                </a:cubicBezTo>
                <a:cubicBezTo>
                  <a:pt x="521626" y="90708"/>
                  <a:pt x="521543" y="91208"/>
                  <a:pt x="521424" y="91613"/>
                </a:cubicBezTo>
                <a:cubicBezTo>
                  <a:pt x="521305" y="92017"/>
                  <a:pt x="521162" y="92374"/>
                  <a:pt x="520996" y="92683"/>
                </a:cubicBezTo>
                <a:cubicBezTo>
                  <a:pt x="520829" y="92993"/>
                  <a:pt x="520448" y="93445"/>
                  <a:pt x="519853" y="94039"/>
                </a:cubicBezTo>
                <a:cubicBezTo>
                  <a:pt x="519259" y="94634"/>
                  <a:pt x="518248" y="95372"/>
                  <a:pt x="516820" y="96252"/>
                </a:cubicBezTo>
                <a:cubicBezTo>
                  <a:pt x="515392" y="97132"/>
                  <a:pt x="513786" y="97918"/>
                  <a:pt x="512002" y="98608"/>
                </a:cubicBezTo>
                <a:cubicBezTo>
                  <a:pt x="510218" y="99298"/>
                  <a:pt x="508278" y="99857"/>
                  <a:pt x="506185" y="100285"/>
                </a:cubicBezTo>
                <a:cubicBezTo>
                  <a:pt x="504091" y="100713"/>
                  <a:pt x="501926" y="100927"/>
                  <a:pt x="499689" y="100927"/>
                </a:cubicBezTo>
                <a:cubicBezTo>
                  <a:pt x="495074" y="100927"/>
                  <a:pt x="490981" y="100164"/>
                  <a:pt x="487413" y="98639"/>
                </a:cubicBezTo>
                <a:cubicBezTo>
                  <a:pt x="483844" y="97113"/>
                  <a:pt x="480858" y="94884"/>
                  <a:pt x="478455" y="91952"/>
                </a:cubicBezTo>
                <a:cubicBezTo>
                  <a:pt x="476052" y="89019"/>
                  <a:pt x="474220" y="85419"/>
                  <a:pt x="472959" y="81151"/>
                </a:cubicBezTo>
                <a:cubicBezTo>
                  <a:pt x="471698" y="76884"/>
                  <a:pt x="471067" y="71961"/>
                  <a:pt x="471067" y="66383"/>
                </a:cubicBezTo>
                <a:cubicBezTo>
                  <a:pt x="471067" y="60041"/>
                  <a:pt x="471840" y="54593"/>
                  <a:pt x="473387" y="50040"/>
                </a:cubicBezTo>
                <a:cubicBezTo>
                  <a:pt x="474933" y="45487"/>
                  <a:pt x="477051" y="41756"/>
                  <a:pt x="479740" y="38847"/>
                </a:cubicBezTo>
                <a:cubicBezTo>
                  <a:pt x="482428" y="35938"/>
                  <a:pt x="485592" y="33781"/>
                  <a:pt x="489233" y="32374"/>
                </a:cubicBezTo>
                <a:cubicBezTo>
                  <a:pt x="492873" y="30967"/>
                  <a:pt x="496811" y="30264"/>
                  <a:pt x="501046" y="30264"/>
                </a:cubicBezTo>
                <a:cubicBezTo>
                  <a:pt x="503092" y="30264"/>
                  <a:pt x="505078" y="30454"/>
                  <a:pt x="507006" y="30835"/>
                </a:cubicBezTo>
                <a:cubicBezTo>
                  <a:pt x="508933" y="31216"/>
                  <a:pt x="510705" y="31715"/>
                  <a:pt x="512323" y="32334"/>
                </a:cubicBezTo>
                <a:cubicBezTo>
                  <a:pt x="513941" y="32952"/>
                  <a:pt x="515381" y="33666"/>
                  <a:pt x="516642" y="34475"/>
                </a:cubicBezTo>
                <a:cubicBezTo>
                  <a:pt x="517903" y="35284"/>
                  <a:pt x="518819" y="35974"/>
                  <a:pt x="519390" y="36545"/>
                </a:cubicBezTo>
                <a:cubicBezTo>
                  <a:pt x="519961" y="37116"/>
                  <a:pt x="520353" y="37568"/>
                  <a:pt x="520567" y="37901"/>
                </a:cubicBezTo>
                <a:cubicBezTo>
                  <a:pt x="520781" y="38234"/>
                  <a:pt x="520960" y="38627"/>
                  <a:pt x="521103" y="39079"/>
                </a:cubicBezTo>
                <a:cubicBezTo>
                  <a:pt x="521245" y="39531"/>
                  <a:pt x="521341" y="40043"/>
                  <a:pt x="521388" y="40614"/>
                </a:cubicBezTo>
                <a:cubicBezTo>
                  <a:pt x="521436" y="41185"/>
                  <a:pt x="521459" y="41898"/>
                  <a:pt x="521459" y="42755"/>
                </a:cubicBezTo>
                <a:cubicBezTo>
                  <a:pt x="521459" y="44611"/>
                  <a:pt x="521245" y="45907"/>
                  <a:pt x="520817" y="46645"/>
                </a:cubicBezTo>
                <a:cubicBezTo>
                  <a:pt x="520389" y="47383"/>
                  <a:pt x="519865" y="47751"/>
                  <a:pt x="519247" y="47751"/>
                </a:cubicBezTo>
                <a:cubicBezTo>
                  <a:pt x="518533" y="47751"/>
                  <a:pt x="517712" y="47359"/>
                  <a:pt x="516784" y="46574"/>
                </a:cubicBezTo>
                <a:cubicBezTo>
                  <a:pt x="515856" y="45788"/>
                  <a:pt x="514679" y="44920"/>
                  <a:pt x="513251" y="43968"/>
                </a:cubicBezTo>
                <a:cubicBezTo>
                  <a:pt x="511824" y="43017"/>
                  <a:pt x="510099" y="42148"/>
                  <a:pt x="508076" y="41363"/>
                </a:cubicBezTo>
                <a:cubicBezTo>
                  <a:pt x="506054" y="40578"/>
                  <a:pt x="503663" y="40185"/>
                  <a:pt x="500903" y="40185"/>
                </a:cubicBezTo>
                <a:cubicBezTo>
                  <a:pt x="495240" y="40185"/>
                  <a:pt x="490898" y="42369"/>
                  <a:pt x="487877" y="46736"/>
                </a:cubicBezTo>
                <a:cubicBezTo>
                  <a:pt x="484855" y="51102"/>
                  <a:pt x="483344" y="57436"/>
                  <a:pt x="483344" y="65738"/>
                </a:cubicBezTo>
                <a:cubicBezTo>
                  <a:pt x="483344" y="69890"/>
                  <a:pt x="483737" y="73529"/>
                  <a:pt x="484522" y="76655"/>
                </a:cubicBezTo>
                <a:cubicBezTo>
                  <a:pt x="485307" y="79780"/>
                  <a:pt x="486461" y="82393"/>
                  <a:pt x="487984" y="84493"/>
                </a:cubicBezTo>
                <a:cubicBezTo>
                  <a:pt x="489506" y="86592"/>
                  <a:pt x="491374" y="88155"/>
                  <a:pt x="493587" y="89181"/>
                </a:cubicBezTo>
                <a:cubicBezTo>
                  <a:pt x="495799" y="90207"/>
                  <a:pt x="498333" y="90720"/>
                  <a:pt x="501188" y="90720"/>
                </a:cubicBezTo>
                <a:cubicBezTo>
                  <a:pt x="503901" y="90720"/>
                  <a:pt x="506280" y="90292"/>
                  <a:pt x="508326" y="89436"/>
                </a:cubicBezTo>
                <a:cubicBezTo>
                  <a:pt x="510372" y="88579"/>
                  <a:pt x="512145" y="87639"/>
                  <a:pt x="513644" y="86616"/>
                </a:cubicBezTo>
                <a:cubicBezTo>
                  <a:pt x="515143" y="85593"/>
                  <a:pt x="516404" y="84665"/>
                  <a:pt x="517427" y="83832"/>
                </a:cubicBezTo>
                <a:cubicBezTo>
                  <a:pt x="518450" y="83000"/>
                  <a:pt x="519247" y="82583"/>
                  <a:pt x="519818" y="82583"/>
                </a:cubicBezTo>
                <a:cubicBezTo>
                  <a:pt x="520151" y="82583"/>
                  <a:pt x="520436" y="82679"/>
                  <a:pt x="520674" y="82869"/>
                </a:cubicBezTo>
                <a:cubicBezTo>
                  <a:pt x="520912" y="83059"/>
                  <a:pt x="521114" y="83380"/>
                  <a:pt x="521281" y="83832"/>
                </a:cubicBezTo>
                <a:cubicBezTo>
                  <a:pt x="521448" y="84285"/>
                  <a:pt x="521567" y="84856"/>
                  <a:pt x="521638" y="85546"/>
                </a:cubicBezTo>
                <a:cubicBezTo>
                  <a:pt x="521709" y="86236"/>
                  <a:pt x="521745" y="87056"/>
                  <a:pt x="521745" y="88008"/>
                </a:cubicBezTo>
                <a:close/>
                <a:moveTo>
                  <a:pt x="595116" y="97644"/>
                </a:moveTo>
                <a:cubicBezTo>
                  <a:pt x="595116" y="98025"/>
                  <a:pt x="595021" y="98358"/>
                  <a:pt x="594831" y="98643"/>
                </a:cubicBezTo>
                <a:cubicBezTo>
                  <a:pt x="594640" y="98929"/>
                  <a:pt x="594319" y="99167"/>
                  <a:pt x="593867" y="99357"/>
                </a:cubicBezTo>
                <a:cubicBezTo>
                  <a:pt x="593415" y="99547"/>
                  <a:pt x="592784" y="99690"/>
                  <a:pt x="591975" y="99785"/>
                </a:cubicBezTo>
                <a:cubicBezTo>
                  <a:pt x="591166" y="99880"/>
                  <a:pt x="590143" y="99928"/>
                  <a:pt x="588906" y="99928"/>
                </a:cubicBezTo>
                <a:cubicBezTo>
                  <a:pt x="587621" y="99928"/>
                  <a:pt x="586563" y="99892"/>
                  <a:pt x="585730" y="99821"/>
                </a:cubicBezTo>
                <a:cubicBezTo>
                  <a:pt x="584897" y="99750"/>
                  <a:pt x="584195" y="99631"/>
                  <a:pt x="583624" y="99464"/>
                </a:cubicBezTo>
                <a:cubicBezTo>
                  <a:pt x="583053" y="99298"/>
                  <a:pt x="582589" y="99060"/>
                  <a:pt x="582232" y="98750"/>
                </a:cubicBezTo>
                <a:cubicBezTo>
                  <a:pt x="581876" y="98441"/>
                  <a:pt x="581554" y="98072"/>
                  <a:pt x="581269" y="97644"/>
                </a:cubicBezTo>
                <a:lnTo>
                  <a:pt x="554146" y="62098"/>
                </a:lnTo>
                <a:lnTo>
                  <a:pt x="554146" y="97715"/>
                </a:lnTo>
                <a:cubicBezTo>
                  <a:pt x="554146" y="98096"/>
                  <a:pt x="554050" y="98417"/>
                  <a:pt x="553860" y="98679"/>
                </a:cubicBezTo>
                <a:cubicBezTo>
                  <a:pt x="553670" y="98941"/>
                  <a:pt x="553360" y="99167"/>
                  <a:pt x="552932" y="99357"/>
                </a:cubicBezTo>
                <a:cubicBezTo>
                  <a:pt x="552504" y="99547"/>
                  <a:pt x="551909" y="99690"/>
                  <a:pt x="551148" y="99785"/>
                </a:cubicBezTo>
                <a:cubicBezTo>
                  <a:pt x="550386" y="99880"/>
                  <a:pt x="549411" y="99928"/>
                  <a:pt x="548221" y="99928"/>
                </a:cubicBezTo>
                <a:cubicBezTo>
                  <a:pt x="547079" y="99928"/>
                  <a:pt x="546128" y="99880"/>
                  <a:pt x="545366" y="99785"/>
                </a:cubicBezTo>
                <a:cubicBezTo>
                  <a:pt x="544605" y="99690"/>
                  <a:pt x="543998" y="99547"/>
                  <a:pt x="543546" y="99357"/>
                </a:cubicBezTo>
                <a:cubicBezTo>
                  <a:pt x="543094" y="99167"/>
                  <a:pt x="542785" y="98941"/>
                  <a:pt x="542618" y="98679"/>
                </a:cubicBezTo>
                <a:cubicBezTo>
                  <a:pt x="542452" y="98416"/>
                  <a:pt x="542368" y="98094"/>
                  <a:pt x="542368" y="97713"/>
                </a:cubicBezTo>
                <a:lnTo>
                  <a:pt x="542368" y="2286"/>
                </a:lnTo>
                <a:cubicBezTo>
                  <a:pt x="542368" y="1906"/>
                  <a:pt x="542452" y="1573"/>
                  <a:pt x="542618" y="1287"/>
                </a:cubicBezTo>
                <a:cubicBezTo>
                  <a:pt x="542785" y="1000"/>
                  <a:pt x="543094" y="761"/>
                  <a:pt x="543546" y="571"/>
                </a:cubicBezTo>
                <a:cubicBezTo>
                  <a:pt x="543998" y="381"/>
                  <a:pt x="544605" y="238"/>
                  <a:pt x="545366" y="143"/>
                </a:cubicBezTo>
                <a:cubicBezTo>
                  <a:pt x="546128" y="48"/>
                  <a:pt x="547079" y="0"/>
                  <a:pt x="548221" y="0"/>
                </a:cubicBezTo>
                <a:cubicBezTo>
                  <a:pt x="549411" y="0"/>
                  <a:pt x="550386" y="48"/>
                  <a:pt x="551148" y="143"/>
                </a:cubicBezTo>
                <a:cubicBezTo>
                  <a:pt x="551909" y="238"/>
                  <a:pt x="552504" y="381"/>
                  <a:pt x="552932" y="571"/>
                </a:cubicBezTo>
                <a:cubicBezTo>
                  <a:pt x="553360" y="761"/>
                  <a:pt x="553670" y="1000"/>
                  <a:pt x="553860" y="1287"/>
                </a:cubicBezTo>
                <a:cubicBezTo>
                  <a:pt x="554050" y="1573"/>
                  <a:pt x="554146" y="1906"/>
                  <a:pt x="554146" y="2286"/>
                </a:cubicBezTo>
                <a:lnTo>
                  <a:pt x="554146" y="60456"/>
                </a:lnTo>
                <a:lnTo>
                  <a:pt x="578414" y="33761"/>
                </a:lnTo>
                <a:cubicBezTo>
                  <a:pt x="578794" y="33286"/>
                  <a:pt x="579199" y="32893"/>
                  <a:pt x="579627" y="32584"/>
                </a:cubicBezTo>
                <a:cubicBezTo>
                  <a:pt x="580055" y="32274"/>
                  <a:pt x="580567" y="32013"/>
                  <a:pt x="581162" y="31799"/>
                </a:cubicBezTo>
                <a:cubicBezTo>
                  <a:pt x="581757" y="31584"/>
                  <a:pt x="582458" y="31442"/>
                  <a:pt x="583267" y="31370"/>
                </a:cubicBezTo>
                <a:cubicBezTo>
                  <a:pt x="584076" y="31299"/>
                  <a:pt x="585052" y="31263"/>
                  <a:pt x="586194" y="31263"/>
                </a:cubicBezTo>
                <a:cubicBezTo>
                  <a:pt x="587384" y="31263"/>
                  <a:pt x="588383" y="31299"/>
                  <a:pt x="589192" y="31370"/>
                </a:cubicBezTo>
                <a:cubicBezTo>
                  <a:pt x="590001" y="31442"/>
                  <a:pt x="590655" y="31561"/>
                  <a:pt x="591155" y="31727"/>
                </a:cubicBezTo>
                <a:cubicBezTo>
                  <a:pt x="591654" y="31894"/>
                  <a:pt x="592011" y="32108"/>
                  <a:pt x="592225" y="32370"/>
                </a:cubicBezTo>
                <a:cubicBezTo>
                  <a:pt x="592439" y="32631"/>
                  <a:pt x="592546" y="32976"/>
                  <a:pt x="592546" y="33405"/>
                </a:cubicBezTo>
                <a:cubicBezTo>
                  <a:pt x="592546" y="33976"/>
                  <a:pt x="592392" y="34547"/>
                  <a:pt x="592082" y="35118"/>
                </a:cubicBezTo>
                <a:cubicBezTo>
                  <a:pt x="591773" y="35689"/>
                  <a:pt x="591262" y="36355"/>
                  <a:pt x="590548" y="37116"/>
                </a:cubicBezTo>
                <a:lnTo>
                  <a:pt x="567279" y="60385"/>
                </a:lnTo>
                <a:lnTo>
                  <a:pt x="593403" y="94289"/>
                </a:lnTo>
                <a:cubicBezTo>
                  <a:pt x="594022" y="95098"/>
                  <a:pt x="594462" y="95752"/>
                  <a:pt x="594723" y="96252"/>
                </a:cubicBezTo>
                <a:cubicBezTo>
                  <a:pt x="594985" y="96752"/>
                  <a:pt x="595116" y="97216"/>
                  <a:pt x="595116" y="97644"/>
                </a:cubicBezTo>
                <a:close/>
                <a:moveTo>
                  <a:pt x="620595" y="42362"/>
                </a:moveTo>
                <a:cubicBezTo>
                  <a:pt x="620595" y="43892"/>
                  <a:pt x="620488" y="45183"/>
                  <a:pt x="620274" y="46235"/>
                </a:cubicBezTo>
                <a:cubicBezTo>
                  <a:pt x="620060" y="47286"/>
                  <a:pt x="619655" y="48134"/>
                  <a:pt x="619060" y="48780"/>
                </a:cubicBezTo>
                <a:cubicBezTo>
                  <a:pt x="618466" y="49423"/>
                  <a:pt x="617692" y="49877"/>
                  <a:pt x="616741" y="50140"/>
                </a:cubicBezTo>
                <a:cubicBezTo>
                  <a:pt x="615789" y="50403"/>
                  <a:pt x="614576" y="50535"/>
                  <a:pt x="613100" y="50535"/>
                </a:cubicBezTo>
                <a:cubicBezTo>
                  <a:pt x="611578" y="50535"/>
                  <a:pt x="610341" y="50403"/>
                  <a:pt x="609389" y="50140"/>
                </a:cubicBezTo>
                <a:cubicBezTo>
                  <a:pt x="608437" y="49877"/>
                  <a:pt x="607676" y="49423"/>
                  <a:pt x="607105" y="48780"/>
                </a:cubicBezTo>
                <a:cubicBezTo>
                  <a:pt x="606534" y="48134"/>
                  <a:pt x="606141" y="47286"/>
                  <a:pt x="605927" y="46235"/>
                </a:cubicBezTo>
                <a:cubicBezTo>
                  <a:pt x="605713" y="45183"/>
                  <a:pt x="605606" y="43892"/>
                  <a:pt x="605606" y="42362"/>
                </a:cubicBezTo>
                <a:cubicBezTo>
                  <a:pt x="605606" y="40737"/>
                  <a:pt x="605713" y="39387"/>
                  <a:pt x="605927" y="38312"/>
                </a:cubicBezTo>
                <a:cubicBezTo>
                  <a:pt x="606141" y="37237"/>
                  <a:pt x="606534" y="36377"/>
                  <a:pt x="607105" y="35733"/>
                </a:cubicBezTo>
                <a:cubicBezTo>
                  <a:pt x="607676" y="35088"/>
                  <a:pt x="608437" y="34634"/>
                  <a:pt x="609389" y="34370"/>
                </a:cubicBezTo>
                <a:cubicBezTo>
                  <a:pt x="610341" y="34107"/>
                  <a:pt x="611578" y="33976"/>
                  <a:pt x="613100" y="33976"/>
                </a:cubicBezTo>
                <a:cubicBezTo>
                  <a:pt x="614576" y="33976"/>
                  <a:pt x="615789" y="34107"/>
                  <a:pt x="616741" y="34370"/>
                </a:cubicBezTo>
                <a:cubicBezTo>
                  <a:pt x="617692" y="34634"/>
                  <a:pt x="618466" y="35088"/>
                  <a:pt x="619060" y="35733"/>
                </a:cubicBezTo>
                <a:cubicBezTo>
                  <a:pt x="619655" y="36377"/>
                  <a:pt x="620060" y="37237"/>
                  <a:pt x="620274" y="38312"/>
                </a:cubicBezTo>
                <a:cubicBezTo>
                  <a:pt x="620488" y="39387"/>
                  <a:pt x="620595" y="40737"/>
                  <a:pt x="620595" y="42362"/>
                </a:cubicBezTo>
                <a:moveTo>
                  <a:pt x="620595" y="91969"/>
                </a:moveTo>
                <a:cubicBezTo>
                  <a:pt x="620595" y="93547"/>
                  <a:pt x="620488" y="94862"/>
                  <a:pt x="620274" y="95913"/>
                </a:cubicBezTo>
                <a:cubicBezTo>
                  <a:pt x="620060" y="96964"/>
                  <a:pt x="619655" y="97813"/>
                  <a:pt x="619060" y="98458"/>
                </a:cubicBezTo>
                <a:cubicBezTo>
                  <a:pt x="618466" y="99102"/>
                  <a:pt x="617692" y="99556"/>
                  <a:pt x="616741" y="99819"/>
                </a:cubicBezTo>
                <a:cubicBezTo>
                  <a:pt x="615789" y="100082"/>
                  <a:pt x="614576" y="100214"/>
                  <a:pt x="613100" y="100214"/>
                </a:cubicBezTo>
                <a:cubicBezTo>
                  <a:pt x="611578" y="100214"/>
                  <a:pt x="610341" y="100082"/>
                  <a:pt x="609389" y="99819"/>
                </a:cubicBezTo>
                <a:cubicBezTo>
                  <a:pt x="608437" y="99556"/>
                  <a:pt x="607676" y="99102"/>
                  <a:pt x="607105" y="98458"/>
                </a:cubicBezTo>
                <a:cubicBezTo>
                  <a:pt x="606534" y="97813"/>
                  <a:pt x="606141" y="96964"/>
                  <a:pt x="605927" y="95913"/>
                </a:cubicBezTo>
                <a:cubicBezTo>
                  <a:pt x="605713" y="94862"/>
                  <a:pt x="605606" y="93547"/>
                  <a:pt x="605606" y="91969"/>
                </a:cubicBezTo>
                <a:cubicBezTo>
                  <a:pt x="605606" y="90392"/>
                  <a:pt x="605713" y="89065"/>
                  <a:pt x="605927" y="87990"/>
                </a:cubicBezTo>
                <a:cubicBezTo>
                  <a:pt x="606141" y="86915"/>
                  <a:pt x="606534" y="86067"/>
                  <a:pt x="607105" y="85447"/>
                </a:cubicBezTo>
                <a:cubicBezTo>
                  <a:pt x="607676" y="84826"/>
                  <a:pt x="608437" y="84372"/>
                  <a:pt x="609389" y="84085"/>
                </a:cubicBezTo>
                <a:cubicBezTo>
                  <a:pt x="610341" y="83798"/>
                  <a:pt x="611578" y="83654"/>
                  <a:pt x="613100" y="83654"/>
                </a:cubicBezTo>
                <a:cubicBezTo>
                  <a:pt x="614576" y="83654"/>
                  <a:pt x="615789" y="83798"/>
                  <a:pt x="616741" y="84085"/>
                </a:cubicBezTo>
                <a:cubicBezTo>
                  <a:pt x="617692" y="84372"/>
                  <a:pt x="618466" y="84826"/>
                  <a:pt x="619060" y="85447"/>
                </a:cubicBezTo>
                <a:cubicBezTo>
                  <a:pt x="619655" y="86067"/>
                  <a:pt x="620060" y="86915"/>
                  <a:pt x="620274" y="87990"/>
                </a:cubicBezTo>
                <a:cubicBezTo>
                  <a:pt x="620488" y="89065"/>
                  <a:pt x="620595" y="90392"/>
                  <a:pt x="620595" y="919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Text 1x2(5,0,2)">
            <a:extLst xmlns:a="http://schemas.openxmlformats.org/drawingml/2006/main">
              <a:ext uri="{FF2B5EF4-FFF2-40B4-BE49-F238E27FC236}">
                <a16:creationId xmlns:a16="http://schemas.microsoft.com/office/drawing/2014/main" id="{3AB133BF-06E3-4E6B-B0EB-4DD03CD6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596" y="2163970"/>
            <a:ext cx="605782" cy="125877"/>
          </a:xfrm>
          <a:custGeom xmlns:a="http://schemas.openxmlformats.org/drawingml/2006/main">
            <a:pathLst>
              <a:path w="605782" h="125877">
                <a:moveTo>
                  <a:pt x="53672" y="96368"/>
                </a:moveTo>
                <a:cubicBezTo>
                  <a:pt x="53672" y="97271"/>
                  <a:pt x="53601" y="98031"/>
                  <a:pt x="53459" y="98649"/>
                </a:cubicBezTo>
                <a:cubicBezTo>
                  <a:pt x="53316" y="99267"/>
                  <a:pt x="53126" y="99766"/>
                  <a:pt x="52888" y="100146"/>
                </a:cubicBezTo>
                <a:cubicBezTo>
                  <a:pt x="52651" y="100526"/>
                  <a:pt x="52378" y="100799"/>
                  <a:pt x="52069" y="100966"/>
                </a:cubicBezTo>
                <a:cubicBezTo>
                  <a:pt x="51760" y="101132"/>
                  <a:pt x="51439" y="101215"/>
                  <a:pt x="51106" y="101215"/>
                </a:cubicBezTo>
                <a:lnTo>
                  <a:pt x="2922" y="101215"/>
                </a:lnTo>
                <a:cubicBezTo>
                  <a:pt x="2590" y="101215"/>
                  <a:pt x="2281" y="101132"/>
                  <a:pt x="1996" y="100966"/>
                </a:cubicBezTo>
                <a:cubicBezTo>
                  <a:pt x="1711" y="100799"/>
                  <a:pt x="1437" y="100526"/>
                  <a:pt x="1176" y="100146"/>
                </a:cubicBezTo>
                <a:cubicBezTo>
                  <a:pt x="915" y="99766"/>
                  <a:pt x="713" y="99267"/>
                  <a:pt x="570" y="98649"/>
                </a:cubicBezTo>
                <a:cubicBezTo>
                  <a:pt x="428" y="98031"/>
                  <a:pt x="356" y="97271"/>
                  <a:pt x="356" y="96368"/>
                </a:cubicBezTo>
                <a:cubicBezTo>
                  <a:pt x="356" y="95513"/>
                  <a:pt x="428" y="94776"/>
                  <a:pt x="570" y="94158"/>
                </a:cubicBezTo>
                <a:cubicBezTo>
                  <a:pt x="713" y="93541"/>
                  <a:pt x="891" y="93030"/>
                  <a:pt x="1105" y="92626"/>
                </a:cubicBezTo>
                <a:cubicBezTo>
                  <a:pt x="1319" y="92222"/>
                  <a:pt x="1580" y="91913"/>
                  <a:pt x="1889" y="91699"/>
                </a:cubicBezTo>
                <a:cubicBezTo>
                  <a:pt x="2198" y="91486"/>
                  <a:pt x="2542" y="91379"/>
                  <a:pt x="2922" y="91379"/>
                </a:cubicBezTo>
                <a:lnTo>
                  <a:pt x="22168" y="91379"/>
                </a:lnTo>
                <a:lnTo>
                  <a:pt x="22168" y="21170"/>
                </a:lnTo>
                <a:lnTo>
                  <a:pt x="4348" y="31861"/>
                </a:lnTo>
                <a:cubicBezTo>
                  <a:pt x="3445" y="32337"/>
                  <a:pt x="2720" y="32622"/>
                  <a:pt x="2174" y="32717"/>
                </a:cubicBezTo>
                <a:cubicBezTo>
                  <a:pt x="1628" y="32812"/>
                  <a:pt x="1188" y="32705"/>
                  <a:pt x="855" y="32396"/>
                </a:cubicBezTo>
                <a:cubicBezTo>
                  <a:pt x="523" y="32087"/>
                  <a:pt x="297" y="31575"/>
                  <a:pt x="178" y="30861"/>
                </a:cubicBezTo>
                <a:cubicBezTo>
                  <a:pt x="59" y="30145"/>
                  <a:pt x="0" y="29240"/>
                  <a:pt x="0" y="28144"/>
                </a:cubicBezTo>
                <a:cubicBezTo>
                  <a:pt x="0" y="27333"/>
                  <a:pt x="36" y="26642"/>
                  <a:pt x="107" y="26070"/>
                </a:cubicBezTo>
                <a:cubicBezTo>
                  <a:pt x="178" y="25498"/>
                  <a:pt x="285" y="25022"/>
                  <a:pt x="428" y="24640"/>
                </a:cubicBezTo>
                <a:cubicBezTo>
                  <a:pt x="570" y="24258"/>
                  <a:pt x="772" y="23925"/>
                  <a:pt x="1034" y="23640"/>
                </a:cubicBezTo>
                <a:cubicBezTo>
                  <a:pt x="1295" y="23353"/>
                  <a:pt x="1639" y="23067"/>
                  <a:pt x="2067" y="22782"/>
                </a:cubicBezTo>
                <a:lnTo>
                  <a:pt x="23308" y="9126"/>
                </a:lnTo>
                <a:cubicBezTo>
                  <a:pt x="23498" y="8983"/>
                  <a:pt x="23736" y="8864"/>
                  <a:pt x="24021" y="8769"/>
                </a:cubicBezTo>
                <a:cubicBezTo>
                  <a:pt x="24306" y="8673"/>
                  <a:pt x="24662" y="8577"/>
                  <a:pt x="25090" y="8482"/>
                </a:cubicBezTo>
                <a:cubicBezTo>
                  <a:pt x="25518" y="8387"/>
                  <a:pt x="26017" y="8328"/>
                  <a:pt x="26587" y="8304"/>
                </a:cubicBezTo>
                <a:cubicBezTo>
                  <a:pt x="27157" y="8280"/>
                  <a:pt x="27870" y="8268"/>
                  <a:pt x="28725" y="8268"/>
                </a:cubicBezTo>
                <a:cubicBezTo>
                  <a:pt x="29866" y="8268"/>
                  <a:pt x="30816" y="8316"/>
                  <a:pt x="31576" y="8411"/>
                </a:cubicBezTo>
                <a:cubicBezTo>
                  <a:pt x="32337" y="8506"/>
                  <a:pt x="32931" y="8637"/>
                  <a:pt x="33358" y="8803"/>
                </a:cubicBezTo>
                <a:cubicBezTo>
                  <a:pt x="33786" y="8969"/>
                  <a:pt x="34071" y="9184"/>
                  <a:pt x="34214" y="9447"/>
                </a:cubicBezTo>
                <a:cubicBezTo>
                  <a:pt x="34356" y="9708"/>
                  <a:pt x="34427" y="9981"/>
                  <a:pt x="34427" y="10266"/>
                </a:cubicBezTo>
                <a:lnTo>
                  <a:pt x="34427" y="91379"/>
                </a:lnTo>
                <a:lnTo>
                  <a:pt x="51106" y="91379"/>
                </a:lnTo>
                <a:cubicBezTo>
                  <a:pt x="51487" y="91379"/>
                  <a:pt x="51843" y="91486"/>
                  <a:pt x="52176" y="91699"/>
                </a:cubicBezTo>
                <a:cubicBezTo>
                  <a:pt x="52508" y="91913"/>
                  <a:pt x="52781" y="92222"/>
                  <a:pt x="52995" y="92626"/>
                </a:cubicBezTo>
                <a:cubicBezTo>
                  <a:pt x="53209" y="93030"/>
                  <a:pt x="53375" y="93541"/>
                  <a:pt x="53494" y="94158"/>
                </a:cubicBezTo>
                <a:cubicBezTo>
                  <a:pt x="53613" y="94776"/>
                  <a:pt x="53672" y="95513"/>
                  <a:pt x="53672" y="96368"/>
                </a:cubicBezTo>
                <a:close/>
                <a:moveTo>
                  <a:pt x="120104" y="98079"/>
                </a:moveTo>
                <a:cubicBezTo>
                  <a:pt x="120484" y="98744"/>
                  <a:pt x="120674" y="99302"/>
                  <a:pt x="120674" y="99754"/>
                </a:cubicBezTo>
                <a:cubicBezTo>
                  <a:pt x="120674" y="100205"/>
                  <a:pt x="120448" y="100573"/>
                  <a:pt x="119997" y="100859"/>
                </a:cubicBezTo>
                <a:cubicBezTo>
                  <a:pt x="119545" y="101144"/>
                  <a:pt x="118856" y="101346"/>
                  <a:pt x="117930" y="101464"/>
                </a:cubicBezTo>
                <a:cubicBezTo>
                  <a:pt x="117003" y="101583"/>
                  <a:pt x="115803" y="101643"/>
                  <a:pt x="114330" y="101643"/>
                </a:cubicBezTo>
                <a:cubicBezTo>
                  <a:pt x="112905" y="101643"/>
                  <a:pt x="111776" y="101607"/>
                  <a:pt x="110944" y="101536"/>
                </a:cubicBezTo>
                <a:cubicBezTo>
                  <a:pt x="110113" y="101464"/>
                  <a:pt x="109448" y="101346"/>
                  <a:pt x="108949" y="101179"/>
                </a:cubicBezTo>
                <a:cubicBezTo>
                  <a:pt x="108450" y="101013"/>
                  <a:pt x="108070" y="100799"/>
                  <a:pt x="107808" y="100538"/>
                </a:cubicBezTo>
                <a:cubicBezTo>
                  <a:pt x="107547" y="100276"/>
                  <a:pt x="107321" y="99980"/>
                  <a:pt x="107131" y="99647"/>
                </a:cubicBezTo>
                <a:lnTo>
                  <a:pt x="91735" y="74201"/>
                </a:lnTo>
                <a:lnTo>
                  <a:pt x="76410" y="99647"/>
                </a:lnTo>
                <a:cubicBezTo>
                  <a:pt x="76220" y="99980"/>
                  <a:pt x="75994" y="100276"/>
                  <a:pt x="75733" y="100538"/>
                </a:cubicBezTo>
                <a:cubicBezTo>
                  <a:pt x="75472" y="100799"/>
                  <a:pt x="75092" y="101013"/>
                  <a:pt x="74593" y="101179"/>
                </a:cubicBezTo>
                <a:cubicBezTo>
                  <a:pt x="74094" y="101346"/>
                  <a:pt x="73440" y="101464"/>
                  <a:pt x="72632" y="101536"/>
                </a:cubicBezTo>
                <a:cubicBezTo>
                  <a:pt x="71825" y="101607"/>
                  <a:pt x="70755" y="101643"/>
                  <a:pt x="69425" y="101643"/>
                </a:cubicBezTo>
                <a:cubicBezTo>
                  <a:pt x="68047" y="101643"/>
                  <a:pt x="66918" y="101583"/>
                  <a:pt x="66039" y="101464"/>
                </a:cubicBezTo>
                <a:cubicBezTo>
                  <a:pt x="65160" y="101346"/>
                  <a:pt x="64519" y="101144"/>
                  <a:pt x="64115" y="100859"/>
                </a:cubicBezTo>
                <a:cubicBezTo>
                  <a:pt x="63711" y="100573"/>
                  <a:pt x="63521" y="100205"/>
                  <a:pt x="63544" y="99754"/>
                </a:cubicBezTo>
                <a:cubicBezTo>
                  <a:pt x="63568" y="99302"/>
                  <a:pt x="63794" y="98744"/>
                  <a:pt x="64222" y="98079"/>
                </a:cubicBezTo>
                <a:lnTo>
                  <a:pt x="84180" y="66788"/>
                </a:lnTo>
                <a:lnTo>
                  <a:pt x="65291" y="36637"/>
                </a:lnTo>
                <a:cubicBezTo>
                  <a:pt x="64911" y="35972"/>
                  <a:pt x="64709" y="35413"/>
                  <a:pt x="64685" y="34962"/>
                </a:cubicBezTo>
                <a:cubicBezTo>
                  <a:pt x="64661" y="34511"/>
                  <a:pt x="64875" y="34130"/>
                  <a:pt x="65326" y="33821"/>
                </a:cubicBezTo>
                <a:cubicBezTo>
                  <a:pt x="65778" y="33513"/>
                  <a:pt x="66467" y="33311"/>
                  <a:pt x="67394" y="33216"/>
                </a:cubicBezTo>
                <a:cubicBezTo>
                  <a:pt x="68320" y="33121"/>
                  <a:pt x="69544" y="33073"/>
                  <a:pt x="71064" y="33073"/>
                </a:cubicBezTo>
                <a:cubicBezTo>
                  <a:pt x="72442" y="33073"/>
                  <a:pt x="73547" y="33109"/>
                  <a:pt x="74379" y="33180"/>
                </a:cubicBezTo>
                <a:cubicBezTo>
                  <a:pt x="75210" y="33251"/>
                  <a:pt x="75864" y="33358"/>
                  <a:pt x="76339" y="33501"/>
                </a:cubicBezTo>
                <a:cubicBezTo>
                  <a:pt x="76814" y="33643"/>
                  <a:pt x="77170" y="33833"/>
                  <a:pt x="77408" y="34071"/>
                </a:cubicBezTo>
                <a:cubicBezTo>
                  <a:pt x="77646" y="34309"/>
                  <a:pt x="77860" y="34594"/>
                  <a:pt x="78050" y="34926"/>
                </a:cubicBezTo>
                <a:lnTo>
                  <a:pt x="92662" y="58804"/>
                </a:lnTo>
                <a:lnTo>
                  <a:pt x="107487" y="34926"/>
                </a:lnTo>
                <a:cubicBezTo>
                  <a:pt x="107678" y="34641"/>
                  <a:pt x="107891" y="34380"/>
                  <a:pt x="108129" y="34142"/>
                </a:cubicBezTo>
                <a:cubicBezTo>
                  <a:pt x="108367" y="33905"/>
                  <a:pt x="108687" y="33703"/>
                  <a:pt x="109091" y="33536"/>
                </a:cubicBezTo>
                <a:cubicBezTo>
                  <a:pt x="109495" y="33370"/>
                  <a:pt x="110065" y="33251"/>
                  <a:pt x="110802" y="33180"/>
                </a:cubicBezTo>
                <a:cubicBezTo>
                  <a:pt x="111538" y="33109"/>
                  <a:pt x="112548" y="33073"/>
                  <a:pt x="113831" y="33073"/>
                </a:cubicBezTo>
                <a:cubicBezTo>
                  <a:pt x="115209" y="33073"/>
                  <a:pt x="116338" y="33121"/>
                  <a:pt x="117217" y="33216"/>
                </a:cubicBezTo>
                <a:cubicBezTo>
                  <a:pt x="118096" y="33311"/>
                  <a:pt x="118749" y="33489"/>
                  <a:pt x="119177" y="33750"/>
                </a:cubicBezTo>
                <a:cubicBezTo>
                  <a:pt x="119605" y="34012"/>
                  <a:pt x="119795" y="34380"/>
                  <a:pt x="119747" y="34855"/>
                </a:cubicBezTo>
                <a:cubicBezTo>
                  <a:pt x="119700" y="35330"/>
                  <a:pt x="119462" y="35924"/>
                  <a:pt x="119035" y="36637"/>
                </a:cubicBezTo>
                <a:lnTo>
                  <a:pt x="100288" y="66431"/>
                </a:lnTo>
                <a:lnTo>
                  <a:pt x="120104" y="98079"/>
                </a:lnTo>
                <a:close/>
                <a:moveTo>
                  <a:pt x="193158" y="95940"/>
                </a:moveTo>
                <a:cubicBezTo>
                  <a:pt x="193158" y="96796"/>
                  <a:pt x="193099" y="97556"/>
                  <a:pt x="192980" y="98221"/>
                </a:cubicBezTo>
                <a:cubicBezTo>
                  <a:pt x="192861" y="98887"/>
                  <a:pt x="192695" y="99445"/>
                  <a:pt x="192481" y="99896"/>
                </a:cubicBezTo>
                <a:cubicBezTo>
                  <a:pt x="192267" y="100348"/>
                  <a:pt x="191982" y="100680"/>
                  <a:pt x="191626" y="100894"/>
                </a:cubicBezTo>
                <a:cubicBezTo>
                  <a:pt x="191269" y="101108"/>
                  <a:pt x="190877" y="101215"/>
                  <a:pt x="190450" y="101215"/>
                </a:cubicBezTo>
                <a:lnTo>
                  <a:pt x="139486" y="101215"/>
                </a:lnTo>
                <a:cubicBezTo>
                  <a:pt x="138821" y="101215"/>
                  <a:pt x="138239" y="101132"/>
                  <a:pt x="137740" y="100966"/>
                </a:cubicBezTo>
                <a:cubicBezTo>
                  <a:pt x="137241" y="100799"/>
                  <a:pt x="136813" y="100526"/>
                  <a:pt x="136457" y="100146"/>
                </a:cubicBezTo>
                <a:cubicBezTo>
                  <a:pt x="136100" y="99766"/>
                  <a:pt x="135839" y="99219"/>
                  <a:pt x="135673" y="98506"/>
                </a:cubicBezTo>
                <a:cubicBezTo>
                  <a:pt x="135506" y="97794"/>
                  <a:pt x="135423" y="96915"/>
                  <a:pt x="135423" y="95869"/>
                </a:cubicBezTo>
                <a:cubicBezTo>
                  <a:pt x="135423" y="94919"/>
                  <a:pt x="135459" y="94087"/>
                  <a:pt x="135530" y="93374"/>
                </a:cubicBezTo>
                <a:cubicBezTo>
                  <a:pt x="135601" y="92662"/>
                  <a:pt x="135756" y="92032"/>
                  <a:pt x="135993" y="91486"/>
                </a:cubicBezTo>
                <a:cubicBezTo>
                  <a:pt x="136231" y="90939"/>
                  <a:pt x="136528" y="90393"/>
                  <a:pt x="136884" y="89846"/>
                </a:cubicBezTo>
                <a:cubicBezTo>
                  <a:pt x="137241" y="89300"/>
                  <a:pt x="137704" y="88718"/>
                  <a:pt x="138274" y="88100"/>
                </a:cubicBezTo>
                <a:lnTo>
                  <a:pt x="156165" y="69115"/>
                </a:lnTo>
                <a:cubicBezTo>
                  <a:pt x="160299" y="64741"/>
                  <a:pt x="163614" y="60817"/>
                  <a:pt x="166108" y="57346"/>
                </a:cubicBezTo>
                <a:cubicBezTo>
                  <a:pt x="168603" y="53874"/>
                  <a:pt x="170528" y="50711"/>
                  <a:pt x="171882" y="47859"/>
                </a:cubicBezTo>
                <a:cubicBezTo>
                  <a:pt x="173236" y="45005"/>
                  <a:pt x="174127" y="42413"/>
                  <a:pt x="174555" y="40083"/>
                </a:cubicBezTo>
                <a:cubicBezTo>
                  <a:pt x="174982" y="37753"/>
                  <a:pt x="175196" y="35566"/>
                  <a:pt x="175196" y="33521"/>
                </a:cubicBezTo>
                <a:cubicBezTo>
                  <a:pt x="175196" y="31475"/>
                  <a:pt x="174864" y="29536"/>
                  <a:pt x="174198" y="27705"/>
                </a:cubicBezTo>
                <a:cubicBezTo>
                  <a:pt x="173533" y="25872"/>
                  <a:pt x="172571" y="24266"/>
                  <a:pt x="171312" y="22887"/>
                </a:cubicBezTo>
                <a:cubicBezTo>
                  <a:pt x="170052" y="21506"/>
                  <a:pt x="168472" y="20412"/>
                  <a:pt x="166572" y="19604"/>
                </a:cubicBezTo>
                <a:cubicBezTo>
                  <a:pt x="164671" y="18794"/>
                  <a:pt x="162485" y="18390"/>
                  <a:pt x="160014" y="18390"/>
                </a:cubicBezTo>
                <a:cubicBezTo>
                  <a:pt x="157115" y="18390"/>
                  <a:pt x="154514" y="18794"/>
                  <a:pt x="152209" y="19601"/>
                </a:cubicBezTo>
                <a:cubicBezTo>
                  <a:pt x="149904" y="20409"/>
                  <a:pt x="147885" y="21288"/>
                  <a:pt x="146150" y="22239"/>
                </a:cubicBezTo>
                <a:cubicBezTo>
                  <a:pt x="144416" y="23189"/>
                  <a:pt x="142967" y="24068"/>
                  <a:pt x="141802" y="24876"/>
                </a:cubicBezTo>
                <a:cubicBezTo>
                  <a:pt x="140638" y="25684"/>
                  <a:pt x="139771" y="26088"/>
                  <a:pt x="139201" y="26088"/>
                </a:cubicBezTo>
                <a:cubicBezTo>
                  <a:pt x="138868" y="26088"/>
                  <a:pt x="138571" y="25993"/>
                  <a:pt x="138310" y="25803"/>
                </a:cubicBezTo>
                <a:cubicBezTo>
                  <a:pt x="138048" y="25613"/>
                  <a:pt x="137835" y="25304"/>
                  <a:pt x="137668" y="24876"/>
                </a:cubicBezTo>
                <a:cubicBezTo>
                  <a:pt x="137502" y="24448"/>
                  <a:pt x="137371" y="23878"/>
                  <a:pt x="137276" y="23165"/>
                </a:cubicBezTo>
                <a:cubicBezTo>
                  <a:pt x="137181" y="22453"/>
                  <a:pt x="137134" y="21597"/>
                  <a:pt x="137134" y="20599"/>
                </a:cubicBezTo>
                <a:cubicBezTo>
                  <a:pt x="137134" y="19887"/>
                  <a:pt x="137157" y="19269"/>
                  <a:pt x="137205" y="18746"/>
                </a:cubicBezTo>
                <a:cubicBezTo>
                  <a:pt x="137253" y="18223"/>
                  <a:pt x="137336" y="17772"/>
                  <a:pt x="137454" y="17392"/>
                </a:cubicBezTo>
                <a:cubicBezTo>
                  <a:pt x="137573" y="17012"/>
                  <a:pt x="137728" y="16655"/>
                  <a:pt x="137918" y="16323"/>
                </a:cubicBezTo>
                <a:cubicBezTo>
                  <a:pt x="138108" y="15990"/>
                  <a:pt x="138488" y="15574"/>
                  <a:pt x="139058" y="15075"/>
                </a:cubicBezTo>
                <a:cubicBezTo>
                  <a:pt x="139628" y="14576"/>
                  <a:pt x="140614" y="13899"/>
                  <a:pt x="142016" y="13044"/>
                </a:cubicBezTo>
                <a:cubicBezTo>
                  <a:pt x="143418" y="12189"/>
                  <a:pt x="145176" y="11345"/>
                  <a:pt x="147291" y="10514"/>
                </a:cubicBezTo>
                <a:cubicBezTo>
                  <a:pt x="149405" y="9682"/>
                  <a:pt x="151734" y="8981"/>
                  <a:pt x="154276" y="8411"/>
                </a:cubicBezTo>
                <a:cubicBezTo>
                  <a:pt x="156818" y="7841"/>
                  <a:pt x="159491" y="7555"/>
                  <a:pt x="162295" y="7555"/>
                </a:cubicBezTo>
                <a:cubicBezTo>
                  <a:pt x="166762" y="7555"/>
                  <a:pt x="170670" y="8186"/>
                  <a:pt x="174020" y="9447"/>
                </a:cubicBezTo>
                <a:cubicBezTo>
                  <a:pt x="177370" y="10706"/>
                  <a:pt x="180150" y="12429"/>
                  <a:pt x="182360" y="14616"/>
                </a:cubicBezTo>
                <a:cubicBezTo>
                  <a:pt x="184569" y="16804"/>
                  <a:pt x="186221" y="19348"/>
                  <a:pt x="187314" y="22250"/>
                </a:cubicBezTo>
                <a:cubicBezTo>
                  <a:pt x="188406" y="25150"/>
                  <a:pt x="188953" y="28241"/>
                  <a:pt x="188953" y="31523"/>
                </a:cubicBezTo>
                <a:cubicBezTo>
                  <a:pt x="188953" y="34472"/>
                  <a:pt x="188692" y="37409"/>
                  <a:pt x="188169" y="40335"/>
                </a:cubicBezTo>
                <a:cubicBezTo>
                  <a:pt x="187646" y="43258"/>
                  <a:pt x="186541" y="46421"/>
                  <a:pt x="184854" y="49821"/>
                </a:cubicBezTo>
                <a:cubicBezTo>
                  <a:pt x="183168" y="53222"/>
                  <a:pt x="180732" y="57002"/>
                  <a:pt x="177548" y="61163"/>
                </a:cubicBezTo>
                <a:cubicBezTo>
                  <a:pt x="174365" y="65324"/>
                  <a:pt x="170136" y="70115"/>
                  <a:pt x="164861" y="75537"/>
                </a:cubicBezTo>
                <a:lnTo>
                  <a:pt x="150249" y="90808"/>
                </a:lnTo>
                <a:lnTo>
                  <a:pt x="190379" y="90808"/>
                </a:lnTo>
                <a:cubicBezTo>
                  <a:pt x="190759" y="90808"/>
                  <a:pt x="191127" y="90915"/>
                  <a:pt x="191483" y="91129"/>
                </a:cubicBezTo>
                <a:cubicBezTo>
                  <a:pt x="191840" y="91343"/>
                  <a:pt x="192149" y="91664"/>
                  <a:pt x="192410" y="92091"/>
                </a:cubicBezTo>
                <a:cubicBezTo>
                  <a:pt x="192671" y="92519"/>
                  <a:pt x="192861" y="93054"/>
                  <a:pt x="192980" y="93695"/>
                </a:cubicBezTo>
                <a:cubicBezTo>
                  <a:pt x="193099" y="94337"/>
                  <a:pt x="193158" y="95085"/>
                  <a:pt x="193158" y="95940"/>
                </a:cubicBezTo>
                <a:close/>
                <a:moveTo>
                  <a:pt x="265932" y="2925"/>
                </a:moveTo>
                <a:cubicBezTo>
                  <a:pt x="261418" y="12488"/>
                  <a:pt x="258056" y="22300"/>
                  <a:pt x="255846" y="32363"/>
                </a:cubicBezTo>
                <a:cubicBezTo>
                  <a:pt x="253637" y="42423"/>
                  <a:pt x="252532" y="52544"/>
                  <a:pt x="252532" y="62725"/>
                </a:cubicBezTo>
                <a:cubicBezTo>
                  <a:pt x="252532" y="72953"/>
                  <a:pt x="253660" y="83087"/>
                  <a:pt x="255918" y="93125"/>
                </a:cubicBezTo>
                <a:cubicBezTo>
                  <a:pt x="258175" y="103162"/>
                  <a:pt x="261465" y="113009"/>
                  <a:pt x="265790" y="122665"/>
                </a:cubicBezTo>
                <a:cubicBezTo>
                  <a:pt x="266027" y="123237"/>
                  <a:pt x="266158" y="123725"/>
                  <a:pt x="266182" y="124129"/>
                </a:cubicBezTo>
                <a:cubicBezTo>
                  <a:pt x="266205" y="124533"/>
                  <a:pt x="266051" y="124865"/>
                  <a:pt x="265718" y="125127"/>
                </a:cubicBezTo>
                <a:cubicBezTo>
                  <a:pt x="265386" y="125389"/>
                  <a:pt x="264875" y="125580"/>
                  <a:pt x="264186" y="125699"/>
                </a:cubicBezTo>
                <a:cubicBezTo>
                  <a:pt x="263497" y="125818"/>
                  <a:pt x="262558" y="125877"/>
                  <a:pt x="261370" y="125877"/>
                </a:cubicBezTo>
                <a:cubicBezTo>
                  <a:pt x="260515" y="125877"/>
                  <a:pt x="259778" y="125853"/>
                  <a:pt x="259161" y="125806"/>
                </a:cubicBezTo>
                <a:cubicBezTo>
                  <a:pt x="258543" y="125758"/>
                  <a:pt x="258008" y="125663"/>
                  <a:pt x="257557" y="125521"/>
                </a:cubicBezTo>
                <a:cubicBezTo>
                  <a:pt x="257105" y="125378"/>
                  <a:pt x="256737" y="125211"/>
                  <a:pt x="256452" y="125020"/>
                </a:cubicBezTo>
                <a:cubicBezTo>
                  <a:pt x="256167" y="124830"/>
                  <a:pt x="255953" y="124616"/>
                  <a:pt x="255811" y="124378"/>
                </a:cubicBezTo>
                <a:cubicBezTo>
                  <a:pt x="253245" y="119527"/>
                  <a:pt x="250987" y="114615"/>
                  <a:pt x="249039" y="109644"/>
                </a:cubicBezTo>
                <a:cubicBezTo>
                  <a:pt x="247091" y="104672"/>
                  <a:pt x="245452" y="99617"/>
                  <a:pt x="244121" y="94479"/>
                </a:cubicBezTo>
                <a:cubicBezTo>
                  <a:pt x="242790" y="89341"/>
                  <a:pt x="241793" y="84144"/>
                  <a:pt x="241127" y="78887"/>
                </a:cubicBezTo>
                <a:cubicBezTo>
                  <a:pt x="240462" y="73630"/>
                  <a:pt x="240129" y="68314"/>
                  <a:pt x="240129" y="62939"/>
                </a:cubicBezTo>
                <a:cubicBezTo>
                  <a:pt x="240129" y="57563"/>
                  <a:pt x="240498" y="52259"/>
                  <a:pt x="241234" y="47026"/>
                </a:cubicBezTo>
                <a:cubicBezTo>
                  <a:pt x="241971" y="41793"/>
                  <a:pt x="243016" y="36595"/>
                  <a:pt x="244370" y="31434"/>
                </a:cubicBezTo>
                <a:cubicBezTo>
                  <a:pt x="245725" y="26272"/>
                  <a:pt x="247376" y="21193"/>
                  <a:pt x="249324" y="16198"/>
                </a:cubicBezTo>
                <a:cubicBezTo>
                  <a:pt x="251273" y="11203"/>
                  <a:pt x="253458" y="6255"/>
                  <a:pt x="255882" y="1357"/>
                </a:cubicBezTo>
                <a:cubicBezTo>
                  <a:pt x="255929" y="1166"/>
                  <a:pt x="256060" y="1000"/>
                  <a:pt x="256274" y="858"/>
                </a:cubicBezTo>
                <a:cubicBezTo>
                  <a:pt x="256488" y="714"/>
                  <a:pt x="256785" y="570"/>
                  <a:pt x="257165" y="428"/>
                </a:cubicBezTo>
                <a:cubicBezTo>
                  <a:pt x="257545" y="285"/>
                  <a:pt x="258068" y="178"/>
                  <a:pt x="258733" y="107"/>
                </a:cubicBezTo>
                <a:cubicBezTo>
                  <a:pt x="259398" y="36"/>
                  <a:pt x="260254" y="0"/>
                  <a:pt x="261299" y="0"/>
                </a:cubicBezTo>
                <a:cubicBezTo>
                  <a:pt x="262392" y="0"/>
                  <a:pt x="263271" y="71"/>
                  <a:pt x="263936" y="214"/>
                </a:cubicBezTo>
                <a:cubicBezTo>
                  <a:pt x="264602" y="356"/>
                  <a:pt x="265124" y="547"/>
                  <a:pt x="265504" y="786"/>
                </a:cubicBezTo>
                <a:cubicBezTo>
                  <a:pt x="265885" y="1024"/>
                  <a:pt x="266098" y="1333"/>
                  <a:pt x="266146" y="1713"/>
                </a:cubicBezTo>
                <a:cubicBezTo>
                  <a:pt x="266193" y="2093"/>
                  <a:pt x="266122" y="2497"/>
                  <a:pt x="265932" y="2925"/>
                </a:cubicBezTo>
                <a:close/>
                <a:moveTo>
                  <a:pt x="344548" y="71635"/>
                </a:moveTo>
                <a:cubicBezTo>
                  <a:pt x="344548" y="76577"/>
                  <a:pt x="343716" y="80972"/>
                  <a:pt x="342053" y="84821"/>
                </a:cubicBezTo>
                <a:cubicBezTo>
                  <a:pt x="340390" y="88670"/>
                  <a:pt x="338038" y="91913"/>
                  <a:pt x="334996" y="94550"/>
                </a:cubicBezTo>
                <a:cubicBezTo>
                  <a:pt x="331955" y="97188"/>
                  <a:pt x="328332" y="99195"/>
                  <a:pt x="324126" y="100573"/>
                </a:cubicBezTo>
                <a:cubicBezTo>
                  <a:pt x="319921" y="101952"/>
                  <a:pt x="315252" y="102641"/>
                  <a:pt x="310120" y="102641"/>
                </a:cubicBezTo>
                <a:cubicBezTo>
                  <a:pt x="307269" y="102641"/>
                  <a:pt x="304561" y="102439"/>
                  <a:pt x="301995" y="102035"/>
                </a:cubicBezTo>
                <a:cubicBezTo>
                  <a:pt x="299429" y="101631"/>
                  <a:pt x="297148" y="101132"/>
                  <a:pt x="295152" y="100538"/>
                </a:cubicBezTo>
                <a:cubicBezTo>
                  <a:pt x="293156" y="99944"/>
                  <a:pt x="291517" y="99362"/>
                  <a:pt x="290234" y="98792"/>
                </a:cubicBezTo>
                <a:cubicBezTo>
                  <a:pt x="288951" y="98221"/>
                  <a:pt x="288131" y="97770"/>
                  <a:pt x="287775" y="97437"/>
                </a:cubicBezTo>
                <a:cubicBezTo>
                  <a:pt x="287418" y="97105"/>
                  <a:pt x="287169" y="96796"/>
                  <a:pt x="287026" y="96511"/>
                </a:cubicBezTo>
                <a:cubicBezTo>
                  <a:pt x="286884" y="96226"/>
                  <a:pt x="286753" y="95881"/>
                  <a:pt x="286634" y="95477"/>
                </a:cubicBezTo>
                <a:cubicBezTo>
                  <a:pt x="286515" y="95073"/>
                  <a:pt x="286432" y="94562"/>
                  <a:pt x="286385" y="93945"/>
                </a:cubicBezTo>
                <a:cubicBezTo>
                  <a:pt x="286337" y="93327"/>
                  <a:pt x="286313" y="92590"/>
                  <a:pt x="286313" y="91735"/>
                </a:cubicBezTo>
                <a:cubicBezTo>
                  <a:pt x="286313" y="90927"/>
                  <a:pt x="286349" y="90203"/>
                  <a:pt x="286420" y="89561"/>
                </a:cubicBezTo>
                <a:cubicBezTo>
                  <a:pt x="286492" y="88920"/>
                  <a:pt x="286622" y="88397"/>
                  <a:pt x="286812" y="87993"/>
                </a:cubicBezTo>
                <a:cubicBezTo>
                  <a:pt x="287002" y="87589"/>
                  <a:pt x="287228" y="87292"/>
                  <a:pt x="287490" y="87102"/>
                </a:cubicBezTo>
                <a:cubicBezTo>
                  <a:pt x="287751" y="86912"/>
                  <a:pt x="288048" y="86817"/>
                  <a:pt x="288380" y="86817"/>
                </a:cubicBezTo>
                <a:cubicBezTo>
                  <a:pt x="288856" y="86817"/>
                  <a:pt x="289592" y="87114"/>
                  <a:pt x="290590" y="87708"/>
                </a:cubicBezTo>
                <a:cubicBezTo>
                  <a:pt x="291588" y="88302"/>
                  <a:pt x="292930" y="88943"/>
                  <a:pt x="294617" y="89632"/>
                </a:cubicBezTo>
                <a:cubicBezTo>
                  <a:pt x="296304" y="90321"/>
                  <a:pt x="298395" y="90975"/>
                  <a:pt x="300890" y="91592"/>
                </a:cubicBezTo>
                <a:cubicBezTo>
                  <a:pt x="303385" y="92210"/>
                  <a:pt x="306343" y="92519"/>
                  <a:pt x="309764" y="92519"/>
                </a:cubicBezTo>
                <a:cubicBezTo>
                  <a:pt x="312948" y="92519"/>
                  <a:pt x="315870" y="92139"/>
                  <a:pt x="318531" y="91379"/>
                </a:cubicBezTo>
                <a:cubicBezTo>
                  <a:pt x="321192" y="90618"/>
                  <a:pt x="323485" y="89430"/>
                  <a:pt x="325409" y="87815"/>
                </a:cubicBezTo>
                <a:cubicBezTo>
                  <a:pt x="327334" y="86199"/>
                  <a:pt x="328843" y="84168"/>
                  <a:pt x="329936" y="81720"/>
                </a:cubicBezTo>
                <a:cubicBezTo>
                  <a:pt x="331029" y="79273"/>
                  <a:pt x="331575" y="76291"/>
                  <a:pt x="331575" y="72775"/>
                </a:cubicBezTo>
                <a:cubicBezTo>
                  <a:pt x="331575" y="69829"/>
                  <a:pt x="331112" y="67227"/>
                  <a:pt x="330185" y="64970"/>
                </a:cubicBezTo>
                <a:cubicBezTo>
                  <a:pt x="329259" y="62713"/>
                  <a:pt x="327833" y="60836"/>
                  <a:pt x="325908" y="59339"/>
                </a:cubicBezTo>
                <a:cubicBezTo>
                  <a:pt x="323984" y="57842"/>
                  <a:pt x="321549" y="56726"/>
                  <a:pt x="318602" y="55989"/>
                </a:cubicBezTo>
                <a:cubicBezTo>
                  <a:pt x="315656" y="55252"/>
                  <a:pt x="312140" y="54884"/>
                  <a:pt x="308053" y="54884"/>
                </a:cubicBezTo>
                <a:cubicBezTo>
                  <a:pt x="305155" y="54884"/>
                  <a:pt x="302660" y="55027"/>
                  <a:pt x="300569" y="55312"/>
                </a:cubicBezTo>
                <a:cubicBezTo>
                  <a:pt x="298478" y="55597"/>
                  <a:pt x="296530" y="55740"/>
                  <a:pt x="294724" y="55740"/>
                </a:cubicBezTo>
                <a:cubicBezTo>
                  <a:pt x="293394" y="55740"/>
                  <a:pt x="292443" y="55431"/>
                  <a:pt x="291873" y="54813"/>
                </a:cubicBezTo>
                <a:cubicBezTo>
                  <a:pt x="291303" y="54194"/>
                  <a:pt x="291018" y="53003"/>
                  <a:pt x="291018" y="51242"/>
                </a:cubicBezTo>
                <a:lnTo>
                  <a:pt x="291018" y="13621"/>
                </a:lnTo>
                <a:cubicBezTo>
                  <a:pt x="291018" y="12051"/>
                  <a:pt x="291386" y="10886"/>
                  <a:pt x="292123" y="10124"/>
                </a:cubicBezTo>
                <a:cubicBezTo>
                  <a:pt x="292859" y="9362"/>
                  <a:pt x="293916" y="8981"/>
                  <a:pt x="295294" y="8981"/>
                </a:cubicBezTo>
                <a:lnTo>
                  <a:pt x="336137" y="8981"/>
                </a:lnTo>
                <a:cubicBezTo>
                  <a:pt x="336517" y="8981"/>
                  <a:pt x="336885" y="9088"/>
                  <a:pt x="337242" y="9302"/>
                </a:cubicBezTo>
                <a:cubicBezTo>
                  <a:pt x="337598" y="9516"/>
                  <a:pt x="337895" y="9836"/>
                  <a:pt x="338133" y="10264"/>
                </a:cubicBezTo>
                <a:cubicBezTo>
                  <a:pt x="338370" y="10692"/>
                  <a:pt x="338548" y="11238"/>
                  <a:pt x="338667" y="11903"/>
                </a:cubicBezTo>
                <a:cubicBezTo>
                  <a:pt x="338786" y="12569"/>
                  <a:pt x="338845" y="13353"/>
                  <a:pt x="338845" y="14256"/>
                </a:cubicBezTo>
                <a:cubicBezTo>
                  <a:pt x="338845" y="15966"/>
                  <a:pt x="338608" y="17297"/>
                  <a:pt x="338133" y="18247"/>
                </a:cubicBezTo>
                <a:cubicBezTo>
                  <a:pt x="337657" y="19198"/>
                  <a:pt x="336992" y="19673"/>
                  <a:pt x="336137" y="19673"/>
                </a:cubicBezTo>
                <a:lnTo>
                  <a:pt x="301709" y="19673"/>
                </a:lnTo>
                <a:lnTo>
                  <a:pt x="301709" y="45618"/>
                </a:lnTo>
                <a:cubicBezTo>
                  <a:pt x="303373" y="45380"/>
                  <a:pt x="305071" y="45238"/>
                  <a:pt x="306806" y="45190"/>
                </a:cubicBezTo>
                <a:cubicBezTo>
                  <a:pt x="308540" y="45143"/>
                  <a:pt x="310548" y="45119"/>
                  <a:pt x="312829" y="45119"/>
                </a:cubicBezTo>
                <a:cubicBezTo>
                  <a:pt x="318103" y="45119"/>
                  <a:pt x="322713" y="45749"/>
                  <a:pt x="326657" y="47008"/>
                </a:cubicBezTo>
                <a:cubicBezTo>
                  <a:pt x="330601" y="48267"/>
                  <a:pt x="333892" y="50049"/>
                  <a:pt x="336529" y="52354"/>
                </a:cubicBezTo>
                <a:cubicBezTo>
                  <a:pt x="339166" y="54658"/>
                  <a:pt x="341162" y="57450"/>
                  <a:pt x="342516" y="60729"/>
                </a:cubicBezTo>
                <a:cubicBezTo>
                  <a:pt x="343871" y="64008"/>
                  <a:pt x="344548" y="67643"/>
                  <a:pt x="344548" y="71635"/>
                </a:cubicBezTo>
                <a:close/>
                <a:moveTo>
                  <a:pt x="378547" y="91022"/>
                </a:moveTo>
                <a:cubicBezTo>
                  <a:pt x="378547" y="92495"/>
                  <a:pt x="378476" y="93850"/>
                  <a:pt x="378334" y="95085"/>
                </a:cubicBezTo>
                <a:cubicBezTo>
                  <a:pt x="378191" y="96321"/>
                  <a:pt x="377953" y="97485"/>
                  <a:pt x="377621" y="98578"/>
                </a:cubicBezTo>
                <a:cubicBezTo>
                  <a:pt x="377288" y="99671"/>
                  <a:pt x="376849" y="100752"/>
                  <a:pt x="376302" y="101821"/>
                </a:cubicBezTo>
                <a:cubicBezTo>
                  <a:pt x="375756" y="102890"/>
                  <a:pt x="375078" y="104019"/>
                  <a:pt x="374271" y="105207"/>
                </a:cubicBezTo>
                <a:lnTo>
                  <a:pt x="364506" y="119890"/>
                </a:lnTo>
                <a:cubicBezTo>
                  <a:pt x="364268" y="120222"/>
                  <a:pt x="363995" y="120508"/>
                  <a:pt x="363686" y="120745"/>
                </a:cubicBezTo>
                <a:cubicBezTo>
                  <a:pt x="363377" y="120983"/>
                  <a:pt x="362997" y="121197"/>
                  <a:pt x="362545" y="121387"/>
                </a:cubicBezTo>
                <a:cubicBezTo>
                  <a:pt x="362094" y="121577"/>
                  <a:pt x="361571" y="121707"/>
                  <a:pt x="360977" y="121779"/>
                </a:cubicBezTo>
                <a:cubicBezTo>
                  <a:pt x="360383" y="121850"/>
                  <a:pt x="359635" y="121886"/>
                  <a:pt x="358732" y="121886"/>
                </a:cubicBezTo>
                <a:cubicBezTo>
                  <a:pt x="357924" y="121886"/>
                  <a:pt x="357247" y="121850"/>
                  <a:pt x="356701" y="121779"/>
                </a:cubicBezTo>
                <a:cubicBezTo>
                  <a:pt x="356154" y="121707"/>
                  <a:pt x="355762" y="121589"/>
                  <a:pt x="355525" y="121422"/>
                </a:cubicBezTo>
                <a:cubicBezTo>
                  <a:pt x="355287" y="121256"/>
                  <a:pt x="355156" y="121030"/>
                  <a:pt x="355132" y="120745"/>
                </a:cubicBezTo>
                <a:cubicBezTo>
                  <a:pt x="355109" y="120460"/>
                  <a:pt x="355192" y="120127"/>
                  <a:pt x="355382" y="119747"/>
                </a:cubicBezTo>
                <a:lnTo>
                  <a:pt x="364862" y="100146"/>
                </a:lnTo>
                <a:lnTo>
                  <a:pt x="364862" y="91022"/>
                </a:lnTo>
                <a:cubicBezTo>
                  <a:pt x="364862" y="89739"/>
                  <a:pt x="364993" y="88718"/>
                  <a:pt x="365254" y="87957"/>
                </a:cubicBezTo>
                <a:cubicBezTo>
                  <a:pt x="365515" y="87197"/>
                  <a:pt x="365931" y="86627"/>
                  <a:pt x="366501" y="86247"/>
                </a:cubicBezTo>
                <a:cubicBezTo>
                  <a:pt x="367072" y="85866"/>
                  <a:pt x="367784" y="85605"/>
                  <a:pt x="368640" y="85463"/>
                </a:cubicBezTo>
                <a:cubicBezTo>
                  <a:pt x="369495" y="85320"/>
                  <a:pt x="370540" y="85249"/>
                  <a:pt x="371776" y="85249"/>
                </a:cubicBezTo>
                <a:cubicBezTo>
                  <a:pt x="372964" y="85249"/>
                  <a:pt x="373986" y="85320"/>
                  <a:pt x="374841" y="85463"/>
                </a:cubicBezTo>
                <a:cubicBezTo>
                  <a:pt x="375696" y="85605"/>
                  <a:pt x="376397" y="85866"/>
                  <a:pt x="376944" y="86247"/>
                </a:cubicBezTo>
                <a:cubicBezTo>
                  <a:pt x="377490" y="86627"/>
                  <a:pt x="377894" y="87197"/>
                  <a:pt x="378155" y="87957"/>
                </a:cubicBezTo>
                <a:cubicBezTo>
                  <a:pt x="378417" y="88718"/>
                  <a:pt x="378547" y="89739"/>
                  <a:pt x="378547" y="91022"/>
                </a:cubicBezTo>
                <a:close/>
                <a:moveTo>
                  <a:pt x="457523" y="54884"/>
                </a:moveTo>
                <a:cubicBezTo>
                  <a:pt x="457523" y="61975"/>
                  <a:pt x="456965" y="68447"/>
                  <a:pt x="455848" y="74301"/>
                </a:cubicBezTo>
                <a:cubicBezTo>
                  <a:pt x="454731" y="80155"/>
                  <a:pt x="452878" y="85187"/>
                  <a:pt x="450288" y="89398"/>
                </a:cubicBezTo>
                <a:cubicBezTo>
                  <a:pt x="447699" y="93610"/>
                  <a:pt x="444313" y="96870"/>
                  <a:pt x="440131" y="99179"/>
                </a:cubicBezTo>
                <a:cubicBezTo>
                  <a:pt x="435950" y="101487"/>
                  <a:pt x="430794" y="102641"/>
                  <a:pt x="424664" y="102641"/>
                </a:cubicBezTo>
                <a:cubicBezTo>
                  <a:pt x="418867" y="102641"/>
                  <a:pt x="413984" y="101606"/>
                  <a:pt x="410016" y="99535"/>
                </a:cubicBezTo>
                <a:cubicBezTo>
                  <a:pt x="406048" y="97465"/>
                  <a:pt x="402853" y="94420"/>
                  <a:pt x="400429" y="90399"/>
                </a:cubicBezTo>
                <a:cubicBezTo>
                  <a:pt x="398006" y="86377"/>
                  <a:pt x="396283" y="81428"/>
                  <a:pt x="395262" y="75550"/>
                </a:cubicBezTo>
                <a:cubicBezTo>
                  <a:pt x="394240" y="69673"/>
                  <a:pt x="393729" y="62927"/>
                  <a:pt x="393729" y="55312"/>
                </a:cubicBezTo>
                <a:cubicBezTo>
                  <a:pt x="393729" y="48269"/>
                  <a:pt x="394299" y="41808"/>
                  <a:pt x="395440" y="35931"/>
                </a:cubicBezTo>
                <a:cubicBezTo>
                  <a:pt x="396580" y="30053"/>
                  <a:pt x="398434" y="25009"/>
                  <a:pt x="401000" y="20798"/>
                </a:cubicBezTo>
                <a:cubicBezTo>
                  <a:pt x="403566" y="16586"/>
                  <a:pt x="406939" y="13327"/>
                  <a:pt x="411121" y="11019"/>
                </a:cubicBezTo>
                <a:cubicBezTo>
                  <a:pt x="415303" y="8710"/>
                  <a:pt x="420435" y="7555"/>
                  <a:pt x="426517" y="7555"/>
                </a:cubicBezTo>
                <a:cubicBezTo>
                  <a:pt x="432362" y="7555"/>
                  <a:pt x="437268" y="8591"/>
                  <a:pt x="441236" y="10661"/>
                </a:cubicBezTo>
                <a:cubicBezTo>
                  <a:pt x="445204" y="12731"/>
                  <a:pt x="448400" y="15776"/>
                  <a:pt x="450823" y="19798"/>
                </a:cubicBezTo>
                <a:cubicBezTo>
                  <a:pt x="453246" y="23819"/>
                  <a:pt x="454969" y="28768"/>
                  <a:pt x="455991" y="34646"/>
                </a:cubicBezTo>
                <a:cubicBezTo>
                  <a:pt x="457012" y="40523"/>
                  <a:pt x="457523" y="47269"/>
                  <a:pt x="457523" y="54884"/>
                </a:cubicBezTo>
                <a:moveTo>
                  <a:pt x="444978" y="55742"/>
                </a:moveTo>
                <a:cubicBezTo>
                  <a:pt x="444978" y="51124"/>
                  <a:pt x="444812" y="46981"/>
                  <a:pt x="444479" y="43315"/>
                </a:cubicBezTo>
                <a:cubicBezTo>
                  <a:pt x="444147" y="39648"/>
                  <a:pt x="443660" y="36411"/>
                  <a:pt x="443018" y="33603"/>
                </a:cubicBezTo>
                <a:cubicBezTo>
                  <a:pt x="442377" y="30794"/>
                  <a:pt x="441545" y="28378"/>
                  <a:pt x="440523" y="26355"/>
                </a:cubicBezTo>
                <a:cubicBezTo>
                  <a:pt x="439502" y="24331"/>
                  <a:pt x="438278" y="22665"/>
                  <a:pt x="436852" y="21357"/>
                </a:cubicBezTo>
                <a:cubicBezTo>
                  <a:pt x="435427" y="20047"/>
                  <a:pt x="433799" y="19094"/>
                  <a:pt x="431970" y="18499"/>
                </a:cubicBezTo>
                <a:cubicBezTo>
                  <a:pt x="430140" y="17903"/>
                  <a:pt x="428085" y="17606"/>
                  <a:pt x="425804" y="17606"/>
                </a:cubicBezTo>
                <a:cubicBezTo>
                  <a:pt x="421765" y="17606"/>
                  <a:pt x="418486" y="18558"/>
                  <a:pt x="415968" y="20464"/>
                </a:cubicBezTo>
                <a:cubicBezTo>
                  <a:pt x="413449" y="22367"/>
                  <a:pt x="411466" y="24985"/>
                  <a:pt x="410016" y="28317"/>
                </a:cubicBezTo>
                <a:cubicBezTo>
                  <a:pt x="408567" y="31650"/>
                  <a:pt x="407581" y="35554"/>
                  <a:pt x="407058" y="40029"/>
                </a:cubicBezTo>
                <a:cubicBezTo>
                  <a:pt x="406535" y="44505"/>
                  <a:pt x="406274" y="49313"/>
                  <a:pt x="406274" y="54454"/>
                </a:cubicBezTo>
                <a:cubicBezTo>
                  <a:pt x="406274" y="61358"/>
                  <a:pt x="406631" y="67226"/>
                  <a:pt x="407343" y="72060"/>
                </a:cubicBezTo>
                <a:cubicBezTo>
                  <a:pt x="408056" y="76892"/>
                  <a:pt x="409185" y="80832"/>
                  <a:pt x="410729" y="83879"/>
                </a:cubicBezTo>
                <a:cubicBezTo>
                  <a:pt x="412273" y="86924"/>
                  <a:pt x="414245" y="89138"/>
                  <a:pt x="416645" y="90519"/>
                </a:cubicBezTo>
                <a:cubicBezTo>
                  <a:pt x="419045" y="91900"/>
                  <a:pt x="421955" y="92590"/>
                  <a:pt x="425377" y="92590"/>
                </a:cubicBezTo>
                <a:cubicBezTo>
                  <a:pt x="428038" y="92590"/>
                  <a:pt x="430378" y="92162"/>
                  <a:pt x="432398" y="91305"/>
                </a:cubicBezTo>
                <a:cubicBezTo>
                  <a:pt x="434417" y="90448"/>
                  <a:pt x="436152" y="89222"/>
                  <a:pt x="437601" y="87628"/>
                </a:cubicBezTo>
                <a:cubicBezTo>
                  <a:pt x="439050" y="86033"/>
                  <a:pt x="440250" y="84116"/>
                  <a:pt x="441200" y="81879"/>
                </a:cubicBezTo>
                <a:cubicBezTo>
                  <a:pt x="442151" y="79641"/>
                  <a:pt x="442911" y="77165"/>
                  <a:pt x="443481" y="74452"/>
                </a:cubicBezTo>
                <a:cubicBezTo>
                  <a:pt x="444052" y="71738"/>
                  <a:pt x="444444" y="68798"/>
                  <a:pt x="444657" y="65632"/>
                </a:cubicBezTo>
                <a:cubicBezTo>
                  <a:pt x="444871" y="62466"/>
                  <a:pt x="444978" y="59169"/>
                  <a:pt x="444978" y="55742"/>
                </a:cubicBezTo>
                <a:close/>
                <a:moveTo>
                  <a:pt x="488030" y="91022"/>
                </a:moveTo>
                <a:cubicBezTo>
                  <a:pt x="488030" y="92495"/>
                  <a:pt x="487959" y="93850"/>
                  <a:pt x="487816" y="95085"/>
                </a:cubicBezTo>
                <a:cubicBezTo>
                  <a:pt x="487674" y="96321"/>
                  <a:pt x="487436" y="97485"/>
                  <a:pt x="487104" y="98578"/>
                </a:cubicBezTo>
                <a:cubicBezTo>
                  <a:pt x="486771" y="99671"/>
                  <a:pt x="486331" y="100752"/>
                  <a:pt x="485785" y="101821"/>
                </a:cubicBezTo>
                <a:cubicBezTo>
                  <a:pt x="485238" y="102890"/>
                  <a:pt x="484561" y="104019"/>
                  <a:pt x="483753" y="105207"/>
                </a:cubicBezTo>
                <a:lnTo>
                  <a:pt x="473988" y="119890"/>
                </a:lnTo>
                <a:cubicBezTo>
                  <a:pt x="473751" y="120222"/>
                  <a:pt x="473478" y="120508"/>
                  <a:pt x="473169" y="120745"/>
                </a:cubicBezTo>
                <a:cubicBezTo>
                  <a:pt x="472860" y="120983"/>
                  <a:pt x="472480" y="121197"/>
                  <a:pt x="472028" y="121387"/>
                </a:cubicBezTo>
                <a:cubicBezTo>
                  <a:pt x="471577" y="121577"/>
                  <a:pt x="471054" y="121707"/>
                  <a:pt x="470460" y="121779"/>
                </a:cubicBezTo>
                <a:cubicBezTo>
                  <a:pt x="469866" y="121850"/>
                  <a:pt x="469118" y="121886"/>
                  <a:pt x="468215" y="121886"/>
                </a:cubicBezTo>
                <a:cubicBezTo>
                  <a:pt x="467407" y="121886"/>
                  <a:pt x="466730" y="121850"/>
                  <a:pt x="466183" y="121779"/>
                </a:cubicBezTo>
                <a:cubicBezTo>
                  <a:pt x="465637" y="121707"/>
                  <a:pt x="465245" y="121589"/>
                  <a:pt x="465007" y="121422"/>
                </a:cubicBezTo>
                <a:cubicBezTo>
                  <a:pt x="464770" y="121256"/>
                  <a:pt x="464639" y="121030"/>
                  <a:pt x="464615" y="120745"/>
                </a:cubicBezTo>
                <a:cubicBezTo>
                  <a:pt x="464592" y="120460"/>
                  <a:pt x="464675" y="120127"/>
                  <a:pt x="464865" y="119747"/>
                </a:cubicBezTo>
                <a:lnTo>
                  <a:pt x="474345" y="100146"/>
                </a:lnTo>
                <a:lnTo>
                  <a:pt x="474345" y="91022"/>
                </a:lnTo>
                <a:cubicBezTo>
                  <a:pt x="474345" y="89739"/>
                  <a:pt x="474475" y="88718"/>
                  <a:pt x="474737" y="87957"/>
                </a:cubicBezTo>
                <a:cubicBezTo>
                  <a:pt x="474998" y="87197"/>
                  <a:pt x="475414" y="86627"/>
                  <a:pt x="475984" y="86247"/>
                </a:cubicBezTo>
                <a:cubicBezTo>
                  <a:pt x="476554" y="85866"/>
                  <a:pt x="477267" y="85605"/>
                  <a:pt x="478123" y="85463"/>
                </a:cubicBezTo>
                <a:cubicBezTo>
                  <a:pt x="478978" y="85320"/>
                  <a:pt x="480023" y="85249"/>
                  <a:pt x="481259" y="85249"/>
                </a:cubicBezTo>
                <a:cubicBezTo>
                  <a:pt x="482447" y="85249"/>
                  <a:pt x="483468" y="85320"/>
                  <a:pt x="484324" y="85463"/>
                </a:cubicBezTo>
                <a:cubicBezTo>
                  <a:pt x="485179" y="85605"/>
                  <a:pt x="485880" y="85866"/>
                  <a:pt x="486426" y="86247"/>
                </a:cubicBezTo>
                <a:cubicBezTo>
                  <a:pt x="486973" y="86627"/>
                  <a:pt x="487377" y="87197"/>
                  <a:pt x="487638" y="87957"/>
                </a:cubicBezTo>
                <a:cubicBezTo>
                  <a:pt x="487900" y="88718"/>
                  <a:pt x="488030" y="89739"/>
                  <a:pt x="488030" y="91022"/>
                </a:cubicBezTo>
                <a:close/>
                <a:moveTo>
                  <a:pt x="563942" y="95940"/>
                </a:moveTo>
                <a:cubicBezTo>
                  <a:pt x="563942" y="96796"/>
                  <a:pt x="563882" y="97556"/>
                  <a:pt x="563764" y="98221"/>
                </a:cubicBezTo>
                <a:cubicBezTo>
                  <a:pt x="563645" y="98887"/>
                  <a:pt x="563479" y="99445"/>
                  <a:pt x="563265" y="99896"/>
                </a:cubicBezTo>
                <a:cubicBezTo>
                  <a:pt x="563051" y="100348"/>
                  <a:pt x="562766" y="100680"/>
                  <a:pt x="562409" y="100894"/>
                </a:cubicBezTo>
                <a:cubicBezTo>
                  <a:pt x="562053" y="101108"/>
                  <a:pt x="561661" y="101215"/>
                  <a:pt x="561233" y="101215"/>
                </a:cubicBezTo>
                <a:lnTo>
                  <a:pt x="510269" y="101215"/>
                </a:lnTo>
                <a:cubicBezTo>
                  <a:pt x="509604" y="101215"/>
                  <a:pt x="509022" y="101132"/>
                  <a:pt x="508523" y="100966"/>
                </a:cubicBezTo>
                <a:cubicBezTo>
                  <a:pt x="508024" y="100799"/>
                  <a:pt x="507596" y="100526"/>
                  <a:pt x="507240" y="100146"/>
                </a:cubicBezTo>
                <a:cubicBezTo>
                  <a:pt x="506884" y="99766"/>
                  <a:pt x="506622" y="99219"/>
                  <a:pt x="506456" y="98506"/>
                </a:cubicBezTo>
                <a:cubicBezTo>
                  <a:pt x="506290" y="97794"/>
                  <a:pt x="506207" y="96915"/>
                  <a:pt x="506207" y="95869"/>
                </a:cubicBezTo>
                <a:cubicBezTo>
                  <a:pt x="506207" y="94919"/>
                  <a:pt x="506242" y="94087"/>
                  <a:pt x="506313" y="93374"/>
                </a:cubicBezTo>
                <a:cubicBezTo>
                  <a:pt x="506385" y="92662"/>
                  <a:pt x="506539" y="92032"/>
                  <a:pt x="506777" y="91486"/>
                </a:cubicBezTo>
                <a:cubicBezTo>
                  <a:pt x="507014" y="90939"/>
                  <a:pt x="507311" y="90393"/>
                  <a:pt x="507668" y="89846"/>
                </a:cubicBezTo>
                <a:cubicBezTo>
                  <a:pt x="508024" y="89300"/>
                  <a:pt x="508487" y="88718"/>
                  <a:pt x="509058" y="88100"/>
                </a:cubicBezTo>
                <a:lnTo>
                  <a:pt x="526948" y="69115"/>
                </a:lnTo>
                <a:cubicBezTo>
                  <a:pt x="531083" y="64741"/>
                  <a:pt x="534397" y="60817"/>
                  <a:pt x="536892" y="57346"/>
                </a:cubicBezTo>
                <a:cubicBezTo>
                  <a:pt x="539387" y="53874"/>
                  <a:pt x="541311" y="50711"/>
                  <a:pt x="542665" y="47859"/>
                </a:cubicBezTo>
                <a:cubicBezTo>
                  <a:pt x="544020" y="45005"/>
                  <a:pt x="544911" y="42413"/>
                  <a:pt x="545338" y="40083"/>
                </a:cubicBezTo>
                <a:cubicBezTo>
                  <a:pt x="545766" y="37753"/>
                  <a:pt x="545980" y="35566"/>
                  <a:pt x="545980" y="33521"/>
                </a:cubicBezTo>
                <a:cubicBezTo>
                  <a:pt x="545980" y="31475"/>
                  <a:pt x="545647" y="29536"/>
                  <a:pt x="544982" y="27705"/>
                </a:cubicBezTo>
                <a:cubicBezTo>
                  <a:pt x="544317" y="25872"/>
                  <a:pt x="543354" y="24266"/>
                  <a:pt x="542095" y="22887"/>
                </a:cubicBezTo>
                <a:cubicBezTo>
                  <a:pt x="540836" y="21506"/>
                  <a:pt x="539256" y="20412"/>
                  <a:pt x="537355" y="19604"/>
                </a:cubicBezTo>
                <a:cubicBezTo>
                  <a:pt x="535454" y="18794"/>
                  <a:pt x="533268" y="18390"/>
                  <a:pt x="530798" y="18390"/>
                </a:cubicBezTo>
                <a:cubicBezTo>
                  <a:pt x="527899" y="18390"/>
                  <a:pt x="525297" y="18794"/>
                  <a:pt x="522993" y="19601"/>
                </a:cubicBezTo>
                <a:cubicBezTo>
                  <a:pt x="520688" y="20409"/>
                  <a:pt x="518668" y="21288"/>
                  <a:pt x="516934" y="22239"/>
                </a:cubicBezTo>
                <a:cubicBezTo>
                  <a:pt x="515199" y="23189"/>
                  <a:pt x="513750" y="24068"/>
                  <a:pt x="512586" y="24876"/>
                </a:cubicBezTo>
                <a:cubicBezTo>
                  <a:pt x="511422" y="25684"/>
                  <a:pt x="510555" y="26088"/>
                  <a:pt x="509984" y="26088"/>
                </a:cubicBezTo>
                <a:cubicBezTo>
                  <a:pt x="509652" y="26088"/>
                  <a:pt x="509355" y="25993"/>
                  <a:pt x="509093" y="25803"/>
                </a:cubicBezTo>
                <a:cubicBezTo>
                  <a:pt x="508832" y="25613"/>
                  <a:pt x="508618" y="25304"/>
                  <a:pt x="508452" y="24876"/>
                </a:cubicBezTo>
                <a:cubicBezTo>
                  <a:pt x="508285" y="24448"/>
                  <a:pt x="508155" y="23878"/>
                  <a:pt x="508060" y="23165"/>
                </a:cubicBezTo>
                <a:cubicBezTo>
                  <a:pt x="507965" y="22453"/>
                  <a:pt x="507917" y="21597"/>
                  <a:pt x="507917" y="20599"/>
                </a:cubicBezTo>
                <a:cubicBezTo>
                  <a:pt x="507917" y="19887"/>
                  <a:pt x="507941" y="19269"/>
                  <a:pt x="507988" y="18746"/>
                </a:cubicBezTo>
                <a:cubicBezTo>
                  <a:pt x="508036" y="18223"/>
                  <a:pt x="508119" y="17772"/>
                  <a:pt x="508238" y="17392"/>
                </a:cubicBezTo>
                <a:cubicBezTo>
                  <a:pt x="508357" y="17012"/>
                  <a:pt x="508511" y="16655"/>
                  <a:pt x="508701" y="16323"/>
                </a:cubicBezTo>
                <a:cubicBezTo>
                  <a:pt x="508891" y="15990"/>
                  <a:pt x="509272" y="15574"/>
                  <a:pt x="509842" y="15075"/>
                </a:cubicBezTo>
                <a:cubicBezTo>
                  <a:pt x="510412" y="14576"/>
                  <a:pt x="511398" y="13899"/>
                  <a:pt x="512800" y="13044"/>
                </a:cubicBezTo>
                <a:cubicBezTo>
                  <a:pt x="514202" y="12189"/>
                  <a:pt x="515960" y="11345"/>
                  <a:pt x="518074" y="10514"/>
                </a:cubicBezTo>
                <a:cubicBezTo>
                  <a:pt x="520189" y="9682"/>
                  <a:pt x="522517" y="8981"/>
                  <a:pt x="525060" y="8411"/>
                </a:cubicBezTo>
                <a:cubicBezTo>
                  <a:pt x="527602" y="7841"/>
                  <a:pt x="530275" y="7555"/>
                  <a:pt x="533078" y="7555"/>
                </a:cubicBezTo>
                <a:cubicBezTo>
                  <a:pt x="537545" y="7555"/>
                  <a:pt x="541454" y="8186"/>
                  <a:pt x="544804" y="9447"/>
                </a:cubicBezTo>
                <a:cubicBezTo>
                  <a:pt x="548154" y="10706"/>
                  <a:pt x="550934" y="12429"/>
                  <a:pt x="553143" y="14616"/>
                </a:cubicBezTo>
                <a:cubicBezTo>
                  <a:pt x="555353" y="16804"/>
                  <a:pt x="557004" y="19348"/>
                  <a:pt x="558097" y="22250"/>
                </a:cubicBezTo>
                <a:cubicBezTo>
                  <a:pt x="559190" y="25150"/>
                  <a:pt x="559736" y="28241"/>
                  <a:pt x="559736" y="31523"/>
                </a:cubicBezTo>
                <a:cubicBezTo>
                  <a:pt x="559736" y="34472"/>
                  <a:pt x="559475" y="37409"/>
                  <a:pt x="558952" y="40335"/>
                </a:cubicBezTo>
                <a:cubicBezTo>
                  <a:pt x="558430" y="43258"/>
                  <a:pt x="557325" y="46421"/>
                  <a:pt x="555638" y="49821"/>
                </a:cubicBezTo>
                <a:cubicBezTo>
                  <a:pt x="553951" y="53222"/>
                  <a:pt x="551516" y="57002"/>
                  <a:pt x="548332" y="61163"/>
                </a:cubicBezTo>
                <a:cubicBezTo>
                  <a:pt x="545148" y="65324"/>
                  <a:pt x="540919" y="70115"/>
                  <a:pt x="535644" y="75537"/>
                </a:cubicBezTo>
                <a:lnTo>
                  <a:pt x="521032" y="90808"/>
                </a:lnTo>
                <a:lnTo>
                  <a:pt x="561162" y="90808"/>
                </a:lnTo>
                <a:cubicBezTo>
                  <a:pt x="561542" y="90808"/>
                  <a:pt x="561910" y="90915"/>
                  <a:pt x="562267" y="91129"/>
                </a:cubicBezTo>
                <a:cubicBezTo>
                  <a:pt x="562623" y="91343"/>
                  <a:pt x="562932" y="91664"/>
                  <a:pt x="563193" y="92091"/>
                </a:cubicBezTo>
                <a:cubicBezTo>
                  <a:pt x="563455" y="92519"/>
                  <a:pt x="563645" y="93054"/>
                  <a:pt x="563764" y="93695"/>
                </a:cubicBezTo>
                <a:cubicBezTo>
                  <a:pt x="563882" y="94337"/>
                  <a:pt x="563942" y="95085"/>
                  <a:pt x="563942" y="95940"/>
                </a:cubicBezTo>
                <a:close/>
                <a:moveTo>
                  <a:pt x="605782" y="62939"/>
                </a:moveTo>
                <a:cubicBezTo>
                  <a:pt x="605782" y="68314"/>
                  <a:pt x="605449" y="73630"/>
                  <a:pt x="604784" y="78887"/>
                </a:cubicBezTo>
                <a:cubicBezTo>
                  <a:pt x="604118" y="84144"/>
                  <a:pt x="603121" y="89341"/>
                  <a:pt x="601790" y="94479"/>
                </a:cubicBezTo>
                <a:cubicBezTo>
                  <a:pt x="600459" y="99617"/>
                  <a:pt x="598832" y="104672"/>
                  <a:pt x="596907" y="109644"/>
                </a:cubicBezTo>
                <a:cubicBezTo>
                  <a:pt x="594983" y="114615"/>
                  <a:pt x="592738" y="119527"/>
                  <a:pt x="590172" y="124378"/>
                </a:cubicBezTo>
                <a:cubicBezTo>
                  <a:pt x="590029" y="124616"/>
                  <a:pt x="589815" y="124830"/>
                  <a:pt x="589530" y="125020"/>
                </a:cubicBezTo>
                <a:cubicBezTo>
                  <a:pt x="589245" y="125211"/>
                  <a:pt x="588877" y="125378"/>
                  <a:pt x="588425" y="125521"/>
                </a:cubicBezTo>
                <a:cubicBezTo>
                  <a:pt x="587974" y="125663"/>
                  <a:pt x="587439" y="125758"/>
                  <a:pt x="586822" y="125806"/>
                </a:cubicBezTo>
                <a:cubicBezTo>
                  <a:pt x="586204" y="125853"/>
                  <a:pt x="585467" y="125877"/>
                  <a:pt x="584612" y="125877"/>
                </a:cubicBezTo>
                <a:cubicBezTo>
                  <a:pt x="583376" y="125877"/>
                  <a:pt x="582414" y="125818"/>
                  <a:pt x="581725" y="125699"/>
                </a:cubicBezTo>
                <a:cubicBezTo>
                  <a:pt x="581036" y="125580"/>
                  <a:pt x="580537" y="125389"/>
                  <a:pt x="580228" y="125127"/>
                </a:cubicBezTo>
                <a:cubicBezTo>
                  <a:pt x="579919" y="124865"/>
                  <a:pt x="579777" y="124533"/>
                  <a:pt x="579801" y="124129"/>
                </a:cubicBezTo>
                <a:cubicBezTo>
                  <a:pt x="579824" y="123725"/>
                  <a:pt x="579955" y="123237"/>
                  <a:pt x="580193" y="122665"/>
                </a:cubicBezTo>
                <a:cubicBezTo>
                  <a:pt x="584564" y="113056"/>
                  <a:pt x="587867" y="103221"/>
                  <a:pt x="590100" y="93161"/>
                </a:cubicBezTo>
                <a:cubicBezTo>
                  <a:pt x="592334" y="83098"/>
                  <a:pt x="593450" y="72953"/>
                  <a:pt x="593450" y="62725"/>
                </a:cubicBezTo>
                <a:cubicBezTo>
                  <a:pt x="593450" y="52544"/>
                  <a:pt x="592334" y="42423"/>
                  <a:pt x="590100" y="32363"/>
                </a:cubicBezTo>
                <a:cubicBezTo>
                  <a:pt x="587867" y="22300"/>
                  <a:pt x="584517" y="12488"/>
                  <a:pt x="580050" y="2925"/>
                </a:cubicBezTo>
                <a:cubicBezTo>
                  <a:pt x="579860" y="2497"/>
                  <a:pt x="579789" y="2093"/>
                  <a:pt x="579836" y="1713"/>
                </a:cubicBezTo>
                <a:cubicBezTo>
                  <a:pt x="579884" y="1333"/>
                  <a:pt x="580098" y="1024"/>
                  <a:pt x="580478" y="786"/>
                </a:cubicBezTo>
                <a:cubicBezTo>
                  <a:pt x="580858" y="547"/>
                  <a:pt x="581381" y="356"/>
                  <a:pt x="582046" y="214"/>
                </a:cubicBezTo>
                <a:cubicBezTo>
                  <a:pt x="582711" y="71"/>
                  <a:pt x="583590" y="0"/>
                  <a:pt x="584683" y="0"/>
                </a:cubicBezTo>
                <a:cubicBezTo>
                  <a:pt x="585681" y="0"/>
                  <a:pt x="586513" y="36"/>
                  <a:pt x="587178" y="107"/>
                </a:cubicBezTo>
                <a:cubicBezTo>
                  <a:pt x="587843" y="178"/>
                  <a:pt x="588378" y="285"/>
                  <a:pt x="588782" y="428"/>
                </a:cubicBezTo>
                <a:cubicBezTo>
                  <a:pt x="589186" y="570"/>
                  <a:pt x="589483" y="714"/>
                  <a:pt x="589673" y="858"/>
                </a:cubicBezTo>
                <a:cubicBezTo>
                  <a:pt x="589863" y="1000"/>
                  <a:pt x="590005" y="1166"/>
                  <a:pt x="590100" y="1357"/>
                </a:cubicBezTo>
                <a:cubicBezTo>
                  <a:pt x="594995" y="11108"/>
                  <a:pt x="598832" y="21134"/>
                  <a:pt x="601612" y="31434"/>
                </a:cubicBezTo>
                <a:cubicBezTo>
                  <a:pt x="604392" y="41733"/>
                  <a:pt x="605782" y="52235"/>
                  <a:pt x="605782" y="629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878E2-163E-4D96-B7FE-A9C80CDB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423" y="1927256"/>
            <a:ext cx="1265140" cy="407513"/>
          </a:xfrm>
          <a:custGeom xmlns:a="http://schemas.openxmlformats.org/drawingml/2006/main">
            <a:pathLst>
              <a:path w="1265140" h="407513">
                <a:moveTo>
                  <a:pt x="0" y="407513"/>
                </a:moveTo>
                <a:lnTo>
                  <a:pt x="0" y="0"/>
                </a:lnTo>
                <a:lnTo>
                  <a:pt x="1265140" y="0"/>
                </a:lnTo>
                <a:lnTo>
                  <a:pt x="1265140" y="407513"/>
                </a:lnTo>
                <a:lnTo>
                  <a:pt x="0" y="4075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80thBrick:">
            <a:extLst xmlns:a="http://schemas.openxmlformats.org/drawingml/2006/main">
              <a:ext uri="{FF2B5EF4-FFF2-40B4-BE49-F238E27FC236}">
                <a16:creationId xmlns:a16="http://schemas.microsoft.com/office/drawing/2014/main" id="{3ED43815-9DDB-4428-ADA5-B6F39A65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317" y="1989134"/>
            <a:ext cx="618168" cy="100927"/>
          </a:xfrm>
          <a:custGeom xmlns:a="http://schemas.openxmlformats.org/drawingml/2006/main">
            <a:pathLst>
              <a:path w="618168" h="100927">
                <a:moveTo>
                  <a:pt x="62241" y="75836"/>
                </a:moveTo>
                <a:cubicBezTo>
                  <a:pt x="62241" y="79839"/>
                  <a:pt x="61527" y="83401"/>
                  <a:pt x="60100" y="86522"/>
                </a:cubicBezTo>
                <a:cubicBezTo>
                  <a:pt x="58672" y="89644"/>
                  <a:pt x="56614" y="92277"/>
                  <a:pt x="53925" y="94423"/>
                </a:cubicBezTo>
                <a:cubicBezTo>
                  <a:pt x="51237" y="96567"/>
                  <a:pt x="47918" y="98187"/>
                  <a:pt x="43968" y="99283"/>
                </a:cubicBezTo>
                <a:cubicBezTo>
                  <a:pt x="40019" y="100379"/>
                  <a:pt x="35498" y="100927"/>
                  <a:pt x="30407" y="100927"/>
                </a:cubicBezTo>
                <a:cubicBezTo>
                  <a:pt x="25648" y="100927"/>
                  <a:pt x="21389" y="100427"/>
                  <a:pt x="17630" y="99426"/>
                </a:cubicBezTo>
                <a:cubicBezTo>
                  <a:pt x="13871" y="98425"/>
                  <a:pt x="10683" y="96948"/>
                  <a:pt x="8066" y="94994"/>
                </a:cubicBezTo>
                <a:cubicBezTo>
                  <a:pt x="5448" y="93040"/>
                  <a:pt x="3450" y="90633"/>
                  <a:pt x="2070" y="87774"/>
                </a:cubicBezTo>
                <a:cubicBezTo>
                  <a:pt x="690" y="84914"/>
                  <a:pt x="0" y="81650"/>
                  <a:pt x="0" y="77982"/>
                </a:cubicBezTo>
                <a:cubicBezTo>
                  <a:pt x="0" y="75075"/>
                  <a:pt x="476" y="72406"/>
                  <a:pt x="1428" y="69976"/>
                </a:cubicBezTo>
                <a:cubicBezTo>
                  <a:pt x="2379" y="67545"/>
                  <a:pt x="3747" y="65305"/>
                  <a:pt x="5532" y="63256"/>
                </a:cubicBezTo>
                <a:cubicBezTo>
                  <a:pt x="7316" y="61207"/>
                  <a:pt x="9517" y="59288"/>
                  <a:pt x="12134" y="57501"/>
                </a:cubicBezTo>
                <a:cubicBezTo>
                  <a:pt x="14751" y="55714"/>
                  <a:pt x="17702" y="54009"/>
                  <a:pt x="20985" y="52389"/>
                </a:cubicBezTo>
                <a:cubicBezTo>
                  <a:pt x="18130" y="50912"/>
                  <a:pt x="15608" y="49352"/>
                  <a:pt x="13419" y="47709"/>
                </a:cubicBezTo>
                <a:cubicBezTo>
                  <a:pt x="11230" y="46064"/>
                  <a:pt x="9374" y="44277"/>
                  <a:pt x="7851" y="42347"/>
                </a:cubicBezTo>
                <a:cubicBezTo>
                  <a:pt x="6329" y="40417"/>
                  <a:pt x="5175" y="38356"/>
                  <a:pt x="4390" y="36164"/>
                </a:cubicBezTo>
                <a:cubicBezTo>
                  <a:pt x="3605" y="33970"/>
                  <a:pt x="3212" y="31587"/>
                  <a:pt x="3212" y="29015"/>
                </a:cubicBezTo>
                <a:cubicBezTo>
                  <a:pt x="3212" y="25773"/>
                  <a:pt x="3795" y="22735"/>
                  <a:pt x="4961" y="19901"/>
                </a:cubicBezTo>
                <a:cubicBezTo>
                  <a:pt x="6127" y="17065"/>
                  <a:pt x="7887" y="14599"/>
                  <a:pt x="10243" y="12502"/>
                </a:cubicBezTo>
                <a:cubicBezTo>
                  <a:pt x="12598" y="10404"/>
                  <a:pt x="15596" y="8747"/>
                  <a:pt x="19236" y="7533"/>
                </a:cubicBezTo>
                <a:cubicBezTo>
                  <a:pt x="22876" y="6318"/>
                  <a:pt x="27123" y="5710"/>
                  <a:pt x="31977" y="5710"/>
                </a:cubicBezTo>
                <a:cubicBezTo>
                  <a:pt x="36640" y="5710"/>
                  <a:pt x="40673" y="6270"/>
                  <a:pt x="44075" y="7390"/>
                </a:cubicBezTo>
                <a:cubicBezTo>
                  <a:pt x="47478" y="8509"/>
                  <a:pt x="50285" y="10034"/>
                  <a:pt x="52498" y="11965"/>
                </a:cubicBezTo>
                <a:cubicBezTo>
                  <a:pt x="54711" y="13895"/>
                  <a:pt x="56340" y="16171"/>
                  <a:pt x="57387" y="18792"/>
                </a:cubicBezTo>
                <a:cubicBezTo>
                  <a:pt x="58434" y="21412"/>
                  <a:pt x="58958" y="24224"/>
                  <a:pt x="58958" y="27226"/>
                </a:cubicBezTo>
                <a:cubicBezTo>
                  <a:pt x="58958" y="29657"/>
                  <a:pt x="58565" y="31993"/>
                  <a:pt x="57780" y="34232"/>
                </a:cubicBezTo>
                <a:cubicBezTo>
                  <a:pt x="56995" y="36471"/>
                  <a:pt x="55841" y="38592"/>
                  <a:pt x="54318" y="40594"/>
                </a:cubicBezTo>
                <a:cubicBezTo>
                  <a:pt x="52795" y="42595"/>
                  <a:pt x="50928" y="44466"/>
                  <a:pt x="48715" y="46206"/>
                </a:cubicBezTo>
                <a:cubicBezTo>
                  <a:pt x="46502" y="47945"/>
                  <a:pt x="43968" y="49578"/>
                  <a:pt x="41113" y="51104"/>
                </a:cubicBezTo>
                <a:cubicBezTo>
                  <a:pt x="44492" y="52771"/>
                  <a:pt x="47501" y="54486"/>
                  <a:pt x="50142" y="56250"/>
                </a:cubicBezTo>
                <a:cubicBezTo>
                  <a:pt x="52783" y="58013"/>
                  <a:pt x="54996" y="59908"/>
                  <a:pt x="56781" y="61933"/>
                </a:cubicBezTo>
                <a:cubicBezTo>
                  <a:pt x="58565" y="63958"/>
                  <a:pt x="59921" y="66103"/>
                  <a:pt x="60849" y="68366"/>
                </a:cubicBezTo>
                <a:cubicBezTo>
                  <a:pt x="61777" y="70629"/>
                  <a:pt x="62241" y="73119"/>
                  <a:pt x="62241" y="75836"/>
                </a:cubicBezTo>
                <a:moveTo>
                  <a:pt x="46823" y="28361"/>
                </a:moveTo>
                <a:cubicBezTo>
                  <a:pt x="46823" y="26360"/>
                  <a:pt x="46478" y="24549"/>
                  <a:pt x="45788" y="22928"/>
                </a:cubicBezTo>
                <a:cubicBezTo>
                  <a:pt x="45098" y="21307"/>
                  <a:pt x="44087" y="19925"/>
                  <a:pt x="42755" y="18781"/>
                </a:cubicBezTo>
                <a:cubicBezTo>
                  <a:pt x="41423" y="17636"/>
                  <a:pt x="39769" y="16765"/>
                  <a:pt x="37794" y="16169"/>
                </a:cubicBezTo>
                <a:cubicBezTo>
                  <a:pt x="35819" y="15573"/>
                  <a:pt x="33571" y="15275"/>
                  <a:pt x="31049" y="15275"/>
                </a:cubicBezTo>
                <a:cubicBezTo>
                  <a:pt x="25910" y="15275"/>
                  <a:pt x="22020" y="16443"/>
                  <a:pt x="19379" y="18779"/>
                </a:cubicBezTo>
                <a:cubicBezTo>
                  <a:pt x="16738" y="21115"/>
                  <a:pt x="15417" y="24309"/>
                  <a:pt x="15417" y="28361"/>
                </a:cubicBezTo>
                <a:cubicBezTo>
                  <a:pt x="15417" y="30222"/>
                  <a:pt x="15739" y="31950"/>
                  <a:pt x="16381" y="33547"/>
                </a:cubicBezTo>
                <a:cubicBezTo>
                  <a:pt x="17023" y="35144"/>
                  <a:pt x="18023" y="36658"/>
                  <a:pt x="19379" y="38089"/>
                </a:cubicBezTo>
                <a:cubicBezTo>
                  <a:pt x="20735" y="39519"/>
                  <a:pt x="22448" y="40914"/>
                  <a:pt x="24518" y="42273"/>
                </a:cubicBezTo>
                <a:cubicBezTo>
                  <a:pt x="26588" y="43631"/>
                  <a:pt x="29051" y="45049"/>
                  <a:pt x="31906" y="46527"/>
                </a:cubicBezTo>
                <a:cubicBezTo>
                  <a:pt x="36712" y="44048"/>
                  <a:pt x="40399" y="41307"/>
                  <a:pt x="42969" y="38303"/>
                </a:cubicBezTo>
                <a:cubicBezTo>
                  <a:pt x="45539" y="35299"/>
                  <a:pt x="46823" y="31985"/>
                  <a:pt x="46823" y="28361"/>
                </a:cubicBezTo>
                <a:moveTo>
                  <a:pt x="49821" y="77132"/>
                </a:moveTo>
                <a:cubicBezTo>
                  <a:pt x="49821" y="74939"/>
                  <a:pt x="49417" y="72948"/>
                  <a:pt x="48608" y="71161"/>
                </a:cubicBezTo>
                <a:cubicBezTo>
                  <a:pt x="47799" y="69373"/>
                  <a:pt x="46574" y="67705"/>
                  <a:pt x="44932" y="66155"/>
                </a:cubicBezTo>
                <a:cubicBezTo>
                  <a:pt x="43290" y="64606"/>
                  <a:pt x="41244" y="63104"/>
                  <a:pt x="38793" y="61650"/>
                </a:cubicBezTo>
                <a:cubicBezTo>
                  <a:pt x="36343" y="60195"/>
                  <a:pt x="33500" y="58682"/>
                  <a:pt x="30264" y="57108"/>
                </a:cubicBezTo>
                <a:cubicBezTo>
                  <a:pt x="27266" y="58587"/>
                  <a:pt x="24637" y="60065"/>
                  <a:pt x="22377" y="61543"/>
                </a:cubicBezTo>
                <a:cubicBezTo>
                  <a:pt x="20116" y="63021"/>
                  <a:pt x="18261" y="64547"/>
                  <a:pt x="16809" y="66120"/>
                </a:cubicBezTo>
                <a:cubicBezTo>
                  <a:pt x="15358" y="67693"/>
                  <a:pt x="14264" y="69350"/>
                  <a:pt x="13526" y="71089"/>
                </a:cubicBezTo>
                <a:cubicBezTo>
                  <a:pt x="12788" y="72829"/>
                  <a:pt x="12420" y="74748"/>
                  <a:pt x="12420" y="76846"/>
                </a:cubicBezTo>
                <a:cubicBezTo>
                  <a:pt x="12420" y="81471"/>
                  <a:pt x="14002" y="85047"/>
                  <a:pt x="17166" y="87573"/>
                </a:cubicBezTo>
                <a:cubicBezTo>
                  <a:pt x="20331" y="90100"/>
                  <a:pt x="25053" y="91363"/>
                  <a:pt x="31335" y="91363"/>
                </a:cubicBezTo>
                <a:cubicBezTo>
                  <a:pt x="37425" y="91363"/>
                  <a:pt x="42029" y="90088"/>
                  <a:pt x="45146" y="87537"/>
                </a:cubicBezTo>
                <a:cubicBezTo>
                  <a:pt x="48263" y="84987"/>
                  <a:pt x="49821" y="81519"/>
                  <a:pt x="49821" y="77132"/>
                </a:cubicBezTo>
                <a:close/>
                <a:moveTo>
                  <a:pt x="136113" y="53105"/>
                </a:moveTo>
                <a:cubicBezTo>
                  <a:pt x="136113" y="60205"/>
                  <a:pt x="135554" y="66686"/>
                  <a:pt x="134436" y="72548"/>
                </a:cubicBezTo>
                <a:cubicBezTo>
                  <a:pt x="133317" y="78410"/>
                  <a:pt x="131462" y="83450"/>
                  <a:pt x="128868" y="87667"/>
                </a:cubicBezTo>
                <a:cubicBezTo>
                  <a:pt x="126275" y="91884"/>
                  <a:pt x="122884" y="95149"/>
                  <a:pt x="118697" y="97461"/>
                </a:cubicBezTo>
                <a:cubicBezTo>
                  <a:pt x="114510" y="99772"/>
                  <a:pt x="109347" y="100927"/>
                  <a:pt x="103208" y="100927"/>
                </a:cubicBezTo>
                <a:cubicBezTo>
                  <a:pt x="97403" y="100927"/>
                  <a:pt x="92513" y="99891"/>
                  <a:pt x="88540" y="97818"/>
                </a:cubicBezTo>
                <a:cubicBezTo>
                  <a:pt x="84567" y="95745"/>
                  <a:pt x="81367" y="92695"/>
                  <a:pt x="78940" y="88668"/>
                </a:cubicBezTo>
                <a:cubicBezTo>
                  <a:pt x="76513" y="84641"/>
                  <a:pt x="74788" y="79685"/>
                  <a:pt x="73765" y="73800"/>
                </a:cubicBezTo>
                <a:cubicBezTo>
                  <a:pt x="72742" y="67914"/>
                  <a:pt x="72230" y="61158"/>
                  <a:pt x="72230" y="53533"/>
                </a:cubicBezTo>
                <a:cubicBezTo>
                  <a:pt x="72230" y="46480"/>
                  <a:pt x="72802" y="40011"/>
                  <a:pt x="73944" y="34125"/>
                </a:cubicBezTo>
                <a:cubicBezTo>
                  <a:pt x="75086" y="28239"/>
                  <a:pt x="76941" y="23188"/>
                  <a:pt x="79511" y="18971"/>
                </a:cubicBezTo>
                <a:cubicBezTo>
                  <a:pt x="82081" y="14754"/>
                  <a:pt x="85459" y="11489"/>
                  <a:pt x="89647" y="9179"/>
                </a:cubicBezTo>
                <a:cubicBezTo>
                  <a:pt x="93834" y="6866"/>
                  <a:pt x="98973" y="5710"/>
                  <a:pt x="105064" y="5710"/>
                </a:cubicBezTo>
                <a:cubicBezTo>
                  <a:pt x="110917" y="5710"/>
                  <a:pt x="115830" y="6747"/>
                  <a:pt x="119803" y="8820"/>
                </a:cubicBezTo>
                <a:cubicBezTo>
                  <a:pt x="123777" y="10892"/>
                  <a:pt x="126977" y="13942"/>
                  <a:pt x="129404" y="17969"/>
                </a:cubicBezTo>
                <a:cubicBezTo>
                  <a:pt x="131830" y="21996"/>
                  <a:pt x="133555" y="26952"/>
                  <a:pt x="134578" y="32838"/>
                </a:cubicBezTo>
                <a:cubicBezTo>
                  <a:pt x="135602" y="38724"/>
                  <a:pt x="136113" y="45479"/>
                  <a:pt x="136113" y="53105"/>
                </a:cubicBezTo>
                <a:moveTo>
                  <a:pt x="123551" y="53963"/>
                </a:moveTo>
                <a:cubicBezTo>
                  <a:pt x="123551" y="49339"/>
                  <a:pt x="123384" y="45191"/>
                  <a:pt x="123051" y="41519"/>
                </a:cubicBezTo>
                <a:cubicBezTo>
                  <a:pt x="122718" y="37848"/>
                  <a:pt x="122230" y="34606"/>
                  <a:pt x="121588" y="31794"/>
                </a:cubicBezTo>
                <a:cubicBezTo>
                  <a:pt x="120945" y="28981"/>
                  <a:pt x="120113" y="26561"/>
                  <a:pt x="119090" y="24536"/>
                </a:cubicBezTo>
                <a:cubicBezTo>
                  <a:pt x="118067" y="22509"/>
                  <a:pt x="116841" y="20841"/>
                  <a:pt x="115414" y="19531"/>
                </a:cubicBezTo>
                <a:cubicBezTo>
                  <a:pt x="113986" y="18219"/>
                  <a:pt x="112356" y="17265"/>
                  <a:pt x="110524" y="16669"/>
                </a:cubicBezTo>
                <a:cubicBezTo>
                  <a:pt x="108692" y="16073"/>
                  <a:pt x="106634" y="15774"/>
                  <a:pt x="104350" y="15774"/>
                </a:cubicBezTo>
                <a:cubicBezTo>
                  <a:pt x="100306" y="15774"/>
                  <a:pt x="97022" y="16728"/>
                  <a:pt x="94500" y="18636"/>
                </a:cubicBezTo>
                <a:cubicBezTo>
                  <a:pt x="91978" y="20542"/>
                  <a:pt x="89992" y="23164"/>
                  <a:pt x="88540" y="26501"/>
                </a:cubicBezTo>
                <a:cubicBezTo>
                  <a:pt x="87089" y="29838"/>
                  <a:pt x="86101" y="33747"/>
                  <a:pt x="85578" y="38229"/>
                </a:cubicBezTo>
                <a:cubicBezTo>
                  <a:pt x="85055" y="42711"/>
                  <a:pt x="84793" y="47526"/>
                  <a:pt x="84793" y="52674"/>
                </a:cubicBezTo>
                <a:cubicBezTo>
                  <a:pt x="84793" y="59587"/>
                  <a:pt x="85150" y="65464"/>
                  <a:pt x="85864" y="70304"/>
                </a:cubicBezTo>
                <a:cubicBezTo>
                  <a:pt x="86577" y="75143"/>
                  <a:pt x="87707" y="79088"/>
                  <a:pt x="89254" y="82139"/>
                </a:cubicBezTo>
                <a:cubicBezTo>
                  <a:pt x="90800" y="85189"/>
                  <a:pt x="92775" y="87406"/>
                  <a:pt x="95178" y="88789"/>
                </a:cubicBezTo>
                <a:cubicBezTo>
                  <a:pt x="97581" y="90172"/>
                  <a:pt x="100496" y="90863"/>
                  <a:pt x="103922" y="90863"/>
                </a:cubicBezTo>
                <a:cubicBezTo>
                  <a:pt x="106587" y="90863"/>
                  <a:pt x="108930" y="90434"/>
                  <a:pt x="110953" y="89576"/>
                </a:cubicBezTo>
                <a:cubicBezTo>
                  <a:pt x="112975" y="88718"/>
                  <a:pt x="114712" y="87491"/>
                  <a:pt x="116163" y="85893"/>
                </a:cubicBezTo>
                <a:cubicBezTo>
                  <a:pt x="117614" y="84296"/>
                  <a:pt x="118816" y="82377"/>
                  <a:pt x="119768" y="80136"/>
                </a:cubicBezTo>
                <a:cubicBezTo>
                  <a:pt x="120719" y="77896"/>
                  <a:pt x="121481" y="75417"/>
                  <a:pt x="122052" y="72700"/>
                </a:cubicBezTo>
                <a:cubicBezTo>
                  <a:pt x="122623" y="69982"/>
                  <a:pt x="123015" y="67037"/>
                  <a:pt x="123229" y="63867"/>
                </a:cubicBezTo>
                <a:cubicBezTo>
                  <a:pt x="123444" y="60697"/>
                  <a:pt x="123551" y="57395"/>
                  <a:pt x="123551" y="53963"/>
                </a:cubicBezTo>
                <a:close/>
                <a:moveTo>
                  <a:pt x="184361" y="93076"/>
                </a:moveTo>
                <a:cubicBezTo>
                  <a:pt x="184361" y="94456"/>
                  <a:pt x="184265" y="95550"/>
                  <a:pt x="184075" y="96359"/>
                </a:cubicBezTo>
                <a:cubicBezTo>
                  <a:pt x="183885" y="97168"/>
                  <a:pt x="183599" y="97763"/>
                  <a:pt x="183218" y="98144"/>
                </a:cubicBezTo>
                <a:cubicBezTo>
                  <a:pt x="182838" y="98524"/>
                  <a:pt x="182267" y="98881"/>
                  <a:pt x="181505" y="99214"/>
                </a:cubicBezTo>
                <a:cubicBezTo>
                  <a:pt x="180744" y="99547"/>
                  <a:pt x="179876" y="99821"/>
                  <a:pt x="178900" y="100035"/>
                </a:cubicBezTo>
                <a:cubicBezTo>
                  <a:pt x="177925" y="100249"/>
                  <a:pt x="176890" y="100428"/>
                  <a:pt x="175795" y="100570"/>
                </a:cubicBezTo>
                <a:cubicBezTo>
                  <a:pt x="174701" y="100713"/>
                  <a:pt x="173606" y="100785"/>
                  <a:pt x="172512" y="100785"/>
                </a:cubicBezTo>
                <a:cubicBezTo>
                  <a:pt x="169181" y="100785"/>
                  <a:pt x="166326" y="100344"/>
                  <a:pt x="163947" y="99462"/>
                </a:cubicBezTo>
                <a:cubicBezTo>
                  <a:pt x="161567" y="98579"/>
                  <a:pt x="159616" y="97242"/>
                  <a:pt x="158094" y="95454"/>
                </a:cubicBezTo>
                <a:cubicBezTo>
                  <a:pt x="156571" y="93665"/>
                  <a:pt x="155465" y="91399"/>
                  <a:pt x="154775" y="88657"/>
                </a:cubicBezTo>
                <a:cubicBezTo>
                  <a:pt x="154085" y="85915"/>
                  <a:pt x="153740" y="82684"/>
                  <a:pt x="153740" y="78963"/>
                </a:cubicBezTo>
                <a:lnTo>
                  <a:pt x="153740" y="41327"/>
                </a:lnTo>
                <a:lnTo>
                  <a:pt x="144746" y="41327"/>
                </a:lnTo>
                <a:cubicBezTo>
                  <a:pt x="144032" y="41327"/>
                  <a:pt x="143461" y="40947"/>
                  <a:pt x="143033" y="40185"/>
                </a:cubicBezTo>
                <a:cubicBezTo>
                  <a:pt x="142605" y="39424"/>
                  <a:pt x="142391" y="38187"/>
                  <a:pt x="142391" y="36474"/>
                </a:cubicBezTo>
                <a:cubicBezTo>
                  <a:pt x="142391" y="35570"/>
                  <a:pt x="142450" y="34808"/>
                  <a:pt x="142569" y="34190"/>
                </a:cubicBezTo>
                <a:cubicBezTo>
                  <a:pt x="142688" y="33571"/>
                  <a:pt x="142843" y="33060"/>
                  <a:pt x="143033" y="32655"/>
                </a:cubicBezTo>
                <a:cubicBezTo>
                  <a:pt x="143223" y="32251"/>
                  <a:pt x="143473" y="31965"/>
                  <a:pt x="143783" y="31799"/>
                </a:cubicBezTo>
                <a:cubicBezTo>
                  <a:pt x="144092" y="31632"/>
                  <a:pt x="144437" y="31549"/>
                  <a:pt x="144818" y="31549"/>
                </a:cubicBezTo>
                <a:lnTo>
                  <a:pt x="153740" y="31549"/>
                </a:lnTo>
                <a:lnTo>
                  <a:pt x="153740" y="16274"/>
                </a:lnTo>
                <a:cubicBezTo>
                  <a:pt x="153740" y="15941"/>
                  <a:pt x="153823" y="15632"/>
                  <a:pt x="153990" y="15346"/>
                </a:cubicBezTo>
                <a:cubicBezTo>
                  <a:pt x="154156" y="15061"/>
                  <a:pt x="154465" y="14811"/>
                  <a:pt x="154917" y="14597"/>
                </a:cubicBezTo>
                <a:cubicBezTo>
                  <a:pt x="155369" y="14382"/>
                  <a:pt x="155976" y="14228"/>
                  <a:pt x="156738" y="14133"/>
                </a:cubicBezTo>
                <a:cubicBezTo>
                  <a:pt x="157499" y="14038"/>
                  <a:pt x="158451" y="13990"/>
                  <a:pt x="159593" y="13990"/>
                </a:cubicBezTo>
                <a:cubicBezTo>
                  <a:pt x="160782" y="13990"/>
                  <a:pt x="161758" y="14038"/>
                  <a:pt x="162519" y="14133"/>
                </a:cubicBezTo>
                <a:cubicBezTo>
                  <a:pt x="163280" y="14228"/>
                  <a:pt x="163875" y="14382"/>
                  <a:pt x="164304" y="14597"/>
                </a:cubicBezTo>
                <a:cubicBezTo>
                  <a:pt x="164732" y="14811"/>
                  <a:pt x="165041" y="15061"/>
                  <a:pt x="165231" y="15346"/>
                </a:cubicBezTo>
                <a:cubicBezTo>
                  <a:pt x="165422" y="15632"/>
                  <a:pt x="165517" y="15941"/>
                  <a:pt x="165517" y="16274"/>
                </a:cubicBezTo>
                <a:lnTo>
                  <a:pt x="165517" y="31549"/>
                </a:lnTo>
                <a:lnTo>
                  <a:pt x="182005" y="31549"/>
                </a:lnTo>
                <a:cubicBezTo>
                  <a:pt x="182386" y="31549"/>
                  <a:pt x="182719" y="31632"/>
                  <a:pt x="183004" y="31799"/>
                </a:cubicBezTo>
                <a:cubicBezTo>
                  <a:pt x="183290" y="31965"/>
                  <a:pt x="183540" y="32251"/>
                  <a:pt x="183754" y="32655"/>
                </a:cubicBezTo>
                <a:cubicBezTo>
                  <a:pt x="183968" y="33060"/>
                  <a:pt x="184123" y="33571"/>
                  <a:pt x="184218" y="34190"/>
                </a:cubicBezTo>
                <a:cubicBezTo>
                  <a:pt x="184313" y="34808"/>
                  <a:pt x="184361" y="35570"/>
                  <a:pt x="184361" y="36474"/>
                </a:cubicBezTo>
                <a:cubicBezTo>
                  <a:pt x="184361" y="38187"/>
                  <a:pt x="184146" y="39424"/>
                  <a:pt x="183718" y="40185"/>
                </a:cubicBezTo>
                <a:cubicBezTo>
                  <a:pt x="183290" y="40947"/>
                  <a:pt x="182719" y="41327"/>
                  <a:pt x="182005" y="41327"/>
                </a:cubicBezTo>
                <a:lnTo>
                  <a:pt x="165517" y="41327"/>
                </a:lnTo>
                <a:lnTo>
                  <a:pt x="165517" y="77264"/>
                </a:lnTo>
                <a:cubicBezTo>
                  <a:pt x="165517" y="81701"/>
                  <a:pt x="166171" y="85053"/>
                  <a:pt x="167480" y="87321"/>
                </a:cubicBezTo>
                <a:cubicBezTo>
                  <a:pt x="168788" y="89587"/>
                  <a:pt x="171132" y="90720"/>
                  <a:pt x="174510" y="90720"/>
                </a:cubicBezTo>
                <a:cubicBezTo>
                  <a:pt x="175605" y="90720"/>
                  <a:pt x="176580" y="90613"/>
                  <a:pt x="177437" y="90399"/>
                </a:cubicBezTo>
                <a:cubicBezTo>
                  <a:pt x="178293" y="90185"/>
                  <a:pt x="179055" y="89959"/>
                  <a:pt x="179721" y="89721"/>
                </a:cubicBezTo>
                <a:cubicBezTo>
                  <a:pt x="180387" y="89483"/>
                  <a:pt x="180958" y="89257"/>
                  <a:pt x="181434" y="89043"/>
                </a:cubicBezTo>
                <a:cubicBezTo>
                  <a:pt x="181910" y="88829"/>
                  <a:pt x="182338" y="88722"/>
                  <a:pt x="182719" y="88722"/>
                </a:cubicBezTo>
                <a:cubicBezTo>
                  <a:pt x="182957" y="88722"/>
                  <a:pt x="183183" y="88781"/>
                  <a:pt x="183397" y="88900"/>
                </a:cubicBezTo>
                <a:cubicBezTo>
                  <a:pt x="183611" y="89019"/>
                  <a:pt x="183778" y="89245"/>
                  <a:pt x="183897" y="89578"/>
                </a:cubicBezTo>
                <a:cubicBezTo>
                  <a:pt x="184016" y="89911"/>
                  <a:pt x="184123" y="90363"/>
                  <a:pt x="184218" y="90934"/>
                </a:cubicBezTo>
                <a:cubicBezTo>
                  <a:pt x="184313" y="91506"/>
                  <a:pt x="184361" y="92219"/>
                  <a:pt x="184361" y="93076"/>
                </a:cubicBezTo>
                <a:close/>
                <a:moveTo>
                  <a:pt x="255244" y="97715"/>
                </a:moveTo>
                <a:cubicBezTo>
                  <a:pt x="255244" y="98096"/>
                  <a:pt x="255149" y="98417"/>
                  <a:pt x="254958" y="98679"/>
                </a:cubicBezTo>
                <a:cubicBezTo>
                  <a:pt x="254768" y="98941"/>
                  <a:pt x="254459" y="99167"/>
                  <a:pt x="254031" y="99357"/>
                </a:cubicBezTo>
                <a:cubicBezTo>
                  <a:pt x="253602" y="99547"/>
                  <a:pt x="253008" y="99690"/>
                  <a:pt x="252246" y="99785"/>
                </a:cubicBezTo>
                <a:cubicBezTo>
                  <a:pt x="251485" y="99880"/>
                  <a:pt x="250533" y="99928"/>
                  <a:pt x="249391" y="99928"/>
                </a:cubicBezTo>
                <a:cubicBezTo>
                  <a:pt x="248201" y="99928"/>
                  <a:pt x="247226" y="99880"/>
                  <a:pt x="246465" y="99785"/>
                </a:cubicBezTo>
                <a:cubicBezTo>
                  <a:pt x="245703" y="99690"/>
                  <a:pt x="245108" y="99547"/>
                  <a:pt x="244680" y="99357"/>
                </a:cubicBezTo>
                <a:cubicBezTo>
                  <a:pt x="244252" y="99167"/>
                  <a:pt x="243943" y="98941"/>
                  <a:pt x="243752" y="98679"/>
                </a:cubicBezTo>
                <a:cubicBezTo>
                  <a:pt x="243562" y="98417"/>
                  <a:pt x="243467" y="98096"/>
                  <a:pt x="243467" y="97715"/>
                </a:cubicBezTo>
                <a:lnTo>
                  <a:pt x="243467" y="60100"/>
                </a:lnTo>
                <a:cubicBezTo>
                  <a:pt x="243467" y="56436"/>
                  <a:pt x="243181" y="53485"/>
                  <a:pt x="242610" y="51249"/>
                </a:cubicBezTo>
                <a:cubicBezTo>
                  <a:pt x="242039" y="49012"/>
                  <a:pt x="241206" y="47085"/>
                  <a:pt x="240112" y="45467"/>
                </a:cubicBezTo>
                <a:cubicBezTo>
                  <a:pt x="239018" y="43849"/>
                  <a:pt x="237602" y="42612"/>
                  <a:pt x="235865" y="41756"/>
                </a:cubicBezTo>
                <a:cubicBezTo>
                  <a:pt x="234128" y="40899"/>
                  <a:pt x="232118" y="40471"/>
                  <a:pt x="229834" y="40471"/>
                </a:cubicBezTo>
                <a:cubicBezTo>
                  <a:pt x="226883" y="40471"/>
                  <a:pt x="223933" y="41518"/>
                  <a:pt x="220983" y="43611"/>
                </a:cubicBezTo>
                <a:cubicBezTo>
                  <a:pt x="218033" y="45705"/>
                  <a:pt x="214940" y="48774"/>
                  <a:pt x="211704" y="52819"/>
                </a:cubicBezTo>
                <a:lnTo>
                  <a:pt x="211704" y="97715"/>
                </a:lnTo>
                <a:cubicBezTo>
                  <a:pt x="211704" y="98096"/>
                  <a:pt x="211609" y="98417"/>
                  <a:pt x="211418" y="98679"/>
                </a:cubicBezTo>
                <a:cubicBezTo>
                  <a:pt x="211228" y="98941"/>
                  <a:pt x="210919" y="99167"/>
                  <a:pt x="210491" y="99357"/>
                </a:cubicBezTo>
                <a:cubicBezTo>
                  <a:pt x="210062" y="99547"/>
                  <a:pt x="209467" y="99690"/>
                  <a:pt x="208706" y="99785"/>
                </a:cubicBezTo>
                <a:cubicBezTo>
                  <a:pt x="207945" y="99880"/>
                  <a:pt x="206969" y="99928"/>
                  <a:pt x="205780" y="99928"/>
                </a:cubicBezTo>
                <a:cubicBezTo>
                  <a:pt x="204638" y="99928"/>
                  <a:pt x="203686" y="99880"/>
                  <a:pt x="202925" y="99785"/>
                </a:cubicBezTo>
                <a:cubicBezTo>
                  <a:pt x="202163" y="99690"/>
                  <a:pt x="201556" y="99547"/>
                  <a:pt x="201104" y="99357"/>
                </a:cubicBezTo>
                <a:cubicBezTo>
                  <a:pt x="200652" y="99167"/>
                  <a:pt x="200343" y="98941"/>
                  <a:pt x="200177" y="98679"/>
                </a:cubicBezTo>
                <a:cubicBezTo>
                  <a:pt x="200010" y="98416"/>
                  <a:pt x="199927" y="98094"/>
                  <a:pt x="199927" y="97713"/>
                </a:cubicBezTo>
                <a:lnTo>
                  <a:pt x="199927" y="2286"/>
                </a:lnTo>
                <a:cubicBezTo>
                  <a:pt x="199927" y="1906"/>
                  <a:pt x="200010" y="1573"/>
                  <a:pt x="200177" y="1287"/>
                </a:cubicBezTo>
                <a:cubicBezTo>
                  <a:pt x="200343" y="1000"/>
                  <a:pt x="200652" y="761"/>
                  <a:pt x="201104" y="571"/>
                </a:cubicBezTo>
                <a:cubicBezTo>
                  <a:pt x="201556" y="381"/>
                  <a:pt x="202163" y="238"/>
                  <a:pt x="202925" y="143"/>
                </a:cubicBezTo>
                <a:cubicBezTo>
                  <a:pt x="203686" y="48"/>
                  <a:pt x="204638" y="0"/>
                  <a:pt x="205780" y="0"/>
                </a:cubicBezTo>
                <a:cubicBezTo>
                  <a:pt x="206969" y="0"/>
                  <a:pt x="207945" y="48"/>
                  <a:pt x="208706" y="143"/>
                </a:cubicBezTo>
                <a:cubicBezTo>
                  <a:pt x="209467" y="238"/>
                  <a:pt x="210062" y="381"/>
                  <a:pt x="210491" y="573"/>
                </a:cubicBezTo>
                <a:cubicBezTo>
                  <a:pt x="210919" y="764"/>
                  <a:pt x="211228" y="1002"/>
                  <a:pt x="211418" y="1287"/>
                </a:cubicBezTo>
                <a:cubicBezTo>
                  <a:pt x="211609" y="1573"/>
                  <a:pt x="211704" y="1906"/>
                  <a:pt x="211704" y="2289"/>
                </a:cubicBezTo>
                <a:lnTo>
                  <a:pt x="211704" y="40828"/>
                </a:lnTo>
                <a:cubicBezTo>
                  <a:pt x="215082" y="37259"/>
                  <a:pt x="218485" y="34606"/>
                  <a:pt x="221911" y="32869"/>
                </a:cubicBezTo>
                <a:cubicBezTo>
                  <a:pt x="225337" y="31132"/>
                  <a:pt x="228787" y="30264"/>
                  <a:pt x="232261" y="30264"/>
                </a:cubicBezTo>
                <a:cubicBezTo>
                  <a:pt x="236543" y="30264"/>
                  <a:pt x="240148" y="30990"/>
                  <a:pt x="243074" y="32441"/>
                </a:cubicBezTo>
                <a:cubicBezTo>
                  <a:pt x="246001" y="33892"/>
                  <a:pt x="248368" y="35831"/>
                  <a:pt x="250176" y="38258"/>
                </a:cubicBezTo>
                <a:cubicBezTo>
                  <a:pt x="251984" y="40685"/>
                  <a:pt x="253281" y="43528"/>
                  <a:pt x="254066" y="46788"/>
                </a:cubicBezTo>
                <a:cubicBezTo>
                  <a:pt x="254851" y="50047"/>
                  <a:pt x="255244" y="53985"/>
                  <a:pt x="255244" y="58601"/>
                </a:cubicBezTo>
                <a:lnTo>
                  <a:pt x="255244" y="97715"/>
                </a:lnTo>
                <a:close/>
                <a:moveTo>
                  <a:pt x="377211" y="73019"/>
                </a:moveTo>
                <a:cubicBezTo>
                  <a:pt x="377211" y="75922"/>
                  <a:pt x="376843" y="78598"/>
                  <a:pt x="376105" y="81049"/>
                </a:cubicBezTo>
                <a:cubicBezTo>
                  <a:pt x="375367" y="83499"/>
                  <a:pt x="374333" y="85700"/>
                  <a:pt x="373000" y="87651"/>
                </a:cubicBezTo>
                <a:cubicBezTo>
                  <a:pt x="371668" y="89602"/>
                  <a:pt x="370062" y="91315"/>
                  <a:pt x="368182" y="92790"/>
                </a:cubicBezTo>
                <a:cubicBezTo>
                  <a:pt x="366303" y="94265"/>
                  <a:pt x="364185" y="95503"/>
                  <a:pt x="361830" y="96502"/>
                </a:cubicBezTo>
                <a:cubicBezTo>
                  <a:pt x="359474" y="97501"/>
                  <a:pt x="356952" y="98251"/>
                  <a:pt x="354264" y="98750"/>
                </a:cubicBezTo>
                <a:cubicBezTo>
                  <a:pt x="351575" y="99250"/>
                  <a:pt x="348494" y="99500"/>
                  <a:pt x="345020" y="99500"/>
                </a:cubicBezTo>
                <a:lnTo>
                  <a:pt x="320895" y="99500"/>
                </a:lnTo>
                <a:cubicBezTo>
                  <a:pt x="319800" y="99500"/>
                  <a:pt x="318765" y="99131"/>
                  <a:pt x="317790" y="98393"/>
                </a:cubicBezTo>
                <a:cubicBezTo>
                  <a:pt x="316814" y="97656"/>
                  <a:pt x="316327" y="96359"/>
                  <a:pt x="316327" y="94503"/>
                </a:cubicBezTo>
                <a:lnTo>
                  <a:pt x="316327" y="12134"/>
                </a:lnTo>
                <a:cubicBezTo>
                  <a:pt x="316327" y="10278"/>
                  <a:pt x="316814" y="8982"/>
                  <a:pt x="317790" y="8244"/>
                </a:cubicBezTo>
                <a:cubicBezTo>
                  <a:pt x="318765" y="7506"/>
                  <a:pt x="319800" y="7138"/>
                  <a:pt x="320895" y="7138"/>
                </a:cubicBezTo>
                <a:lnTo>
                  <a:pt x="341880" y="7138"/>
                </a:lnTo>
                <a:cubicBezTo>
                  <a:pt x="347400" y="7138"/>
                  <a:pt x="351920" y="7661"/>
                  <a:pt x="355441" y="8708"/>
                </a:cubicBezTo>
                <a:cubicBezTo>
                  <a:pt x="358963" y="9755"/>
                  <a:pt x="361901" y="11278"/>
                  <a:pt x="364256" y="13276"/>
                </a:cubicBezTo>
                <a:cubicBezTo>
                  <a:pt x="366612" y="15275"/>
                  <a:pt x="368384" y="17725"/>
                  <a:pt x="369574" y="20628"/>
                </a:cubicBezTo>
                <a:cubicBezTo>
                  <a:pt x="370764" y="23531"/>
                  <a:pt x="371358" y="26814"/>
                  <a:pt x="371358" y="30478"/>
                </a:cubicBezTo>
                <a:cubicBezTo>
                  <a:pt x="371358" y="32667"/>
                  <a:pt x="371097" y="34761"/>
                  <a:pt x="370573" y="36759"/>
                </a:cubicBezTo>
                <a:cubicBezTo>
                  <a:pt x="370050" y="38758"/>
                  <a:pt x="369277" y="40602"/>
                  <a:pt x="368254" y="42291"/>
                </a:cubicBezTo>
                <a:cubicBezTo>
                  <a:pt x="367230" y="43980"/>
                  <a:pt x="365946" y="45491"/>
                  <a:pt x="364399" y="46823"/>
                </a:cubicBezTo>
                <a:cubicBezTo>
                  <a:pt x="362853" y="48156"/>
                  <a:pt x="361080" y="49250"/>
                  <a:pt x="359082" y="50107"/>
                </a:cubicBezTo>
                <a:cubicBezTo>
                  <a:pt x="361604" y="50583"/>
                  <a:pt x="363959" y="51451"/>
                  <a:pt x="366148" y="52712"/>
                </a:cubicBezTo>
                <a:cubicBezTo>
                  <a:pt x="368337" y="53973"/>
                  <a:pt x="370252" y="55579"/>
                  <a:pt x="371894" y="57530"/>
                </a:cubicBezTo>
                <a:cubicBezTo>
                  <a:pt x="373535" y="59481"/>
                  <a:pt x="374832" y="61765"/>
                  <a:pt x="375784" y="64382"/>
                </a:cubicBezTo>
                <a:cubicBezTo>
                  <a:pt x="376736" y="66999"/>
                  <a:pt x="377211" y="69878"/>
                  <a:pt x="377211" y="73019"/>
                </a:cubicBezTo>
                <a:moveTo>
                  <a:pt x="358725" y="31691"/>
                </a:moveTo>
                <a:cubicBezTo>
                  <a:pt x="358725" y="29455"/>
                  <a:pt x="358415" y="27433"/>
                  <a:pt x="357797" y="25624"/>
                </a:cubicBezTo>
                <a:cubicBezTo>
                  <a:pt x="357178" y="23816"/>
                  <a:pt x="356203" y="22282"/>
                  <a:pt x="354870" y="21021"/>
                </a:cubicBezTo>
                <a:cubicBezTo>
                  <a:pt x="353538" y="19760"/>
                  <a:pt x="351801" y="18796"/>
                  <a:pt x="349660" y="18130"/>
                </a:cubicBezTo>
                <a:cubicBezTo>
                  <a:pt x="347518" y="17464"/>
                  <a:pt x="344687" y="17131"/>
                  <a:pt x="341166" y="17131"/>
                </a:cubicBezTo>
                <a:lnTo>
                  <a:pt x="328461" y="17131"/>
                </a:lnTo>
                <a:lnTo>
                  <a:pt x="328461" y="47038"/>
                </a:lnTo>
                <a:lnTo>
                  <a:pt x="342451" y="47038"/>
                </a:lnTo>
                <a:cubicBezTo>
                  <a:pt x="345639" y="47038"/>
                  <a:pt x="348208" y="46621"/>
                  <a:pt x="350159" y="45788"/>
                </a:cubicBezTo>
                <a:cubicBezTo>
                  <a:pt x="352110" y="44956"/>
                  <a:pt x="353728" y="43837"/>
                  <a:pt x="355013" y="42434"/>
                </a:cubicBezTo>
                <a:cubicBezTo>
                  <a:pt x="356298" y="41030"/>
                  <a:pt x="357238" y="39388"/>
                  <a:pt x="357832" y="37509"/>
                </a:cubicBezTo>
                <a:cubicBezTo>
                  <a:pt x="358427" y="35629"/>
                  <a:pt x="358725" y="33690"/>
                  <a:pt x="358725" y="31691"/>
                </a:cubicBezTo>
                <a:moveTo>
                  <a:pt x="364292" y="73733"/>
                </a:moveTo>
                <a:cubicBezTo>
                  <a:pt x="364292" y="70973"/>
                  <a:pt x="363852" y="68546"/>
                  <a:pt x="362972" y="66452"/>
                </a:cubicBezTo>
                <a:cubicBezTo>
                  <a:pt x="362091" y="64358"/>
                  <a:pt x="360807" y="62598"/>
                  <a:pt x="359117" y="61170"/>
                </a:cubicBezTo>
                <a:cubicBezTo>
                  <a:pt x="357428" y="59743"/>
                  <a:pt x="355311" y="58660"/>
                  <a:pt x="352765" y="57923"/>
                </a:cubicBezTo>
                <a:cubicBezTo>
                  <a:pt x="350219" y="57185"/>
                  <a:pt x="347019" y="56816"/>
                  <a:pt x="343164" y="56816"/>
                </a:cubicBezTo>
                <a:lnTo>
                  <a:pt x="328461" y="56816"/>
                </a:lnTo>
                <a:lnTo>
                  <a:pt x="328461" y="89364"/>
                </a:lnTo>
                <a:lnTo>
                  <a:pt x="346305" y="89364"/>
                </a:lnTo>
                <a:cubicBezTo>
                  <a:pt x="349113" y="89364"/>
                  <a:pt x="351563" y="89031"/>
                  <a:pt x="353657" y="88365"/>
                </a:cubicBezTo>
                <a:cubicBezTo>
                  <a:pt x="355751" y="87699"/>
                  <a:pt x="357595" y="86711"/>
                  <a:pt x="359189" y="85403"/>
                </a:cubicBezTo>
                <a:cubicBezTo>
                  <a:pt x="360783" y="84094"/>
                  <a:pt x="362032" y="82464"/>
                  <a:pt x="362936" y="80513"/>
                </a:cubicBezTo>
                <a:cubicBezTo>
                  <a:pt x="363840" y="78562"/>
                  <a:pt x="364292" y="76302"/>
                  <a:pt x="364292" y="73733"/>
                </a:cubicBezTo>
                <a:close/>
                <a:moveTo>
                  <a:pt x="431598" y="37687"/>
                </a:moveTo>
                <a:cubicBezTo>
                  <a:pt x="431598" y="38734"/>
                  <a:pt x="431574" y="39614"/>
                  <a:pt x="431526" y="40328"/>
                </a:cubicBezTo>
                <a:cubicBezTo>
                  <a:pt x="431479" y="41042"/>
                  <a:pt x="431384" y="41601"/>
                  <a:pt x="431241" y="42005"/>
                </a:cubicBezTo>
                <a:cubicBezTo>
                  <a:pt x="431098" y="42410"/>
                  <a:pt x="430920" y="42719"/>
                  <a:pt x="430705" y="42933"/>
                </a:cubicBezTo>
                <a:cubicBezTo>
                  <a:pt x="430491" y="43147"/>
                  <a:pt x="430194" y="43255"/>
                  <a:pt x="429813" y="43255"/>
                </a:cubicBezTo>
                <a:cubicBezTo>
                  <a:pt x="429433" y="43255"/>
                  <a:pt x="428969" y="43147"/>
                  <a:pt x="428421" y="42933"/>
                </a:cubicBezTo>
                <a:cubicBezTo>
                  <a:pt x="427874" y="42719"/>
                  <a:pt x="427256" y="42505"/>
                  <a:pt x="426566" y="42291"/>
                </a:cubicBezTo>
                <a:cubicBezTo>
                  <a:pt x="425876" y="42077"/>
                  <a:pt x="425102" y="41875"/>
                  <a:pt x="424246" y="41684"/>
                </a:cubicBezTo>
                <a:cubicBezTo>
                  <a:pt x="423389" y="41494"/>
                  <a:pt x="422461" y="41399"/>
                  <a:pt x="421462" y="41399"/>
                </a:cubicBezTo>
                <a:cubicBezTo>
                  <a:pt x="420272" y="41399"/>
                  <a:pt x="419107" y="41637"/>
                  <a:pt x="417965" y="42113"/>
                </a:cubicBezTo>
                <a:cubicBezTo>
                  <a:pt x="416823" y="42588"/>
                  <a:pt x="415621" y="43374"/>
                  <a:pt x="414360" y="44468"/>
                </a:cubicBezTo>
                <a:cubicBezTo>
                  <a:pt x="413099" y="45562"/>
                  <a:pt x="411779" y="47014"/>
                  <a:pt x="410399" y="48822"/>
                </a:cubicBezTo>
                <a:cubicBezTo>
                  <a:pt x="409019" y="50630"/>
                  <a:pt x="407496" y="52843"/>
                  <a:pt x="405830" y="55460"/>
                </a:cubicBezTo>
                <a:lnTo>
                  <a:pt x="405830" y="97715"/>
                </a:lnTo>
                <a:cubicBezTo>
                  <a:pt x="405830" y="98096"/>
                  <a:pt x="405735" y="98417"/>
                  <a:pt x="405545" y="98679"/>
                </a:cubicBezTo>
                <a:cubicBezTo>
                  <a:pt x="405355" y="98941"/>
                  <a:pt x="405045" y="99167"/>
                  <a:pt x="404617" y="99357"/>
                </a:cubicBezTo>
                <a:cubicBezTo>
                  <a:pt x="404189" y="99547"/>
                  <a:pt x="403594" y="99690"/>
                  <a:pt x="402833" y="99785"/>
                </a:cubicBezTo>
                <a:cubicBezTo>
                  <a:pt x="402071" y="99880"/>
                  <a:pt x="401096" y="99928"/>
                  <a:pt x="399906" y="99928"/>
                </a:cubicBezTo>
                <a:cubicBezTo>
                  <a:pt x="398764" y="99928"/>
                  <a:pt x="397812" y="99880"/>
                  <a:pt x="397051" y="99785"/>
                </a:cubicBezTo>
                <a:cubicBezTo>
                  <a:pt x="396290" y="99690"/>
                  <a:pt x="395683" y="99547"/>
                  <a:pt x="395231" y="99357"/>
                </a:cubicBezTo>
                <a:cubicBezTo>
                  <a:pt x="394779" y="99167"/>
                  <a:pt x="394470" y="98941"/>
                  <a:pt x="394303" y="98679"/>
                </a:cubicBezTo>
                <a:cubicBezTo>
                  <a:pt x="394137" y="98417"/>
                  <a:pt x="394053" y="98096"/>
                  <a:pt x="394053" y="97715"/>
                </a:cubicBezTo>
                <a:lnTo>
                  <a:pt x="394053" y="33476"/>
                </a:lnTo>
                <a:cubicBezTo>
                  <a:pt x="394053" y="33095"/>
                  <a:pt x="394125" y="32774"/>
                  <a:pt x="394267" y="32512"/>
                </a:cubicBezTo>
                <a:cubicBezTo>
                  <a:pt x="394410" y="32251"/>
                  <a:pt x="394696" y="32013"/>
                  <a:pt x="395124" y="31799"/>
                </a:cubicBezTo>
                <a:cubicBezTo>
                  <a:pt x="395552" y="31584"/>
                  <a:pt x="396099" y="31442"/>
                  <a:pt x="396766" y="31370"/>
                </a:cubicBezTo>
                <a:cubicBezTo>
                  <a:pt x="397432" y="31299"/>
                  <a:pt x="398312" y="31263"/>
                  <a:pt x="399407" y="31263"/>
                </a:cubicBezTo>
                <a:cubicBezTo>
                  <a:pt x="400453" y="31263"/>
                  <a:pt x="401322" y="31299"/>
                  <a:pt x="402012" y="31370"/>
                </a:cubicBezTo>
                <a:cubicBezTo>
                  <a:pt x="402702" y="31442"/>
                  <a:pt x="403237" y="31584"/>
                  <a:pt x="403618" y="31799"/>
                </a:cubicBezTo>
                <a:cubicBezTo>
                  <a:pt x="403998" y="32013"/>
                  <a:pt x="404272" y="32251"/>
                  <a:pt x="404439" y="32512"/>
                </a:cubicBezTo>
                <a:cubicBezTo>
                  <a:pt x="404605" y="32774"/>
                  <a:pt x="404688" y="33095"/>
                  <a:pt x="404688" y="33476"/>
                </a:cubicBezTo>
                <a:lnTo>
                  <a:pt x="404688" y="42826"/>
                </a:lnTo>
                <a:cubicBezTo>
                  <a:pt x="406449" y="40257"/>
                  <a:pt x="408103" y="38163"/>
                  <a:pt x="409649" y="36545"/>
                </a:cubicBezTo>
                <a:cubicBezTo>
                  <a:pt x="411196" y="34927"/>
                  <a:pt x="412659" y="33654"/>
                  <a:pt x="414039" y="32726"/>
                </a:cubicBezTo>
                <a:cubicBezTo>
                  <a:pt x="415419" y="31799"/>
                  <a:pt x="416787" y="31156"/>
                  <a:pt x="418143" y="30799"/>
                </a:cubicBezTo>
                <a:cubicBezTo>
                  <a:pt x="419499" y="30442"/>
                  <a:pt x="420867" y="30264"/>
                  <a:pt x="422247" y="30264"/>
                </a:cubicBezTo>
                <a:cubicBezTo>
                  <a:pt x="422866" y="30264"/>
                  <a:pt x="423568" y="30300"/>
                  <a:pt x="424353" y="30371"/>
                </a:cubicBezTo>
                <a:cubicBezTo>
                  <a:pt x="425138" y="30442"/>
                  <a:pt x="425959" y="30573"/>
                  <a:pt x="426815" y="30764"/>
                </a:cubicBezTo>
                <a:cubicBezTo>
                  <a:pt x="427672" y="30954"/>
                  <a:pt x="428445" y="31168"/>
                  <a:pt x="429135" y="31406"/>
                </a:cubicBezTo>
                <a:cubicBezTo>
                  <a:pt x="429825" y="31644"/>
                  <a:pt x="430313" y="31882"/>
                  <a:pt x="430598" y="32120"/>
                </a:cubicBezTo>
                <a:cubicBezTo>
                  <a:pt x="430884" y="32358"/>
                  <a:pt x="431074" y="32584"/>
                  <a:pt x="431169" y="32798"/>
                </a:cubicBezTo>
                <a:cubicBezTo>
                  <a:pt x="431265" y="33012"/>
                  <a:pt x="431348" y="33286"/>
                  <a:pt x="431419" y="33619"/>
                </a:cubicBezTo>
                <a:cubicBezTo>
                  <a:pt x="431491" y="33952"/>
                  <a:pt x="431538" y="34439"/>
                  <a:pt x="431562" y="35082"/>
                </a:cubicBezTo>
                <a:cubicBezTo>
                  <a:pt x="431586" y="35724"/>
                  <a:pt x="431598" y="36593"/>
                  <a:pt x="431598" y="37687"/>
                </a:cubicBezTo>
                <a:close/>
                <a:moveTo>
                  <a:pt x="454509" y="97715"/>
                </a:moveTo>
                <a:cubicBezTo>
                  <a:pt x="454509" y="98096"/>
                  <a:pt x="454413" y="98417"/>
                  <a:pt x="454223" y="98679"/>
                </a:cubicBezTo>
                <a:cubicBezTo>
                  <a:pt x="454033" y="98941"/>
                  <a:pt x="453723" y="99167"/>
                  <a:pt x="453295" y="99357"/>
                </a:cubicBezTo>
                <a:cubicBezTo>
                  <a:pt x="452867" y="99547"/>
                  <a:pt x="452272" y="99690"/>
                  <a:pt x="451511" y="99785"/>
                </a:cubicBezTo>
                <a:cubicBezTo>
                  <a:pt x="450749" y="99880"/>
                  <a:pt x="449774" y="99928"/>
                  <a:pt x="448584" y="99928"/>
                </a:cubicBezTo>
                <a:cubicBezTo>
                  <a:pt x="447442" y="99928"/>
                  <a:pt x="446491" y="99880"/>
                  <a:pt x="445729" y="99785"/>
                </a:cubicBezTo>
                <a:cubicBezTo>
                  <a:pt x="444968" y="99690"/>
                  <a:pt x="444361" y="99547"/>
                  <a:pt x="443909" y="99357"/>
                </a:cubicBezTo>
                <a:cubicBezTo>
                  <a:pt x="443457" y="99167"/>
                  <a:pt x="443148" y="98941"/>
                  <a:pt x="442981" y="98679"/>
                </a:cubicBezTo>
                <a:cubicBezTo>
                  <a:pt x="442815" y="98417"/>
                  <a:pt x="442731" y="98096"/>
                  <a:pt x="442731" y="97715"/>
                </a:cubicBezTo>
                <a:lnTo>
                  <a:pt x="442731" y="33476"/>
                </a:lnTo>
                <a:cubicBezTo>
                  <a:pt x="442731" y="33143"/>
                  <a:pt x="442815" y="32833"/>
                  <a:pt x="442981" y="32548"/>
                </a:cubicBezTo>
                <a:cubicBezTo>
                  <a:pt x="443148" y="32262"/>
                  <a:pt x="443457" y="32025"/>
                  <a:pt x="443909" y="31834"/>
                </a:cubicBezTo>
                <a:cubicBezTo>
                  <a:pt x="444361" y="31644"/>
                  <a:pt x="444968" y="31501"/>
                  <a:pt x="445729" y="31406"/>
                </a:cubicBezTo>
                <a:cubicBezTo>
                  <a:pt x="446491" y="31311"/>
                  <a:pt x="447442" y="31263"/>
                  <a:pt x="448584" y="31263"/>
                </a:cubicBezTo>
                <a:cubicBezTo>
                  <a:pt x="449774" y="31263"/>
                  <a:pt x="450749" y="31311"/>
                  <a:pt x="451511" y="31406"/>
                </a:cubicBezTo>
                <a:cubicBezTo>
                  <a:pt x="452272" y="31501"/>
                  <a:pt x="452867" y="31644"/>
                  <a:pt x="453295" y="31834"/>
                </a:cubicBezTo>
                <a:cubicBezTo>
                  <a:pt x="453723" y="32025"/>
                  <a:pt x="454033" y="32262"/>
                  <a:pt x="454223" y="32548"/>
                </a:cubicBezTo>
                <a:cubicBezTo>
                  <a:pt x="454413" y="32833"/>
                  <a:pt x="454509" y="33143"/>
                  <a:pt x="454509" y="33476"/>
                </a:cubicBezTo>
                <a:lnTo>
                  <a:pt x="454509" y="97715"/>
                </a:lnTo>
                <a:moveTo>
                  <a:pt x="455865" y="11706"/>
                </a:moveTo>
                <a:cubicBezTo>
                  <a:pt x="455865" y="14466"/>
                  <a:pt x="455341" y="16345"/>
                  <a:pt x="454294" y="17345"/>
                </a:cubicBezTo>
                <a:cubicBezTo>
                  <a:pt x="453248" y="18344"/>
                  <a:pt x="451320" y="18844"/>
                  <a:pt x="448513" y="18844"/>
                </a:cubicBezTo>
                <a:cubicBezTo>
                  <a:pt x="445753" y="18844"/>
                  <a:pt x="443861" y="18356"/>
                  <a:pt x="442838" y="17380"/>
                </a:cubicBezTo>
                <a:cubicBezTo>
                  <a:pt x="441815" y="16405"/>
                  <a:pt x="441304" y="14561"/>
                  <a:pt x="441304" y="11849"/>
                </a:cubicBezTo>
                <a:cubicBezTo>
                  <a:pt x="441304" y="9089"/>
                  <a:pt x="441827" y="7209"/>
                  <a:pt x="442874" y="6210"/>
                </a:cubicBezTo>
                <a:cubicBezTo>
                  <a:pt x="443921" y="5211"/>
                  <a:pt x="445848" y="4711"/>
                  <a:pt x="448656" y="4711"/>
                </a:cubicBezTo>
                <a:cubicBezTo>
                  <a:pt x="451416" y="4711"/>
                  <a:pt x="453307" y="5199"/>
                  <a:pt x="454330" y="6174"/>
                </a:cubicBezTo>
                <a:cubicBezTo>
                  <a:pt x="455353" y="7150"/>
                  <a:pt x="455865" y="8994"/>
                  <a:pt x="455865" y="11706"/>
                </a:cubicBezTo>
                <a:close/>
                <a:moveTo>
                  <a:pt x="519317" y="88008"/>
                </a:moveTo>
                <a:cubicBezTo>
                  <a:pt x="519317" y="88817"/>
                  <a:pt x="519294" y="89519"/>
                  <a:pt x="519246" y="90114"/>
                </a:cubicBezTo>
                <a:cubicBezTo>
                  <a:pt x="519198" y="90708"/>
                  <a:pt x="519115" y="91208"/>
                  <a:pt x="518996" y="91613"/>
                </a:cubicBezTo>
                <a:cubicBezTo>
                  <a:pt x="518877" y="92017"/>
                  <a:pt x="518734" y="92374"/>
                  <a:pt x="518568" y="92683"/>
                </a:cubicBezTo>
                <a:cubicBezTo>
                  <a:pt x="518401" y="92993"/>
                  <a:pt x="518021" y="93445"/>
                  <a:pt x="517426" y="94039"/>
                </a:cubicBezTo>
                <a:cubicBezTo>
                  <a:pt x="516831" y="94634"/>
                  <a:pt x="515820" y="95372"/>
                  <a:pt x="514392" y="96252"/>
                </a:cubicBezTo>
                <a:cubicBezTo>
                  <a:pt x="512965" y="97132"/>
                  <a:pt x="511359" y="97918"/>
                  <a:pt x="509574" y="98608"/>
                </a:cubicBezTo>
                <a:cubicBezTo>
                  <a:pt x="507790" y="99298"/>
                  <a:pt x="505851" y="99857"/>
                  <a:pt x="503757" y="100285"/>
                </a:cubicBezTo>
                <a:cubicBezTo>
                  <a:pt x="501663" y="100713"/>
                  <a:pt x="499498" y="100927"/>
                  <a:pt x="497262" y="100927"/>
                </a:cubicBezTo>
                <a:cubicBezTo>
                  <a:pt x="492646" y="100927"/>
                  <a:pt x="488554" y="100164"/>
                  <a:pt x="484985" y="98639"/>
                </a:cubicBezTo>
                <a:cubicBezTo>
                  <a:pt x="481416" y="97113"/>
                  <a:pt x="478430" y="94884"/>
                  <a:pt x="476027" y="91952"/>
                </a:cubicBezTo>
                <a:cubicBezTo>
                  <a:pt x="473624" y="89019"/>
                  <a:pt x="471792" y="85419"/>
                  <a:pt x="470531" y="81151"/>
                </a:cubicBezTo>
                <a:cubicBezTo>
                  <a:pt x="469270" y="76884"/>
                  <a:pt x="468640" y="71961"/>
                  <a:pt x="468640" y="66383"/>
                </a:cubicBezTo>
                <a:cubicBezTo>
                  <a:pt x="468640" y="60041"/>
                  <a:pt x="469413" y="54593"/>
                  <a:pt x="470959" y="50040"/>
                </a:cubicBezTo>
                <a:cubicBezTo>
                  <a:pt x="472506" y="45487"/>
                  <a:pt x="474623" y="41756"/>
                  <a:pt x="477312" y="38847"/>
                </a:cubicBezTo>
                <a:cubicBezTo>
                  <a:pt x="480000" y="35938"/>
                  <a:pt x="483165" y="33781"/>
                  <a:pt x="486805" y="32374"/>
                </a:cubicBezTo>
                <a:cubicBezTo>
                  <a:pt x="490445" y="30967"/>
                  <a:pt x="494383" y="30264"/>
                  <a:pt x="498618" y="30264"/>
                </a:cubicBezTo>
                <a:cubicBezTo>
                  <a:pt x="500664" y="30264"/>
                  <a:pt x="502651" y="30454"/>
                  <a:pt x="504578" y="30835"/>
                </a:cubicBezTo>
                <a:cubicBezTo>
                  <a:pt x="506505" y="31216"/>
                  <a:pt x="508278" y="31715"/>
                  <a:pt x="509896" y="32334"/>
                </a:cubicBezTo>
                <a:cubicBezTo>
                  <a:pt x="511513" y="32952"/>
                  <a:pt x="512953" y="33666"/>
                  <a:pt x="514214" y="34475"/>
                </a:cubicBezTo>
                <a:cubicBezTo>
                  <a:pt x="515475" y="35284"/>
                  <a:pt x="516391" y="35974"/>
                  <a:pt x="516962" y="36545"/>
                </a:cubicBezTo>
                <a:cubicBezTo>
                  <a:pt x="517533" y="37116"/>
                  <a:pt x="517925" y="37568"/>
                  <a:pt x="518140" y="37901"/>
                </a:cubicBezTo>
                <a:cubicBezTo>
                  <a:pt x="518354" y="38234"/>
                  <a:pt x="518532" y="38627"/>
                  <a:pt x="518675" y="39079"/>
                </a:cubicBezTo>
                <a:cubicBezTo>
                  <a:pt x="518818" y="39531"/>
                  <a:pt x="518913" y="40043"/>
                  <a:pt x="518960" y="40614"/>
                </a:cubicBezTo>
                <a:cubicBezTo>
                  <a:pt x="519008" y="41185"/>
                  <a:pt x="519032" y="41898"/>
                  <a:pt x="519032" y="42755"/>
                </a:cubicBezTo>
                <a:cubicBezTo>
                  <a:pt x="519032" y="44611"/>
                  <a:pt x="518818" y="45907"/>
                  <a:pt x="518389" y="46645"/>
                </a:cubicBezTo>
                <a:cubicBezTo>
                  <a:pt x="517961" y="47383"/>
                  <a:pt x="517438" y="47751"/>
                  <a:pt x="516819" y="47751"/>
                </a:cubicBezTo>
                <a:cubicBezTo>
                  <a:pt x="516105" y="47751"/>
                  <a:pt x="515284" y="47359"/>
                  <a:pt x="514357" y="46574"/>
                </a:cubicBezTo>
                <a:cubicBezTo>
                  <a:pt x="513429" y="45788"/>
                  <a:pt x="512251" y="44920"/>
                  <a:pt x="510823" y="43968"/>
                </a:cubicBezTo>
                <a:cubicBezTo>
                  <a:pt x="509396" y="43017"/>
                  <a:pt x="507671" y="42148"/>
                  <a:pt x="505649" y="41363"/>
                </a:cubicBezTo>
                <a:cubicBezTo>
                  <a:pt x="503626" y="40578"/>
                  <a:pt x="501235" y="40185"/>
                  <a:pt x="498475" y="40185"/>
                </a:cubicBezTo>
                <a:cubicBezTo>
                  <a:pt x="492813" y="40185"/>
                  <a:pt x="488470" y="42369"/>
                  <a:pt x="485449" y="46736"/>
                </a:cubicBezTo>
                <a:cubicBezTo>
                  <a:pt x="482427" y="51102"/>
                  <a:pt x="480916" y="57436"/>
                  <a:pt x="480916" y="65738"/>
                </a:cubicBezTo>
                <a:cubicBezTo>
                  <a:pt x="480916" y="69890"/>
                  <a:pt x="481309" y="73529"/>
                  <a:pt x="482094" y="76655"/>
                </a:cubicBezTo>
                <a:cubicBezTo>
                  <a:pt x="482879" y="79780"/>
                  <a:pt x="484033" y="82393"/>
                  <a:pt x="485556" y="84493"/>
                </a:cubicBezTo>
                <a:cubicBezTo>
                  <a:pt x="487079" y="86592"/>
                  <a:pt x="488946" y="88155"/>
                  <a:pt x="491159" y="89181"/>
                </a:cubicBezTo>
                <a:cubicBezTo>
                  <a:pt x="493372" y="90207"/>
                  <a:pt x="495906" y="90720"/>
                  <a:pt x="498761" y="90720"/>
                </a:cubicBezTo>
                <a:cubicBezTo>
                  <a:pt x="501473" y="90720"/>
                  <a:pt x="503852" y="90292"/>
                  <a:pt x="505898" y="89436"/>
                </a:cubicBezTo>
                <a:cubicBezTo>
                  <a:pt x="507945" y="88579"/>
                  <a:pt x="509717" y="87639"/>
                  <a:pt x="511216" y="86616"/>
                </a:cubicBezTo>
                <a:cubicBezTo>
                  <a:pt x="512715" y="85593"/>
                  <a:pt x="513976" y="84665"/>
                  <a:pt x="514999" y="83832"/>
                </a:cubicBezTo>
                <a:cubicBezTo>
                  <a:pt x="516022" y="83000"/>
                  <a:pt x="516819" y="82583"/>
                  <a:pt x="517390" y="82583"/>
                </a:cubicBezTo>
                <a:cubicBezTo>
                  <a:pt x="517723" y="82583"/>
                  <a:pt x="518009" y="82679"/>
                  <a:pt x="518247" y="82869"/>
                </a:cubicBezTo>
                <a:cubicBezTo>
                  <a:pt x="518485" y="83059"/>
                  <a:pt x="518687" y="83380"/>
                  <a:pt x="518853" y="83832"/>
                </a:cubicBezTo>
                <a:cubicBezTo>
                  <a:pt x="519020" y="84285"/>
                  <a:pt x="519139" y="84856"/>
                  <a:pt x="519210" y="85546"/>
                </a:cubicBezTo>
                <a:cubicBezTo>
                  <a:pt x="519282" y="86236"/>
                  <a:pt x="519317" y="87056"/>
                  <a:pt x="519317" y="88008"/>
                </a:cubicBezTo>
                <a:close/>
                <a:moveTo>
                  <a:pt x="592689" y="97644"/>
                </a:moveTo>
                <a:cubicBezTo>
                  <a:pt x="592689" y="98025"/>
                  <a:pt x="592594" y="98358"/>
                  <a:pt x="592403" y="98643"/>
                </a:cubicBezTo>
                <a:cubicBezTo>
                  <a:pt x="592213" y="98929"/>
                  <a:pt x="591892" y="99167"/>
                  <a:pt x="591440" y="99357"/>
                </a:cubicBezTo>
                <a:cubicBezTo>
                  <a:pt x="590988" y="99547"/>
                  <a:pt x="590357" y="99690"/>
                  <a:pt x="589548" y="99785"/>
                </a:cubicBezTo>
                <a:cubicBezTo>
                  <a:pt x="588739" y="99880"/>
                  <a:pt x="587716" y="99928"/>
                  <a:pt x="586479" y="99928"/>
                </a:cubicBezTo>
                <a:cubicBezTo>
                  <a:pt x="585194" y="99928"/>
                  <a:pt x="584136" y="99892"/>
                  <a:pt x="583303" y="99821"/>
                </a:cubicBezTo>
                <a:cubicBezTo>
                  <a:pt x="582470" y="99750"/>
                  <a:pt x="581768" y="99631"/>
                  <a:pt x="581197" y="99464"/>
                </a:cubicBezTo>
                <a:cubicBezTo>
                  <a:pt x="580626" y="99298"/>
                  <a:pt x="580162" y="99060"/>
                  <a:pt x="579805" y="98750"/>
                </a:cubicBezTo>
                <a:cubicBezTo>
                  <a:pt x="579448" y="98441"/>
                  <a:pt x="579127" y="98072"/>
                  <a:pt x="578842" y="97644"/>
                </a:cubicBezTo>
                <a:lnTo>
                  <a:pt x="551718" y="62098"/>
                </a:lnTo>
                <a:lnTo>
                  <a:pt x="551718" y="97715"/>
                </a:lnTo>
                <a:cubicBezTo>
                  <a:pt x="551718" y="98096"/>
                  <a:pt x="551623" y="98417"/>
                  <a:pt x="551433" y="98679"/>
                </a:cubicBezTo>
                <a:cubicBezTo>
                  <a:pt x="551243" y="98941"/>
                  <a:pt x="550933" y="99167"/>
                  <a:pt x="550505" y="99357"/>
                </a:cubicBezTo>
                <a:cubicBezTo>
                  <a:pt x="550077" y="99547"/>
                  <a:pt x="549482" y="99690"/>
                  <a:pt x="548721" y="99785"/>
                </a:cubicBezTo>
                <a:cubicBezTo>
                  <a:pt x="547959" y="99880"/>
                  <a:pt x="546984" y="99928"/>
                  <a:pt x="545794" y="99928"/>
                </a:cubicBezTo>
                <a:cubicBezTo>
                  <a:pt x="544652" y="99928"/>
                  <a:pt x="543700" y="99880"/>
                  <a:pt x="542939" y="99785"/>
                </a:cubicBezTo>
                <a:cubicBezTo>
                  <a:pt x="542178" y="99690"/>
                  <a:pt x="541571" y="99547"/>
                  <a:pt x="541119" y="99357"/>
                </a:cubicBezTo>
                <a:cubicBezTo>
                  <a:pt x="540667" y="99167"/>
                  <a:pt x="540358" y="98941"/>
                  <a:pt x="540191" y="98679"/>
                </a:cubicBezTo>
                <a:cubicBezTo>
                  <a:pt x="540024" y="98416"/>
                  <a:pt x="539941" y="98094"/>
                  <a:pt x="539941" y="97713"/>
                </a:cubicBezTo>
                <a:lnTo>
                  <a:pt x="539941" y="2286"/>
                </a:lnTo>
                <a:cubicBezTo>
                  <a:pt x="539941" y="1906"/>
                  <a:pt x="540024" y="1573"/>
                  <a:pt x="540191" y="1287"/>
                </a:cubicBezTo>
                <a:cubicBezTo>
                  <a:pt x="540358" y="1000"/>
                  <a:pt x="540667" y="761"/>
                  <a:pt x="541119" y="571"/>
                </a:cubicBezTo>
                <a:cubicBezTo>
                  <a:pt x="541571" y="381"/>
                  <a:pt x="542178" y="238"/>
                  <a:pt x="542939" y="143"/>
                </a:cubicBezTo>
                <a:cubicBezTo>
                  <a:pt x="543700" y="48"/>
                  <a:pt x="544652" y="0"/>
                  <a:pt x="545794" y="0"/>
                </a:cubicBezTo>
                <a:cubicBezTo>
                  <a:pt x="546984" y="0"/>
                  <a:pt x="547959" y="48"/>
                  <a:pt x="548721" y="143"/>
                </a:cubicBezTo>
                <a:cubicBezTo>
                  <a:pt x="549482" y="238"/>
                  <a:pt x="550077" y="381"/>
                  <a:pt x="550505" y="571"/>
                </a:cubicBezTo>
                <a:cubicBezTo>
                  <a:pt x="550933" y="761"/>
                  <a:pt x="551243" y="1000"/>
                  <a:pt x="551433" y="1287"/>
                </a:cubicBezTo>
                <a:cubicBezTo>
                  <a:pt x="551623" y="1573"/>
                  <a:pt x="551718" y="1906"/>
                  <a:pt x="551718" y="2286"/>
                </a:cubicBezTo>
                <a:lnTo>
                  <a:pt x="551718" y="60456"/>
                </a:lnTo>
                <a:lnTo>
                  <a:pt x="575987" y="33761"/>
                </a:lnTo>
                <a:cubicBezTo>
                  <a:pt x="576367" y="33286"/>
                  <a:pt x="576772" y="32893"/>
                  <a:pt x="577200" y="32584"/>
                </a:cubicBezTo>
                <a:cubicBezTo>
                  <a:pt x="577628" y="32274"/>
                  <a:pt x="578140" y="32013"/>
                  <a:pt x="578735" y="31799"/>
                </a:cubicBezTo>
                <a:cubicBezTo>
                  <a:pt x="579329" y="31584"/>
                  <a:pt x="580031" y="31442"/>
                  <a:pt x="580840" y="31370"/>
                </a:cubicBezTo>
                <a:cubicBezTo>
                  <a:pt x="581649" y="31299"/>
                  <a:pt x="582625" y="31263"/>
                  <a:pt x="583767" y="31263"/>
                </a:cubicBezTo>
                <a:cubicBezTo>
                  <a:pt x="584956" y="31263"/>
                  <a:pt x="585956" y="31299"/>
                  <a:pt x="586765" y="31370"/>
                </a:cubicBezTo>
                <a:cubicBezTo>
                  <a:pt x="587574" y="31442"/>
                  <a:pt x="588228" y="31561"/>
                  <a:pt x="588727" y="31727"/>
                </a:cubicBezTo>
                <a:cubicBezTo>
                  <a:pt x="589227" y="31894"/>
                  <a:pt x="589584" y="32108"/>
                  <a:pt x="589798" y="32370"/>
                </a:cubicBezTo>
                <a:cubicBezTo>
                  <a:pt x="590012" y="32631"/>
                  <a:pt x="590119" y="32976"/>
                  <a:pt x="590119" y="33405"/>
                </a:cubicBezTo>
                <a:cubicBezTo>
                  <a:pt x="590119" y="33976"/>
                  <a:pt x="589965" y="34547"/>
                  <a:pt x="589655" y="35118"/>
                </a:cubicBezTo>
                <a:cubicBezTo>
                  <a:pt x="589346" y="35689"/>
                  <a:pt x="588835" y="36355"/>
                  <a:pt x="588121" y="37116"/>
                </a:cubicBezTo>
                <a:lnTo>
                  <a:pt x="564852" y="60385"/>
                </a:lnTo>
                <a:lnTo>
                  <a:pt x="590976" y="94289"/>
                </a:lnTo>
                <a:cubicBezTo>
                  <a:pt x="591594" y="95098"/>
                  <a:pt x="592035" y="95752"/>
                  <a:pt x="592296" y="96252"/>
                </a:cubicBezTo>
                <a:cubicBezTo>
                  <a:pt x="592558" y="96752"/>
                  <a:pt x="592689" y="97216"/>
                  <a:pt x="592689" y="97644"/>
                </a:cubicBezTo>
                <a:close/>
                <a:moveTo>
                  <a:pt x="618168" y="42362"/>
                </a:moveTo>
                <a:cubicBezTo>
                  <a:pt x="618168" y="43892"/>
                  <a:pt x="618061" y="45183"/>
                  <a:pt x="617847" y="46235"/>
                </a:cubicBezTo>
                <a:cubicBezTo>
                  <a:pt x="617633" y="47286"/>
                  <a:pt x="617228" y="48134"/>
                  <a:pt x="616633" y="48780"/>
                </a:cubicBezTo>
                <a:cubicBezTo>
                  <a:pt x="616039" y="49423"/>
                  <a:pt x="615265" y="49877"/>
                  <a:pt x="614314" y="50140"/>
                </a:cubicBezTo>
                <a:cubicBezTo>
                  <a:pt x="613362" y="50403"/>
                  <a:pt x="612148" y="50535"/>
                  <a:pt x="610673" y="50535"/>
                </a:cubicBezTo>
                <a:cubicBezTo>
                  <a:pt x="609151" y="50535"/>
                  <a:pt x="607913" y="50403"/>
                  <a:pt x="606962" y="50140"/>
                </a:cubicBezTo>
                <a:cubicBezTo>
                  <a:pt x="606010" y="49877"/>
                  <a:pt x="605249" y="49423"/>
                  <a:pt x="604678" y="48780"/>
                </a:cubicBezTo>
                <a:cubicBezTo>
                  <a:pt x="604107" y="48134"/>
                  <a:pt x="603714" y="47286"/>
                  <a:pt x="603500" y="46235"/>
                </a:cubicBezTo>
                <a:cubicBezTo>
                  <a:pt x="603286" y="45183"/>
                  <a:pt x="603179" y="43892"/>
                  <a:pt x="603179" y="42362"/>
                </a:cubicBezTo>
                <a:cubicBezTo>
                  <a:pt x="603179" y="40737"/>
                  <a:pt x="603286" y="39387"/>
                  <a:pt x="603500" y="38312"/>
                </a:cubicBezTo>
                <a:cubicBezTo>
                  <a:pt x="603714" y="37237"/>
                  <a:pt x="604107" y="36377"/>
                  <a:pt x="604678" y="35733"/>
                </a:cubicBezTo>
                <a:cubicBezTo>
                  <a:pt x="605249" y="35088"/>
                  <a:pt x="606010" y="34634"/>
                  <a:pt x="606962" y="34370"/>
                </a:cubicBezTo>
                <a:cubicBezTo>
                  <a:pt x="607913" y="34107"/>
                  <a:pt x="609151" y="33976"/>
                  <a:pt x="610673" y="33976"/>
                </a:cubicBezTo>
                <a:cubicBezTo>
                  <a:pt x="612148" y="33976"/>
                  <a:pt x="613362" y="34107"/>
                  <a:pt x="614314" y="34370"/>
                </a:cubicBezTo>
                <a:cubicBezTo>
                  <a:pt x="615265" y="34634"/>
                  <a:pt x="616039" y="35088"/>
                  <a:pt x="616633" y="35733"/>
                </a:cubicBezTo>
                <a:cubicBezTo>
                  <a:pt x="617228" y="36377"/>
                  <a:pt x="617633" y="37237"/>
                  <a:pt x="617847" y="38312"/>
                </a:cubicBezTo>
                <a:cubicBezTo>
                  <a:pt x="618061" y="39387"/>
                  <a:pt x="618168" y="40737"/>
                  <a:pt x="618168" y="42362"/>
                </a:cubicBezTo>
                <a:moveTo>
                  <a:pt x="618168" y="91969"/>
                </a:moveTo>
                <a:cubicBezTo>
                  <a:pt x="618168" y="93547"/>
                  <a:pt x="618061" y="94862"/>
                  <a:pt x="617847" y="95913"/>
                </a:cubicBezTo>
                <a:cubicBezTo>
                  <a:pt x="617633" y="96964"/>
                  <a:pt x="617228" y="97813"/>
                  <a:pt x="616633" y="98458"/>
                </a:cubicBezTo>
                <a:cubicBezTo>
                  <a:pt x="616039" y="99102"/>
                  <a:pt x="615265" y="99556"/>
                  <a:pt x="614314" y="99819"/>
                </a:cubicBezTo>
                <a:cubicBezTo>
                  <a:pt x="613362" y="100082"/>
                  <a:pt x="612148" y="100214"/>
                  <a:pt x="610673" y="100214"/>
                </a:cubicBezTo>
                <a:cubicBezTo>
                  <a:pt x="609151" y="100214"/>
                  <a:pt x="607913" y="100082"/>
                  <a:pt x="606962" y="99819"/>
                </a:cubicBezTo>
                <a:cubicBezTo>
                  <a:pt x="606010" y="99556"/>
                  <a:pt x="605249" y="99102"/>
                  <a:pt x="604678" y="98458"/>
                </a:cubicBezTo>
                <a:cubicBezTo>
                  <a:pt x="604107" y="97813"/>
                  <a:pt x="603714" y="96964"/>
                  <a:pt x="603500" y="95913"/>
                </a:cubicBezTo>
                <a:cubicBezTo>
                  <a:pt x="603286" y="94862"/>
                  <a:pt x="603179" y="93547"/>
                  <a:pt x="603179" y="91969"/>
                </a:cubicBezTo>
                <a:cubicBezTo>
                  <a:pt x="603179" y="90392"/>
                  <a:pt x="603286" y="89065"/>
                  <a:pt x="603500" y="87990"/>
                </a:cubicBezTo>
                <a:cubicBezTo>
                  <a:pt x="603714" y="86915"/>
                  <a:pt x="604107" y="86067"/>
                  <a:pt x="604678" y="85447"/>
                </a:cubicBezTo>
                <a:cubicBezTo>
                  <a:pt x="605249" y="84826"/>
                  <a:pt x="606010" y="84372"/>
                  <a:pt x="606962" y="84085"/>
                </a:cubicBezTo>
                <a:cubicBezTo>
                  <a:pt x="607913" y="83798"/>
                  <a:pt x="609151" y="83654"/>
                  <a:pt x="610673" y="83654"/>
                </a:cubicBezTo>
                <a:cubicBezTo>
                  <a:pt x="612148" y="83654"/>
                  <a:pt x="613362" y="83798"/>
                  <a:pt x="614314" y="84085"/>
                </a:cubicBezTo>
                <a:cubicBezTo>
                  <a:pt x="615265" y="84372"/>
                  <a:pt x="616039" y="84826"/>
                  <a:pt x="616633" y="85447"/>
                </a:cubicBezTo>
                <a:cubicBezTo>
                  <a:pt x="617228" y="86067"/>
                  <a:pt x="617633" y="86915"/>
                  <a:pt x="617847" y="87990"/>
                </a:cubicBezTo>
                <a:cubicBezTo>
                  <a:pt x="618061" y="89065"/>
                  <a:pt x="618168" y="90392"/>
                  <a:pt x="618168" y="919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1x2(7,6,5)">
            <a:extLst xmlns:a="http://schemas.openxmlformats.org/drawingml/2006/main">
              <a:ext uri="{FF2B5EF4-FFF2-40B4-BE49-F238E27FC236}">
                <a16:creationId xmlns:a16="http://schemas.microsoft.com/office/drawing/2014/main" id="{B31BDA49-7EC2-49BD-AE00-ADD2037F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7571" y="2163970"/>
            <a:ext cx="605782" cy="125877"/>
          </a:xfrm>
          <a:custGeom xmlns:a="http://schemas.openxmlformats.org/drawingml/2006/main">
            <a:pathLst>
              <a:path w="605782" h="125877">
                <a:moveTo>
                  <a:pt x="53672" y="96368"/>
                </a:moveTo>
                <a:cubicBezTo>
                  <a:pt x="53672" y="97271"/>
                  <a:pt x="53601" y="98031"/>
                  <a:pt x="53459" y="98649"/>
                </a:cubicBezTo>
                <a:cubicBezTo>
                  <a:pt x="53316" y="99267"/>
                  <a:pt x="53126" y="99766"/>
                  <a:pt x="52888" y="100146"/>
                </a:cubicBezTo>
                <a:cubicBezTo>
                  <a:pt x="52651" y="100526"/>
                  <a:pt x="52378" y="100799"/>
                  <a:pt x="52069" y="100966"/>
                </a:cubicBezTo>
                <a:cubicBezTo>
                  <a:pt x="51760" y="101132"/>
                  <a:pt x="51439" y="101215"/>
                  <a:pt x="51106" y="101215"/>
                </a:cubicBezTo>
                <a:lnTo>
                  <a:pt x="2922" y="101215"/>
                </a:lnTo>
                <a:cubicBezTo>
                  <a:pt x="2590" y="101215"/>
                  <a:pt x="2281" y="101132"/>
                  <a:pt x="1996" y="100966"/>
                </a:cubicBezTo>
                <a:cubicBezTo>
                  <a:pt x="1711" y="100799"/>
                  <a:pt x="1437" y="100526"/>
                  <a:pt x="1176" y="100146"/>
                </a:cubicBezTo>
                <a:cubicBezTo>
                  <a:pt x="915" y="99766"/>
                  <a:pt x="713" y="99267"/>
                  <a:pt x="570" y="98649"/>
                </a:cubicBezTo>
                <a:cubicBezTo>
                  <a:pt x="428" y="98031"/>
                  <a:pt x="356" y="97271"/>
                  <a:pt x="356" y="96368"/>
                </a:cubicBezTo>
                <a:cubicBezTo>
                  <a:pt x="356" y="95513"/>
                  <a:pt x="428" y="94776"/>
                  <a:pt x="570" y="94158"/>
                </a:cubicBezTo>
                <a:cubicBezTo>
                  <a:pt x="713" y="93541"/>
                  <a:pt x="891" y="93030"/>
                  <a:pt x="1105" y="92626"/>
                </a:cubicBezTo>
                <a:cubicBezTo>
                  <a:pt x="1319" y="92222"/>
                  <a:pt x="1580" y="91913"/>
                  <a:pt x="1889" y="91699"/>
                </a:cubicBezTo>
                <a:cubicBezTo>
                  <a:pt x="2198" y="91486"/>
                  <a:pt x="2542" y="91379"/>
                  <a:pt x="2922" y="91379"/>
                </a:cubicBezTo>
                <a:lnTo>
                  <a:pt x="22168" y="91379"/>
                </a:lnTo>
                <a:lnTo>
                  <a:pt x="22168" y="21170"/>
                </a:lnTo>
                <a:lnTo>
                  <a:pt x="4348" y="31861"/>
                </a:lnTo>
                <a:cubicBezTo>
                  <a:pt x="3445" y="32337"/>
                  <a:pt x="2720" y="32622"/>
                  <a:pt x="2174" y="32717"/>
                </a:cubicBezTo>
                <a:cubicBezTo>
                  <a:pt x="1628" y="32812"/>
                  <a:pt x="1188" y="32705"/>
                  <a:pt x="855" y="32396"/>
                </a:cubicBezTo>
                <a:cubicBezTo>
                  <a:pt x="523" y="32087"/>
                  <a:pt x="297" y="31575"/>
                  <a:pt x="178" y="30861"/>
                </a:cubicBezTo>
                <a:cubicBezTo>
                  <a:pt x="59" y="30145"/>
                  <a:pt x="0" y="29240"/>
                  <a:pt x="0" y="28144"/>
                </a:cubicBezTo>
                <a:cubicBezTo>
                  <a:pt x="0" y="27333"/>
                  <a:pt x="36" y="26642"/>
                  <a:pt x="107" y="26070"/>
                </a:cubicBezTo>
                <a:cubicBezTo>
                  <a:pt x="178" y="25498"/>
                  <a:pt x="285" y="25022"/>
                  <a:pt x="428" y="24640"/>
                </a:cubicBezTo>
                <a:cubicBezTo>
                  <a:pt x="570" y="24258"/>
                  <a:pt x="772" y="23925"/>
                  <a:pt x="1034" y="23640"/>
                </a:cubicBezTo>
                <a:cubicBezTo>
                  <a:pt x="1295" y="23353"/>
                  <a:pt x="1639" y="23067"/>
                  <a:pt x="2067" y="22782"/>
                </a:cubicBezTo>
                <a:lnTo>
                  <a:pt x="23308" y="9126"/>
                </a:lnTo>
                <a:cubicBezTo>
                  <a:pt x="23498" y="8983"/>
                  <a:pt x="23736" y="8864"/>
                  <a:pt x="24021" y="8769"/>
                </a:cubicBezTo>
                <a:cubicBezTo>
                  <a:pt x="24306" y="8673"/>
                  <a:pt x="24662" y="8577"/>
                  <a:pt x="25090" y="8482"/>
                </a:cubicBezTo>
                <a:cubicBezTo>
                  <a:pt x="25518" y="8387"/>
                  <a:pt x="26017" y="8328"/>
                  <a:pt x="26587" y="8304"/>
                </a:cubicBezTo>
                <a:cubicBezTo>
                  <a:pt x="27157" y="8280"/>
                  <a:pt x="27870" y="8268"/>
                  <a:pt x="28725" y="8268"/>
                </a:cubicBezTo>
                <a:cubicBezTo>
                  <a:pt x="29866" y="8268"/>
                  <a:pt x="30816" y="8316"/>
                  <a:pt x="31576" y="8411"/>
                </a:cubicBezTo>
                <a:cubicBezTo>
                  <a:pt x="32337" y="8506"/>
                  <a:pt x="32931" y="8637"/>
                  <a:pt x="33358" y="8803"/>
                </a:cubicBezTo>
                <a:cubicBezTo>
                  <a:pt x="33786" y="8969"/>
                  <a:pt x="34071" y="9184"/>
                  <a:pt x="34214" y="9447"/>
                </a:cubicBezTo>
                <a:cubicBezTo>
                  <a:pt x="34356" y="9708"/>
                  <a:pt x="34427" y="9981"/>
                  <a:pt x="34427" y="10266"/>
                </a:cubicBezTo>
                <a:lnTo>
                  <a:pt x="34427" y="91379"/>
                </a:lnTo>
                <a:lnTo>
                  <a:pt x="51106" y="91379"/>
                </a:lnTo>
                <a:cubicBezTo>
                  <a:pt x="51487" y="91379"/>
                  <a:pt x="51843" y="91486"/>
                  <a:pt x="52176" y="91699"/>
                </a:cubicBezTo>
                <a:cubicBezTo>
                  <a:pt x="52508" y="91913"/>
                  <a:pt x="52781" y="92222"/>
                  <a:pt x="52995" y="92626"/>
                </a:cubicBezTo>
                <a:cubicBezTo>
                  <a:pt x="53209" y="93030"/>
                  <a:pt x="53375" y="93541"/>
                  <a:pt x="53494" y="94158"/>
                </a:cubicBezTo>
                <a:cubicBezTo>
                  <a:pt x="53613" y="94776"/>
                  <a:pt x="53672" y="95513"/>
                  <a:pt x="53672" y="96368"/>
                </a:cubicBezTo>
                <a:close/>
                <a:moveTo>
                  <a:pt x="120104" y="98079"/>
                </a:moveTo>
                <a:cubicBezTo>
                  <a:pt x="120484" y="98744"/>
                  <a:pt x="120674" y="99302"/>
                  <a:pt x="120674" y="99754"/>
                </a:cubicBezTo>
                <a:cubicBezTo>
                  <a:pt x="120674" y="100205"/>
                  <a:pt x="120448" y="100573"/>
                  <a:pt x="119997" y="100859"/>
                </a:cubicBezTo>
                <a:cubicBezTo>
                  <a:pt x="119545" y="101144"/>
                  <a:pt x="118856" y="101346"/>
                  <a:pt x="117930" y="101464"/>
                </a:cubicBezTo>
                <a:cubicBezTo>
                  <a:pt x="117003" y="101583"/>
                  <a:pt x="115803" y="101643"/>
                  <a:pt x="114330" y="101643"/>
                </a:cubicBezTo>
                <a:cubicBezTo>
                  <a:pt x="112905" y="101643"/>
                  <a:pt x="111776" y="101607"/>
                  <a:pt x="110944" y="101536"/>
                </a:cubicBezTo>
                <a:cubicBezTo>
                  <a:pt x="110113" y="101464"/>
                  <a:pt x="109448" y="101346"/>
                  <a:pt x="108949" y="101179"/>
                </a:cubicBezTo>
                <a:cubicBezTo>
                  <a:pt x="108450" y="101013"/>
                  <a:pt x="108070" y="100799"/>
                  <a:pt x="107808" y="100538"/>
                </a:cubicBezTo>
                <a:cubicBezTo>
                  <a:pt x="107547" y="100276"/>
                  <a:pt x="107321" y="99980"/>
                  <a:pt x="107131" y="99647"/>
                </a:cubicBezTo>
                <a:lnTo>
                  <a:pt x="91735" y="74201"/>
                </a:lnTo>
                <a:lnTo>
                  <a:pt x="76410" y="99647"/>
                </a:lnTo>
                <a:cubicBezTo>
                  <a:pt x="76220" y="99980"/>
                  <a:pt x="75994" y="100276"/>
                  <a:pt x="75733" y="100538"/>
                </a:cubicBezTo>
                <a:cubicBezTo>
                  <a:pt x="75472" y="100799"/>
                  <a:pt x="75092" y="101013"/>
                  <a:pt x="74593" y="101179"/>
                </a:cubicBezTo>
                <a:cubicBezTo>
                  <a:pt x="74094" y="101346"/>
                  <a:pt x="73440" y="101464"/>
                  <a:pt x="72632" y="101536"/>
                </a:cubicBezTo>
                <a:cubicBezTo>
                  <a:pt x="71825" y="101607"/>
                  <a:pt x="70755" y="101643"/>
                  <a:pt x="69425" y="101643"/>
                </a:cubicBezTo>
                <a:cubicBezTo>
                  <a:pt x="68047" y="101643"/>
                  <a:pt x="66918" y="101583"/>
                  <a:pt x="66039" y="101464"/>
                </a:cubicBezTo>
                <a:cubicBezTo>
                  <a:pt x="65160" y="101346"/>
                  <a:pt x="64519" y="101144"/>
                  <a:pt x="64115" y="100859"/>
                </a:cubicBezTo>
                <a:cubicBezTo>
                  <a:pt x="63711" y="100573"/>
                  <a:pt x="63521" y="100205"/>
                  <a:pt x="63544" y="99754"/>
                </a:cubicBezTo>
                <a:cubicBezTo>
                  <a:pt x="63568" y="99302"/>
                  <a:pt x="63794" y="98744"/>
                  <a:pt x="64222" y="98079"/>
                </a:cubicBezTo>
                <a:lnTo>
                  <a:pt x="84180" y="66788"/>
                </a:lnTo>
                <a:lnTo>
                  <a:pt x="65291" y="36637"/>
                </a:lnTo>
                <a:cubicBezTo>
                  <a:pt x="64911" y="35972"/>
                  <a:pt x="64709" y="35413"/>
                  <a:pt x="64685" y="34962"/>
                </a:cubicBezTo>
                <a:cubicBezTo>
                  <a:pt x="64661" y="34511"/>
                  <a:pt x="64875" y="34130"/>
                  <a:pt x="65326" y="33821"/>
                </a:cubicBezTo>
                <a:cubicBezTo>
                  <a:pt x="65778" y="33513"/>
                  <a:pt x="66467" y="33311"/>
                  <a:pt x="67394" y="33216"/>
                </a:cubicBezTo>
                <a:cubicBezTo>
                  <a:pt x="68320" y="33121"/>
                  <a:pt x="69544" y="33073"/>
                  <a:pt x="71064" y="33073"/>
                </a:cubicBezTo>
                <a:cubicBezTo>
                  <a:pt x="72442" y="33073"/>
                  <a:pt x="73547" y="33109"/>
                  <a:pt x="74379" y="33180"/>
                </a:cubicBezTo>
                <a:cubicBezTo>
                  <a:pt x="75210" y="33251"/>
                  <a:pt x="75864" y="33358"/>
                  <a:pt x="76339" y="33501"/>
                </a:cubicBezTo>
                <a:cubicBezTo>
                  <a:pt x="76814" y="33643"/>
                  <a:pt x="77170" y="33833"/>
                  <a:pt x="77408" y="34071"/>
                </a:cubicBezTo>
                <a:cubicBezTo>
                  <a:pt x="77646" y="34309"/>
                  <a:pt x="77860" y="34594"/>
                  <a:pt x="78050" y="34926"/>
                </a:cubicBezTo>
                <a:lnTo>
                  <a:pt x="92662" y="58804"/>
                </a:lnTo>
                <a:lnTo>
                  <a:pt x="107487" y="34926"/>
                </a:lnTo>
                <a:cubicBezTo>
                  <a:pt x="107678" y="34641"/>
                  <a:pt x="107891" y="34380"/>
                  <a:pt x="108129" y="34142"/>
                </a:cubicBezTo>
                <a:cubicBezTo>
                  <a:pt x="108367" y="33905"/>
                  <a:pt x="108687" y="33703"/>
                  <a:pt x="109091" y="33536"/>
                </a:cubicBezTo>
                <a:cubicBezTo>
                  <a:pt x="109495" y="33370"/>
                  <a:pt x="110065" y="33251"/>
                  <a:pt x="110802" y="33180"/>
                </a:cubicBezTo>
                <a:cubicBezTo>
                  <a:pt x="111538" y="33109"/>
                  <a:pt x="112548" y="33073"/>
                  <a:pt x="113831" y="33073"/>
                </a:cubicBezTo>
                <a:cubicBezTo>
                  <a:pt x="115209" y="33073"/>
                  <a:pt x="116338" y="33121"/>
                  <a:pt x="117217" y="33216"/>
                </a:cubicBezTo>
                <a:cubicBezTo>
                  <a:pt x="118096" y="33311"/>
                  <a:pt x="118749" y="33489"/>
                  <a:pt x="119177" y="33750"/>
                </a:cubicBezTo>
                <a:cubicBezTo>
                  <a:pt x="119605" y="34012"/>
                  <a:pt x="119795" y="34380"/>
                  <a:pt x="119747" y="34855"/>
                </a:cubicBezTo>
                <a:cubicBezTo>
                  <a:pt x="119700" y="35330"/>
                  <a:pt x="119462" y="35924"/>
                  <a:pt x="119035" y="36637"/>
                </a:cubicBezTo>
                <a:lnTo>
                  <a:pt x="100288" y="66431"/>
                </a:lnTo>
                <a:lnTo>
                  <a:pt x="120104" y="98079"/>
                </a:lnTo>
                <a:close/>
                <a:moveTo>
                  <a:pt x="193159" y="95940"/>
                </a:moveTo>
                <a:cubicBezTo>
                  <a:pt x="193159" y="96796"/>
                  <a:pt x="193099" y="97556"/>
                  <a:pt x="192980" y="98221"/>
                </a:cubicBezTo>
                <a:cubicBezTo>
                  <a:pt x="192862" y="98887"/>
                  <a:pt x="192695" y="99445"/>
                  <a:pt x="192482" y="99896"/>
                </a:cubicBezTo>
                <a:cubicBezTo>
                  <a:pt x="192268" y="100348"/>
                  <a:pt x="191983" y="100680"/>
                  <a:pt x="191626" y="100894"/>
                </a:cubicBezTo>
                <a:cubicBezTo>
                  <a:pt x="191270" y="101108"/>
                  <a:pt x="190878" y="101215"/>
                  <a:pt x="190450" y="101215"/>
                </a:cubicBezTo>
                <a:lnTo>
                  <a:pt x="139486" y="101215"/>
                </a:lnTo>
                <a:cubicBezTo>
                  <a:pt x="138821" y="101215"/>
                  <a:pt x="138239" y="101132"/>
                  <a:pt x="137740" y="100966"/>
                </a:cubicBezTo>
                <a:cubicBezTo>
                  <a:pt x="137241" y="100799"/>
                  <a:pt x="136813" y="100526"/>
                  <a:pt x="136457" y="100146"/>
                </a:cubicBezTo>
                <a:cubicBezTo>
                  <a:pt x="136100" y="99766"/>
                  <a:pt x="135839" y="99219"/>
                  <a:pt x="135673" y="98506"/>
                </a:cubicBezTo>
                <a:cubicBezTo>
                  <a:pt x="135506" y="97794"/>
                  <a:pt x="135423" y="96915"/>
                  <a:pt x="135423" y="95869"/>
                </a:cubicBezTo>
                <a:cubicBezTo>
                  <a:pt x="135423" y="94919"/>
                  <a:pt x="135459" y="94087"/>
                  <a:pt x="135530" y="93374"/>
                </a:cubicBezTo>
                <a:cubicBezTo>
                  <a:pt x="135602" y="92662"/>
                  <a:pt x="135756" y="92032"/>
                  <a:pt x="135994" y="91486"/>
                </a:cubicBezTo>
                <a:cubicBezTo>
                  <a:pt x="136231" y="90939"/>
                  <a:pt x="136528" y="90393"/>
                  <a:pt x="136885" y="89846"/>
                </a:cubicBezTo>
                <a:cubicBezTo>
                  <a:pt x="137241" y="89300"/>
                  <a:pt x="137704" y="88718"/>
                  <a:pt x="138274" y="88100"/>
                </a:cubicBezTo>
                <a:lnTo>
                  <a:pt x="156165" y="69115"/>
                </a:lnTo>
                <a:cubicBezTo>
                  <a:pt x="160299" y="64741"/>
                  <a:pt x="163614" y="60817"/>
                  <a:pt x="166109" y="57346"/>
                </a:cubicBezTo>
                <a:cubicBezTo>
                  <a:pt x="168603" y="53874"/>
                  <a:pt x="170528" y="50711"/>
                  <a:pt x="171882" y="47859"/>
                </a:cubicBezTo>
                <a:cubicBezTo>
                  <a:pt x="173236" y="45005"/>
                  <a:pt x="174127" y="42413"/>
                  <a:pt x="174555" y="40083"/>
                </a:cubicBezTo>
                <a:cubicBezTo>
                  <a:pt x="174983" y="37753"/>
                  <a:pt x="175197" y="35566"/>
                  <a:pt x="175197" y="33521"/>
                </a:cubicBezTo>
                <a:cubicBezTo>
                  <a:pt x="175197" y="31475"/>
                  <a:pt x="174864" y="29536"/>
                  <a:pt x="174199" y="27705"/>
                </a:cubicBezTo>
                <a:cubicBezTo>
                  <a:pt x="173533" y="25872"/>
                  <a:pt x="172571" y="24266"/>
                  <a:pt x="171312" y="22887"/>
                </a:cubicBezTo>
                <a:cubicBezTo>
                  <a:pt x="170053" y="21506"/>
                  <a:pt x="168473" y="20412"/>
                  <a:pt x="166572" y="19604"/>
                </a:cubicBezTo>
                <a:cubicBezTo>
                  <a:pt x="164671" y="18794"/>
                  <a:pt x="162485" y="18390"/>
                  <a:pt x="160014" y="18390"/>
                </a:cubicBezTo>
                <a:cubicBezTo>
                  <a:pt x="157116" y="18390"/>
                  <a:pt x="154514" y="18794"/>
                  <a:pt x="152209" y="19601"/>
                </a:cubicBezTo>
                <a:cubicBezTo>
                  <a:pt x="149905" y="20409"/>
                  <a:pt x="147885" y="21288"/>
                  <a:pt x="146151" y="22239"/>
                </a:cubicBezTo>
                <a:cubicBezTo>
                  <a:pt x="144416" y="23189"/>
                  <a:pt x="142967" y="24068"/>
                  <a:pt x="141803" y="24876"/>
                </a:cubicBezTo>
                <a:cubicBezTo>
                  <a:pt x="140639" y="25684"/>
                  <a:pt x="139771" y="26088"/>
                  <a:pt x="139201" y="26088"/>
                </a:cubicBezTo>
                <a:cubicBezTo>
                  <a:pt x="138868" y="26088"/>
                  <a:pt x="138571" y="25993"/>
                  <a:pt x="138310" y="25803"/>
                </a:cubicBezTo>
                <a:cubicBezTo>
                  <a:pt x="138049" y="25613"/>
                  <a:pt x="137835" y="25304"/>
                  <a:pt x="137669" y="24876"/>
                </a:cubicBezTo>
                <a:cubicBezTo>
                  <a:pt x="137502" y="24448"/>
                  <a:pt x="137372" y="23878"/>
                  <a:pt x="137277" y="23165"/>
                </a:cubicBezTo>
                <a:cubicBezTo>
                  <a:pt x="137182" y="22453"/>
                  <a:pt x="137134" y="21597"/>
                  <a:pt x="137134" y="20599"/>
                </a:cubicBezTo>
                <a:cubicBezTo>
                  <a:pt x="137134" y="19887"/>
                  <a:pt x="137158" y="19269"/>
                  <a:pt x="137205" y="18746"/>
                </a:cubicBezTo>
                <a:cubicBezTo>
                  <a:pt x="137253" y="18223"/>
                  <a:pt x="137336" y="17772"/>
                  <a:pt x="137455" y="17392"/>
                </a:cubicBezTo>
                <a:cubicBezTo>
                  <a:pt x="137574" y="17012"/>
                  <a:pt x="137728" y="16655"/>
                  <a:pt x="137918" y="16323"/>
                </a:cubicBezTo>
                <a:cubicBezTo>
                  <a:pt x="138108" y="15990"/>
                  <a:pt x="138488" y="15574"/>
                  <a:pt x="139059" y="15075"/>
                </a:cubicBezTo>
                <a:cubicBezTo>
                  <a:pt x="139629" y="14576"/>
                  <a:pt x="140615" y="13899"/>
                  <a:pt x="142017" y="13044"/>
                </a:cubicBezTo>
                <a:cubicBezTo>
                  <a:pt x="143418" y="12189"/>
                  <a:pt x="145177" y="11345"/>
                  <a:pt x="147291" y="10514"/>
                </a:cubicBezTo>
                <a:cubicBezTo>
                  <a:pt x="149406" y="9682"/>
                  <a:pt x="151734" y="8981"/>
                  <a:pt x="154276" y="8411"/>
                </a:cubicBezTo>
                <a:cubicBezTo>
                  <a:pt x="156819" y="7841"/>
                  <a:pt x="159492" y="7555"/>
                  <a:pt x="162295" y="7555"/>
                </a:cubicBezTo>
                <a:cubicBezTo>
                  <a:pt x="166762" y="7555"/>
                  <a:pt x="170670" y="8186"/>
                  <a:pt x="174020" y="9447"/>
                </a:cubicBezTo>
                <a:cubicBezTo>
                  <a:pt x="177371" y="10706"/>
                  <a:pt x="180150" y="12429"/>
                  <a:pt x="182360" y="14616"/>
                </a:cubicBezTo>
                <a:cubicBezTo>
                  <a:pt x="184570" y="16804"/>
                  <a:pt x="186221" y="19348"/>
                  <a:pt x="187314" y="22250"/>
                </a:cubicBezTo>
                <a:cubicBezTo>
                  <a:pt x="188407" y="25150"/>
                  <a:pt x="188953" y="28241"/>
                  <a:pt x="188953" y="31523"/>
                </a:cubicBezTo>
                <a:cubicBezTo>
                  <a:pt x="188953" y="34472"/>
                  <a:pt x="188692" y="37409"/>
                  <a:pt x="188169" y="40335"/>
                </a:cubicBezTo>
                <a:cubicBezTo>
                  <a:pt x="187646" y="43258"/>
                  <a:pt x="186542" y="46421"/>
                  <a:pt x="184855" y="49821"/>
                </a:cubicBezTo>
                <a:cubicBezTo>
                  <a:pt x="183168" y="53222"/>
                  <a:pt x="180732" y="57002"/>
                  <a:pt x="177549" y="61163"/>
                </a:cubicBezTo>
                <a:cubicBezTo>
                  <a:pt x="174365" y="65324"/>
                  <a:pt x="170136" y="70115"/>
                  <a:pt x="164861" y="75537"/>
                </a:cubicBezTo>
                <a:lnTo>
                  <a:pt x="150249" y="90808"/>
                </a:lnTo>
                <a:lnTo>
                  <a:pt x="190379" y="90808"/>
                </a:lnTo>
                <a:cubicBezTo>
                  <a:pt x="190759" y="90808"/>
                  <a:pt x="191127" y="90915"/>
                  <a:pt x="191484" y="91129"/>
                </a:cubicBezTo>
                <a:cubicBezTo>
                  <a:pt x="191840" y="91343"/>
                  <a:pt x="192149" y="91664"/>
                  <a:pt x="192410" y="92091"/>
                </a:cubicBezTo>
                <a:cubicBezTo>
                  <a:pt x="192672" y="92519"/>
                  <a:pt x="192862" y="93054"/>
                  <a:pt x="192980" y="93695"/>
                </a:cubicBezTo>
                <a:cubicBezTo>
                  <a:pt x="193099" y="94337"/>
                  <a:pt x="193159" y="95085"/>
                  <a:pt x="193159" y="95940"/>
                </a:cubicBezTo>
                <a:close/>
                <a:moveTo>
                  <a:pt x="265933" y="2925"/>
                </a:moveTo>
                <a:cubicBezTo>
                  <a:pt x="261418" y="12488"/>
                  <a:pt x="258056" y="22300"/>
                  <a:pt x="255847" y="32363"/>
                </a:cubicBezTo>
                <a:cubicBezTo>
                  <a:pt x="253637" y="42423"/>
                  <a:pt x="252532" y="52544"/>
                  <a:pt x="252532" y="62725"/>
                </a:cubicBezTo>
                <a:cubicBezTo>
                  <a:pt x="252532" y="72953"/>
                  <a:pt x="253661" y="83087"/>
                  <a:pt x="255918" y="93125"/>
                </a:cubicBezTo>
                <a:cubicBezTo>
                  <a:pt x="258175" y="103162"/>
                  <a:pt x="261466" y="113009"/>
                  <a:pt x="265790" y="122665"/>
                </a:cubicBezTo>
                <a:cubicBezTo>
                  <a:pt x="266028" y="123237"/>
                  <a:pt x="266158" y="123725"/>
                  <a:pt x="266182" y="124129"/>
                </a:cubicBezTo>
                <a:cubicBezTo>
                  <a:pt x="266206" y="124533"/>
                  <a:pt x="266051" y="124865"/>
                  <a:pt x="265719" y="125127"/>
                </a:cubicBezTo>
                <a:cubicBezTo>
                  <a:pt x="265386" y="125389"/>
                  <a:pt x="264875" y="125580"/>
                  <a:pt x="264186" y="125699"/>
                </a:cubicBezTo>
                <a:cubicBezTo>
                  <a:pt x="263497" y="125818"/>
                  <a:pt x="262559" y="125877"/>
                  <a:pt x="261371" y="125877"/>
                </a:cubicBezTo>
                <a:cubicBezTo>
                  <a:pt x="260516" y="125877"/>
                  <a:pt x="259779" y="125853"/>
                  <a:pt x="259161" y="125806"/>
                </a:cubicBezTo>
                <a:cubicBezTo>
                  <a:pt x="258543" y="125758"/>
                  <a:pt x="258009" y="125663"/>
                  <a:pt x="257557" y="125521"/>
                </a:cubicBezTo>
                <a:cubicBezTo>
                  <a:pt x="257106" y="125378"/>
                  <a:pt x="256738" y="125211"/>
                  <a:pt x="256453" y="125020"/>
                </a:cubicBezTo>
                <a:cubicBezTo>
                  <a:pt x="256168" y="124830"/>
                  <a:pt x="255954" y="124616"/>
                  <a:pt x="255811" y="124378"/>
                </a:cubicBezTo>
                <a:cubicBezTo>
                  <a:pt x="253245" y="119527"/>
                  <a:pt x="250988" y="114615"/>
                  <a:pt x="249040" y="109644"/>
                </a:cubicBezTo>
                <a:cubicBezTo>
                  <a:pt x="247091" y="104672"/>
                  <a:pt x="245452" y="99617"/>
                  <a:pt x="244122" y="94479"/>
                </a:cubicBezTo>
                <a:cubicBezTo>
                  <a:pt x="242791" y="89341"/>
                  <a:pt x="241793" y="84144"/>
                  <a:pt x="241128" y="78887"/>
                </a:cubicBezTo>
                <a:cubicBezTo>
                  <a:pt x="240463" y="73630"/>
                  <a:pt x="240130" y="68314"/>
                  <a:pt x="240130" y="62939"/>
                </a:cubicBezTo>
                <a:cubicBezTo>
                  <a:pt x="240130" y="57563"/>
                  <a:pt x="240498" y="52259"/>
                  <a:pt x="241235" y="47026"/>
                </a:cubicBezTo>
                <a:cubicBezTo>
                  <a:pt x="241971" y="41793"/>
                  <a:pt x="243017" y="36595"/>
                  <a:pt x="244371" y="31434"/>
                </a:cubicBezTo>
                <a:cubicBezTo>
                  <a:pt x="245725" y="26272"/>
                  <a:pt x="247377" y="21193"/>
                  <a:pt x="249325" y="16198"/>
                </a:cubicBezTo>
                <a:cubicBezTo>
                  <a:pt x="251273" y="11203"/>
                  <a:pt x="253459" y="6255"/>
                  <a:pt x="255882" y="1357"/>
                </a:cubicBezTo>
                <a:cubicBezTo>
                  <a:pt x="255930" y="1166"/>
                  <a:pt x="256061" y="1000"/>
                  <a:pt x="256274" y="858"/>
                </a:cubicBezTo>
                <a:cubicBezTo>
                  <a:pt x="256488" y="714"/>
                  <a:pt x="256785" y="570"/>
                  <a:pt x="257165" y="428"/>
                </a:cubicBezTo>
                <a:cubicBezTo>
                  <a:pt x="257546" y="285"/>
                  <a:pt x="258068" y="178"/>
                  <a:pt x="258734" y="107"/>
                </a:cubicBezTo>
                <a:cubicBezTo>
                  <a:pt x="259399" y="36"/>
                  <a:pt x="260254" y="0"/>
                  <a:pt x="261300" y="0"/>
                </a:cubicBezTo>
                <a:cubicBezTo>
                  <a:pt x="262393" y="0"/>
                  <a:pt x="263272" y="71"/>
                  <a:pt x="263937" y="214"/>
                </a:cubicBezTo>
                <a:cubicBezTo>
                  <a:pt x="264602" y="356"/>
                  <a:pt x="265125" y="547"/>
                  <a:pt x="265505" y="786"/>
                </a:cubicBezTo>
                <a:cubicBezTo>
                  <a:pt x="265885" y="1024"/>
                  <a:pt x="266099" y="1333"/>
                  <a:pt x="266147" y="1713"/>
                </a:cubicBezTo>
                <a:cubicBezTo>
                  <a:pt x="266194" y="2093"/>
                  <a:pt x="266123" y="2497"/>
                  <a:pt x="265933" y="2925"/>
                </a:cubicBezTo>
                <a:close/>
                <a:moveTo>
                  <a:pt x="346330" y="14256"/>
                </a:moveTo>
                <a:cubicBezTo>
                  <a:pt x="346330" y="15111"/>
                  <a:pt x="346294" y="15883"/>
                  <a:pt x="346223" y="16572"/>
                </a:cubicBezTo>
                <a:cubicBezTo>
                  <a:pt x="346151" y="17261"/>
                  <a:pt x="346056" y="17926"/>
                  <a:pt x="345938" y="18568"/>
                </a:cubicBezTo>
                <a:cubicBezTo>
                  <a:pt x="345819" y="19209"/>
                  <a:pt x="345652" y="19827"/>
                  <a:pt x="345439" y="20421"/>
                </a:cubicBezTo>
                <a:cubicBezTo>
                  <a:pt x="345225" y="21015"/>
                  <a:pt x="344975" y="21645"/>
                  <a:pt x="344690" y="22310"/>
                </a:cubicBezTo>
                <a:lnTo>
                  <a:pt x="311475" y="98863"/>
                </a:lnTo>
                <a:cubicBezTo>
                  <a:pt x="311237" y="99433"/>
                  <a:pt x="310940" y="99896"/>
                  <a:pt x="310584" y="100253"/>
                </a:cubicBezTo>
                <a:cubicBezTo>
                  <a:pt x="310227" y="100609"/>
                  <a:pt x="309776" y="100894"/>
                  <a:pt x="309229" y="101108"/>
                </a:cubicBezTo>
                <a:cubicBezTo>
                  <a:pt x="308683" y="101322"/>
                  <a:pt x="307982" y="101464"/>
                  <a:pt x="307127" y="101536"/>
                </a:cubicBezTo>
                <a:cubicBezTo>
                  <a:pt x="306271" y="101607"/>
                  <a:pt x="305226" y="101643"/>
                  <a:pt x="303990" y="101643"/>
                </a:cubicBezTo>
                <a:cubicBezTo>
                  <a:pt x="302375" y="101643"/>
                  <a:pt x="301116" y="101571"/>
                  <a:pt x="300213" y="101429"/>
                </a:cubicBezTo>
                <a:cubicBezTo>
                  <a:pt x="299310" y="101286"/>
                  <a:pt x="298656" y="101061"/>
                  <a:pt x="298253" y="100752"/>
                </a:cubicBezTo>
                <a:cubicBezTo>
                  <a:pt x="297849" y="100443"/>
                  <a:pt x="297670" y="100063"/>
                  <a:pt x="297718" y="99611"/>
                </a:cubicBezTo>
                <a:cubicBezTo>
                  <a:pt x="297765" y="99160"/>
                  <a:pt x="297932" y="98625"/>
                  <a:pt x="298217" y="98007"/>
                </a:cubicBezTo>
                <a:lnTo>
                  <a:pt x="333143" y="19744"/>
                </a:lnTo>
                <a:lnTo>
                  <a:pt x="288879" y="19744"/>
                </a:lnTo>
                <a:cubicBezTo>
                  <a:pt x="287977" y="19744"/>
                  <a:pt x="287299" y="19269"/>
                  <a:pt x="286848" y="18318"/>
                </a:cubicBezTo>
                <a:cubicBezTo>
                  <a:pt x="286397" y="17368"/>
                  <a:pt x="286171" y="16038"/>
                  <a:pt x="286171" y="14327"/>
                </a:cubicBezTo>
                <a:cubicBezTo>
                  <a:pt x="286171" y="13424"/>
                  <a:pt x="286230" y="12640"/>
                  <a:pt x="286349" y="11975"/>
                </a:cubicBezTo>
                <a:cubicBezTo>
                  <a:pt x="286468" y="11309"/>
                  <a:pt x="286646" y="10751"/>
                  <a:pt x="286884" y="10300"/>
                </a:cubicBezTo>
                <a:cubicBezTo>
                  <a:pt x="287121" y="9848"/>
                  <a:pt x="287406" y="9516"/>
                  <a:pt x="287739" y="9302"/>
                </a:cubicBezTo>
                <a:cubicBezTo>
                  <a:pt x="288072" y="9088"/>
                  <a:pt x="288452" y="8981"/>
                  <a:pt x="288879" y="8981"/>
                </a:cubicBezTo>
                <a:lnTo>
                  <a:pt x="342623" y="8981"/>
                </a:lnTo>
                <a:cubicBezTo>
                  <a:pt x="343288" y="8981"/>
                  <a:pt x="343871" y="9052"/>
                  <a:pt x="344369" y="9195"/>
                </a:cubicBezTo>
                <a:cubicBezTo>
                  <a:pt x="344868" y="9337"/>
                  <a:pt x="345249" y="9623"/>
                  <a:pt x="345510" y="10050"/>
                </a:cubicBezTo>
                <a:cubicBezTo>
                  <a:pt x="345771" y="10478"/>
                  <a:pt x="345973" y="11024"/>
                  <a:pt x="346116" y="11690"/>
                </a:cubicBezTo>
                <a:cubicBezTo>
                  <a:pt x="346258" y="12355"/>
                  <a:pt x="346330" y="13210"/>
                  <a:pt x="346330" y="14256"/>
                </a:cubicBezTo>
                <a:close/>
                <a:moveTo>
                  <a:pt x="378547" y="91022"/>
                </a:moveTo>
                <a:cubicBezTo>
                  <a:pt x="378547" y="92495"/>
                  <a:pt x="378476" y="93850"/>
                  <a:pt x="378334" y="95085"/>
                </a:cubicBezTo>
                <a:cubicBezTo>
                  <a:pt x="378191" y="96321"/>
                  <a:pt x="377953" y="97485"/>
                  <a:pt x="377621" y="98578"/>
                </a:cubicBezTo>
                <a:cubicBezTo>
                  <a:pt x="377288" y="99671"/>
                  <a:pt x="376849" y="100752"/>
                  <a:pt x="376302" y="101821"/>
                </a:cubicBezTo>
                <a:cubicBezTo>
                  <a:pt x="375756" y="102890"/>
                  <a:pt x="375078" y="104019"/>
                  <a:pt x="374271" y="105207"/>
                </a:cubicBezTo>
                <a:lnTo>
                  <a:pt x="364506" y="119890"/>
                </a:lnTo>
                <a:cubicBezTo>
                  <a:pt x="364268" y="120222"/>
                  <a:pt x="363995" y="120508"/>
                  <a:pt x="363686" y="120745"/>
                </a:cubicBezTo>
                <a:cubicBezTo>
                  <a:pt x="363377" y="120983"/>
                  <a:pt x="362997" y="121197"/>
                  <a:pt x="362545" y="121387"/>
                </a:cubicBezTo>
                <a:cubicBezTo>
                  <a:pt x="362094" y="121577"/>
                  <a:pt x="361571" y="121707"/>
                  <a:pt x="360977" y="121779"/>
                </a:cubicBezTo>
                <a:cubicBezTo>
                  <a:pt x="360383" y="121850"/>
                  <a:pt x="359635" y="121886"/>
                  <a:pt x="358732" y="121886"/>
                </a:cubicBezTo>
                <a:cubicBezTo>
                  <a:pt x="357924" y="121886"/>
                  <a:pt x="357247" y="121850"/>
                  <a:pt x="356701" y="121779"/>
                </a:cubicBezTo>
                <a:cubicBezTo>
                  <a:pt x="356154" y="121707"/>
                  <a:pt x="355762" y="121589"/>
                  <a:pt x="355525" y="121422"/>
                </a:cubicBezTo>
                <a:cubicBezTo>
                  <a:pt x="355287" y="121256"/>
                  <a:pt x="355156" y="121030"/>
                  <a:pt x="355132" y="120745"/>
                </a:cubicBezTo>
                <a:cubicBezTo>
                  <a:pt x="355109" y="120460"/>
                  <a:pt x="355192" y="120127"/>
                  <a:pt x="355382" y="119747"/>
                </a:cubicBezTo>
                <a:lnTo>
                  <a:pt x="364862" y="100146"/>
                </a:lnTo>
                <a:lnTo>
                  <a:pt x="364862" y="91022"/>
                </a:lnTo>
                <a:cubicBezTo>
                  <a:pt x="364862" y="89739"/>
                  <a:pt x="364993" y="88718"/>
                  <a:pt x="365254" y="87957"/>
                </a:cubicBezTo>
                <a:cubicBezTo>
                  <a:pt x="365515" y="87197"/>
                  <a:pt x="365931" y="86627"/>
                  <a:pt x="366501" y="86247"/>
                </a:cubicBezTo>
                <a:cubicBezTo>
                  <a:pt x="367072" y="85866"/>
                  <a:pt x="367784" y="85605"/>
                  <a:pt x="368640" y="85463"/>
                </a:cubicBezTo>
                <a:cubicBezTo>
                  <a:pt x="369495" y="85320"/>
                  <a:pt x="370540" y="85249"/>
                  <a:pt x="371776" y="85249"/>
                </a:cubicBezTo>
                <a:cubicBezTo>
                  <a:pt x="372964" y="85249"/>
                  <a:pt x="373986" y="85320"/>
                  <a:pt x="374841" y="85463"/>
                </a:cubicBezTo>
                <a:cubicBezTo>
                  <a:pt x="375696" y="85605"/>
                  <a:pt x="376397" y="85866"/>
                  <a:pt x="376944" y="86247"/>
                </a:cubicBezTo>
                <a:cubicBezTo>
                  <a:pt x="377490" y="86627"/>
                  <a:pt x="377894" y="87197"/>
                  <a:pt x="378155" y="87957"/>
                </a:cubicBezTo>
                <a:cubicBezTo>
                  <a:pt x="378417" y="88718"/>
                  <a:pt x="378547" y="89739"/>
                  <a:pt x="378547" y="91022"/>
                </a:cubicBezTo>
                <a:close/>
                <a:moveTo>
                  <a:pt x="456810" y="71383"/>
                </a:moveTo>
                <a:cubicBezTo>
                  <a:pt x="456810" y="75426"/>
                  <a:pt x="456192" y="79339"/>
                  <a:pt x="454957" y="83121"/>
                </a:cubicBezTo>
                <a:cubicBezTo>
                  <a:pt x="453721" y="86904"/>
                  <a:pt x="451820" y="90234"/>
                  <a:pt x="449254" y="93114"/>
                </a:cubicBezTo>
                <a:cubicBezTo>
                  <a:pt x="446688" y="95992"/>
                  <a:pt x="443433" y="98299"/>
                  <a:pt x="439489" y="100037"/>
                </a:cubicBezTo>
                <a:cubicBezTo>
                  <a:pt x="435545" y="101773"/>
                  <a:pt x="430888" y="102641"/>
                  <a:pt x="425519" y="102641"/>
                </a:cubicBezTo>
                <a:cubicBezTo>
                  <a:pt x="421670" y="102641"/>
                  <a:pt x="418272" y="102165"/>
                  <a:pt x="415326" y="101215"/>
                </a:cubicBezTo>
                <a:cubicBezTo>
                  <a:pt x="412380" y="100263"/>
                  <a:pt x="409814" y="98907"/>
                  <a:pt x="407628" y="97148"/>
                </a:cubicBezTo>
                <a:cubicBezTo>
                  <a:pt x="405442" y="95388"/>
                  <a:pt x="403624" y="93224"/>
                  <a:pt x="402175" y="90657"/>
                </a:cubicBezTo>
                <a:cubicBezTo>
                  <a:pt x="400726" y="88089"/>
                  <a:pt x="399562" y="85165"/>
                  <a:pt x="398682" y="81883"/>
                </a:cubicBezTo>
                <a:cubicBezTo>
                  <a:pt x="397803" y="78601"/>
                  <a:pt x="397174" y="75011"/>
                  <a:pt x="396794" y="71111"/>
                </a:cubicBezTo>
                <a:cubicBezTo>
                  <a:pt x="396413" y="67212"/>
                  <a:pt x="396223" y="63027"/>
                  <a:pt x="396223" y="58557"/>
                </a:cubicBezTo>
                <a:cubicBezTo>
                  <a:pt x="396223" y="54610"/>
                  <a:pt x="396437" y="50616"/>
                  <a:pt x="396865" y="46574"/>
                </a:cubicBezTo>
                <a:cubicBezTo>
                  <a:pt x="397293" y="42532"/>
                  <a:pt x="398053" y="38632"/>
                  <a:pt x="399146" y="34875"/>
                </a:cubicBezTo>
                <a:cubicBezTo>
                  <a:pt x="400239" y="31118"/>
                  <a:pt x="401724" y="27588"/>
                  <a:pt x="403601" y="24284"/>
                </a:cubicBezTo>
                <a:cubicBezTo>
                  <a:pt x="405478" y="20978"/>
                  <a:pt x="407830" y="18101"/>
                  <a:pt x="410657" y="15652"/>
                </a:cubicBezTo>
                <a:cubicBezTo>
                  <a:pt x="413485" y="13202"/>
                  <a:pt x="416870" y="11264"/>
                  <a:pt x="420814" y="9839"/>
                </a:cubicBezTo>
                <a:cubicBezTo>
                  <a:pt x="424758" y="8412"/>
                  <a:pt x="429344" y="7698"/>
                  <a:pt x="434571" y="7698"/>
                </a:cubicBezTo>
                <a:cubicBezTo>
                  <a:pt x="436329" y="7698"/>
                  <a:pt x="438111" y="7805"/>
                  <a:pt x="439917" y="8019"/>
                </a:cubicBezTo>
                <a:cubicBezTo>
                  <a:pt x="441723" y="8233"/>
                  <a:pt x="443386" y="8518"/>
                  <a:pt x="444906" y="8874"/>
                </a:cubicBezTo>
                <a:cubicBezTo>
                  <a:pt x="446427" y="9231"/>
                  <a:pt x="447710" y="9623"/>
                  <a:pt x="448755" y="10050"/>
                </a:cubicBezTo>
                <a:cubicBezTo>
                  <a:pt x="449801" y="10478"/>
                  <a:pt x="450490" y="10822"/>
                  <a:pt x="450822" y="11084"/>
                </a:cubicBezTo>
                <a:cubicBezTo>
                  <a:pt x="451155" y="11345"/>
                  <a:pt x="451405" y="11630"/>
                  <a:pt x="451571" y="11939"/>
                </a:cubicBezTo>
                <a:cubicBezTo>
                  <a:pt x="451737" y="12248"/>
                  <a:pt x="451868" y="12581"/>
                  <a:pt x="451963" y="12937"/>
                </a:cubicBezTo>
                <a:cubicBezTo>
                  <a:pt x="452058" y="13293"/>
                  <a:pt x="452129" y="13697"/>
                  <a:pt x="452177" y="14149"/>
                </a:cubicBezTo>
                <a:cubicBezTo>
                  <a:pt x="452224" y="14600"/>
                  <a:pt x="452248" y="15158"/>
                  <a:pt x="452248" y="15824"/>
                </a:cubicBezTo>
                <a:cubicBezTo>
                  <a:pt x="452248" y="16679"/>
                  <a:pt x="452236" y="17416"/>
                  <a:pt x="452212" y="18033"/>
                </a:cubicBezTo>
                <a:cubicBezTo>
                  <a:pt x="452189" y="18651"/>
                  <a:pt x="452094" y="19150"/>
                  <a:pt x="451927" y="19530"/>
                </a:cubicBezTo>
                <a:cubicBezTo>
                  <a:pt x="451761" y="19910"/>
                  <a:pt x="451547" y="20195"/>
                  <a:pt x="451286" y="20386"/>
                </a:cubicBezTo>
                <a:cubicBezTo>
                  <a:pt x="451024" y="20576"/>
                  <a:pt x="450680" y="20671"/>
                  <a:pt x="450252" y="20671"/>
                </a:cubicBezTo>
                <a:cubicBezTo>
                  <a:pt x="449729" y="20671"/>
                  <a:pt x="449017" y="20504"/>
                  <a:pt x="448114" y="20172"/>
                </a:cubicBezTo>
                <a:cubicBezTo>
                  <a:pt x="447211" y="19839"/>
                  <a:pt x="446118" y="19471"/>
                  <a:pt x="444835" y="19067"/>
                </a:cubicBezTo>
                <a:cubicBezTo>
                  <a:pt x="443552" y="18663"/>
                  <a:pt x="441996" y="18295"/>
                  <a:pt x="440166" y="17962"/>
                </a:cubicBezTo>
                <a:cubicBezTo>
                  <a:pt x="438337" y="17629"/>
                  <a:pt x="436210" y="17463"/>
                  <a:pt x="433787" y="17463"/>
                </a:cubicBezTo>
                <a:cubicBezTo>
                  <a:pt x="429368" y="17463"/>
                  <a:pt x="425566" y="18366"/>
                  <a:pt x="422382" y="20172"/>
                </a:cubicBezTo>
                <a:cubicBezTo>
                  <a:pt x="419199" y="21977"/>
                  <a:pt x="416597" y="24401"/>
                  <a:pt x="414577" y="27442"/>
                </a:cubicBezTo>
                <a:cubicBezTo>
                  <a:pt x="412558" y="30483"/>
                  <a:pt x="411061" y="34012"/>
                  <a:pt x="410087" y="38027"/>
                </a:cubicBezTo>
                <a:cubicBezTo>
                  <a:pt x="409113" y="42042"/>
                  <a:pt x="408554" y="46236"/>
                  <a:pt x="408412" y="50607"/>
                </a:cubicBezTo>
                <a:cubicBezTo>
                  <a:pt x="409647" y="49895"/>
                  <a:pt x="411037" y="49182"/>
                  <a:pt x="412582" y="48469"/>
                </a:cubicBezTo>
                <a:cubicBezTo>
                  <a:pt x="414126" y="47756"/>
                  <a:pt x="415813" y="47115"/>
                  <a:pt x="417642" y="46545"/>
                </a:cubicBezTo>
                <a:cubicBezTo>
                  <a:pt x="419472" y="45974"/>
                  <a:pt x="421408" y="45511"/>
                  <a:pt x="423452" y="45155"/>
                </a:cubicBezTo>
                <a:cubicBezTo>
                  <a:pt x="425495" y="44798"/>
                  <a:pt x="427681" y="44620"/>
                  <a:pt x="430009" y="44620"/>
                </a:cubicBezTo>
                <a:cubicBezTo>
                  <a:pt x="434999" y="44620"/>
                  <a:pt x="439204" y="45298"/>
                  <a:pt x="442625" y="46654"/>
                </a:cubicBezTo>
                <a:cubicBezTo>
                  <a:pt x="446047" y="48010"/>
                  <a:pt x="448815" y="49889"/>
                  <a:pt x="450929" y="52291"/>
                </a:cubicBezTo>
                <a:cubicBezTo>
                  <a:pt x="453044" y="54694"/>
                  <a:pt x="454553" y="57525"/>
                  <a:pt x="455455" y="60785"/>
                </a:cubicBezTo>
                <a:cubicBezTo>
                  <a:pt x="456358" y="64044"/>
                  <a:pt x="456810" y="67577"/>
                  <a:pt x="456810" y="71383"/>
                </a:cubicBezTo>
                <a:moveTo>
                  <a:pt x="444407" y="72523"/>
                </a:moveTo>
                <a:cubicBezTo>
                  <a:pt x="444407" y="69763"/>
                  <a:pt x="444134" y="67252"/>
                  <a:pt x="443588" y="64990"/>
                </a:cubicBezTo>
                <a:cubicBezTo>
                  <a:pt x="443041" y="62728"/>
                  <a:pt x="442126" y="60812"/>
                  <a:pt x="440843" y="59241"/>
                </a:cubicBezTo>
                <a:cubicBezTo>
                  <a:pt x="439560" y="57670"/>
                  <a:pt x="437850" y="56456"/>
                  <a:pt x="435711" y="55599"/>
                </a:cubicBezTo>
                <a:cubicBezTo>
                  <a:pt x="433573" y="54742"/>
                  <a:pt x="430936" y="54314"/>
                  <a:pt x="427800" y="54314"/>
                </a:cubicBezTo>
                <a:cubicBezTo>
                  <a:pt x="426041" y="54314"/>
                  <a:pt x="424283" y="54469"/>
                  <a:pt x="422525" y="54779"/>
                </a:cubicBezTo>
                <a:cubicBezTo>
                  <a:pt x="420767" y="55088"/>
                  <a:pt x="419068" y="55517"/>
                  <a:pt x="417429" y="56065"/>
                </a:cubicBezTo>
                <a:cubicBezTo>
                  <a:pt x="415789" y="56611"/>
                  <a:pt x="414221" y="57253"/>
                  <a:pt x="412724" y="57991"/>
                </a:cubicBezTo>
                <a:cubicBezTo>
                  <a:pt x="411227" y="58729"/>
                  <a:pt x="409861" y="59527"/>
                  <a:pt x="408626" y="60384"/>
                </a:cubicBezTo>
                <a:cubicBezTo>
                  <a:pt x="408626" y="66526"/>
                  <a:pt x="409018" y="71667"/>
                  <a:pt x="409802" y="75809"/>
                </a:cubicBezTo>
                <a:cubicBezTo>
                  <a:pt x="410586" y="79950"/>
                  <a:pt x="411726" y="83271"/>
                  <a:pt x="413223" y="85770"/>
                </a:cubicBezTo>
                <a:cubicBezTo>
                  <a:pt x="414720" y="88269"/>
                  <a:pt x="416585" y="90055"/>
                  <a:pt x="418819" y="91127"/>
                </a:cubicBezTo>
                <a:cubicBezTo>
                  <a:pt x="421052" y="92198"/>
                  <a:pt x="423665" y="92733"/>
                  <a:pt x="426659" y="92733"/>
                </a:cubicBezTo>
                <a:cubicBezTo>
                  <a:pt x="429700" y="92733"/>
                  <a:pt x="432338" y="92162"/>
                  <a:pt x="434571" y="91020"/>
                </a:cubicBezTo>
                <a:cubicBezTo>
                  <a:pt x="436804" y="89877"/>
                  <a:pt x="438658" y="88341"/>
                  <a:pt x="440131" y="86414"/>
                </a:cubicBezTo>
                <a:cubicBezTo>
                  <a:pt x="441604" y="84485"/>
                  <a:pt x="442685" y="82318"/>
                  <a:pt x="443374" y="79914"/>
                </a:cubicBezTo>
                <a:cubicBezTo>
                  <a:pt x="444063" y="77510"/>
                  <a:pt x="444407" y="75046"/>
                  <a:pt x="444407" y="72523"/>
                </a:cubicBezTo>
                <a:close/>
                <a:moveTo>
                  <a:pt x="488030" y="91022"/>
                </a:moveTo>
                <a:cubicBezTo>
                  <a:pt x="488030" y="92495"/>
                  <a:pt x="487959" y="93850"/>
                  <a:pt x="487816" y="95085"/>
                </a:cubicBezTo>
                <a:cubicBezTo>
                  <a:pt x="487674" y="96321"/>
                  <a:pt x="487436" y="97485"/>
                  <a:pt x="487103" y="98578"/>
                </a:cubicBezTo>
                <a:cubicBezTo>
                  <a:pt x="486771" y="99671"/>
                  <a:pt x="486331" y="100752"/>
                  <a:pt x="485785" y="101821"/>
                </a:cubicBezTo>
                <a:cubicBezTo>
                  <a:pt x="485238" y="102890"/>
                  <a:pt x="484561" y="104019"/>
                  <a:pt x="483753" y="105207"/>
                </a:cubicBezTo>
                <a:lnTo>
                  <a:pt x="473988" y="119890"/>
                </a:lnTo>
                <a:cubicBezTo>
                  <a:pt x="473751" y="120222"/>
                  <a:pt x="473477" y="120508"/>
                  <a:pt x="473168" y="120745"/>
                </a:cubicBezTo>
                <a:cubicBezTo>
                  <a:pt x="472860" y="120983"/>
                  <a:pt x="472479" y="121197"/>
                  <a:pt x="472028" y="121387"/>
                </a:cubicBezTo>
                <a:cubicBezTo>
                  <a:pt x="471577" y="121577"/>
                  <a:pt x="471054" y="121707"/>
                  <a:pt x="470460" y="121779"/>
                </a:cubicBezTo>
                <a:cubicBezTo>
                  <a:pt x="469866" y="121850"/>
                  <a:pt x="469117" y="121886"/>
                  <a:pt x="468215" y="121886"/>
                </a:cubicBezTo>
                <a:cubicBezTo>
                  <a:pt x="467407" y="121886"/>
                  <a:pt x="466730" y="121850"/>
                  <a:pt x="466183" y="121779"/>
                </a:cubicBezTo>
                <a:cubicBezTo>
                  <a:pt x="465637" y="121707"/>
                  <a:pt x="465245" y="121589"/>
                  <a:pt x="465007" y="121422"/>
                </a:cubicBezTo>
                <a:cubicBezTo>
                  <a:pt x="464769" y="121256"/>
                  <a:pt x="464639" y="121030"/>
                  <a:pt x="464615" y="120745"/>
                </a:cubicBezTo>
                <a:cubicBezTo>
                  <a:pt x="464591" y="120460"/>
                  <a:pt x="464674" y="120127"/>
                  <a:pt x="464864" y="119747"/>
                </a:cubicBezTo>
                <a:lnTo>
                  <a:pt x="474344" y="100146"/>
                </a:lnTo>
                <a:lnTo>
                  <a:pt x="474344" y="91022"/>
                </a:lnTo>
                <a:cubicBezTo>
                  <a:pt x="474344" y="89739"/>
                  <a:pt x="474475" y="88718"/>
                  <a:pt x="474737" y="87957"/>
                </a:cubicBezTo>
                <a:cubicBezTo>
                  <a:pt x="474998" y="87197"/>
                  <a:pt x="475414" y="86627"/>
                  <a:pt x="475984" y="86247"/>
                </a:cubicBezTo>
                <a:cubicBezTo>
                  <a:pt x="476554" y="85866"/>
                  <a:pt x="477267" y="85605"/>
                  <a:pt x="478122" y="85463"/>
                </a:cubicBezTo>
                <a:cubicBezTo>
                  <a:pt x="478978" y="85320"/>
                  <a:pt x="480023" y="85249"/>
                  <a:pt x="481258" y="85249"/>
                </a:cubicBezTo>
                <a:cubicBezTo>
                  <a:pt x="482446" y="85249"/>
                  <a:pt x="483468" y="85320"/>
                  <a:pt x="484323" y="85463"/>
                </a:cubicBezTo>
                <a:cubicBezTo>
                  <a:pt x="485179" y="85605"/>
                  <a:pt x="485880" y="85866"/>
                  <a:pt x="486426" y="86247"/>
                </a:cubicBezTo>
                <a:cubicBezTo>
                  <a:pt x="486973" y="86627"/>
                  <a:pt x="487377" y="87197"/>
                  <a:pt x="487638" y="87957"/>
                </a:cubicBezTo>
                <a:cubicBezTo>
                  <a:pt x="487899" y="88718"/>
                  <a:pt x="488030" y="89739"/>
                  <a:pt x="488030" y="91022"/>
                </a:cubicBezTo>
                <a:close/>
                <a:moveTo>
                  <a:pt x="563514" y="71635"/>
                </a:moveTo>
                <a:cubicBezTo>
                  <a:pt x="563514" y="76577"/>
                  <a:pt x="562683" y="80972"/>
                  <a:pt x="561020" y="84821"/>
                </a:cubicBezTo>
                <a:cubicBezTo>
                  <a:pt x="559357" y="88670"/>
                  <a:pt x="557004" y="91913"/>
                  <a:pt x="553963" y="94550"/>
                </a:cubicBezTo>
                <a:cubicBezTo>
                  <a:pt x="550922" y="97188"/>
                  <a:pt x="547299" y="99195"/>
                  <a:pt x="543093" y="100573"/>
                </a:cubicBezTo>
                <a:cubicBezTo>
                  <a:pt x="538888" y="101952"/>
                  <a:pt x="534219" y="102641"/>
                  <a:pt x="529087" y="102641"/>
                </a:cubicBezTo>
                <a:cubicBezTo>
                  <a:pt x="526236" y="102641"/>
                  <a:pt x="523527" y="102439"/>
                  <a:pt x="520961" y="102035"/>
                </a:cubicBezTo>
                <a:cubicBezTo>
                  <a:pt x="518395" y="101631"/>
                  <a:pt x="516114" y="101132"/>
                  <a:pt x="514119" y="100538"/>
                </a:cubicBezTo>
                <a:cubicBezTo>
                  <a:pt x="512123" y="99944"/>
                  <a:pt x="510484" y="99362"/>
                  <a:pt x="509201" y="98792"/>
                </a:cubicBezTo>
                <a:cubicBezTo>
                  <a:pt x="507918" y="98221"/>
                  <a:pt x="507098" y="97770"/>
                  <a:pt x="506741" y="97437"/>
                </a:cubicBezTo>
                <a:cubicBezTo>
                  <a:pt x="506385" y="97105"/>
                  <a:pt x="506136" y="96796"/>
                  <a:pt x="505993" y="96511"/>
                </a:cubicBezTo>
                <a:cubicBezTo>
                  <a:pt x="505850" y="96226"/>
                  <a:pt x="505720" y="95881"/>
                  <a:pt x="505601" y="95477"/>
                </a:cubicBezTo>
                <a:cubicBezTo>
                  <a:pt x="505482" y="95073"/>
                  <a:pt x="505399" y="94562"/>
                  <a:pt x="505351" y="93945"/>
                </a:cubicBezTo>
                <a:cubicBezTo>
                  <a:pt x="505304" y="93327"/>
                  <a:pt x="505280" y="92590"/>
                  <a:pt x="505280" y="91735"/>
                </a:cubicBezTo>
                <a:cubicBezTo>
                  <a:pt x="505280" y="90927"/>
                  <a:pt x="505316" y="90203"/>
                  <a:pt x="505387" y="89561"/>
                </a:cubicBezTo>
                <a:cubicBezTo>
                  <a:pt x="505458" y="88920"/>
                  <a:pt x="505589" y="88397"/>
                  <a:pt x="505779" y="87993"/>
                </a:cubicBezTo>
                <a:cubicBezTo>
                  <a:pt x="505969" y="87589"/>
                  <a:pt x="506195" y="87292"/>
                  <a:pt x="506456" y="87102"/>
                </a:cubicBezTo>
                <a:cubicBezTo>
                  <a:pt x="506718" y="86912"/>
                  <a:pt x="507015" y="86817"/>
                  <a:pt x="507347" y="86817"/>
                </a:cubicBezTo>
                <a:cubicBezTo>
                  <a:pt x="507822" y="86817"/>
                  <a:pt x="508559" y="87114"/>
                  <a:pt x="509557" y="87708"/>
                </a:cubicBezTo>
                <a:cubicBezTo>
                  <a:pt x="510555" y="88302"/>
                  <a:pt x="511897" y="88943"/>
                  <a:pt x="513584" y="89632"/>
                </a:cubicBezTo>
                <a:cubicBezTo>
                  <a:pt x="515271" y="90321"/>
                  <a:pt x="517362" y="90975"/>
                  <a:pt x="519857" y="91592"/>
                </a:cubicBezTo>
                <a:cubicBezTo>
                  <a:pt x="522351" y="92210"/>
                  <a:pt x="525309" y="92519"/>
                  <a:pt x="528731" y="92519"/>
                </a:cubicBezTo>
                <a:cubicBezTo>
                  <a:pt x="531914" y="92519"/>
                  <a:pt x="534837" y="92139"/>
                  <a:pt x="537498" y="91379"/>
                </a:cubicBezTo>
                <a:cubicBezTo>
                  <a:pt x="540159" y="90618"/>
                  <a:pt x="542452" y="89430"/>
                  <a:pt x="544376" y="87815"/>
                </a:cubicBezTo>
                <a:cubicBezTo>
                  <a:pt x="546301" y="86199"/>
                  <a:pt x="547810" y="84168"/>
                  <a:pt x="548902" y="81720"/>
                </a:cubicBezTo>
                <a:cubicBezTo>
                  <a:pt x="549995" y="79273"/>
                  <a:pt x="550542" y="76291"/>
                  <a:pt x="550542" y="72775"/>
                </a:cubicBezTo>
                <a:cubicBezTo>
                  <a:pt x="550542" y="69829"/>
                  <a:pt x="550079" y="67227"/>
                  <a:pt x="549152" y="64970"/>
                </a:cubicBezTo>
                <a:cubicBezTo>
                  <a:pt x="548225" y="62713"/>
                  <a:pt x="546800" y="60836"/>
                  <a:pt x="544875" y="59339"/>
                </a:cubicBezTo>
                <a:cubicBezTo>
                  <a:pt x="542951" y="57842"/>
                  <a:pt x="540515" y="56726"/>
                  <a:pt x="537569" y="55989"/>
                </a:cubicBezTo>
                <a:cubicBezTo>
                  <a:pt x="534623" y="55252"/>
                  <a:pt x="531107" y="54884"/>
                  <a:pt x="527020" y="54884"/>
                </a:cubicBezTo>
                <a:cubicBezTo>
                  <a:pt x="524121" y="54884"/>
                  <a:pt x="521627" y="55027"/>
                  <a:pt x="519536" y="55312"/>
                </a:cubicBezTo>
                <a:cubicBezTo>
                  <a:pt x="517445" y="55597"/>
                  <a:pt x="515497" y="55740"/>
                  <a:pt x="513691" y="55740"/>
                </a:cubicBezTo>
                <a:cubicBezTo>
                  <a:pt x="512361" y="55740"/>
                  <a:pt x="511410" y="55431"/>
                  <a:pt x="510840" y="54813"/>
                </a:cubicBezTo>
                <a:cubicBezTo>
                  <a:pt x="510270" y="54194"/>
                  <a:pt x="509985" y="53003"/>
                  <a:pt x="509985" y="51242"/>
                </a:cubicBezTo>
                <a:lnTo>
                  <a:pt x="509985" y="13621"/>
                </a:lnTo>
                <a:cubicBezTo>
                  <a:pt x="509985" y="12051"/>
                  <a:pt x="510353" y="10886"/>
                  <a:pt x="511089" y="10124"/>
                </a:cubicBezTo>
                <a:cubicBezTo>
                  <a:pt x="511826" y="9362"/>
                  <a:pt x="512883" y="8981"/>
                  <a:pt x="514261" y="8981"/>
                </a:cubicBezTo>
                <a:lnTo>
                  <a:pt x="555104" y="8981"/>
                </a:lnTo>
                <a:cubicBezTo>
                  <a:pt x="555484" y="8981"/>
                  <a:pt x="555852" y="9088"/>
                  <a:pt x="556208" y="9302"/>
                </a:cubicBezTo>
                <a:cubicBezTo>
                  <a:pt x="556565" y="9516"/>
                  <a:pt x="556862" y="9836"/>
                  <a:pt x="557099" y="10264"/>
                </a:cubicBezTo>
                <a:cubicBezTo>
                  <a:pt x="557337" y="10692"/>
                  <a:pt x="557515" y="11238"/>
                  <a:pt x="557634" y="11903"/>
                </a:cubicBezTo>
                <a:cubicBezTo>
                  <a:pt x="557753" y="12569"/>
                  <a:pt x="557812" y="13353"/>
                  <a:pt x="557812" y="14256"/>
                </a:cubicBezTo>
                <a:cubicBezTo>
                  <a:pt x="557812" y="15966"/>
                  <a:pt x="557575" y="17297"/>
                  <a:pt x="557099" y="18247"/>
                </a:cubicBezTo>
                <a:cubicBezTo>
                  <a:pt x="556624" y="19198"/>
                  <a:pt x="555959" y="19673"/>
                  <a:pt x="555104" y="19673"/>
                </a:cubicBezTo>
                <a:lnTo>
                  <a:pt x="520676" y="19673"/>
                </a:lnTo>
                <a:lnTo>
                  <a:pt x="520676" y="45618"/>
                </a:lnTo>
                <a:cubicBezTo>
                  <a:pt x="522339" y="45380"/>
                  <a:pt x="524038" y="45238"/>
                  <a:pt x="525773" y="45190"/>
                </a:cubicBezTo>
                <a:cubicBezTo>
                  <a:pt x="527507" y="45143"/>
                  <a:pt x="529515" y="45119"/>
                  <a:pt x="531796" y="45119"/>
                </a:cubicBezTo>
                <a:cubicBezTo>
                  <a:pt x="537070" y="45119"/>
                  <a:pt x="541680" y="45749"/>
                  <a:pt x="545624" y="47008"/>
                </a:cubicBezTo>
                <a:cubicBezTo>
                  <a:pt x="549568" y="48267"/>
                  <a:pt x="552858" y="50049"/>
                  <a:pt x="555496" y="52354"/>
                </a:cubicBezTo>
                <a:cubicBezTo>
                  <a:pt x="558133" y="54658"/>
                  <a:pt x="560129" y="57450"/>
                  <a:pt x="561483" y="60729"/>
                </a:cubicBezTo>
                <a:cubicBezTo>
                  <a:pt x="562837" y="64008"/>
                  <a:pt x="563514" y="67643"/>
                  <a:pt x="563514" y="71635"/>
                </a:cubicBezTo>
                <a:close/>
                <a:moveTo>
                  <a:pt x="605782" y="62939"/>
                </a:moveTo>
                <a:cubicBezTo>
                  <a:pt x="605782" y="68314"/>
                  <a:pt x="605450" y="73630"/>
                  <a:pt x="604785" y="78887"/>
                </a:cubicBezTo>
                <a:cubicBezTo>
                  <a:pt x="604119" y="84144"/>
                  <a:pt x="603121" y="89341"/>
                  <a:pt x="601791" y="94479"/>
                </a:cubicBezTo>
                <a:cubicBezTo>
                  <a:pt x="600460" y="99617"/>
                  <a:pt x="598833" y="104672"/>
                  <a:pt x="596908" y="109644"/>
                </a:cubicBezTo>
                <a:cubicBezTo>
                  <a:pt x="594984" y="114615"/>
                  <a:pt x="592739" y="119527"/>
                  <a:pt x="590173" y="124378"/>
                </a:cubicBezTo>
                <a:cubicBezTo>
                  <a:pt x="590030" y="124616"/>
                  <a:pt x="589816" y="124830"/>
                  <a:pt x="589531" y="125020"/>
                </a:cubicBezTo>
                <a:cubicBezTo>
                  <a:pt x="589246" y="125211"/>
                  <a:pt x="588878" y="125378"/>
                  <a:pt x="588426" y="125521"/>
                </a:cubicBezTo>
                <a:cubicBezTo>
                  <a:pt x="587975" y="125663"/>
                  <a:pt x="587440" y="125758"/>
                  <a:pt x="586822" y="125806"/>
                </a:cubicBezTo>
                <a:cubicBezTo>
                  <a:pt x="586205" y="125853"/>
                  <a:pt x="585468" y="125877"/>
                  <a:pt x="584613" y="125877"/>
                </a:cubicBezTo>
                <a:cubicBezTo>
                  <a:pt x="583377" y="125877"/>
                  <a:pt x="582415" y="125818"/>
                  <a:pt x="581726" y="125699"/>
                </a:cubicBezTo>
                <a:cubicBezTo>
                  <a:pt x="581037" y="125580"/>
                  <a:pt x="580538" y="125389"/>
                  <a:pt x="580229" y="125127"/>
                </a:cubicBezTo>
                <a:cubicBezTo>
                  <a:pt x="579920" y="124865"/>
                  <a:pt x="579778" y="124533"/>
                  <a:pt x="579802" y="124129"/>
                </a:cubicBezTo>
                <a:cubicBezTo>
                  <a:pt x="579825" y="123725"/>
                  <a:pt x="579956" y="123237"/>
                  <a:pt x="580194" y="122665"/>
                </a:cubicBezTo>
                <a:cubicBezTo>
                  <a:pt x="584565" y="113056"/>
                  <a:pt x="587868" y="103221"/>
                  <a:pt x="590101" y="93161"/>
                </a:cubicBezTo>
                <a:cubicBezTo>
                  <a:pt x="592335" y="83098"/>
                  <a:pt x="593451" y="72953"/>
                  <a:pt x="593451" y="62725"/>
                </a:cubicBezTo>
                <a:cubicBezTo>
                  <a:pt x="593451" y="52544"/>
                  <a:pt x="592335" y="42423"/>
                  <a:pt x="590101" y="32363"/>
                </a:cubicBezTo>
                <a:cubicBezTo>
                  <a:pt x="587868" y="22300"/>
                  <a:pt x="584518" y="12488"/>
                  <a:pt x="580051" y="2925"/>
                </a:cubicBezTo>
                <a:cubicBezTo>
                  <a:pt x="579861" y="2497"/>
                  <a:pt x="579790" y="2093"/>
                  <a:pt x="579837" y="1713"/>
                </a:cubicBezTo>
                <a:cubicBezTo>
                  <a:pt x="579885" y="1333"/>
                  <a:pt x="580099" y="1024"/>
                  <a:pt x="580479" y="786"/>
                </a:cubicBezTo>
                <a:cubicBezTo>
                  <a:pt x="580859" y="547"/>
                  <a:pt x="581382" y="356"/>
                  <a:pt x="582047" y="214"/>
                </a:cubicBezTo>
                <a:cubicBezTo>
                  <a:pt x="582712" y="71"/>
                  <a:pt x="583591" y="0"/>
                  <a:pt x="584684" y="0"/>
                </a:cubicBezTo>
                <a:cubicBezTo>
                  <a:pt x="585682" y="0"/>
                  <a:pt x="586514" y="36"/>
                  <a:pt x="587179" y="107"/>
                </a:cubicBezTo>
                <a:cubicBezTo>
                  <a:pt x="587844" y="178"/>
                  <a:pt x="588379" y="285"/>
                  <a:pt x="588783" y="428"/>
                </a:cubicBezTo>
                <a:cubicBezTo>
                  <a:pt x="589186" y="570"/>
                  <a:pt x="589483" y="714"/>
                  <a:pt x="589674" y="858"/>
                </a:cubicBezTo>
                <a:cubicBezTo>
                  <a:pt x="589864" y="1000"/>
                  <a:pt x="590006" y="1166"/>
                  <a:pt x="590101" y="1357"/>
                </a:cubicBezTo>
                <a:cubicBezTo>
                  <a:pt x="594996" y="11108"/>
                  <a:pt x="598833" y="21134"/>
                  <a:pt x="601613" y="31434"/>
                </a:cubicBezTo>
                <a:cubicBezTo>
                  <a:pt x="604392" y="41733"/>
                  <a:pt x="605782" y="52235"/>
                  <a:pt x="605782" y="629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819D0-8596-4386-AC78-E871FCAC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9564" y="1927256"/>
            <a:ext cx="1265140" cy="407513"/>
          </a:xfrm>
          <a:custGeom xmlns:a="http://schemas.openxmlformats.org/drawingml/2006/main">
            <a:pathLst>
              <a:path w="1265140" h="407513">
                <a:moveTo>
                  <a:pt x="0" y="407513"/>
                </a:moveTo>
                <a:lnTo>
                  <a:pt x="0" y="0"/>
                </a:lnTo>
                <a:lnTo>
                  <a:pt x="1265140" y="0"/>
                </a:lnTo>
                <a:lnTo>
                  <a:pt x="1265140" y="407513"/>
                </a:lnTo>
                <a:lnTo>
                  <a:pt x="0" y="407513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7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100thBrick:">
            <a:extLst xmlns:a="http://schemas.openxmlformats.org/drawingml/2006/main">
              <a:ext uri="{FF2B5EF4-FFF2-40B4-BE49-F238E27FC236}">
                <a16:creationId xmlns:a16="http://schemas.microsoft.com/office/drawing/2014/main" id="{4F21AF82-3A1F-461F-A83A-CFCF69E1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206" y="1989134"/>
            <a:ext cx="690245" cy="100927"/>
          </a:xfrm>
          <a:custGeom xmlns:a="http://schemas.openxmlformats.org/drawingml/2006/main">
            <a:pathLst>
              <a:path w="690245" h="100927">
                <a:moveTo>
                  <a:pt x="53747" y="94646"/>
                </a:moveTo>
                <a:cubicBezTo>
                  <a:pt x="53747" y="95550"/>
                  <a:pt x="53676" y="96312"/>
                  <a:pt x="53533" y="96930"/>
                </a:cubicBezTo>
                <a:cubicBezTo>
                  <a:pt x="53390" y="97549"/>
                  <a:pt x="53200" y="98048"/>
                  <a:pt x="52962" y="98429"/>
                </a:cubicBezTo>
                <a:cubicBezTo>
                  <a:pt x="52724" y="98810"/>
                  <a:pt x="52450" y="99083"/>
                  <a:pt x="52141" y="99250"/>
                </a:cubicBezTo>
                <a:cubicBezTo>
                  <a:pt x="51832" y="99416"/>
                  <a:pt x="51511" y="99500"/>
                  <a:pt x="51177" y="99500"/>
                </a:cubicBezTo>
                <a:lnTo>
                  <a:pt x="2926" y="99500"/>
                </a:lnTo>
                <a:cubicBezTo>
                  <a:pt x="2593" y="99500"/>
                  <a:pt x="2284" y="99416"/>
                  <a:pt x="1999" y="99250"/>
                </a:cubicBezTo>
                <a:cubicBezTo>
                  <a:pt x="1713" y="99083"/>
                  <a:pt x="1439" y="98810"/>
                  <a:pt x="1178" y="98429"/>
                </a:cubicBezTo>
                <a:cubicBezTo>
                  <a:pt x="916" y="98048"/>
                  <a:pt x="714" y="97549"/>
                  <a:pt x="571" y="96930"/>
                </a:cubicBezTo>
                <a:cubicBezTo>
                  <a:pt x="428" y="96312"/>
                  <a:pt x="357" y="95550"/>
                  <a:pt x="357" y="94646"/>
                </a:cubicBezTo>
                <a:cubicBezTo>
                  <a:pt x="357" y="93790"/>
                  <a:pt x="428" y="93052"/>
                  <a:pt x="571" y="92433"/>
                </a:cubicBezTo>
                <a:cubicBezTo>
                  <a:pt x="714" y="91815"/>
                  <a:pt x="892" y="91303"/>
                  <a:pt x="1106" y="90899"/>
                </a:cubicBezTo>
                <a:cubicBezTo>
                  <a:pt x="1320" y="90494"/>
                  <a:pt x="1582" y="90185"/>
                  <a:pt x="1891" y="89971"/>
                </a:cubicBezTo>
                <a:cubicBezTo>
                  <a:pt x="2201" y="89757"/>
                  <a:pt x="2546" y="89650"/>
                  <a:pt x="2926" y="89650"/>
                </a:cubicBezTo>
                <a:lnTo>
                  <a:pt x="22198" y="89650"/>
                </a:lnTo>
                <a:lnTo>
                  <a:pt x="22198" y="19343"/>
                </a:lnTo>
                <a:lnTo>
                  <a:pt x="4354" y="30050"/>
                </a:lnTo>
                <a:cubicBezTo>
                  <a:pt x="3450" y="30526"/>
                  <a:pt x="2724" y="30811"/>
                  <a:pt x="2177" y="30906"/>
                </a:cubicBezTo>
                <a:cubicBezTo>
                  <a:pt x="1630" y="31001"/>
                  <a:pt x="1190" y="30894"/>
                  <a:pt x="857" y="30585"/>
                </a:cubicBezTo>
                <a:cubicBezTo>
                  <a:pt x="523" y="30276"/>
                  <a:pt x="297" y="29764"/>
                  <a:pt x="178" y="29048"/>
                </a:cubicBezTo>
                <a:cubicBezTo>
                  <a:pt x="59" y="28332"/>
                  <a:pt x="0" y="27424"/>
                  <a:pt x="0" y="26327"/>
                </a:cubicBezTo>
                <a:cubicBezTo>
                  <a:pt x="0" y="25515"/>
                  <a:pt x="36" y="24823"/>
                  <a:pt x="107" y="24250"/>
                </a:cubicBezTo>
                <a:cubicBezTo>
                  <a:pt x="178" y="23678"/>
                  <a:pt x="286" y="23201"/>
                  <a:pt x="428" y="22818"/>
                </a:cubicBezTo>
                <a:cubicBezTo>
                  <a:pt x="571" y="22436"/>
                  <a:pt x="773" y="22102"/>
                  <a:pt x="1035" y="21817"/>
                </a:cubicBezTo>
                <a:cubicBezTo>
                  <a:pt x="1297" y="21530"/>
                  <a:pt x="1642" y="21244"/>
                  <a:pt x="2070" y="20958"/>
                </a:cubicBezTo>
                <a:lnTo>
                  <a:pt x="23340" y="7283"/>
                </a:lnTo>
                <a:cubicBezTo>
                  <a:pt x="23531" y="7140"/>
                  <a:pt x="23769" y="7021"/>
                  <a:pt x="24054" y="6926"/>
                </a:cubicBezTo>
                <a:cubicBezTo>
                  <a:pt x="24340" y="6829"/>
                  <a:pt x="24696" y="6733"/>
                  <a:pt x="25125" y="6638"/>
                </a:cubicBezTo>
                <a:cubicBezTo>
                  <a:pt x="25553" y="6543"/>
                  <a:pt x="26053" y="6483"/>
                  <a:pt x="26624" y="6460"/>
                </a:cubicBezTo>
                <a:cubicBezTo>
                  <a:pt x="27195" y="6436"/>
                  <a:pt x="27908" y="6424"/>
                  <a:pt x="28765" y="6424"/>
                </a:cubicBezTo>
                <a:cubicBezTo>
                  <a:pt x="29907" y="6424"/>
                  <a:pt x="30859" y="6472"/>
                  <a:pt x="31620" y="6567"/>
                </a:cubicBezTo>
                <a:cubicBezTo>
                  <a:pt x="32381" y="6662"/>
                  <a:pt x="32976" y="6793"/>
                  <a:pt x="33405" y="6959"/>
                </a:cubicBezTo>
                <a:cubicBezTo>
                  <a:pt x="33833" y="7126"/>
                  <a:pt x="34118" y="7341"/>
                  <a:pt x="34261" y="7604"/>
                </a:cubicBezTo>
                <a:cubicBezTo>
                  <a:pt x="34404" y="7866"/>
                  <a:pt x="34475" y="8139"/>
                  <a:pt x="34475" y="8425"/>
                </a:cubicBezTo>
                <a:lnTo>
                  <a:pt x="34475" y="89650"/>
                </a:lnTo>
                <a:lnTo>
                  <a:pt x="51177" y="89650"/>
                </a:lnTo>
                <a:cubicBezTo>
                  <a:pt x="51558" y="89650"/>
                  <a:pt x="51915" y="89757"/>
                  <a:pt x="52248" y="89971"/>
                </a:cubicBezTo>
                <a:cubicBezTo>
                  <a:pt x="52581" y="90185"/>
                  <a:pt x="52855" y="90494"/>
                  <a:pt x="53069" y="90899"/>
                </a:cubicBezTo>
                <a:cubicBezTo>
                  <a:pt x="53283" y="91303"/>
                  <a:pt x="53450" y="91815"/>
                  <a:pt x="53569" y="92433"/>
                </a:cubicBezTo>
                <a:cubicBezTo>
                  <a:pt x="53688" y="93052"/>
                  <a:pt x="53747" y="93790"/>
                  <a:pt x="53747" y="94646"/>
                </a:cubicBezTo>
                <a:close/>
                <a:moveTo>
                  <a:pt x="129546" y="53105"/>
                </a:moveTo>
                <a:cubicBezTo>
                  <a:pt x="129546" y="60205"/>
                  <a:pt x="128987" y="66686"/>
                  <a:pt x="127869" y="72548"/>
                </a:cubicBezTo>
                <a:cubicBezTo>
                  <a:pt x="126751" y="78410"/>
                  <a:pt x="124895" y="83450"/>
                  <a:pt x="122302" y="87667"/>
                </a:cubicBezTo>
                <a:cubicBezTo>
                  <a:pt x="119708" y="91884"/>
                  <a:pt x="116318" y="95149"/>
                  <a:pt x="112130" y="97461"/>
                </a:cubicBezTo>
                <a:cubicBezTo>
                  <a:pt x="107943" y="99772"/>
                  <a:pt x="102780" y="100927"/>
                  <a:pt x="96641" y="100927"/>
                </a:cubicBezTo>
                <a:cubicBezTo>
                  <a:pt x="90836" y="100927"/>
                  <a:pt x="85947" y="99891"/>
                  <a:pt x="81973" y="97818"/>
                </a:cubicBezTo>
                <a:cubicBezTo>
                  <a:pt x="78000" y="95745"/>
                  <a:pt x="74800" y="92695"/>
                  <a:pt x="72373" y="88668"/>
                </a:cubicBezTo>
                <a:cubicBezTo>
                  <a:pt x="69946" y="84641"/>
                  <a:pt x="68221" y="79685"/>
                  <a:pt x="67198" y="73800"/>
                </a:cubicBezTo>
                <a:cubicBezTo>
                  <a:pt x="66175" y="67914"/>
                  <a:pt x="65664" y="61158"/>
                  <a:pt x="65664" y="53533"/>
                </a:cubicBezTo>
                <a:cubicBezTo>
                  <a:pt x="65664" y="46480"/>
                  <a:pt x="66235" y="40011"/>
                  <a:pt x="67377" y="34125"/>
                </a:cubicBezTo>
                <a:cubicBezTo>
                  <a:pt x="68519" y="28239"/>
                  <a:pt x="70375" y="23188"/>
                  <a:pt x="72944" y="18971"/>
                </a:cubicBezTo>
                <a:cubicBezTo>
                  <a:pt x="75514" y="14754"/>
                  <a:pt x="78892" y="11489"/>
                  <a:pt x="83080" y="9179"/>
                </a:cubicBezTo>
                <a:cubicBezTo>
                  <a:pt x="87267" y="6866"/>
                  <a:pt x="92406" y="5710"/>
                  <a:pt x="98497" y="5710"/>
                </a:cubicBezTo>
                <a:cubicBezTo>
                  <a:pt x="104350" y="5710"/>
                  <a:pt x="109263" y="6747"/>
                  <a:pt x="113237" y="8820"/>
                </a:cubicBezTo>
                <a:cubicBezTo>
                  <a:pt x="117210" y="10892"/>
                  <a:pt x="120410" y="13942"/>
                  <a:pt x="122837" y="17969"/>
                </a:cubicBezTo>
                <a:cubicBezTo>
                  <a:pt x="125264" y="21996"/>
                  <a:pt x="126989" y="26952"/>
                  <a:pt x="128012" y="32838"/>
                </a:cubicBezTo>
                <a:cubicBezTo>
                  <a:pt x="129035" y="38724"/>
                  <a:pt x="129546" y="45479"/>
                  <a:pt x="129546" y="53105"/>
                </a:cubicBezTo>
                <a:moveTo>
                  <a:pt x="116984" y="53963"/>
                </a:moveTo>
                <a:cubicBezTo>
                  <a:pt x="116984" y="49339"/>
                  <a:pt x="116817" y="45191"/>
                  <a:pt x="116484" y="41519"/>
                </a:cubicBezTo>
                <a:cubicBezTo>
                  <a:pt x="116151" y="37848"/>
                  <a:pt x="115663" y="34606"/>
                  <a:pt x="115021" y="31794"/>
                </a:cubicBezTo>
                <a:cubicBezTo>
                  <a:pt x="114379" y="28981"/>
                  <a:pt x="113546" y="26561"/>
                  <a:pt x="112523" y="24536"/>
                </a:cubicBezTo>
                <a:cubicBezTo>
                  <a:pt x="111500" y="22509"/>
                  <a:pt x="110275" y="20841"/>
                  <a:pt x="108847" y="19531"/>
                </a:cubicBezTo>
                <a:cubicBezTo>
                  <a:pt x="107419" y="18219"/>
                  <a:pt x="105790" y="17265"/>
                  <a:pt x="103958" y="16669"/>
                </a:cubicBezTo>
                <a:cubicBezTo>
                  <a:pt x="102126" y="16073"/>
                  <a:pt x="100068" y="15774"/>
                  <a:pt x="97784" y="15774"/>
                </a:cubicBezTo>
                <a:cubicBezTo>
                  <a:pt x="93739" y="15774"/>
                  <a:pt x="90455" y="16728"/>
                  <a:pt x="87933" y="18636"/>
                </a:cubicBezTo>
                <a:cubicBezTo>
                  <a:pt x="85411" y="20542"/>
                  <a:pt x="83425" y="23164"/>
                  <a:pt x="81973" y="26501"/>
                </a:cubicBezTo>
                <a:cubicBezTo>
                  <a:pt x="80522" y="29838"/>
                  <a:pt x="79535" y="33747"/>
                  <a:pt x="79011" y="38229"/>
                </a:cubicBezTo>
                <a:cubicBezTo>
                  <a:pt x="78488" y="42711"/>
                  <a:pt x="78226" y="47526"/>
                  <a:pt x="78226" y="52674"/>
                </a:cubicBezTo>
                <a:cubicBezTo>
                  <a:pt x="78226" y="59587"/>
                  <a:pt x="78583" y="65464"/>
                  <a:pt x="79297" y="70304"/>
                </a:cubicBezTo>
                <a:cubicBezTo>
                  <a:pt x="80011" y="75143"/>
                  <a:pt x="81141" y="79088"/>
                  <a:pt x="82687" y="82139"/>
                </a:cubicBezTo>
                <a:cubicBezTo>
                  <a:pt x="84234" y="85189"/>
                  <a:pt x="86209" y="87406"/>
                  <a:pt x="88612" y="88789"/>
                </a:cubicBezTo>
                <a:cubicBezTo>
                  <a:pt x="91015" y="90172"/>
                  <a:pt x="93929" y="90863"/>
                  <a:pt x="97355" y="90863"/>
                </a:cubicBezTo>
                <a:cubicBezTo>
                  <a:pt x="100020" y="90863"/>
                  <a:pt x="102364" y="90434"/>
                  <a:pt x="104386" y="89576"/>
                </a:cubicBezTo>
                <a:cubicBezTo>
                  <a:pt x="106408" y="88718"/>
                  <a:pt x="108145" y="87491"/>
                  <a:pt x="109596" y="85893"/>
                </a:cubicBezTo>
                <a:cubicBezTo>
                  <a:pt x="111048" y="84296"/>
                  <a:pt x="112249" y="82377"/>
                  <a:pt x="113201" y="80136"/>
                </a:cubicBezTo>
                <a:cubicBezTo>
                  <a:pt x="114153" y="77896"/>
                  <a:pt x="114914" y="75417"/>
                  <a:pt x="115485" y="72700"/>
                </a:cubicBezTo>
                <a:cubicBezTo>
                  <a:pt x="116056" y="69982"/>
                  <a:pt x="116449" y="67037"/>
                  <a:pt x="116663" y="63867"/>
                </a:cubicBezTo>
                <a:cubicBezTo>
                  <a:pt x="116877" y="60697"/>
                  <a:pt x="116984" y="57395"/>
                  <a:pt x="116984" y="53963"/>
                </a:cubicBezTo>
                <a:close/>
                <a:moveTo>
                  <a:pt x="202490" y="53105"/>
                </a:moveTo>
                <a:cubicBezTo>
                  <a:pt x="202490" y="60205"/>
                  <a:pt x="201931" y="66686"/>
                  <a:pt x="200813" y="72548"/>
                </a:cubicBezTo>
                <a:cubicBezTo>
                  <a:pt x="199694" y="78410"/>
                  <a:pt x="197839" y="83450"/>
                  <a:pt x="195245" y="87667"/>
                </a:cubicBezTo>
                <a:cubicBezTo>
                  <a:pt x="192652" y="91884"/>
                  <a:pt x="189261" y="95149"/>
                  <a:pt x="185074" y="97461"/>
                </a:cubicBezTo>
                <a:cubicBezTo>
                  <a:pt x="180887" y="99772"/>
                  <a:pt x="175724" y="100927"/>
                  <a:pt x="169585" y="100927"/>
                </a:cubicBezTo>
                <a:cubicBezTo>
                  <a:pt x="163780" y="100927"/>
                  <a:pt x="158890" y="99891"/>
                  <a:pt x="154917" y="97818"/>
                </a:cubicBezTo>
                <a:cubicBezTo>
                  <a:pt x="150944" y="95745"/>
                  <a:pt x="147744" y="92695"/>
                  <a:pt x="145317" y="88668"/>
                </a:cubicBezTo>
                <a:cubicBezTo>
                  <a:pt x="142890" y="84641"/>
                  <a:pt x="141165" y="79685"/>
                  <a:pt x="140142" y="73800"/>
                </a:cubicBezTo>
                <a:cubicBezTo>
                  <a:pt x="139119" y="67914"/>
                  <a:pt x="138607" y="61158"/>
                  <a:pt x="138607" y="53533"/>
                </a:cubicBezTo>
                <a:cubicBezTo>
                  <a:pt x="138607" y="46480"/>
                  <a:pt x="139178" y="40011"/>
                  <a:pt x="140321" y="34125"/>
                </a:cubicBezTo>
                <a:cubicBezTo>
                  <a:pt x="141463" y="28239"/>
                  <a:pt x="143318" y="23188"/>
                  <a:pt x="145888" y="18971"/>
                </a:cubicBezTo>
                <a:cubicBezTo>
                  <a:pt x="148458" y="14754"/>
                  <a:pt x="151836" y="11489"/>
                  <a:pt x="156024" y="9179"/>
                </a:cubicBezTo>
                <a:cubicBezTo>
                  <a:pt x="160211" y="6866"/>
                  <a:pt x="165350" y="5710"/>
                  <a:pt x="171441" y="5710"/>
                </a:cubicBezTo>
                <a:cubicBezTo>
                  <a:pt x="177294" y="5710"/>
                  <a:pt x="182207" y="6747"/>
                  <a:pt x="186180" y="8820"/>
                </a:cubicBezTo>
                <a:cubicBezTo>
                  <a:pt x="190154" y="10892"/>
                  <a:pt x="193354" y="13942"/>
                  <a:pt x="195781" y="17969"/>
                </a:cubicBezTo>
                <a:cubicBezTo>
                  <a:pt x="198207" y="21996"/>
                  <a:pt x="199932" y="26952"/>
                  <a:pt x="200955" y="32838"/>
                </a:cubicBezTo>
                <a:cubicBezTo>
                  <a:pt x="201978" y="38724"/>
                  <a:pt x="202490" y="45479"/>
                  <a:pt x="202490" y="53105"/>
                </a:cubicBezTo>
                <a:moveTo>
                  <a:pt x="189928" y="53963"/>
                </a:moveTo>
                <a:cubicBezTo>
                  <a:pt x="189928" y="49339"/>
                  <a:pt x="189761" y="45191"/>
                  <a:pt x="189428" y="41519"/>
                </a:cubicBezTo>
                <a:cubicBezTo>
                  <a:pt x="189095" y="37848"/>
                  <a:pt x="188607" y="34606"/>
                  <a:pt x="187965" y="31794"/>
                </a:cubicBezTo>
                <a:cubicBezTo>
                  <a:pt x="187322" y="28981"/>
                  <a:pt x="186490" y="26561"/>
                  <a:pt x="185467" y="24536"/>
                </a:cubicBezTo>
                <a:cubicBezTo>
                  <a:pt x="184444" y="22509"/>
                  <a:pt x="183218" y="20841"/>
                  <a:pt x="181791" y="19531"/>
                </a:cubicBezTo>
                <a:cubicBezTo>
                  <a:pt x="180363" y="18219"/>
                  <a:pt x="178733" y="17265"/>
                  <a:pt x="176901" y="16669"/>
                </a:cubicBezTo>
                <a:cubicBezTo>
                  <a:pt x="175069" y="16073"/>
                  <a:pt x="173011" y="15774"/>
                  <a:pt x="170727" y="15774"/>
                </a:cubicBezTo>
                <a:cubicBezTo>
                  <a:pt x="166682" y="15774"/>
                  <a:pt x="163399" y="16728"/>
                  <a:pt x="160877" y="18636"/>
                </a:cubicBezTo>
                <a:cubicBezTo>
                  <a:pt x="158355" y="20542"/>
                  <a:pt x="156368" y="23164"/>
                  <a:pt x="154917" y="26501"/>
                </a:cubicBezTo>
                <a:cubicBezTo>
                  <a:pt x="153466" y="29838"/>
                  <a:pt x="152478" y="33747"/>
                  <a:pt x="151955" y="38229"/>
                </a:cubicBezTo>
                <a:cubicBezTo>
                  <a:pt x="151432" y="42711"/>
                  <a:pt x="151170" y="47526"/>
                  <a:pt x="151170" y="52674"/>
                </a:cubicBezTo>
                <a:cubicBezTo>
                  <a:pt x="151170" y="59587"/>
                  <a:pt x="151527" y="65464"/>
                  <a:pt x="152241" y="70304"/>
                </a:cubicBezTo>
                <a:cubicBezTo>
                  <a:pt x="152954" y="75143"/>
                  <a:pt x="154084" y="79088"/>
                  <a:pt x="155631" y="82139"/>
                </a:cubicBezTo>
                <a:cubicBezTo>
                  <a:pt x="157177" y="85189"/>
                  <a:pt x="159152" y="87406"/>
                  <a:pt x="161555" y="88789"/>
                </a:cubicBezTo>
                <a:cubicBezTo>
                  <a:pt x="163958" y="90172"/>
                  <a:pt x="166873" y="90863"/>
                  <a:pt x="170299" y="90863"/>
                </a:cubicBezTo>
                <a:cubicBezTo>
                  <a:pt x="172964" y="90863"/>
                  <a:pt x="175307" y="90434"/>
                  <a:pt x="177330" y="89576"/>
                </a:cubicBezTo>
                <a:cubicBezTo>
                  <a:pt x="179352" y="88718"/>
                  <a:pt x="181089" y="87491"/>
                  <a:pt x="182540" y="85893"/>
                </a:cubicBezTo>
                <a:cubicBezTo>
                  <a:pt x="183991" y="84296"/>
                  <a:pt x="185193" y="82377"/>
                  <a:pt x="186145" y="80136"/>
                </a:cubicBezTo>
                <a:cubicBezTo>
                  <a:pt x="187096" y="77896"/>
                  <a:pt x="187858" y="75417"/>
                  <a:pt x="188429" y="72700"/>
                </a:cubicBezTo>
                <a:cubicBezTo>
                  <a:pt x="189000" y="69982"/>
                  <a:pt x="189392" y="67037"/>
                  <a:pt x="189606" y="63867"/>
                </a:cubicBezTo>
                <a:cubicBezTo>
                  <a:pt x="189821" y="60697"/>
                  <a:pt x="189928" y="57395"/>
                  <a:pt x="189928" y="53963"/>
                </a:cubicBezTo>
                <a:close/>
                <a:moveTo>
                  <a:pt x="256731" y="93076"/>
                </a:moveTo>
                <a:cubicBezTo>
                  <a:pt x="256731" y="94456"/>
                  <a:pt x="256636" y="95550"/>
                  <a:pt x="256446" y="96359"/>
                </a:cubicBezTo>
                <a:cubicBezTo>
                  <a:pt x="256256" y="97168"/>
                  <a:pt x="255970" y="97763"/>
                  <a:pt x="255589" y="98144"/>
                </a:cubicBezTo>
                <a:cubicBezTo>
                  <a:pt x="255209" y="98524"/>
                  <a:pt x="254638" y="98881"/>
                  <a:pt x="253876" y="99214"/>
                </a:cubicBezTo>
                <a:cubicBezTo>
                  <a:pt x="253115" y="99547"/>
                  <a:pt x="252247" y="99821"/>
                  <a:pt x="251271" y="100035"/>
                </a:cubicBezTo>
                <a:cubicBezTo>
                  <a:pt x="250296" y="100249"/>
                  <a:pt x="249261" y="100428"/>
                  <a:pt x="248166" y="100570"/>
                </a:cubicBezTo>
                <a:cubicBezTo>
                  <a:pt x="247072" y="100713"/>
                  <a:pt x="245977" y="100785"/>
                  <a:pt x="244883" y="100785"/>
                </a:cubicBezTo>
                <a:cubicBezTo>
                  <a:pt x="241552" y="100785"/>
                  <a:pt x="238697" y="100344"/>
                  <a:pt x="236318" y="99462"/>
                </a:cubicBezTo>
                <a:cubicBezTo>
                  <a:pt x="233938" y="98579"/>
                  <a:pt x="231987" y="97242"/>
                  <a:pt x="230465" y="95454"/>
                </a:cubicBezTo>
                <a:cubicBezTo>
                  <a:pt x="228942" y="93665"/>
                  <a:pt x="227836" y="91399"/>
                  <a:pt x="227146" y="88657"/>
                </a:cubicBezTo>
                <a:cubicBezTo>
                  <a:pt x="226456" y="85915"/>
                  <a:pt x="226111" y="82684"/>
                  <a:pt x="226111" y="78963"/>
                </a:cubicBezTo>
                <a:lnTo>
                  <a:pt x="226111" y="41327"/>
                </a:lnTo>
                <a:lnTo>
                  <a:pt x="217117" y="41327"/>
                </a:lnTo>
                <a:cubicBezTo>
                  <a:pt x="216403" y="41327"/>
                  <a:pt x="215832" y="40947"/>
                  <a:pt x="215404" y="40185"/>
                </a:cubicBezTo>
                <a:cubicBezTo>
                  <a:pt x="214976" y="39424"/>
                  <a:pt x="214762" y="38187"/>
                  <a:pt x="214762" y="36474"/>
                </a:cubicBezTo>
                <a:cubicBezTo>
                  <a:pt x="214762" y="35570"/>
                  <a:pt x="214821" y="34808"/>
                  <a:pt x="214940" y="34190"/>
                </a:cubicBezTo>
                <a:cubicBezTo>
                  <a:pt x="215059" y="33571"/>
                  <a:pt x="215214" y="33060"/>
                  <a:pt x="215404" y="32655"/>
                </a:cubicBezTo>
                <a:cubicBezTo>
                  <a:pt x="215594" y="32251"/>
                  <a:pt x="215844" y="31965"/>
                  <a:pt x="216153" y="31799"/>
                </a:cubicBezTo>
                <a:cubicBezTo>
                  <a:pt x="216463" y="31632"/>
                  <a:pt x="216808" y="31549"/>
                  <a:pt x="217188" y="31549"/>
                </a:cubicBezTo>
                <a:lnTo>
                  <a:pt x="226111" y="31549"/>
                </a:lnTo>
                <a:lnTo>
                  <a:pt x="226111" y="16274"/>
                </a:lnTo>
                <a:cubicBezTo>
                  <a:pt x="226111" y="15941"/>
                  <a:pt x="226194" y="15632"/>
                  <a:pt x="226360" y="15346"/>
                </a:cubicBezTo>
                <a:cubicBezTo>
                  <a:pt x="226527" y="15061"/>
                  <a:pt x="226836" y="14811"/>
                  <a:pt x="227288" y="14597"/>
                </a:cubicBezTo>
                <a:cubicBezTo>
                  <a:pt x="227740" y="14382"/>
                  <a:pt x="228347" y="14228"/>
                  <a:pt x="229108" y="14133"/>
                </a:cubicBezTo>
                <a:cubicBezTo>
                  <a:pt x="229870" y="14038"/>
                  <a:pt x="230821" y="13990"/>
                  <a:pt x="231964" y="13990"/>
                </a:cubicBezTo>
                <a:cubicBezTo>
                  <a:pt x="233153" y="13990"/>
                  <a:pt x="234129" y="14038"/>
                  <a:pt x="234890" y="14133"/>
                </a:cubicBezTo>
                <a:cubicBezTo>
                  <a:pt x="235651" y="14228"/>
                  <a:pt x="236246" y="14382"/>
                  <a:pt x="236674" y="14597"/>
                </a:cubicBezTo>
                <a:cubicBezTo>
                  <a:pt x="237103" y="14811"/>
                  <a:pt x="237412" y="15061"/>
                  <a:pt x="237602" y="15346"/>
                </a:cubicBezTo>
                <a:cubicBezTo>
                  <a:pt x="237793" y="15632"/>
                  <a:pt x="237888" y="15941"/>
                  <a:pt x="237888" y="16274"/>
                </a:cubicBezTo>
                <a:lnTo>
                  <a:pt x="237888" y="31549"/>
                </a:lnTo>
                <a:lnTo>
                  <a:pt x="254376" y="31549"/>
                </a:lnTo>
                <a:cubicBezTo>
                  <a:pt x="254757" y="31549"/>
                  <a:pt x="255090" y="31632"/>
                  <a:pt x="255375" y="31799"/>
                </a:cubicBezTo>
                <a:cubicBezTo>
                  <a:pt x="255661" y="31965"/>
                  <a:pt x="255911" y="32251"/>
                  <a:pt x="256125" y="32655"/>
                </a:cubicBezTo>
                <a:cubicBezTo>
                  <a:pt x="256339" y="33060"/>
                  <a:pt x="256493" y="33571"/>
                  <a:pt x="256589" y="34190"/>
                </a:cubicBezTo>
                <a:cubicBezTo>
                  <a:pt x="256684" y="34808"/>
                  <a:pt x="256731" y="35570"/>
                  <a:pt x="256731" y="36474"/>
                </a:cubicBezTo>
                <a:cubicBezTo>
                  <a:pt x="256731" y="38187"/>
                  <a:pt x="256517" y="39424"/>
                  <a:pt x="256089" y="40185"/>
                </a:cubicBezTo>
                <a:cubicBezTo>
                  <a:pt x="255661" y="40947"/>
                  <a:pt x="255090" y="41327"/>
                  <a:pt x="254376" y="41327"/>
                </a:cubicBezTo>
                <a:lnTo>
                  <a:pt x="237888" y="41327"/>
                </a:lnTo>
                <a:lnTo>
                  <a:pt x="237888" y="77264"/>
                </a:lnTo>
                <a:cubicBezTo>
                  <a:pt x="237888" y="81701"/>
                  <a:pt x="238542" y="85053"/>
                  <a:pt x="239851" y="87321"/>
                </a:cubicBezTo>
                <a:cubicBezTo>
                  <a:pt x="241159" y="89587"/>
                  <a:pt x="243503" y="90720"/>
                  <a:pt x="246881" y="90720"/>
                </a:cubicBezTo>
                <a:cubicBezTo>
                  <a:pt x="247976" y="90720"/>
                  <a:pt x="248951" y="90613"/>
                  <a:pt x="249808" y="90399"/>
                </a:cubicBezTo>
                <a:cubicBezTo>
                  <a:pt x="250664" y="90185"/>
                  <a:pt x="251426" y="89959"/>
                  <a:pt x="252092" y="89721"/>
                </a:cubicBezTo>
                <a:cubicBezTo>
                  <a:pt x="252758" y="89483"/>
                  <a:pt x="253329" y="89257"/>
                  <a:pt x="253805" y="89043"/>
                </a:cubicBezTo>
                <a:cubicBezTo>
                  <a:pt x="254281" y="88829"/>
                  <a:pt x="254709" y="88722"/>
                  <a:pt x="255090" y="88722"/>
                </a:cubicBezTo>
                <a:cubicBezTo>
                  <a:pt x="255328" y="88722"/>
                  <a:pt x="255554" y="88781"/>
                  <a:pt x="255768" y="88900"/>
                </a:cubicBezTo>
                <a:cubicBezTo>
                  <a:pt x="255982" y="89019"/>
                  <a:pt x="256148" y="89245"/>
                  <a:pt x="256267" y="89578"/>
                </a:cubicBezTo>
                <a:cubicBezTo>
                  <a:pt x="256386" y="89911"/>
                  <a:pt x="256493" y="90363"/>
                  <a:pt x="256589" y="90934"/>
                </a:cubicBezTo>
                <a:cubicBezTo>
                  <a:pt x="256684" y="91506"/>
                  <a:pt x="256731" y="92219"/>
                  <a:pt x="256731" y="93076"/>
                </a:cubicBezTo>
                <a:close/>
                <a:moveTo>
                  <a:pt x="327614" y="97715"/>
                </a:moveTo>
                <a:cubicBezTo>
                  <a:pt x="327614" y="98096"/>
                  <a:pt x="327519" y="98417"/>
                  <a:pt x="327328" y="98679"/>
                </a:cubicBezTo>
                <a:cubicBezTo>
                  <a:pt x="327138" y="98941"/>
                  <a:pt x="326829" y="99167"/>
                  <a:pt x="326400" y="99357"/>
                </a:cubicBezTo>
                <a:cubicBezTo>
                  <a:pt x="325972" y="99547"/>
                  <a:pt x="325377" y="99690"/>
                  <a:pt x="324616" y="99785"/>
                </a:cubicBezTo>
                <a:cubicBezTo>
                  <a:pt x="323855" y="99880"/>
                  <a:pt x="322903" y="99928"/>
                  <a:pt x="321761" y="99928"/>
                </a:cubicBezTo>
                <a:cubicBezTo>
                  <a:pt x="320571" y="99928"/>
                  <a:pt x="319596" y="99880"/>
                  <a:pt x="318834" y="99785"/>
                </a:cubicBezTo>
                <a:cubicBezTo>
                  <a:pt x="318073" y="99690"/>
                  <a:pt x="317478" y="99547"/>
                  <a:pt x="317050" y="99357"/>
                </a:cubicBezTo>
                <a:cubicBezTo>
                  <a:pt x="316622" y="99167"/>
                  <a:pt x="316312" y="98941"/>
                  <a:pt x="316122" y="98679"/>
                </a:cubicBezTo>
                <a:cubicBezTo>
                  <a:pt x="315932" y="98417"/>
                  <a:pt x="315837" y="98096"/>
                  <a:pt x="315837" y="97715"/>
                </a:cubicBezTo>
                <a:lnTo>
                  <a:pt x="315837" y="60100"/>
                </a:lnTo>
                <a:cubicBezTo>
                  <a:pt x="315837" y="56436"/>
                  <a:pt x="315551" y="53485"/>
                  <a:pt x="314980" y="51249"/>
                </a:cubicBezTo>
                <a:cubicBezTo>
                  <a:pt x="314409" y="49012"/>
                  <a:pt x="313576" y="47085"/>
                  <a:pt x="312482" y="45467"/>
                </a:cubicBezTo>
                <a:cubicBezTo>
                  <a:pt x="311387" y="43849"/>
                  <a:pt x="309972" y="42612"/>
                  <a:pt x="308235" y="41756"/>
                </a:cubicBezTo>
                <a:cubicBezTo>
                  <a:pt x="306498" y="40899"/>
                  <a:pt x="304488" y="40471"/>
                  <a:pt x="302203" y="40471"/>
                </a:cubicBezTo>
                <a:cubicBezTo>
                  <a:pt x="299253" y="40471"/>
                  <a:pt x="296303" y="41518"/>
                  <a:pt x="293353" y="43611"/>
                </a:cubicBezTo>
                <a:cubicBezTo>
                  <a:pt x="290402" y="45705"/>
                  <a:pt x="287309" y="48774"/>
                  <a:pt x="284074" y="52819"/>
                </a:cubicBezTo>
                <a:lnTo>
                  <a:pt x="284074" y="97715"/>
                </a:lnTo>
                <a:cubicBezTo>
                  <a:pt x="284074" y="98096"/>
                  <a:pt x="283979" y="98417"/>
                  <a:pt x="283788" y="98679"/>
                </a:cubicBezTo>
                <a:cubicBezTo>
                  <a:pt x="283598" y="98941"/>
                  <a:pt x="283289" y="99167"/>
                  <a:pt x="282860" y="99357"/>
                </a:cubicBezTo>
                <a:cubicBezTo>
                  <a:pt x="282432" y="99547"/>
                  <a:pt x="281837" y="99690"/>
                  <a:pt x="281076" y="99785"/>
                </a:cubicBezTo>
                <a:cubicBezTo>
                  <a:pt x="280314" y="99880"/>
                  <a:pt x="279339" y="99928"/>
                  <a:pt x="278149" y="99928"/>
                </a:cubicBezTo>
                <a:cubicBezTo>
                  <a:pt x="277007" y="99928"/>
                  <a:pt x="276056" y="99880"/>
                  <a:pt x="275294" y="99785"/>
                </a:cubicBezTo>
                <a:cubicBezTo>
                  <a:pt x="274533" y="99690"/>
                  <a:pt x="273926" y="99547"/>
                  <a:pt x="273474" y="99357"/>
                </a:cubicBezTo>
                <a:cubicBezTo>
                  <a:pt x="273022" y="99167"/>
                  <a:pt x="272713" y="98941"/>
                  <a:pt x="272546" y="98679"/>
                </a:cubicBezTo>
                <a:cubicBezTo>
                  <a:pt x="272380" y="98416"/>
                  <a:pt x="272296" y="98094"/>
                  <a:pt x="272296" y="97713"/>
                </a:cubicBezTo>
                <a:lnTo>
                  <a:pt x="272296" y="2286"/>
                </a:lnTo>
                <a:cubicBezTo>
                  <a:pt x="272296" y="1906"/>
                  <a:pt x="272380" y="1573"/>
                  <a:pt x="272546" y="1287"/>
                </a:cubicBezTo>
                <a:cubicBezTo>
                  <a:pt x="272713" y="1000"/>
                  <a:pt x="273022" y="761"/>
                  <a:pt x="273474" y="571"/>
                </a:cubicBezTo>
                <a:cubicBezTo>
                  <a:pt x="273926" y="381"/>
                  <a:pt x="274533" y="238"/>
                  <a:pt x="275294" y="143"/>
                </a:cubicBezTo>
                <a:cubicBezTo>
                  <a:pt x="276056" y="48"/>
                  <a:pt x="277007" y="0"/>
                  <a:pt x="278149" y="0"/>
                </a:cubicBezTo>
                <a:cubicBezTo>
                  <a:pt x="279339" y="0"/>
                  <a:pt x="280314" y="48"/>
                  <a:pt x="281076" y="143"/>
                </a:cubicBezTo>
                <a:cubicBezTo>
                  <a:pt x="281837" y="238"/>
                  <a:pt x="282432" y="381"/>
                  <a:pt x="282860" y="573"/>
                </a:cubicBezTo>
                <a:cubicBezTo>
                  <a:pt x="283289" y="764"/>
                  <a:pt x="283598" y="1002"/>
                  <a:pt x="283788" y="1287"/>
                </a:cubicBezTo>
                <a:cubicBezTo>
                  <a:pt x="283979" y="1573"/>
                  <a:pt x="284074" y="1906"/>
                  <a:pt x="284074" y="2289"/>
                </a:cubicBezTo>
                <a:lnTo>
                  <a:pt x="284074" y="40828"/>
                </a:lnTo>
                <a:cubicBezTo>
                  <a:pt x="287452" y="37259"/>
                  <a:pt x="290855" y="34606"/>
                  <a:pt x="294281" y="32869"/>
                </a:cubicBezTo>
                <a:cubicBezTo>
                  <a:pt x="297707" y="31132"/>
                  <a:pt x="301157" y="30264"/>
                  <a:pt x="304630" y="30264"/>
                </a:cubicBezTo>
                <a:cubicBezTo>
                  <a:pt x="308913" y="30264"/>
                  <a:pt x="312517" y="30990"/>
                  <a:pt x="315444" y="32441"/>
                </a:cubicBezTo>
                <a:cubicBezTo>
                  <a:pt x="318370" y="33892"/>
                  <a:pt x="320738" y="35831"/>
                  <a:pt x="322546" y="38258"/>
                </a:cubicBezTo>
                <a:cubicBezTo>
                  <a:pt x="324354" y="40685"/>
                  <a:pt x="325651" y="43528"/>
                  <a:pt x="326436" y="46788"/>
                </a:cubicBezTo>
                <a:cubicBezTo>
                  <a:pt x="327221" y="50047"/>
                  <a:pt x="327614" y="53985"/>
                  <a:pt x="327614" y="58601"/>
                </a:cubicBezTo>
                <a:lnTo>
                  <a:pt x="327614" y="97715"/>
                </a:lnTo>
                <a:close/>
                <a:moveTo>
                  <a:pt x="443588" y="73019"/>
                </a:moveTo>
                <a:cubicBezTo>
                  <a:pt x="443588" y="75922"/>
                  <a:pt x="443219" y="78598"/>
                  <a:pt x="442481" y="81049"/>
                </a:cubicBezTo>
                <a:cubicBezTo>
                  <a:pt x="441744" y="83499"/>
                  <a:pt x="440709" y="85700"/>
                  <a:pt x="439376" y="87651"/>
                </a:cubicBezTo>
                <a:cubicBezTo>
                  <a:pt x="438044" y="89602"/>
                  <a:pt x="436438" y="91315"/>
                  <a:pt x="434558" y="92790"/>
                </a:cubicBezTo>
                <a:cubicBezTo>
                  <a:pt x="432679" y="94265"/>
                  <a:pt x="430561" y="95503"/>
                  <a:pt x="428206" y="96502"/>
                </a:cubicBezTo>
                <a:cubicBezTo>
                  <a:pt x="425850" y="97501"/>
                  <a:pt x="423328" y="98251"/>
                  <a:pt x="420640" y="98750"/>
                </a:cubicBezTo>
                <a:cubicBezTo>
                  <a:pt x="417951" y="99250"/>
                  <a:pt x="414870" y="99500"/>
                  <a:pt x="411396" y="99500"/>
                </a:cubicBezTo>
                <a:lnTo>
                  <a:pt x="387271" y="99500"/>
                </a:lnTo>
                <a:cubicBezTo>
                  <a:pt x="386176" y="99500"/>
                  <a:pt x="385142" y="99131"/>
                  <a:pt x="384166" y="98393"/>
                </a:cubicBezTo>
                <a:cubicBezTo>
                  <a:pt x="383191" y="97656"/>
                  <a:pt x="382703" y="96359"/>
                  <a:pt x="382703" y="94503"/>
                </a:cubicBezTo>
                <a:lnTo>
                  <a:pt x="382703" y="12134"/>
                </a:lnTo>
                <a:cubicBezTo>
                  <a:pt x="382703" y="10278"/>
                  <a:pt x="383191" y="8982"/>
                  <a:pt x="384166" y="8244"/>
                </a:cubicBezTo>
                <a:cubicBezTo>
                  <a:pt x="385142" y="7506"/>
                  <a:pt x="386176" y="7138"/>
                  <a:pt x="387271" y="7138"/>
                </a:cubicBezTo>
                <a:lnTo>
                  <a:pt x="408256" y="7138"/>
                </a:lnTo>
                <a:cubicBezTo>
                  <a:pt x="413776" y="7138"/>
                  <a:pt x="418296" y="7661"/>
                  <a:pt x="421817" y="8708"/>
                </a:cubicBezTo>
                <a:cubicBezTo>
                  <a:pt x="425339" y="9755"/>
                  <a:pt x="428277" y="11278"/>
                  <a:pt x="430633" y="13276"/>
                </a:cubicBezTo>
                <a:cubicBezTo>
                  <a:pt x="432988" y="15275"/>
                  <a:pt x="434761" y="17725"/>
                  <a:pt x="435950" y="20628"/>
                </a:cubicBezTo>
                <a:cubicBezTo>
                  <a:pt x="437140" y="23531"/>
                  <a:pt x="437735" y="26814"/>
                  <a:pt x="437735" y="30478"/>
                </a:cubicBezTo>
                <a:cubicBezTo>
                  <a:pt x="437735" y="32667"/>
                  <a:pt x="437473" y="34761"/>
                  <a:pt x="436949" y="36759"/>
                </a:cubicBezTo>
                <a:cubicBezTo>
                  <a:pt x="436426" y="38758"/>
                  <a:pt x="435653" y="40602"/>
                  <a:pt x="434630" y="42291"/>
                </a:cubicBezTo>
                <a:cubicBezTo>
                  <a:pt x="433607" y="43980"/>
                  <a:pt x="432322" y="45491"/>
                  <a:pt x="430775" y="46823"/>
                </a:cubicBezTo>
                <a:cubicBezTo>
                  <a:pt x="429229" y="48156"/>
                  <a:pt x="427456" y="49250"/>
                  <a:pt x="425458" y="50107"/>
                </a:cubicBezTo>
                <a:cubicBezTo>
                  <a:pt x="427980" y="50583"/>
                  <a:pt x="430335" y="51451"/>
                  <a:pt x="432524" y="52712"/>
                </a:cubicBezTo>
                <a:cubicBezTo>
                  <a:pt x="434713" y="53973"/>
                  <a:pt x="436628" y="55579"/>
                  <a:pt x="438270" y="57530"/>
                </a:cubicBezTo>
                <a:cubicBezTo>
                  <a:pt x="439912" y="59481"/>
                  <a:pt x="441208" y="61765"/>
                  <a:pt x="442160" y="64382"/>
                </a:cubicBezTo>
                <a:cubicBezTo>
                  <a:pt x="443112" y="66999"/>
                  <a:pt x="443588" y="69878"/>
                  <a:pt x="443588" y="73019"/>
                </a:cubicBezTo>
                <a:moveTo>
                  <a:pt x="425101" y="31691"/>
                </a:moveTo>
                <a:cubicBezTo>
                  <a:pt x="425101" y="29455"/>
                  <a:pt x="424792" y="27433"/>
                  <a:pt x="424173" y="25624"/>
                </a:cubicBezTo>
                <a:cubicBezTo>
                  <a:pt x="423554" y="23816"/>
                  <a:pt x="422579" y="22282"/>
                  <a:pt x="421246" y="21021"/>
                </a:cubicBezTo>
                <a:cubicBezTo>
                  <a:pt x="419914" y="19760"/>
                  <a:pt x="418177" y="18796"/>
                  <a:pt x="416036" y="18130"/>
                </a:cubicBezTo>
                <a:cubicBezTo>
                  <a:pt x="413895" y="17464"/>
                  <a:pt x="411063" y="17131"/>
                  <a:pt x="407542" y="17131"/>
                </a:cubicBezTo>
                <a:lnTo>
                  <a:pt x="394837" y="17131"/>
                </a:lnTo>
                <a:lnTo>
                  <a:pt x="394837" y="47038"/>
                </a:lnTo>
                <a:lnTo>
                  <a:pt x="408827" y="47038"/>
                </a:lnTo>
                <a:cubicBezTo>
                  <a:pt x="412015" y="47038"/>
                  <a:pt x="414585" y="46621"/>
                  <a:pt x="416536" y="45788"/>
                </a:cubicBezTo>
                <a:cubicBezTo>
                  <a:pt x="418487" y="44956"/>
                  <a:pt x="420104" y="43837"/>
                  <a:pt x="421389" y="42434"/>
                </a:cubicBezTo>
                <a:cubicBezTo>
                  <a:pt x="422674" y="41030"/>
                  <a:pt x="423614" y="39388"/>
                  <a:pt x="424209" y="37509"/>
                </a:cubicBezTo>
                <a:cubicBezTo>
                  <a:pt x="424803" y="35629"/>
                  <a:pt x="425101" y="33690"/>
                  <a:pt x="425101" y="31691"/>
                </a:cubicBezTo>
                <a:moveTo>
                  <a:pt x="430668" y="73733"/>
                </a:moveTo>
                <a:cubicBezTo>
                  <a:pt x="430668" y="70973"/>
                  <a:pt x="430228" y="68546"/>
                  <a:pt x="429348" y="66452"/>
                </a:cubicBezTo>
                <a:cubicBezTo>
                  <a:pt x="428467" y="64358"/>
                  <a:pt x="427183" y="62598"/>
                  <a:pt x="425493" y="61170"/>
                </a:cubicBezTo>
                <a:cubicBezTo>
                  <a:pt x="423804" y="59743"/>
                  <a:pt x="421687" y="58660"/>
                  <a:pt x="419141" y="57923"/>
                </a:cubicBezTo>
                <a:cubicBezTo>
                  <a:pt x="416595" y="57185"/>
                  <a:pt x="413395" y="56816"/>
                  <a:pt x="409541" y="56816"/>
                </a:cubicBezTo>
                <a:lnTo>
                  <a:pt x="394837" y="56816"/>
                </a:lnTo>
                <a:lnTo>
                  <a:pt x="394837" y="89364"/>
                </a:lnTo>
                <a:lnTo>
                  <a:pt x="412681" y="89364"/>
                </a:lnTo>
                <a:cubicBezTo>
                  <a:pt x="415489" y="89364"/>
                  <a:pt x="417939" y="89031"/>
                  <a:pt x="420033" y="88365"/>
                </a:cubicBezTo>
                <a:cubicBezTo>
                  <a:pt x="422127" y="87699"/>
                  <a:pt x="423971" y="86711"/>
                  <a:pt x="425565" y="85403"/>
                </a:cubicBezTo>
                <a:cubicBezTo>
                  <a:pt x="427159" y="84094"/>
                  <a:pt x="428408" y="82464"/>
                  <a:pt x="429312" y="80513"/>
                </a:cubicBezTo>
                <a:cubicBezTo>
                  <a:pt x="430216" y="78562"/>
                  <a:pt x="430668" y="76302"/>
                  <a:pt x="430668" y="73733"/>
                </a:cubicBezTo>
                <a:close/>
                <a:moveTo>
                  <a:pt x="497975" y="37687"/>
                </a:moveTo>
                <a:cubicBezTo>
                  <a:pt x="497975" y="38734"/>
                  <a:pt x="497951" y="39614"/>
                  <a:pt x="497903" y="40328"/>
                </a:cubicBezTo>
                <a:cubicBezTo>
                  <a:pt x="497856" y="41042"/>
                  <a:pt x="497760" y="41601"/>
                  <a:pt x="497618" y="42005"/>
                </a:cubicBezTo>
                <a:cubicBezTo>
                  <a:pt x="497475" y="42410"/>
                  <a:pt x="497297" y="42719"/>
                  <a:pt x="497082" y="42933"/>
                </a:cubicBezTo>
                <a:cubicBezTo>
                  <a:pt x="496868" y="43147"/>
                  <a:pt x="496571" y="43255"/>
                  <a:pt x="496190" y="43255"/>
                </a:cubicBezTo>
                <a:cubicBezTo>
                  <a:pt x="495810" y="43255"/>
                  <a:pt x="495346" y="43147"/>
                  <a:pt x="494798" y="42933"/>
                </a:cubicBezTo>
                <a:cubicBezTo>
                  <a:pt x="494251" y="42719"/>
                  <a:pt x="493633" y="42505"/>
                  <a:pt x="492943" y="42291"/>
                </a:cubicBezTo>
                <a:cubicBezTo>
                  <a:pt x="492253" y="42077"/>
                  <a:pt x="491479" y="41875"/>
                  <a:pt x="490623" y="41684"/>
                </a:cubicBezTo>
                <a:cubicBezTo>
                  <a:pt x="489766" y="41494"/>
                  <a:pt x="488838" y="41399"/>
                  <a:pt x="487839" y="41399"/>
                </a:cubicBezTo>
                <a:cubicBezTo>
                  <a:pt x="486649" y="41399"/>
                  <a:pt x="485484" y="41637"/>
                  <a:pt x="484342" y="42113"/>
                </a:cubicBezTo>
                <a:cubicBezTo>
                  <a:pt x="483200" y="42588"/>
                  <a:pt x="481998" y="43374"/>
                  <a:pt x="480737" y="44468"/>
                </a:cubicBezTo>
                <a:cubicBezTo>
                  <a:pt x="479476" y="45562"/>
                  <a:pt x="478156" y="47014"/>
                  <a:pt x="476776" y="48822"/>
                </a:cubicBezTo>
                <a:cubicBezTo>
                  <a:pt x="475396" y="50630"/>
                  <a:pt x="473873" y="52843"/>
                  <a:pt x="472207" y="55460"/>
                </a:cubicBezTo>
                <a:lnTo>
                  <a:pt x="472207" y="97715"/>
                </a:lnTo>
                <a:cubicBezTo>
                  <a:pt x="472207" y="98096"/>
                  <a:pt x="472112" y="98417"/>
                  <a:pt x="471922" y="98679"/>
                </a:cubicBezTo>
                <a:cubicBezTo>
                  <a:pt x="471732" y="98941"/>
                  <a:pt x="471422" y="99167"/>
                  <a:pt x="470994" y="99357"/>
                </a:cubicBezTo>
                <a:cubicBezTo>
                  <a:pt x="470566" y="99547"/>
                  <a:pt x="469971" y="99690"/>
                  <a:pt x="469210" y="99785"/>
                </a:cubicBezTo>
                <a:cubicBezTo>
                  <a:pt x="468448" y="99880"/>
                  <a:pt x="467473" y="99928"/>
                  <a:pt x="466283" y="99928"/>
                </a:cubicBezTo>
                <a:cubicBezTo>
                  <a:pt x="465141" y="99928"/>
                  <a:pt x="464189" y="99880"/>
                  <a:pt x="463428" y="99785"/>
                </a:cubicBezTo>
                <a:cubicBezTo>
                  <a:pt x="462667" y="99690"/>
                  <a:pt x="462060" y="99547"/>
                  <a:pt x="461608" y="99357"/>
                </a:cubicBezTo>
                <a:cubicBezTo>
                  <a:pt x="461156" y="99167"/>
                  <a:pt x="460847" y="98941"/>
                  <a:pt x="460680" y="98679"/>
                </a:cubicBezTo>
                <a:cubicBezTo>
                  <a:pt x="460514" y="98417"/>
                  <a:pt x="460430" y="98096"/>
                  <a:pt x="460430" y="97715"/>
                </a:cubicBezTo>
                <a:lnTo>
                  <a:pt x="460430" y="33476"/>
                </a:lnTo>
                <a:cubicBezTo>
                  <a:pt x="460430" y="33095"/>
                  <a:pt x="460502" y="32774"/>
                  <a:pt x="460644" y="32512"/>
                </a:cubicBezTo>
                <a:cubicBezTo>
                  <a:pt x="460787" y="32251"/>
                  <a:pt x="461073" y="32013"/>
                  <a:pt x="461501" y="31799"/>
                </a:cubicBezTo>
                <a:cubicBezTo>
                  <a:pt x="461929" y="31584"/>
                  <a:pt x="462476" y="31442"/>
                  <a:pt x="463143" y="31370"/>
                </a:cubicBezTo>
                <a:cubicBezTo>
                  <a:pt x="463809" y="31299"/>
                  <a:pt x="464689" y="31263"/>
                  <a:pt x="465784" y="31263"/>
                </a:cubicBezTo>
                <a:cubicBezTo>
                  <a:pt x="466830" y="31263"/>
                  <a:pt x="467699" y="31299"/>
                  <a:pt x="468389" y="31370"/>
                </a:cubicBezTo>
                <a:cubicBezTo>
                  <a:pt x="469079" y="31442"/>
                  <a:pt x="469614" y="31584"/>
                  <a:pt x="469995" y="31799"/>
                </a:cubicBezTo>
                <a:cubicBezTo>
                  <a:pt x="470375" y="32013"/>
                  <a:pt x="470649" y="32251"/>
                  <a:pt x="470816" y="32512"/>
                </a:cubicBezTo>
                <a:cubicBezTo>
                  <a:pt x="470982" y="32774"/>
                  <a:pt x="471065" y="33095"/>
                  <a:pt x="471065" y="33476"/>
                </a:cubicBezTo>
                <a:lnTo>
                  <a:pt x="471065" y="42826"/>
                </a:lnTo>
                <a:cubicBezTo>
                  <a:pt x="472826" y="40257"/>
                  <a:pt x="474480" y="38163"/>
                  <a:pt x="476026" y="36545"/>
                </a:cubicBezTo>
                <a:cubicBezTo>
                  <a:pt x="477573" y="34927"/>
                  <a:pt x="479036" y="33654"/>
                  <a:pt x="480416" y="32726"/>
                </a:cubicBezTo>
                <a:cubicBezTo>
                  <a:pt x="481796" y="31799"/>
                  <a:pt x="483164" y="31156"/>
                  <a:pt x="484520" y="30799"/>
                </a:cubicBezTo>
                <a:cubicBezTo>
                  <a:pt x="485876" y="30442"/>
                  <a:pt x="487244" y="30264"/>
                  <a:pt x="488624" y="30264"/>
                </a:cubicBezTo>
                <a:cubicBezTo>
                  <a:pt x="489243" y="30264"/>
                  <a:pt x="489945" y="30300"/>
                  <a:pt x="490730" y="30371"/>
                </a:cubicBezTo>
                <a:cubicBezTo>
                  <a:pt x="491515" y="30442"/>
                  <a:pt x="492336" y="30573"/>
                  <a:pt x="493192" y="30764"/>
                </a:cubicBezTo>
                <a:cubicBezTo>
                  <a:pt x="494049" y="30954"/>
                  <a:pt x="494822" y="31168"/>
                  <a:pt x="495512" y="31406"/>
                </a:cubicBezTo>
                <a:cubicBezTo>
                  <a:pt x="496202" y="31644"/>
                  <a:pt x="496690" y="31882"/>
                  <a:pt x="496975" y="32120"/>
                </a:cubicBezTo>
                <a:cubicBezTo>
                  <a:pt x="497261" y="32358"/>
                  <a:pt x="497451" y="32584"/>
                  <a:pt x="497546" y="32798"/>
                </a:cubicBezTo>
                <a:cubicBezTo>
                  <a:pt x="497642" y="33012"/>
                  <a:pt x="497725" y="33286"/>
                  <a:pt x="497796" y="33619"/>
                </a:cubicBezTo>
                <a:cubicBezTo>
                  <a:pt x="497868" y="33952"/>
                  <a:pt x="497915" y="34439"/>
                  <a:pt x="497939" y="35082"/>
                </a:cubicBezTo>
                <a:cubicBezTo>
                  <a:pt x="497963" y="35724"/>
                  <a:pt x="497975" y="36593"/>
                  <a:pt x="497975" y="37687"/>
                </a:cubicBezTo>
                <a:close/>
                <a:moveTo>
                  <a:pt x="520885" y="97715"/>
                </a:moveTo>
                <a:cubicBezTo>
                  <a:pt x="520885" y="98096"/>
                  <a:pt x="520790" y="98417"/>
                  <a:pt x="520599" y="98679"/>
                </a:cubicBezTo>
                <a:cubicBezTo>
                  <a:pt x="520409" y="98941"/>
                  <a:pt x="520100" y="99167"/>
                  <a:pt x="519671" y="99357"/>
                </a:cubicBezTo>
                <a:cubicBezTo>
                  <a:pt x="519243" y="99547"/>
                  <a:pt x="518648" y="99690"/>
                  <a:pt x="517887" y="99785"/>
                </a:cubicBezTo>
                <a:cubicBezTo>
                  <a:pt x="517126" y="99880"/>
                  <a:pt x="516150" y="99928"/>
                  <a:pt x="514960" y="99928"/>
                </a:cubicBezTo>
                <a:cubicBezTo>
                  <a:pt x="513818" y="99928"/>
                  <a:pt x="512867" y="99880"/>
                  <a:pt x="512105" y="99785"/>
                </a:cubicBezTo>
                <a:cubicBezTo>
                  <a:pt x="511344" y="99690"/>
                  <a:pt x="510737" y="99547"/>
                  <a:pt x="510285" y="99357"/>
                </a:cubicBezTo>
                <a:cubicBezTo>
                  <a:pt x="509833" y="99167"/>
                  <a:pt x="509524" y="98941"/>
                  <a:pt x="509357" y="98679"/>
                </a:cubicBezTo>
                <a:cubicBezTo>
                  <a:pt x="509191" y="98417"/>
                  <a:pt x="509107" y="98096"/>
                  <a:pt x="509107" y="97715"/>
                </a:cubicBezTo>
                <a:lnTo>
                  <a:pt x="509107" y="33476"/>
                </a:lnTo>
                <a:cubicBezTo>
                  <a:pt x="509107" y="33143"/>
                  <a:pt x="509191" y="32833"/>
                  <a:pt x="509357" y="32548"/>
                </a:cubicBezTo>
                <a:cubicBezTo>
                  <a:pt x="509524" y="32262"/>
                  <a:pt x="509833" y="32025"/>
                  <a:pt x="510285" y="31834"/>
                </a:cubicBezTo>
                <a:cubicBezTo>
                  <a:pt x="510737" y="31644"/>
                  <a:pt x="511344" y="31501"/>
                  <a:pt x="512105" y="31406"/>
                </a:cubicBezTo>
                <a:cubicBezTo>
                  <a:pt x="512867" y="31311"/>
                  <a:pt x="513818" y="31263"/>
                  <a:pt x="514960" y="31263"/>
                </a:cubicBezTo>
                <a:cubicBezTo>
                  <a:pt x="516150" y="31263"/>
                  <a:pt x="517126" y="31311"/>
                  <a:pt x="517887" y="31406"/>
                </a:cubicBezTo>
                <a:cubicBezTo>
                  <a:pt x="518648" y="31501"/>
                  <a:pt x="519243" y="31644"/>
                  <a:pt x="519671" y="31834"/>
                </a:cubicBezTo>
                <a:cubicBezTo>
                  <a:pt x="520100" y="32025"/>
                  <a:pt x="520409" y="32262"/>
                  <a:pt x="520599" y="32548"/>
                </a:cubicBezTo>
                <a:cubicBezTo>
                  <a:pt x="520790" y="32833"/>
                  <a:pt x="520885" y="33143"/>
                  <a:pt x="520885" y="33476"/>
                </a:cubicBezTo>
                <a:lnTo>
                  <a:pt x="520885" y="97715"/>
                </a:lnTo>
                <a:moveTo>
                  <a:pt x="522241" y="11706"/>
                </a:moveTo>
                <a:cubicBezTo>
                  <a:pt x="522241" y="14466"/>
                  <a:pt x="521717" y="16345"/>
                  <a:pt x="520671" y="17345"/>
                </a:cubicBezTo>
                <a:cubicBezTo>
                  <a:pt x="519624" y="18344"/>
                  <a:pt x="517697" y="18844"/>
                  <a:pt x="514889" y="18844"/>
                </a:cubicBezTo>
                <a:cubicBezTo>
                  <a:pt x="512129" y="18844"/>
                  <a:pt x="510238" y="18356"/>
                  <a:pt x="509215" y="17380"/>
                </a:cubicBezTo>
                <a:cubicBezTo>
                  <a:pt x="508191" y="16405"/>
                  <a:pt x="507680" y="14561"/>
                  <a:pt x="507680" y="11849"/>
                </a:cubicBezTo>
                <a:cubicBezTo>
                  <a:pt x="507680" y="9089"/>
                  <a:pt x="508203" y="7209"/>
                  <a:pt x="509250" y="6210"/>
                </a:cubicBezTo>
                <a:cubicBezTo>
                  <a:pt x="510297" y="5211"/>
                  <a:pt x="512224" y="4711"/>
                  <a:pt x="515032" y="4711"/>
                </a:cubicBezTo>
                <a:cubicBezTo>
                  <a:pt x="517792" y="4711"/>
                  <a:pt x="519683" y="5199"/>
                  <a:pt x="520706" y="6174"/>
                </a:cubicBezTo>
                <a:cubicBezTo>
                  <a:pt x="521729" y="7150"/>
                  <a:pt x="522241" y="8994"/>
                  <a:pt x="522241" y="11706"/>
                </a:cubicBezTo>
                <a:close/>
                <a:moveTo>
                  <a:pt x="591687" y="88008"/>
                </a:moveTo>
                <a:cubicBezTo>
                  <a:pt x="591687" y="88817"/>
                  <a:pt x="591664" y="89519"/>
                  <a:pt x="591616" y="90114"/>
                </a:cubicBezTo>
                <a:cubicBezTo>
                  <a:pt x="591568" y="90708"/>
                  <a:pt x="591485" y="91208"/>
                  <a:pt x="591366" y="91613"/>
                </a:cubicBezTo>
                <a:cubicBezTo>
                  <a:pt x="591247" y="92017"/>
                  <a:pt x="591104" y="92374"/>
                  <a:pt x="590938" y="92683"/>
                </a:cubicBezTo>
                <a:cubicBezTo>
                  <a:pt x="590771" y="92993"/>
                  <a:pt x="590391" y="93445"/>
                  <a:pt x="589796" y="94039"/>
                </a:cubicBezTo>
                <a:cubicBezTo>
                  <a:pt x="589201" y="94634"/>
                  <a:pt x="588190" y="95372"/>
                  <a:pt x="586762" y="96252"/>
                </a:cubicBezTo>
                <a:cubicBezTo>
                  <a:pt x="585335" y="97132"/>
                  <a:pt x="583729" y="97918"/>
                  <a:pt x="581944" y="98608"/>
                </a:cubicBezTo>
                <a:cubicBezTo>
                  <a:pt x="580160" y="99298"/>
                  <a:pt x="578221" y="99857"/>
                  <a:pt x="576127" y="100285"/>
                </a:cubicBezTo>
                <a:cubicBezTo>
                  <a:pt x="574033" y="100713"/>
                  <a:pt x="571868" y="100927"/>
                  <a:pt x="569632" y="100927"/>
                </a:cubicBezTo>
                <a:cubicBezTo>
                  <a:pt x="565016" y="100927"/>
                  <a:pt x="560924" y="100164"/>
                  <a:pt x="557355" y="98639"/>
                </a:cubicBezTo>
                <a:cubicBezTo>
                  <a:pt x="553786" y="97113"/>
                  <a:pt x="550800" y="94884"/>
                  <a:pt x="548397" y="91952"/>
                </a:cubicBezTo>
                <a:cubicBezTo>
                  <a:pt x="545994" y="89019"/>
                  <a:pt x="544162" y="85419"/>
                  <a:pt x="542901" y="81151"/>
                </a:cubicBezTo>
                <a:cubicBezTo>
                  <a:pt x="541640" y="76884"/>
                  <a:pt x="541010" y="71961"/>
                  <a:pt x="541010" y="66383"/>
                </a:cubicBezTo>
                <a:cubicBezTo>
                  <a:pt x="541010" y="60041"/>
                  <a:pt x="541783" y="54593"/>
                  <a:pt x="543329" y="50040"/>
                </a:cubicBezTo>
                <a:cubicBezTo>
                  <a:pt x="544876" y="45487"/>
                  <a:pt x="546993" y="41756"/>
                  <a:pt x="549682" y="38847"/>
                </a:cubicBezTo>
                <a:cubicBezTo>
                  <a:pt x="552370" y="35938"/>
                  <a:pt x="555535" y="33781"/>
                  <a:pt x="559175" y="32374"/>
                </a:cubicBezTo>
                <a:cubicBezTo>
                  <a:pt x="562815" y="30967"/>
                  <a:pt x="566753" y="30264"/>
                  <a:pt x="570988" y="30264"/>
                </a:cubicBezTo>
                <a:cubicBezTo>
                  <a:pt x="573034" y="30264"/>
                  <a:pt x="575021" y="30454"/>
                  <a:pt x="576948" y="30835"/>
                </a:cubicBezTo>
                <a:cubicBezTo>
                  <a:pt x="578875" y="31216"/>
                  <a:pt x="580648" y="31715"/>
                  <a:pt x="582266" y="32334"/>
                </a:cubicBezTo>
                <a:cubicBezTo>
                  <a:pt x="583883" y="32952"/>
                  <a:pt x="585323" y="33666"/>
                  <a:pt x="586584" y="34475"/>
                </a:cubicBezTo>
                <a:cubicBezTo>
                  <a:pt x="587845" y="35284"/>
                  <a:pt x="588761" y="35974"/>
                  <a:pt x="589332" y="36545"/>
                </a:cubicBezTo>
                <a:cubicBezTo>
                  <a:pt x="589903" y="37116"/>
                  <a:pt x="590295" y="37568"/>
                  <a:pt x="590510" y="37901"/>
                </a:cubicBezTo>
                <a:cubicBezTo>
                  <a:pt x="590724" y="38234"/>
                  <a:pt x="590902" y="38627"/>
                  <a:pt x="591045" y="39079"/>
                </a:cubicBezTo>
                <a:cubicBezTo>
                  <a:pt x="591188" y="39531"/>
                  <a:pt x="591283" y="40043"/>
                  <a:pt x="591330" y="40614"/>
                </a:cubicBezTo>
                <a:cubicBezTo>
                  <a:pt x="591378" y="41185"/>
                  <a:pt x="591402" y="41898"/>
                  <a:pt x="591402" y="42755"/>
                </a:cubicBezTo>
                <a:cubicBezTo>
                  <a:pt x="591402" y="44611"/>
                  <a:pt x="591188" y="45907"/>
                  <a:pt x="590759" y="46645"/>
                </a:cubicBezTo>
                <a:cubicBezTo>
                  <a:pt x="590331" y="47383"/>
                  <a:pt x="589808" y="47751"/>
                  <a:pt x="589189" y="47751"/>
                </a:cubicBezTo>
                <a:cubicBezTo>
                  <a:pt x="588475" y="47751"/>
                  <a:pt x="587655" y="47359"/>
                  <a:pt x="586727" y="46574"/>
                </a:cubicBezTo>
                <a:cubicBezTo>
                  <a:pt x="585799" y="45788"/>
                  <a:pt x="584621" y="44920"/>
                  <a:pt x="583193" y="43968"/>
                </a:cubicBezTo>
                <a:cubicBezTo>
                  <a:pt x="581766" y="43017"/>
                  <a:pt x="580041" y="42148"/>
                  <a:pt x="578019" y="41363"/>
                </a:cubicBezTo>
                <a:cubicBezTo>
                  <a:pt x="575996" y="40578"/>
                  <a:pt x="573605" y="40185"/>
                  <a:pt x="570845" y="40185"/>
                </a:cubicBezTo>
                <a:cubicBezTo>
                  <a:pt x="565183" y="40185"/>
                  <a:pt x="560840" y="42369"/>
                  <a:pt x="557819" y="46736"/>
                </a:cubicBezTo>
                <a:cubicBezTo>
                  <a:pt x="554797" y="51102"/>
                  <a:pt x="553286" y="57436"/>
                  <a:pt x="553286" y="65738"/>
                </a:cubicBezTo>
                <a:cubicBezTo>
                  <a:pt x="553286" y="69890"/>
                  <a:pt x="553679" y="73529"/>
                  <a:pt x="554464" y="76655"/>
                </a:cubicBezTo>
                <a:cubicBezTo>
                  <a:pt x="555249" y="79780"/>
                  <a:pt x="556403" y="82393"/>
                  <a:pt x="557926" y="84493"/>
                </a:cubicBezTo>
                <a:cubicBezTo>
                  <a:pt x="559449" y="86592"/>
                  <a:pt x="561316" y="88155"/>
                  <a:pt x="563529" y="89181"/>
                </a:cubicBezTo>
                <a:cubicBezTo>
                  <a:pt x="565742" y="90207"/>
                  <a:pt x="568276" y="90720"/>
                  <a:pt x="571131" y="90720"/>
                </a:cubicBezTo>
                <a:cubicBezTo>
                  <a:pt x="573843" y="90720"/>
                  <a:pt x="576222" y="90292"/>
                  <a:pt x="578268" y="89436"/>
                </a:cubicBezTo>
                <a:cubicBezTo>
                  <a:pt x="580315" y="88579"/>
                  <a:pt x="582087" y="87639"/>
                  <a:pt x="583586" y="86616"/>
                </a:cubicBezTo>
                <a:cubicBezTo>
                  <a:pt x="585085" y="85593"/>
                  <a:pt x="586346" y="84665"/>
                  <a:pt x="587369" y="83832"/>
                </a:cubicBezTo>
                <a:cubicBezTo>
                  <a:pt x="588392" y="83000"/>
                  <a:pt x="589189" y="82583"/>
                  <a:pt x="589760" y="82583"/>
                </a:cubicBezTo>
                <a:cubicBezTo>
                  <a:pt x="590093" y="82583"/>
                  <a:pt x="590379" y="82679"/>
                  <a:pt x="590617" y="82869"/>
                </a:cubicBezTo>
                <a:cubicBezTo>
                  <a:pt x="590855" y="83059"/>
                  <a:pt x="591057" y="83380"/>
                  <a:pt x="591223" y="83832"/>
                </a:cubicBezTo>
                <a:cubicBezTo>
                  <a:pt x="591390" y="84285"/>
                  <a:pt x="591509" y="84856"/>
                  <a:pt x="591580" y="85546"/>
                </a:cubicBezTo>
                <a:cubicBezTo>
                  <a:pt x="591652" y="86236"/>
                  <a:pt x="591687" y="87056"/>
                  <a:pt x="591687" y="88008"/>
                </a:cubicBezTo>
                <a:close/>
                <a:moveTo>
                  <a:pt x="659065" y="97644"/>
                </a:moveTo>
                <a:cubicBezTo>
                  <a:pt x="659065" y="98025"/>
                  <a:pt x="658970" y="98358"/>
                  <a:pt x="658779" y="98643"/>
                </a:cubicBezTo>
                <a:cubicBezTo>
                  <a:pt x="658589" y="98929"/>
                  <a:pt x="658268" y="99167"/>
                  <a:pt x="657816" y="99357"/>
                </a:cubicBezTo>
                <a:cubicBezTo>
                  <a:pt x="657364" y="99547"/>
                  <a:pt x="656733" y="99690"/>
                  <a:pt x="655924" y="99785"/>
                </a:cubicBezTo>
                <a:cubicBezTo>
                  <a:pt x="655115" y="99880"/>
                  <a:pt x="654092" y="99928"/>
                  <a:pt x="652855" y="99928"/>
                </a:cubicBezTo>
                <a:cubicBezTo>
                  <a:pt x="651570" y="99928"/>
                  <a:pt x="650511" y="99892"/>
                  <a:pt x="649679" y="99821"/>
                </a:cubicBezTo>
                <a:cubicBezTo>
                  <a:pt x="648846" y="99750"/>
                  <a:pt x="648144" y="99631"/>
                  <a:pt x="647573" y="99464"/>
                </a:cubicBezTo>
                <a:cubicBezTo>
                  <a:pt x="647002" y="99298"/>
                  <a:pt x="646538" y="99060"/>
                  <a:pt x="646181" y="98750"/>
                </a:cubicBezTo>
                <a:cubicBezTo>
                  <a:pt x="645824" y="98441"/>
                  <a:pt x="645503" y="98072"/>
                  <a:pt x="645218" y="97644"/>
                </a:cubicBezTo>
                <a:lnTo>
                  <a:pt x="618094" y="62098"/>
                </a:lnTo>
                <a:lnTo>
                  <a:pt x="618094" y="97715"/>
                </a:lnTo>
                <a:cubicBezTo>
                  <a:pt x="618094" y="98096"/>
                  <a:pt x="617999" y="98417"/>
                  <a:pt x="617809" y="98679"/>
                </a:cubicBezTo>
                <a:cubicBezTo>
                  <a:pt x="617618" y="98941"/>
                  <a:pt x="617309" y="99167"/>
                  <a:pt x="616881" y="99357"/>
                </a:cubicBezTo>
                <a:cubicBezTo>
                  <a:pt x="616453" y="99547"/>
                  <a:pt x="615858" y="99690"/>
                  <a:pt x="615096" y="99785"/>
                </a:cubicBezTo>
                <a:cubicBezTo>
                  <a:pt x="614335" y="99880"/>
                  <a:pt x="613360" y="99928"/>
                  <a:pt x="612170" y="99928"/>
                </a:cubicBezTo>
                <a:cubicBezTo>
                  <a:pt x="611028" y="99928"/>
                  <a:pt x="610076" y="99880"/>
                  <a:pt x="609315" y="99785"/>
                </a:cubicBezTo>
                <a:cubicBezTo>
                  <a:pt x="608554" y="99690"/>
                  <a:pt x="607947" y="99547"/>
                  <a:pt x="607495" y="99357"/>
                </a:cubicBezTo>
                <a:cubicBezTo>
                  <a:pt x="607043" y="99167"/>
                  <a:pt x="606733" y="98941"/>
                  <a:pt x="606567" y="98679"/>
                </a:cubicBezTo>
                <a:cubicBezTo>
                  <a:pt x="606400" y="98416"/>
                  <a:pt x="606317" y="98094"/>
                  <a:pt x="606317" y="97713"/>
                </a:cubicBezTo>
                <a:lnTo>
                  <a:pt x="606317" y="2286"/>
                </a:lnTo>
                <a:cubicBezTo>
                  <a:pt x="606317" y="1906"/>
                  <a:pt x="606400" y="1573"/>
                  <a:pt x="606567" y="1287"/>
                </a:cubicBezTo>
                <a:cubicBezTo>
                  <a:pt x="606733" y="1000"/>
                  <a:pt x="607043" y="761"/>
                  <a:pt x="607495" y="571"/>
                </a:cubicBezTo>
                <a:cubicBezTo>
                  <a:pt x="607947" y="381"/>
                  <a:pt x="608554" y="238"/>
                  <a:pt x="609315" y="143"/>
                </a:cubicBezTo>
                <a:cubicBezTo>
                  <a:pt x="610076" y="48"/>
                  <a:pt x="611028" y="0"/>
                  <a:pt x="612170" y="0"/>
                </a:cubicBezTo>
                <a:cubicBezTo>
                  <a:pt x="613360" y="0"/>
                  <a:pt x="614335" y="48"/>
                  <a:pt x="615096" y="143"/>
                </a:cubicBezTo>
                <a:cubicBezTo>
                  <a:pt x="615858" y="238"/>
                  <a:pt x="616453" y="381"/>
                  <a:pt x="616881" y="571"/>
                </a:cubicBezTo>
                <a:cubicBezTo>
                  <a:pt x="617309" y="761"/>
                  <a:pt x="617618" y="1000"/>
                  <a:pt x="617809" y="1287"/>
                </a:cubicBezTo>
                <a:cubicBezTo>
                  <a:pt x="617999" y="1573"/>
                  <a:pt x="618094" y="1906"/>
                  <a:pt x="618094" y="2286"/>
                </a:cubicBezTo>
                <a:lnTo>
                  <a:pt x="618094" y="60456"/>
                </a:lnTo>
                <a:lnTo>
                  <a:pt x="642363" y="33761"/>
                </a:lnTo>
                <a:cubicBezTo>
                  <a:pt x="642743" y="33286"/>
                  <a:pt x="643148" y="32893"/>
                  <a:pt x="643576" y="32584"/>
                </a:cubicBezTo>
                <a:cubicBezTo>
                  <a:pt x="644004" y="32274"/>
                  <a:pt x="644516" y="32013"/>
                  <a:pt x="645111" y="31799"/>
                </a:cubicBezTo>
                <a:cubicBezTo>
                  <a:pt x="645705" y="31584"/>
                  <a:pt x="646407" y="31442"/>
                  <a:pt x="647216" y="31370"/>
                </a:cubicBezTo>
                <a:cubicBezTo>
                  <a:pt x="648025" y="31299"/>
                  <a:pt x="649001" y="31263"/>
                  <a:pt x="650143" y="31263"/>
                </a:cubicBezTo>
                <a:cubicBezTo>
                  <a:pt x="651332" y="31263"/>
                  <a:pt x="652332" y="31299"/>
                  <a:pt x="653140" y="31370"/>
                </a:cubicBezTo>
                <a:cubicBezTo>
                  <a:pt x="653949" y="31442"/>
                  <a:pt x="654604" y="31561"/>
                  <a:pt x="655103" y="31727"/>
                </a:cubicBezTo>
                <a:cubicBezTo>
                  <a:pt x="655603" y="31894"/>
                  <a:pt x="655960" y="32108"/>
                  <a:pt x="656174" y="32370"/>
                </a:cubicBezTo>
                <a:cubicBezTo>
                  <a:pt x="656388" y="32631"/>
                  <a:pt x="656495" y="32976"/>
                  <a:pt x="656495" y="33405"/>
                </a:cubicBezTo>
                <a:cubicBezTo>
                  <a:pt x="656495" y="33976"/>
                  <a:pt x="656341" y="34547"/>
                  <a:pt x="656031" y="35118"/>
                </a:cubicBezTo>
                <a:cubicBezTo>
                  <a:pt x="655722" y="35689"/>
                  <a:pt x="655210" y="36355"/>
                  <a:pt x="654497" y="37116"/>
                </a:cubicBezTo>
                <a:lnTo>
                  <a:pt x="631228" y="60385"/>
                </a:lnTo>
                <a:lnTo>
                  <a:pt x="657352" y="94289"/>
                </a:lnTo>
                <a:cubicBezTo>
                  <a:pt x="657970" y="95098"/>
                  <a:pt x="658410" y="95752"/>
                  <a:pt x="658672" y="96252"/>
                </a:cubicBezTo>
                <a:cubicBezTo>
                  <a:pt x="658934" y="96752"/>
                  <a:pt x="659065" y="97216"/>
                  <a:pt x="659065" y="97644"/>
                </a:cubicBezTo>
                <a:close/>
                <a:moveTo>
                  <a:pt x="690245" y="42362"/>
                </a:moveTo>
                <a:cubicBezTo>
                  <a:pt x="690245" y="43892"/>
                  <a:pt x="690138" y="45183"/>
                  <a:pt x="689924" y="46235"/>
                </a:cubicBezTo>
                <a:cubicBezTo>
                  <a:pt x="689710" y="47286"/>
                  <a:pt x="689306" y="48134"/>
                  <a:pt x="688711" y="48780"/>
                </a:cubicBezTo>
                <a:cubicBezTo>
                  <a:pt x="688116" y="49423"/>
                  <a:pt x="687343" y="49877"/>
                  <a:pt x="686391" y="50140"/>
                </a:cubicBezTo>
                <a:cubicBezTo>
                  <a:pt x="685439" y="50403"/>
                  <a:pt x="684226" y="50535"/>
                  <a:pt x="682751" y="50535"/>
                </a:cubicBezTo>
                <a:cubicBezTo>
                  <a:pt x="681228" y="50535"/>
                  <a:pt x="679991" y="50403"/>
                  <a:pt x="679039" y="50140"/>
                </a:cubicBezTo>
                <a:cubicBezTo>
                  <a:pt x="678087" y="49877"/>
                  <a:pt x="677326" y="49423"/>
                  <a:pt x="676755" y="48780"/>
                </a:cubicBezTo>
                <a:cubicBezTo>
                  <a:pt x="676184" y="48134"/>
                  <a:pt x="675792" y="47286"/>
                  <a:pt x="675577" y="46235"/>
                </a:cubicBezTo>
                <a:cubicBezTo>
                  <a:pt x="675363" y="45183"/>
                  <a:pt x="675256" y="43892"/>
                  <a:pt x="675256" y="42362"/>
                </a:cubicBezTo>
                <a:cubicBezTo>
                  <a:pt x="675256" y="40737"/>
                  <a:pt x="675363" y="39387"/>
                  <a:pt x="675577" y="38312"/>
                </a:cubicBezTo>
                <a:cubicBezTo>
                  <a:pt x="675792" y="37237"/>
                  <a:pt x="676184" y="36377"/>
                  <a:pt x="676755" y="35733"/>
                </a:cubicBezTo>
                <a:cubicBezTo>
                  <a:pt x="677326" y="35088"/>
                  <a:pt x="678087" y="34634"/>
                  <a:pt x="679039" y="34370"/>
                </a:cubicBezTo>
                <a:cubicBezTo>
                  <a:pt x="679991" y="34107"/>
                  <a:pt x="681228" y="33976"/>
                  <a:pt x="682751" y="33976"/>
                </a:cubicBezTo>
                <a:cubicBezTo>
                  <a:pt x="684226" y="33976"/>
                  <a:pt x="685439" y="34107"/>
                  <a:pt x="686391" y="34370"/>
                </a:cubicBezTo>
                <a:cubicBezTo>
                  <a:pt x="687343" y="34634"/>
                  <a:pt x="688116" y="35088"/>
                  <a:pt x="688711" y="35733"/>
                </a:cubicBezTo>
                <a:cubicBezTo>
                  <a:pt x="689306" y="36377"/>
                  <a:pt x="689710" y="37237"/>
                  <a:pt x="689924" y="38312"/>
                </a:cubicBezTo>
                <a:cubicBezTo>
                  <a:pt x="690138" y="39387"/>
                  <a:pt x="690245" y="40737"/>
                  <a:pt x="690245" y="42362"/>
                </a:cubicBezTo>
                <a:moveTo>
                  <a:pt x="690245" y="91969"/>
                </a:moveTo>
                <a:cubicBezTo>
                  <a:pt x="690245" y="93547"/>
                  <a:pt x="690138" y="94862"/>
                  <a:pt x="689924" y="95913"/>
                </a:cubicBezTo>
                <a:cubicBezTo>
                  <a:pt x="689710" y="96964"/>
                  <a:pt x="689306" y="97813"/>
                  <a:pt x="688711" y="98458"/>
                </a:cubicBezTo>
                <a:cubicBezTo>
                  <a:pt x="688116" y="99102"/>
                  <a:pt x="687343" y="99556"/>
                  <a:pt x="686391" y="99819"/>
                </a:cubicBezTo>
                <a:cubicBezTo>
                  <a:pt x="685439" y="100082"/>
                  <a:pt x="684226" y="100214"/>
                  <a:pt x="682751" y="100214"/>
                </a:cubicBezTo>
                <a:cubicBezTo>
                  <a:pt x="681228" y="100214"/>
                  <a:pt x="679991" y="100082"/>
                  <a:pt x="679039" y="99819"/>
                </a:cubicBezTo>
                <a:cubicBezTo>
                  <a:pt x="678087" y="99556"/>
                  <a:pt x="677326" y="99102"/>
                  <a:pt x="676755" y="98458"/>
                </a:cubicBezTo>
                <a:cubicBezTo>
                  <a:pt x="676184" y="97813"/>
                  <a:pt x="675792" y="96964"/>
                  <a:pt x="675577" y="95913"/>
                </a:cubicBezTo>
                <a:cubicBezTo>
                  <a:pt x="675363" y="94862"/>
                  <a:pt x="675256" y="93547"/>
                  <a:pt x="675256" y="91969"/>
                </a:cubicBezTo>
                <a:cubicBezTo>
                  <a:pt x="675256" y="90392"/>
                  <a:pt x="675363" y="89065"/>
                  <a:pt x="675577" y="87990"/>
                </a:cubicBezTo>
                <a:cubicBezTo>
                  <a:pt x="675792" y="86915"/>
                  <a:pt x="676184" y="86067"/>
                  <a:pt x="676755" y="85447"/>
                </a:cubicBezTo>
                <a:cubicBezTo>
                  <a:pt x="677326" y="84826"/>
                  <a:pt x="678087" y="84372"/>
                  <a:pt x="679039" y="84085"/>
                </a:cubicBezTo>
                <a:cubicBezTo>
                  <a:pt x="679991" y="83798"/>
                  <a:pt x="681228" y="83654"/>
                  <a:pt x="682751" y="83654"/>
                </a:cubicBezTo>
                <a:cubicBezTo>
                  <a:pt x="684226" y="83654"/>
                  <a:pt x="685439" y="83798"/>
                  <a:pt x="686391" y="84085"/>
                </a:cubicBezTo>
                <a:cubicBezTo>
                  <a:pt x="687343" y="84372"/>
                  <a:pt x="688116" y="84826"/>
                  <a:pt x="688711" y="85447"/>
                </a:cubicBezTo>
                <a:cubicBezTo>
                  <a:pt x="689306" y="86067"/>
                  <a:pt x="689710" y="86915"/>
                  <a:pt x="689924" y="87990"/>
                </a:cubicBezTo>
                <a:cubicBezTo>
                  <a:pt x="690138" y="89065"/>
                  <a:pt x="690245" y="90392"/>
                  <a:pt x="690245" y="919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2x6(2,0,7)">
            <a:extLst xmlns:a="http://schemas.openxmlformats.org/drawingml/2006/main">
              <a:ext uri="{FF2B5EF4-FFF2-40B4-BE49-F238E27FC236}">
                <a16:creationId xmlns:a16="http://schemas.microsoft.com/office/drawing/2014/main" id="{0A61FEAF-4EEB-44DC-BF1B-BDB2AA42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434" y="2163970"/>
            <a:ext cx="611078" cy="125877"/>
          </a:xfrm>
          <a:custGeom xmlns:a="http://schemas.openxmlformats.org/drawingml/2006/main">
            <a:pathLst>
              <a:path w="611078" h="125877">
                <a:moveTo>
                  <a:pt x="57735" y="95940"/>
                </a:moveTo>
                <a:cubicBezTo>
                  <a:pt x="57735" y="96796"/>
                  <a:pt x="57676" y="97556"/>
                  <a:pt x="57557" y="98221"/>
                </a:cubicBezTo>
                <a:cubicBezTo>
                  <a:pt x="57438" y="98887"/>
                  <a:pt x="57272" y="99445"/>
                  <a:pt x="57058" y="99896"/>
                </a:cubicBezTo>
                <a:cubicBezTo>
                  <a:pt x="56844" y="100348"/>
                  <a:pt x="56559" y="100680"/>
                  <a:pt x="56203" y="100894"/>
                </a:cubicBezTo>
                <a:cubicBezTo>
                  <a:pt x="55846" y="101108"/>
                  <a:pt x="55454" y="101215"/>
                  <a:pt x="55027" y="101215"/>
                </a:cubicBezTo>
                <a:lnTo>
                  <a:pt x="4063" y="101215"/>
                </a:lnTo>
                <a:cubicBezTo>
                  <a:pt x="3398" y="101215"/>
                  <a:pt x="2815" y="101132"/>
                  <a:pt x="2317" y="100966"/>
                </a:cubicBezTo>
                <a:cubicBezTo>
                  <a:pt x="1818" y="100799"/>
                  <a:pt x="1390" y="100526"/>
                  <a:pt x="1034" y="100146"/>
                </a:cubicBezTo>
                <a:cubicBezTo>
                  <a:pt x="677" y="99766"/>
                  <a:pt x="416" y="99219"/>
                  <a:pt x="249" y="98506"/>
                </a:cubicBezTo>
                <a:cubicBezTo>
                  <a:pt x="83" y="97794"/>
                  <a:pt x="0" y="96915"/>
                  <a:pt x="0" y="95869"/>
                </a:cubicBezTo>
                <a:cubicBezTo>
                  <a:pt x="0" y="94919"/>
                  <a:pt x="36" y="94087"/>
                  <a:pt x="107" y="93374"/>
                </a:cubicBezTo>
                <a:cubicBezTo>
                  <a:pt x="178" y="92662"/>
                  <a:pt x="333" y="92032"/>
                  <a:pt x="570" y="91486"/>
                </a:cubicBezTo>
                <a:cubicBezTo>
                  <a:pt x="808" y="90939"/>
                  <a:pt x="1105" y="90393"/>
                  <a:pt x="1461" y="89846"/>
                </a:cubicBezTo>
                <a:cubicBezTo>
                  <a:pt x="1818" y="89300"/>
                  <a:pt x="2281" y="88718"/>
                  <a:pt x="2851" y="88100"/>
                </a:cubicBezTo>
                <a:lnTo>
                  <a:pt x="20742" y="69115"/>
                </a:lnTo>
                <a:cubicBezTo>
                  <a:pt x="24876" y="64741"/>
                  <a:pt x="28191" y="60817"/>
                  <a:pt x="30685" y="57346"/>
                </a:cubicBezTo>
                <a:cubicBezTo>
                  <a:pt x="33180" y="53874"/>
                  <a:pt x="35104" y="50711"/>
                  <a:pt x="36459" y="47859"/>
                </a:cubicBezTo>
                <a:cubicBezTo>
                  <a:pt x="37813" y="45005"/>
                  <a:pt x="38704" y="42413"/>
                  <a:pt x="39132" y="40083"/>
                </a:cubicBezTo>
                <a:cubicBezTo>
                  <a:pt x="39559" y="37753"/>
                  <a:pt x="39773" y="35566"/>
                  <a:pt x="39773" y="33521"/>
                </a:cubicBezTo>
                <a:cubicBezTo>
                  <a:pt x="39773" y="31475"/>
                  <a:pt x="39441" y="29536"/>
                  <a:pt x="38775" y="27705"/>
                </a:cubicBezTo>
                <a:cubicBezTo>
                  <a:pt x="38110" y="25872"/>
                  <a:pt x="37148" y="24266"/>
                  <a:pt x="35889" y="22887"/>
                </a:cubicBezTo>
                <a:cubicBezTo>
                  <a:pt x="34629" y="21506"/>
                  <a:pt x="33049" y="20412"/>
                  <a:pt x="31149" y="19604"/>
                </a:cubicBezTo>
                <a:cubicBezTo>
                  <a:pt x="29248" y="18794"/>
                  <a:pt x="27062" y="18390"/>
                  <a:pt x="24591" y="18390"/>
                </a:cubicBezTo>
                <a:cubicBezTo>
                  <a:pt x="21692" y="18390"/>
                  <a:pt x="19091" y="18794"/>
                  <a:pt x="16786" y="19601"/>
                </a:cubicBezTo>
                <a:cubicBezTo>
                  <a:pt x="14481" y="20409"/>
                  <a:pt x="12462" y="21288"/>
                  <a:pt x="10727" y="22239"/>
                </a:cubicBezTo>
                <a:cubicBezTo>
                  <a:pt x="8993" y="23189"/>
                  <a:pt x="7544" y="24068"/>
                  <a:pt x="6379" y="24876"/>
                </a:cubicBezTo>
                <a:cubicBezTo>
                  <a:pt x="5215" y="25684"/>
                  <a:pt x="4348" y="26088"/>
                  <a:pt x="3778" y="26088"/>
                </a:cubicBezTo>
                <a:cubicBezTo>
                  <a:pt x="3445" y="26088"/>
                  <a:pt x="3148" y="25993"/>
                  <a:pt x="2887" y="25803"/>
                </a:cubicBezTo>
                <a:cubicBezTo>
                  <a:pt x="2625" y="25613"/>
                  <a:pt x="2412" y="25304"/>
                  <a:pt x="2245" y="24876"/>
                </a:cubicBezTo>
                <a:cubicBezTo>
                  <a:pt x="2079" y="24448"/>
                  <a:pt x="1948" y="23878"/>
                  <a:pt x="1853" y="23165"/>
                </a:cubicBezTo>
                <a:cubicBezTo>
                  <a:pt x="1758" y="22453"/>
                  <a:pt x="1711" y="21597"/>
                  <a:pt x="1711" y="20599"/>
                </a:cubicBezTo>
                <a:cubicBezTo>
                  <a:pt x="1711" y="19887"/>
                  <a:pt x="1734" y="19269"/>
                  <a:pt x="1782" y="18746"/>
                </a:cubicBezTo>
                <a:cubicBezTo>
                  <a:pt x="1829" y="18223"/>
                  <a:pt x="1913" y="17772"/>
                  <a:pt x="2031" y="17392"/>
                </a:cubicBezTo>
                <a:cubicBezTo>
                  <a:pt x="2150" y="17012"/>
                  <a:pt x="2305" y="16655"/>
                  <a:pt x="2495" y="16323"/>
                </a:cubicBezTo>
                <a:cubicBezTo>
                  <a:pt x="2685" y="15990"/>
                  <a:pt x="3065" y="15574"/>
                  <a:pt x="3635" y="15075"/>
                </a:cubicBezTo>
                <a:cubicBezTo>
                  <a:pt x="4205" y="14576"/>
                  <a:pt x="5191" y="13899"/>
                  <a:pt x="6593" y="13044"/>
                </a:cubicBezTo>
                <a:cubicBezTo>
                  <a:pt x="7995" y="12189"/>
                  <a:pt x="9753" y="11345"/>
                  <a:pt x="11868" y="10514"/>
                </a:cubicBezTo>
                <a:cubicBezTo>
                  <a:pt x="13982" y="9682"/>
                  <a:pt x="16311" y="8981"/>
                  <a:pt x="18853" y="8411"/>
                </a:cubicBezTo>
                <a:cubicBezTo>
                  <a:pt x="21395" y="7841"/>
                  <a:pt x="24068" y="7555"/>
                  <a:pt x="26872" y="7555"/>
                </a:cubicBezTo>
                <a:cubicBezTo>
                  <a:pt x="31339" y="7555"/>
                  <a:pt x="35247" y="8186"/>
                  <a:pt x="38597" y="9447"/>
                </a:cubicBezTo>
                <a:cubicBezTo>
                  <a:pt x="41947" y="10706"/>
                  <a:pt x="44727" y="12429"/>
                  <a:pt x="46937" y="14616"/>
                </a:cubicBezTo>
                <a:cubicBezTo>
                  <a:pt x="49146" y="16804"/>
                  <a:pt x="50798" y="19348"/>
                  <a:pt x="51890" y="22250"/>
                </a:cubicBezTo>
                <a:cubicBezTo>
                  <a:pt x="52983" y="25150"/>
                  <a:pt x="53530" y="28241"/>
                  <a:pt x="53530" y="31523"/>
                </a:cubicBezTo>
                <a:cubicBezTo>
                  <a:pt x="53530" y="34472"/>
                  <a:pt x="53269" y="37409"/>
                  <a:pt x="52746" y="40335"/>
                </a:cubicBezTo>
                <a:cubicBezTo>
                  <a:pt x="52223" y="43258"/>
                  <a:pt x="51118" y="46421"/>
                  <a:pt x="49431" y="49821"/>
                </a:cubicBezTo>
                <a:cubicBezTo>
                  <a:pt x="47744" y="53222"/>
                  <a:pt x="45309" y="57002"/>
                  <a:pt x="42125" y="61163"/>
                </a:cubicBezTo>
                <a:cubicBezTo>
                  <a:pt x="38942" y="65324"/>
                  <a:pt x="34712" y="70115"/>
                  <a:pt x="29438" y="75537"/>
                </a:cubicBezTo>
                <a:lnTo>
                  <a:pt x="14826" y="90808"/>
                </a:lnTo>
                <a:lnTo>
                  <a:pt x="54955" y="90808"/>
                </a:lnTo>
                <a:cubicBezTo>
                  <a:pt x="55336" y="90808"/>
                  <a:pt x="55704" y="90915"/>
                  <a:pt x="56060" y="91129"/>
                </a:cubicBezTo>
                <a:cubicBezTo>
                  <a:pt x="56417" y="91343"/>
                  <a:pt x="56726" y="91664"/>
                  <a:pt x="56987" y="92091"/>
                </a:cubicBezTo>
                <a:cubicBezTo>
                  <a:pt x="57248" y="92519"/>
                  <a:pt x="57438" y="93054"/>
                  <a:pt x="57557" y="93695"/>
                </a:cubicBezTo>
                <a:cubicBezTo>
                  <a:pt x="57676" y="94337"/>
                  <a:pt x="57735" y="95085"/>
                  <a:pt x="57735" y="95940"/>
                </a:cubicBezTo>
                <a:close/>
                <a:moveTo>
                  <a:pt x="124526" y="98079"/>
                </a:moveTo>
                <a:cubicBezTo>
                  <a:pt x="124906" y="98744"/>
                  <a:pt x="125096" y="99302"/>
                  <a:pt x="125096" y="99754"/>
                </a:cubicBezTo>
                <a:cubicBezTo>
                  <a:pt x="125096" y="100205"/>
                  <a:pt x="124871" y="100573"/>
                  <a:pt x="124419" y="100859"/>
                </a:cubicBezTo>
                <a:cubicBezTo>
                  <a:pt x="123968" y="101144"/>
                  <a:pt x="123279" y="101346"/>
                  <a:pt x="122352" y="101464"/>
                </a:cubicBezTo>
                <a:cubicBezTo>
                  <a:pt x="121426" y="101583"/>
                  <a:pt x="120226" y="101643"/>
                  <a:pt x="118753" y="101643"/>
                </a:cubicBezTo>
                <a:cubicBezTo>
                  <a:pt x="117327" y="101643"/>
                  <a:pt x="116198" y="101607"/>
                  <a:pt x="115367" y="101536"/>
                </a:cubicBezTo>
                <a:cubicBezTo>
                  <a:pt x="114535" y="101464"/>
                  <a:pt x="113870" y="101346"/>
                  <a:pt x="113371" y="101179"/>
                </a:cubicBezTo>
                <a:cubicBezTo>
                  <a:pt x="112872" y="101013"/>
                  <a:pt x="112492" y="100799"/>
                  <a:pt x="112231" y="100538"/>
                </a:cubicBezTo>
                <a:cubicBezTo>
                  <a:pt x="111969" y="100276"/>
                  <a:pt x="111744" y="99980"/>
                  <a:pt x="111553" y="99647"/>
                </a:cubicBezTo>
                <a:lnTo>
                  <a:pt x="96157" y="74201"/>
                </a:lnTo>
                <a:lnTo>
                  <a:pt x="80833" y="99647"/>
                </a:lnTo>
                <a:cubicBezTo>
                  <a:pt x="80643" y="99980"/>
                  <a:pt x="80417" y="100276"/>
                  <a:pt x="80155" y="100538"/>
                </a:cubicBezTo>
                <a:cubicBezTo>
                  <a:pt x="79894" y="100799"/>
                  <a:pt x="79514" y="101013"/>
                  <a:pt x="79015" y="101179"/>
                </a:cubicBezTo>
                <a:cubicBezTo>
                  <a:pt x="78516" y="101346"/>
                  <a:pt x="77863" y="101464"/>
                  <a:pt x="77055" y="101536"/>
                </a:cubicBezTo>
                <a:cubicBezTo>
                  <a:pt x="76247" y="101607"/>
                  <a:pt x="75178" y="101643"/>
                  <a:pt x="73847" y="101643"/>
                </a:cubicBezTo>
                <a:cubicBezTo>
                  <a:pt x="72469" y="101643"/>
                  <a:pt x="71341" y="101583"/>
                  <a:pt x="70462" y="101464"/>
                </a:cubicBezTo>
                <a:cubicBezTo>
                  <a:pt x="69583" y="101346"/>
                  <a:pt x="68941" y="101144"/>
                  <a:pt x="68537" y="100859"/>
                </a:cubicBezTo>
                <a:cubicBezTo>
                  <a:pt x="68133" y="100573"/>
                  <a:pt x="67943" y="100205"/>
                  <a:pt x="67967" y="99754"/>
                </a:cubicBezTo>
                <a:cubicBezTo>
                  <a:pt x="67991" y="99302"/>
                  <a:pt x="68216" y="98744"/>
                  <a:pt x="68644" y="98079"/>
                </a:cubicBezTo>
                <a:lnTo>
                  <a:pt x="88602" y="66788"/>
                </a:lnTo>
                <a:lnTo>
                  <a:pt x="69713" y="36637"/>
                </a:lnTo>
                <a:cubicBezTo>
                  <a:pt x="69333" y="35972"/>
                  <a:pt x="69131" y="35413"/>
                  <a:pt x="69107" y="34962"/>
                </a:cubicBezTo>
                <a:cubicBezTo>
                  <a:pt x="69084" y="34511"/>
                  <a:pt x="69297" y="34130"/>
                  <a:pt x="69749" y="33821"/>
                </a:cubicBezTo>
                <a:cubicBezTo>
                  <a:pt x="70200" y="33513"/>
                  <a:pt x="70889" y="33311"/>
                  <a:pt x="71816" y="33216"/>
                </a:cubicBezTo>
                <a:cubicBezTo>
                  <a:pt x="72743" y="33121"/>
                  <a:pt x="73966" y="33073"/>
                  <a:pt x="75487" y="33073"/>
                </a:cubicBezTo>
                <a:cubicBezTo>
                  <a:pt x="76865" y="33073"/>
                  <a:pt x="77970" y="33109"/>
                  <a:pt x="78801" y="33180"/>
                </a:cubicBezTo>
                <a:cubicBezTo>
                  <a:pt x="79633" y="33251"/>
                  <a:pt x="80286" y="33358"/>
                  <a:pt x="80761" y="33501"/>
                </a:cubicBezTo>
                <a:cubicBezTo>
                  <a:pt x="81237" y="33643"/>
                  <a:pt x="81593" y="33833"/>
                  <a:pt x="81831" y="34071"/>
                </a:cubicBezTo>
                <a:cubicBezTo>
                  <a:pt x="82068" y="34309"/>
                  <a:pt x="82282" y="34594"/>
                  <a:pt x="82472" y="34926"/>
                </a:cubicBezTo>
                <a:lnTo>
                  <a:pt x="97084" y="58804"/>
                </a:lnTo>
                <a:lnTo>
                  <a:pt x="111910" y="34926"/>
                </a:lnTo>
                <a:cubicBezTo>
                  <a:pt x="112100" y="34641"/>
                  <a:pt x="112314" y="34380"/>
                  <a:pt x="112551" y="34142"/>
                </a:cubicBezTo>
                <a:cubicBezTo>
                  <a:pt x="112789" y="33905"/>
                  <a:pt x="113110" y="33703"/>
                  <a:pt x="113514" y="33536"/>
                </a:cubicBezTo>
                <a:cubicBezTo>
                  <a:pt x="113918" y="33370"/>
                  <a:pt x="114488" y="33251"/>
                  <a:pt x="115224" y="33180"/>
                </a:cubicBezTo>
                <a:cubicBezTo>
                  <a:pt x="115961" y="33109"/>
                  <a:pt x="116971" y="33073"/>
                  <a:pt x="118254" y="33073"/>
                </a:cubicBezTo>
                <a:cubicBezTo>
                  <a:pt x="119632" y="33073"/>
                  <a:pt x="120760" y="33121"/>
                  <a:pt x="121639" y="33216"/>
                </a:cubicBezTo>
                <a:cubicBezTo>
                  <a:pt x="122518" y="33311"/>
                  <a:pt x="123172" y="33489"/>
                  <a:pt x="123600" y="33750"/>
                </a:cubicBezTo>
                <a:cubicBezTo>
                  <a:pt x="124027" y="34012"/>
                  <a:pt x="124217" y="34380"/>
                  <a:pt x="124170" y="34855"/>
                </a:cubicBezTo>
                <a:cubicBezTo>
                  <a:pt x="124122" y="35330"/>
                  <a:pt x="123885" y="35924"/>
                  <a:pt x="123457" y="36637"/>
                </a:cubicBezTo>
                <a:lnTo>
                  <a:pt x="104711" y="66431"/>
                </a:lnTo>
                <a:lnTo>
                  <a:pt x="124526" y="98079"/>
                </a:lnTo>
                <a:close/>
                <a:moveTo>
                  <a:pt x="200225" y="71383"/>
                </a:moveTo>
                <a:cubicBezTo>
                  <a:pt x="200225" y="75426"/>
                  <a:pt x="199608" y="79339"/>
                  <a:pt x="198372" y="83121"/>
                </a:cubicBezTo>
                <a:cubicBezTo>
                  <a:pt x="197137" y="86904"/>
                  <a:pt x="195236" y="90234"/>
                  <a:pt x="192670" y="93114"/>
                </a:cubicBezTo>
                <a:cubicBezTo>
                  <a:pt x="190104" y="95992"/>
                  <a:pt x="186849" y="98299"/>
                  <a:pt x="182905" y="100037"/>
                </a:cubicBezTo>
                <a:cubicBezTo>
                  <a:pt x="178961" y="101773"/>
                  <a:pt x="174304" y="102641"/>
                  <a:pt x="168934" y="102641"/>
                </a:cubicBezTo>
                <a:cubicBezTo>
                  <a:pt x="165085" y="102641"/>
                  <a:pt x="161688" y="102165"/>
                  <a:pt x="158741" y="101215"/>
                </a:cubicBezTo>
                <a:cubicBezTo>
                  <a:pt x="155795" y="100263"/>
                  <a:pt x="153229" y="98907"/>
                  <a:pt x="151043" y="97148"/>
                </a:cubicBezTo>
                <a:cubicBezTo>
                  <a:pt x="148857" y="95388"/>
                  <a:pt x="147040" y="93224"/>
                  <a:pt x="145591" y="90657"/>
                </a:cubicBezTo>
                <a:cubicBezTo>
                  <a:pt x="144141" y="88089"/>
                  <a:pt x="142977" y="85165"/>
                  <a:pt x="142098" y="81883"/>
                </a:cubicBezTo>
                <a:cubicBezTo>
                  <a:pt x="141219" y="78601"/>
                  <a:pt x="140589" y="75011"/>
                  <a:pt x="140209" y="71111"/>
                </a:cubicBezTo>
                <a:cubicBezTo>
                  <a:pt x="139829" y="67212"/>
                  <a:pt x="139639" y="63027"/>
                  <a:pt x="139639" y="58557"/>
                </a:cubicBezTo>
                <a:cubicBezTo>
                  <a:pt x="139639" y="54610"/>
                  <a:pt x="139853" y="50616"/>
                  <a:pt x="140280" y="46574"/>
                </a:cubicBezTo>
                <a:cubicBezTo>
                  <a:pt x="140708" y="42532"/>
                  <a:pt x="141468" y="38632"/>
                  <a:pt x="142561" y="34875"/>
                </a:cubicBezTo>
                <a:cubicBezTo>
                  <a:pt x="143654" y="31118"/>
                  <a:pt x="145139" y="27588"/>
                  <a:pt x="147016" y="24284"/>
                </a:cubicBezTo>
                <a:cubicBezTo>
                  <a:pt x="148893" y="20978"/>
                  <a:pt x="151245" y="18101"/>
                  <a:pt x="154073" y="15652"/>
                </a:cubicBezTo>
                <a:cubicBezTo>
                  <a:pt x="156900" y="13202"/>
                  <a:pt x="160286" y="11264"/>
                  <a:pt x="164230" y="9839"/>
                </a:cubicBezTo>
                <a:cubicBezTo>
                  <a:pt x="168174" y="8412"/>
                  <a:pt x="172759" y="7698"/>
                  <a:pt x="177987" y="7698"/>
                </a:cubicBezTo>
                <a:cubicBezTo>
                  <a:pt x="179745" y="7698"/>
                  <a:pt x="181527" y="7805"/>
                  <a:pt x="183332" y="8019"/>
                </a:cubicBezTo>
                <a:cubicBezTo>
                  <a:pt x="185138" y="8233"/>
                  <a:pt x="186801" y="8518"/>
                  <a:pt x="188322" y="8874"/>
                </a:cubicBezTo>
                <a:cubicBezTo>
                  <a:pt x="189842" y="9231"/>
                  <a:pt x="191125" y="9623"/>
                  <a:pt x="192171" y="10050"/>
                </a:cubicBezTo>
                <a:cubicBezTo>
                  <a:pt x="193216" y="10478"/>
                  <a:pt x="193905" y="10822"/>
                  <a:pt x="194238" y="11084"/>
                </a:cubicBezTo>
                <a:cubicBezTo>
                  <a:pt x="194571" y="11345"/>
                  <a:pt x="194820" y="11630"/>
                  <a:pt x="194986" y="11939"/>
                </a:cubicBezTo>
                <a:cubicBezTo>
                  <a:pt x="195153" y="12248"/>
                  <a:pt x="195283" y="12581"/>
                  <a:pt x="195378" y="12937"/>
                </a:cubicBezTo>
                <a:cubicBezTo>
                  <a:pt x="195473" y="13293"/>
                  <a:pt x="195545" y="13697"/>
                  <a:pt x="195592" y="14149"/>
                </a:cubicBezTo>
                <a:cubicBezTo>
                  <a:pt x="195640" y="14600"/>
                  <a:pt x="195663" y="15158"/>
                  <a:pt x="195663" y="15824"/>
                </a:cubicBezTo>
                <a:cubicBezTo>
                  <a:pt x="195663" y="16679"/>
                  <a:pt x="195652" y="17416"/>
                  <a:pt x="195628" y="18033"/>
                </a:cubicBezTo>
                <a:cubicBezTo>
                  <a:pt x="195604" y="18651"/>
                  <a:pt x="195509" y="19150"/>
                  <a:pt x="195343" y="19530"/>
                </a:cubicBezTo>
                <a:cubicBezTo>
                  <a:pt x="195176" y="19910"/>
                  <a:pt x="194963" y="20195"/>
                  <a:pt x="194701" y="20386"/>
                </a:cubicBezTo>
                <a:cubicBezTo>
                  <a:pt x="194440" y="20576"/>
                  <a:pt x="194095" y="20671"/>
                  <a:pt x="193668" y="20671"/>
                </a:cubicBezTo>
                <a:cubicBezTo>
                  <a:pt x="193145" y="20671"/>
                  <a:pt x="192432" y="20504"/>
                  <a:pt x="191529" y="20172"/>
                </a:cubicBezTo>
                <a:cubicBezTo>
                  <a:pt x="190626" y="19839"/>
                  <a:pt x="189534" y="19471"/>
                  <a:pt x="188251" y="19067"/>
                </a:cubicBezTo>
                <a:cubicBezTo>
                  <a:pt x="186968" y="18663"/>
                  <a:pt x="185411" y="18295"/>
                  <a:pt x="183582" y="17962"/>
                </a:cubicBezTo>
                <a:cubicBezTo>
                  <a:pt x="181752" y="17629"/>
                  <a:pt x="179626" y="17463"/>
                  <a:pt x="177202" y="17463"/>
                </a:cubicBezTo>
                <a:cubicBezTo>
                  <a:pt x="172783" y="17463"/>
                  <a:pt x="168982" y="18366"/>
                  <a:pt x="165798" y="20172"/>
                </a:cubicBezTo>
                <a:cubicBezTo>
                  <a:pt x="162614" y="21977"/>
                  <a:pt x="160013" y="24401"/>
                  <a:pt x="157993" y="27442"/>
                </a:cubicBezTo>
                <a:cubicBezTo>
                  <a:pt x="155973" y="30483"/>
                  <a:pt x="154477" y="34012"/>
                  <a:pt x="153502" y="38027"/>
                </a:cubicBezTo>
                <a:cubicBezTo>
                  <a:pt x="152528" y="42042"/>
                  <a:pt x="151970" y="46236"/>
                  <a:pt x="151827" y="50607"/>
                </a:cubicBezTo>
                <a:cubicBezTo>
                  <a:pt x="153063" y="49895"/>
                  <a:pt x="154453" y="49182"/>
                  <a:pt x="155997" y="48469"/>
                </a:cubicBezTo>
                <a:cubicBezTo>
                  <a:pt x="157542" y="47756"/>
                  <a:pt x="159228" y="47115"/>
                  <a:pt x="161058" y="46545"/>
                </a:cubicBezTo>
                <a:cubicBezTo>
                  <a:pt x="162887" y="45974"/>
                  <a:pt x="164824" y="45511"/>
                  <a:pt x="166867" y="45155"/>
                </a:cubicBezTo>
                <a:cubicBezTo>
                  <a:pt x="168910" y="44798"/>
                  <a:pt x="171096" y="44620"/>
                  <a:pt x="173425" y="44620"/>
                </a:cubicBezTo>
                <a:cubicBezTo>
                  <a:pt x="178414" y="44620"/>
                  <a:pt x="182620" y="45298"/>
                  <a:pt x="186041" y="46654"/>
                </a:cubicBezTo>
                <a:cubicBezTo>
                  <a:pt x="189462" y="48010"/>
                  <a:pt x="192230" y="49889"/>
                  <a:pt x="194345" y="52291"/>
                </a:cubicBezTo>
                <a:cubicBezTo>
                  <a:pt x="196459" y="54694"/>
                  <a:pt x="197968" y="57525"/>
                  <a:pt x="198871" y="60785"/>
                </a:cubicBezTo>
                <a:cubicBezTo>
                  <a:pt x="199774" y="64044"/>
                  <a:pt x="200225" y="67577"/>
                  <a:pt x="200225" y="71383"/>
                </a:cubicBezTo>
                <a:moveTo>
                  <a:pt x="187823" y="72523"/>
                </a:moveTo>
                <a:cubicBezTo>
                  <a:pt x="187823" y="69763"/>
                  <a:pt x="187550" y="67252"/>
                  <a:pt x="187003" y="64990"/>
                </a:cubicBezTo>
                <a:cubicBezTo>
                  <a:pt x="186457" y="62728"/>
                  <a:pt x="185542" y="60812"/>
                  <a:pt x="184259" y="59241"/>
                </a:cubicBezTo>
                <a:cubicBezTo>
                  <a:pt x="182976" y="57670"/>
                  <a:pt x="181265" y="56456"/>
                  <a:pt x="179127" y="55599"/>
                </a:cubicBezTo>
                <a:cubicBezTo>
                  <a:pt x="176989" y="54742"/>
                  <a:pt x="174351" y="54314"/>
                  <a:pt x="171215" y="54314"/>
                </a:cubicBezTo>
                <a:cubicBezTo>
                  <a:pt x="169457" y="54314"/>
                  <a:pt x="167699" y="54469"/>
                  <a:pt x="165940" y="54779"/>
                </a:cubicBezTo>
                <a:cubicBezTo>
                  <a:pt x="164182" y="55088"/>
                  <a:pt x="162484" y="55517"/>
                  <a:pt x="160844" y="56065"/>
                </a:cubicBezTo>
                <a:cubicBezTo>
                  <a:pt x="159205" y="56611"/>
                  <a:pt x="157637" y="57253"/>
                  <a:pt x="156140" y="57991"/>
                </a:cubicBezTo>
                <a:cubicBezTo>
                  <a:pt x="154643" y="58729"/>
                  <a:pt x="153277" y="59527"/>
                  <a:pt x="152041" y="60384"/>
                </a:cubicBezTo>
                <a:cubicBezTo>
                  <a:pt x="152041" y="66526"/>
                  <a:pt x="152433" y="71667"/>
                  <a:pt x="153217" y="75809"/>
                </a:cubicBezTo>
                <a:cubicBezTo>
                  <a:pt x="154001" y="79950"/>
                  <a:pt x="155142" y="83271"/>
                  <a:pt x="156639" y="85770"/>
                </a:cubicBezTo>
                <a:cubicBezTo>
                  <a:pt x="158136" y="88269"/>
                  <a:pt x="160001" y="90055"/>
                  <a:pt x="162234" y="91127"/>
                </a:cubicBezTo>
                <a:cubicBezTo>
                  <a:pt x="164467" y="92198"/>
                  <a:pt x="167081" y="92733"/>
                  <a:pt x="170075" y="92733"/>
                </a:cubicBezTo>
                <a:cubicBezTo>
                  <a:pt x="173116" y="92733"/>
                  <a:pt x="175753" y="92162"/>
                  <a:pt x="177987" y="91020"/>
                </a:cubicBezTo>
                <a:cubicBezTo>
                  <a:pt x="180220" y="89877"/>
                  <a:pt x="182073" y="88341"/>
                  <a:pt x="183546" y="86414"/>
                </a:cubicBezTo>
                <a:cubicBezTo>
                  <a:pt x="185019" y="84485"/>
                  <a:pt x="186100" y="82318"/>
                  <a:pt x="186789" y="79914"/>
                </a:cubicBezTo>
                <a:cubicBezTo>
                  <a:pt x="187478" y="77510"/>
                  <a:pt x="187823" y="75046"/>
                  <a:pt x="187823" y="72523"/>
                </a:cubicBezTo>
                <a:close/>
                <a:moveTo>
                  <a:pt x="270793" y="2925"/>
                </a:moveTo>
                <a:cubicBezTo>
                  <a:pt x="266279" y="12488"/>
                  <a:pt x="262917" y="22300"/>
                  <a:pt x="260707" y="32363"/>
                </a:cubicBezTo>
                <a:cubicBezTo>
                  <a:pt x="258497" y="42423"/>
                  <a:pt x="257393" y="52544"/>
                  <a:pt x="257393" y="62725"/>
                </a:cubicBezTo>
                <a:cubicBezTo>
                  <a:pt x="257393" y="72953"/>
                  <a:pt x="258521" y="83087"/>
                  <a:pt x="260778" y="93125"/>
                </a:cubicBezTo>
                <a:cubicBezTo>
                  <a:pt x="263035" y="103162"/>
                  <a:pt x="266326" y="113009"/>
                  <a:pt x="270650" y="122665"/>
                </a:cubicBezTo>
                <a:cubicBezTo>
                  <a:pt x="270888" y="123237"/>
                  <a:pt x="271019" y="123725"/>
                  <a:pt x="271042" y="124129"/>
                </a:cubicBezTo>
                <a:cubicBezTo>
                  <a:pt x="271066" y="124533"/>
                  <a:pt x="270912" y="124865"/>
                  <a:pt x="270579" y="125127"/>
                </a:cubicBezTo>
                <a:cubicBezTo>
                  <a:pt x="270246" y="125389"/>
                  <a:pt x="269736" y="125580"/>
                  <a:pt x="269047" y="125699"/>
                </a:cubicBezTo>
                <a:cubicBezTo>
                  <a:pt x="268358" y="125818"/>
                  <a:pt x="267419" y="125877"/>
                  <a:pt x="266231" y="125877"/>
                </a:cubicBezTo>
                <a:cubicBezTo>
                  <a:pt x="265376" y="125877"/>
                  <a:pt x="264639" y="125853"/>
                  <a:pt x="264021" y="125806"/>
                </a:cubicBezTo>
                <a:cubicBezTo>
                  <a:pt x="263404" y="125758"/>
                  <a:pt x="262869" y="125663"/>
                  <a:pt x="262418" y="125521"/>
                </a:cubicBezTo>
                <a:cubicBezTo>
                  <a:pt x="261966" y="125378"/>
                  <a:pt x="261598" y="125211"/>
                  <a:pt x="261313" y="125020"/>
                </a:cubicBezTo>
                <a:cubicBezTo>
                  <a:pt x="261028" y="124830"/>
                  <a:pt x="260814" y="124616"/>
                  <a:pt x="260671" y="124378"/>
                </a:cubicBezTo>
                <a:cubicBezTo>
                  <a:pt x="258105" y="119527"/>
                  <a:pt x="255848" y="114615"/>
                  <a:pt x="253900" y="109644"/>
                </a:cubicBezTo>
                <a:cubicBezTo>
                  <a:pt x="251952" y="104672"/>
                  <a:pt x="250312" y="99617"/>
                  <a:pt x="248982" y="94479"/>
                </a:cubicBezTo>
                <a:cubicBezTo>
                  <a:pt x="247651" y="89341"/>
                  <a:pt x="246653" y="84144"/>
                  <a:pt x="245988" y="78887"/>
                </a:cubicBezTo>
                <a:cubicBezTo>
                  <a:pt x="245323" y="73630"/>
                  <a:pt x="244990" y="68314"/>
                  <a:pt x="244990" y="62939"/>
                </a:cubicBezTo>
                <a:cubicBezTo>
                  <a:pt x="244990" y="57563"/>
                  <a:pt x="245358" y="52259"/>
                  <a:pt x="246095" y="47026"/>
                </a:cubicBezTo>
                <a:cubicBezTo>
                  <a:pt x="246832" y="41793"/>
                  <a:pt x="247877" y="36595"/>
                  <a:pt x="249231" y="31434"/>
                </a:cubicBezTo>
                <a:cubicBezTo>
                  <a:pt x="250585" y="26272"/>
                  <a:pt x="252237" y="21193"/>
                  <a:pt x="254185" y="16198"/>
                </a:cubicBezTo>
                <a:cubicBezTo>
                  <a:pt x="256133" y="11203"/>
                  <a:pt x="258319" y="6255"/>
                  <a:pt x="260743" y="1357"/>
                </a:cubicBezTo>
                <a:cubicBezTo>
                  <a:pt x="260790" y="1166"/>
                  <a:pt x="260921" y="1000"/>
                  <a:pt x="261135" y="858"/>
                </a:cubicBezTo>
                <a:cubicBezTo>
                  <a:pt x="261349" y="714"/>
                  <a:pt x="261645" y="570"/>
                  <a:pt x="262026" y="428"/>
                </a:cubicBezTo>
                <a:cubicBezTo>
                  <a:pt x="262406" y="285"/>
                  <a:pt x="262929" y="178"/>
                  <a:pt x="263594" y="107"/>
                </a:cubicBezTo>
                <a:cubicBezTo>
                  <a:pt x="264259" y="36"/>
                  <a:pt x="265114" y="0"/>
                  <a:pt x="266160" y="0"/>
                </a:cubicBezTo>
                <a:cubicBezTo>
                  <a:pt x="267253" y="0"/>
                  <a:pt x="268132" y="71"/>
                  <a:pt x="268797" y="214"/>
                </a:cubicBezTo>
                <a:cubicBezTo>
                  <a:pt x="269462" y="356"/>
                  <a:pt x="269985" y="547"/>
                  <a:pt x="270365" y="786"/>
                </a:cubicBezTo>
                <a:cubicBezTo>
                  <a:pt x="270745" y="1024"/>
                  <a:pt x="270959" y="1333"/>
                  <a:pt x="271007" y="1713"/>
                </a:cubicBezTo>
                <a:cubicBezTo>
                  <a:pt x="271054" y="2093"/>
                  <a:pt x="270983" y="2497"/>
                  <a:pt x="270793" y="2925"/>
                </a:cubicBezTo>
                <a:close/>
                <a:moveTo>
                  <a:pt x="349836" y="95940"/>
                </a:moveTo>
                <a:cubicBezTo>
                  <a:pt x="349836" y="96796"/>
                  <a:pt x="349776" y="97556"/>
                  <a:pt x="349657" y="98221"/>
                </a:cubicBezTo>
                <a:cubicBezTo>
                  <a:pt x="349539" y="98887"/>
                  <a:pt x="349372" y="99445"/>
                  <a:pt x="349158" y="99896"/>
                </a:cubicBezTo>
                <a:cubicBezTo>
                  <a:pt x="348945" y="100348"/>
                  <a:pt x="348659" y="100680"/>
                  <a:pt x="348303" y="100894"/>
                </a:cubicBezTo>
                <a:cubicBezTo>
                  <a:pt x="347947" y="101108"/>
                  <a:pt x="347555" y="101215"/>
                  <a:pt x="347127" y="101215"/>
                </a:cubicBezTo>
                <a:lnTo>
                  <a:pt x="296163" y="101215"/>
                </a:lnTo>
                <a:cubicBezTo>
                  <a:pt x="295498" y="101215"/>
                  <a:pt x="294916" y="101132"/>
                  <a:pt x="294417" y="100966"/>
                </a:cubicBezTo>
                <a:cubicBezTo>
                  <a:pt x="293918" y="100799"/>
                  <a:pt x="293490" y="100526"/>
                  <a:pt x="293134" y="100146"/>
                </a:cubicBezTo>
                <a:cubicBezTo>
                  <a:pt x="292777" y="99766"/>
                  <a:pt x="292516" y="99219"/>
                  <a:pt x="292350" y="98506"/>
                </a:cubicBezTo>
                <a:cubicBezTo>
                  <a:pt x="292183" y="97794"/>
                  <a:pt x="292100" y="96915"/>
                  <a:pt x="292100" y="95869"/>
                </a:cubicBezTo>
                <a:cubicBezTo>
                  <a:pt x="292100" y="94919"/>
                  <a:pt x="292136" y="94087"/>
                  <a:pt x="292207" y="93374"/>
                </a:cubicBezTo>
                <a:cubicBezTo>
                  <a:pt x="292278" y="92662"/>
                  <a:pt x="292433" y="92032"/>
                  <a:pt x="292670" y="91486"/>
                </a:cubicBezTo>
                <a:cubicBezTo>
                  <a:pt x="292908" y="90939"/>
                  <a:pt x="293205" y="90393"/>
                  <a:pt x="293561" y="89846"/>
                </a:cubicBezTo>
                <a:cubicBezTo>
                  <a:pt x="293918" y="89300"/>
                  <a:pt x="294381" y="88718"/>
                  <a:pt x="294951" y="88100"/>
                </a:cubicBezTo>
                <a:lnTo>
                  <a:pt x="312842" y="69115"/>
                </a:lnTo>
                <a:cubicBezTo>
                  <a:pt x="316976" y="64741"/>
                  <a:pt x="320291" y="60817"/>
                  <a:pt x="322785" y="57346"/>
                </a:cubicBezTo>
                <a:cubicBezTo>
                  <a:pt x="325280" y="53874"/>
                  <a:pt x="327205" y="50711"/>
                  <a:pt x="328559" y="47859"/>
                </a:cubicBezTo>
                <a:cubicBezTo>
                  <a:pt x="329913" y="45005"/>
                  <a:pt x="330804" y="42413"/>
                  <a:pt x="331232" y="40083"/>
                </a:cubicBezTo>
                <a:cubicBezTo>
                  <a:pt x="331660" y="37753"/>
                  <a:pt x="331873" y="35566"/>
                  <a:pt x="331873" y="33521"/>
                </a:cubicBezTo>
                <a:cubicBezTo>
                  <a:pt x="331873" y="31475"/>
                  <a:pt x="331541" y="29536"/>
                  <a:pt x="330876" y="27705"/>
                </a:cubicBezTo>
                <a:cubicBezTo>
                  <a:pt x="330210" y="25872"/>
                  <a:pt x="329248" y="24266"/>
                  <a:pt x="327989" y="22887"/>
                </a:cubicBezTo>
                <a:cubicBezTo>
                  <a:pt x="326730" y="21506"/>
                  <a:pt x="325150" y="20412"/>
                  <a:pt x="323249" y="19604"/>
                </a:cubicBezTo>
                <a:cubicBezTo>
                  <a:pt x="321348" y="18794"/>
                  <a:pt x="319162" y="18390"/>
                  <a:pt x="316691" y="18390"/>
                </a:cubicBezTo>
                <a:cubicBezTo>
                  <a:pt x="313793" y="18390"/>
                  <a:pt x="311191" y="18794"/>
                  <a:pt x="308886" y="19601"/>
                </a:cubicBezTo>
                <a:cubicBezTo>
                  <a:pt x="306582" y="20409"/>
                  <a:pt x="304562" y="21288"/>
                  <a:pt x="302828" y="22239"/>
                </a:cubicBezTo>
                <a:cubicBezTo>
                  <a:pt x="301093" y="23189"/>
                  <a:pt x="299644" y="24068"/>
                  <a:pt x="298480" y="24876"/>
                </a:cubicBezTo>
                <a:cubicBezTo>
                  <a:pt x="297315" y="25684"/>
                  <a:pt x="296448" y="26088"/>
                  <a:pt x="295878" y="26088"/>
                </a:cubicBezTo>
                <a:cubicBezTo>
                  <a:pt x="295545" y="26088"/>
                  <a:pt x="295248" y="25993"/>
                  <a:pt x="294987" y="25803"/>
                </a:cubicBezTo>
                <a:cubicBezTo>
                  <a:pt x="294726" y="25613"/>
                  <a:pt x="294512" y="25304"/>
                  <a:pt x="294345" y="24876"/>
                </a:cubicBezTo>
                <a:cubicBezTo>
                  <a:pt x="294179" y="24448"/>
                  <a:pt x="294048" y="23878"/>
                  <a:pt x="293953" y="23165"/>
                </a:cubicBezTo>
                <a:cubicBezTo>
                  <a:pt x="293858" y="22453"/>
                  <a:pt x="293811" y="21597"/>
                  <a:pt x="293811" y="20599"/>
                </a:cubicBezTo>
                <a:cubicBezTo>
                  <a:pt x="293811" y="19887"/>
                  <a:pt x="293835" y="19269"/>
                  <a:pt x="293882" y="18746"/>
                </a:cubicBezTo>
                <a:cubicBezTo>
                  <a:pt x="293930" y="18223"/>
                  <a:pt x="294013" y="17772"/>
                  <a:pt x="294132" y="17392"/>
                </a:cubicBezTo>
                <a:cubicBezTo>
                  <a:pt x="294250" y="17012"/>
                  <a:pt x="294405" y="16655"/>
                  <a:pt x="294595" y="16323"/>
                </a:cubicBezTo>
                <a:cubicBezTo>
                  <a:pt x="294785" y="15990"/>
                  <a:pt x="295165" y="15574"/>
                  <a:pt x="295735" y="15075"/>
                </a:cubicBezTo>
                <a:cubicBezTo>
                  <a:pt x="296306" y="14576"/>
                  <a:pt x="297292" y="13899"/>
                  <a:pt x="298693" y="13044"/>
                </a:cubicBezTo>
                <a:cubicBezTo>
                  <a:pt x="300095" y="12189"/>
                  <a:pt x="301853" y="11345"/>
                  <a:pt x="303968" y="10514"/>
                </a:cubicBezTo>
                <a:cubicBezTo>
                  <a:pt x="306083" y="9682"/>
                  <a:pt x="308411" y="8981"/>
                  <a:pt x="310953" y="8411"/>
                </a:cubicBezTo>
                <a:cubicBezTo>
                  <a:pt x="313496" y="7841"/>
                  <a:pt x="316168" y="7555"/>
                  <a:pt x="318972" y="7555"/>
                </a:cubicBezTo>
                <a:cubicBezTo>
                  <a:pt x="323439" y="7555"/>
                  <a:pt x="327347" y="8186"/>
                  <a:pt x="330697" y="9447"/>
                </a:cubicBezTo>
                <a:cubicBezTo>
                  <a:pt x="334047" y="10706"/>
                  <a:pt x="336827" y="12429"/>
                  <a:pt x="339037" y="14616"/>
                </a:cubicBezTo>
                <a:cubicBezTo>
                  <a:pt x="341247" y="16804"/>
                  <a:pt x="342898" y="19348"/>
                  <a:pt x="343991" y="22250"/>
                </a:cubicBezTo>
                <a:cubicBezTo>
                  <a:pt x="345084" y="25150"/>
                  <a:pt x="345630" y="28241"/>
                  <a:pt x="345630" y="31523"/>
                </a:cubicBezTo>
                <a:cubicBezTo>
                  <a:pt x="345630" y="34472"/>
                  <a:pt x="345369" y="37409"/>
                  <a:pt x="344846" y="40335"/>
                </a:cubicBezTo>
                <a:cubicBezTo>
                  <a:pt x="344323" y="43258"/>
                  <a:pt x="343219" y="46421"/>
                  <a:pt x="341532" y="49821"/>
                </a:cubicBezTo>
                <a:cubicBezTo>
                  <a:pt x="339845" y="53222"/>
                  <a:pt x="337409" y="57002"/>
                  <a:pt x="334226" y="61163"/>
                </a:cubicBezTo>
                <a:cubicBezTo>
                  <a:pt x="331042" y="65324"/>
                  <a:pt x="326813" y="70115"/>
                  <a:pt x="321538" y="75537"/>
                </a:cubicBezTo>
                <a:lnTo>
                  <a:pt x="306926" y="90808"/>
                </a:lnTo>
                <a:lnTo>
                  <a:pt x="347056" y="90808"/>
                </a:lnTo>
                <a:cubicBezTo>
                  <a:pt x="347436" y="90808"/>
                  <a:pt x="347804" y="90915"/>
                  <a:pt x="348160" y="91129"/>
                </a:cubicBezTo>
                <a:cubicBezTo>
                  <a:pt x="348517" y="91343"/>
                  <a:pt x="348826" y="91664"/>
                  <a:pt x="349087" y="92091"/>
                </a:cubicBezTo>
                <a:cubicBezTo>
                  <a:pt x="349348" y="92519"/>
                  <a:pt x="349539" y="93054"/>
                  <a:pt x="349657" y="93695"/>
                </a:cubicBezTo>
                <a:cubicBezTo>
                  <a:pt x="349776" y="94337"/>
                  <a:pt x="349836" y="95085"/>
                  <a:pt x="349836" y="95940"/>
                </a:cubicBezTo>
                <a:close/>
                <a:moveTo>
                  <a:pt x="383553" y="91022"/>
                </a:moveTo>
                <a:cubicBezTo>
                  <a:pt x="383553" y="92495"/>
                  <a:pt x="383482" y="93850"/>
                  <a:pt x="383339" y="95085"/>
                </a:cubicBezTo>
                <a:cubicBezTo>
                  <a:pt x="383197" y="96321"/>
                  <a:pt x="382959" y="97485"/>
                  <a:pt x="382627" y="98578"/>
                </a:cubicBezTo>
                <a:cubicBezTo>
                  <a:pt x="382294" y="99671"/>
                  <a:pt x="381854" y="100752"/>
                  <a:pt x="381308" y="101821"/>
                </a:cubicBezTo>
                <a:cubicBezTo>
                  <a:pt x="380762" y="102890"/>
                  <a:pt x="380084" y="104019"/>
                  <a:pt x="379277" y="105207"/>
                </a:cubicBezTo>
                <a:lnTo>
                  <a:pt x="369511" y="119890"/>
                </a:lnTo>
                <a:cubicBezTo>
                  <a:pt x="369274" y="120222"/>
                  <a:pt x="369001" y="120508"/>
                  <a:pt x="368692" y="120745"/>
                </a:cubicBezTo>
                <a:cubicBezTo>
                  <a:pt x="368383" y="120983"/>
                  <a:pt x="368003" y="121197"/>
                  <a:pt x="367551" y="121387"/>
                </a:cubicBezTo>
                <a:cubicBezTo>
                  <a:pt x="367100" y="121577"/>
                  <a:pt x="366577" y="121707"/>
                  <a:pt x="365983" y="121779"/>
                </a:cubicBezTo>
                <a:cubicBezTo>
                  <a:pt x="365389" y="121850"/>
                  <a:pt x="364641" y="121886"/>
                  <a:pt x="363738" y="121886"/>
                </a:cubicBezTo>
                <a:cubicBezTo>
                  <a:pt x="362930" y="121886"/>
                  <a:pt x="362253" y="121850"/>
                  <a:pt x="361707" y="121779"/>
                </a:cubicBezTo>
                <a:cubicBezTo>
                  <a:pt x="361160" y="121707"/>
                  <a:pt x="360768" y="121589"/>
                  <a:pt x="360530" y="121422"/>
                </a:cubicBezTo>
                <a:cubicBezTo>
                  <a:pt x="360293" y="121256"/>
                  <a:pt x="360162" y="121030"/>
                  <a:pt x="360138" y="120745"/>
                </a:cubicBezTo>
                <a:cubicBezTo>
                  <a:pt x="360115" y="120460"/>
                  <a:pt x="360198" y="120127"/>
                  <a:pt x="360388" y="119747"/>
                </a:cubicBezTo>
                <a:lnTo>
                  <a:pt x="369868" y="100146"/>
                </a:lnTo>
                <a:lnTo>
                  <a:pt x="369868" y="91022"/>
                </a:lnTo>
                <a:cubicBezTo>
                  <a:pt x="369868" y="89739"/>
                  <a:pt x="369999" y="88718"/>
                  <a:pt x="370260" y="87957"/>
                </a:cubicBezTo>
                <a:cubicBezTo>
                  <a:pt x="370521" y="87197"/>
                  <a:pt x="370937" y="86627"/>
                  <a:pt x="371507" y="86247"/>
                </a:cubicBezTo>
                <a:cubicBezTo>
                  <a:pt x="372077" y="85866"/>
                  <a:pt x="372790" y="85605"/>
                  <a:pt x="373646" y="85463"/>
                </a:cubicBezTo>
                <a:cubicBezTo>
                  <a:pt x="374501" y="85320"/>
                  <a:pt x="375546" y="85249"/>
                  <a:pt x="376782" y="85249"/>
                </a:cubicBezTo>
                <a:cubicBezTo>
                  <a:pt x="377970" y="85249"/>
                  <a:pt x="378991" y="85320"/>
                  <a:pt x="379847" y="85463"/>
                </a:cubicBezTo>
                <a:cubicBezTo>
                  <a:pt x="380702" y="85605"/>
                  <a:pt x="381403" y="85866"/>
                  <a:pt x="381950" y="86247"/>
                </a:cubicBezTo>
                <a:cubicBezTo>
                  <a:pt x="382496" y="86627"/>
                  <a:pt x="382900" y="87197"/>
                  <a:pt x="383161" y="87957"/>
                </a:cubicBezTo>
                <a:cubicBezTo>
                  <a:pt x="383423" y="88718"/>
                  <a:pt x="383553" y="89739"/>
                  <a:pt x="383553" y="91022"/>
                </a:cubicBezTo>
                <a:close/>
                <a:moveTo>
                  <a:pt x="462529" y="54884"/>
                </a:moveTo>
                <a:cubicBezTo>
                  <a:pt x="462529" y="61975"/>
                  <a:pt x="461971" y="68447"/>
                  <a:pt x="460854" y="74301"/>
                </a:cubicBezTo>
                <a:cubicBezTo>
                  <a:pt x="459737" y="80155"/>
                  <a:pt x="457884" y="85187"/>
                  <a:pt x="455294" y="89398"/>
                </a:cubicBezTo>
                <a:cubicBezTo>
                  <a:pt x="452705" y="93610"/>
                  <a:pt x="449319" y="96870"/>
                  <a:pt x="445137" y="99179"/>
                </a:cubicBezTo>
                <a:cubicBezTo>
                  <a:pt x="440956" y="101487"/>
                  <a:pt x="435800" y="102641"/>
                  <a:pt x="429670" y="102641"/>
                </a:cubicBezTo>
                <a:cubicBezTo>
                  <a:pt x="423873" y="102641"/>
                  <a:pt x="418990" y="101606"/>
                  <a:pt x="415022" y="99535"/>
                </a:cubicBezTo>
                <a:cubicBezTo>
                  <a:pt x="411054" y="97465"/>
                  <a:pt x="407859" y="94420"/>
                  <a:pt x="405435" y="90399"/>
                </a:cubicBezTo>
                <a:cubicBezTo>
                  <a:pt x="403012" y="86377"/>
                  <a:pt x="401289" y="81428"/>
                  <a:pt x="400268" y="75550"/>
                </a:cubicBezTo>
                <a:cubicBezTo>
                  <a:pt x="399246" y="69673"/>
                  <a:pt x="398735" y="62927"/>
                  <a:pt x="398735" y="55312"/>
                </a:cubicBezTo>
                <a:cubicBezTo>
                  <a:pt x="398735" y="48269"/>
                  <a:pt x="399305" y="41808"/>
                  <a:pt x="400446" y="35931"/>
                </a:cubicBezTo>
                <a:cubicBezTo>
                  <a:pt x="401586" y="30053"/>
                  <a:pt x="403439" y="25009"/>
                  <a:pt x="406005" y="20798"/>
                </a:cubicBezTo>
                <a:cubicBezTo>
                  <a:pt x="408571" y="16586"/>
                  <a:pt x="411945" y="13327"/>
                  <a:pt x="416127" y="11019"/>
                </a:cubicBezTo>
                <a:cubicBezTo>
                  <a:pt x="420309" y="8710"/>
                  <a:pt x="425441" y="7555"/>
                  <a:pt x="431523" y="7555"/>
                </a:cubicBezTo>
                <a:cubicBezTo>
                  <a:pt x="437368" y="7555"/>
                  <a:pt x="442274" y="8591"/>
                  <a:pt x="446242" y="10661"/>
                </a:cubicBezTo>
                <a:cubicBezTo>
                  <a:pt x="450210" y="12731"/>
                  <a:pt x="453405" y="15776"/>
                  <a:pt x="455829" y="19798"/>
                </a:cubicBezTo>
                <a:cubicBezTo>
                  <a:pt x="458252" y="23819"/>
                  <a:pt x="459975" y="28768"/>
                  <a:pt x="460997" y="34646"/>
                </a:cubicBezTo>
                <a:cubicBezTo>
                  <a:pt x="462018" y="40523"/>
                  <a:pt x="462529" y="47269"/>
                  <a:pt x="462529" y="54884"/>
                </a:cubicBezTo>
                <a:moveTo>
                  <a:pt x="449984" y="55742"/>
                </a:moveTo>
                <a:cubicBezTo>
                  <a:pt x="449984" y="51124"/>
                  <a:pt x="449818" y="46981"/>
                  <a:pt x="449485" y="43315"/>
                </a:cubicBezTo>
                <a:cubicBezTo>
                  <a:pt x="449153" y="39648"/>
                  <a:pt x="448665" y="36411"/>
                  <a:pt x="448024" y="33603"/>
                </a:cubicBezTo>
                <a:cubicBezTo>
                  <a:pt x="447382" y="30794"/>
                  <a:pt x="446551" y="28378"/>
                  <a:pt x="445529" y="26355"/>
                </a:cubicBezTo>
                <a:cubicBezTo>
                  <a:pt x="444508" y="24331"/>
                  <a:pt x="443284" y="22665"/>
                  <a:pt x="441858" y="21357"/>
                </a:cubicBezTo>
                <a:cubicBezTo>
                  <a:pt x="440433" y="20047"/>
                  <a:pt x="438805" y="19094"/>
                  <a:pt x="436976" y="18499"/>
                </a:cubicBezTo>
                <a:cubicBezTo>
                  <a:pt x="435146" y="17903"/>
                  <a:pt x="433091" y="17606"/>
                  <a:pt x="430810" y="17606"/>
                </a:cubicBezTo>
                <a:cubicBezTo>
                  <a:pt x="426771" y="17606"/>
                  <a:pt x="423492" y="18558"/>
                  <a:pt x="420974" y="20464"/>
                </a:cubicBezTo>
                <a:cubicBezTo>
                  <a:pt x="418455" y="22367"/>
                  <a:pt x="416471" y="24985"/>
                  <a:pt x="415022" y="28317"/>
                </a:cubicBezTo>
                <a:cubicBezTo>
                  <a:pt x="413573" y="31650"/>
                  <a:pt x="412587" y="35554"/>
                  <a:pt x="412064" y="40029"/>
                </a:cubicBezTo>
                <a:cubicBezTo>
                  <a:pt x="411541" y="44505"/>
                  <a:pt x="411280" y="49313"/>
                  <a:pt x="411280" y="54454"/>
                </a:cubicBezTo>
                <a:cubicBezTo>
                  <a:pt x="411280" y="61358"/>
                  <a:pt x="411636" y="67226"/>
                  <a:pt x="412349" y="72060"/>
                </a:cubicBezTo>
                <a:cubicBezTo>
                  <a:pt x="413062" y="76892"/>
                  <a:pt x="414191" y="80832"/>
                  <a:pt x="415735" y="83879"/>
                </a:cubicBezTo>
                <a:cubicBezTo>
                  <a:pt x="417279" y="86924"/>
                  <a:pt x="419251" y="89138"/>
                  <a:pt x="421651" y="90519"/>
                </a:cubicBezTo>
                <a:cubicBezTo>
                  <a:pt x="424051" y="91900"/>
                  <a:pt x="426961" y="92590"/>
                  <a:pt x="430383" y="92590"/>
                </a:cubicBezTo>
                <a:cubicBezTo>
                  <a:pt x="433044" y="92590"/>
                  <a:pt x="435384" y="92162"/>
                  <a:pt x="437404" y="91305"/>
                </a:cubicBezTo>
                <a:cubicBezTo>
                  <a:pt x="439423" y="90448"/>
                  <a:pt x="441157" y="89222"/>
                  <a:pt x="442607" y="87628"/>
                </a:cubicBezTo>
                <a:cubicBezTo>
                  <a:pt x="444056" y="86033"/>
                  <a:pt x="445256" y="84116"/>
                  <a:pt x="446206" y="81879"/>
                </a:cubicBezTo>
                <a:cubicBezTo>
                  <a:pt x="447157" y="79641"/>
                  <a:pt x="447917" y="77165"/>
                  <a:pt x="448487" y="74452"/>
                </a:cubicBezTo>
                <a:cubicBezTo>
                  <a:pt x="449057" y="71738"/>
                  <a:pt x="449450" y="68798"/>
                  <a:pt x="449663" y="65632"/>
                </a:cubicBezTo>
                <a:cubicBezTo>
                  <a:pt x="449877" y="62466"/>
                  <a:pt x="449984" y="59169"/>
                  <a:pt x="449984" y="55742"/>
                </a:cubicBezTo>
                <a:close/>
                <a:moveTo>
                  <a:pt x="493182" y="91022"/>
                </a:moveTo>
                <a:cubicBezTo>
                  <a:pt x="493182" y="92495"/>
                  <a:pt x="493111" y="93850"/>
                  <a:pt x="492968" y="95085"/>
                </a:cubicBezTo>
                <a:cubicBezTo>
                  <a:pt x="492825" y="96321"/>
                  <a:pt x="492588" y="97485"/>
                  <a:pt x="492255" y="98578"/>
                </a:cubicBezTo>
                <a:cubicBezTo>
                  <a:pt x="491923" y="99671"/>
                  <a:pt x="491483" y="100752"/>
                  <a:pt x="490937" y="101821"/>
                </a:cubicBezTo>
                <a:cubicBezTo>
                  <a:pt x="490390" y="102890"/>
                  <a:pt x="489713" y="104019"/>
                  <a:pt x="488905" y="105207"/>
                </a:cubicBezTo>
                <a:lnTo>
                  <a:pt x="479140" y="119890"/>
                </a:lnTo>
                <a:cubicBezTo>
                  <a:pt x="478902" y="120222"/>
                  <a:pt x="478629" y="120508"/>
                  <a:pt x="478320" y="120745"/>
                </a:cubicBezTo>
                <a:cubicBezTo>
                  <a:pt x="478011" y="120983"/>
                  <a:pt x="477631" y="121197"/>
                  <a:pt x="477180" y="121387"/>
                </a:cubicBezTo>
                <a:cubicBezTo>
                  <a:pt x="476728" y="121577"/>
                  <a:pt x="476206" y="121707"/>
                  <a:pt x="475612" y="121779"/>
                </a:cubicBezTo>
                <a:cubicBezTo>
                  <a:pt x="475018" y="121850"/>
                  <a:pt x="474269" y="121886"/>
                  <a:pt x="473367" y="121886"/>
                </a:cubicBezTo>
                <a:cubicBezTo>
                  <a:pt x="472559" y="121886"/>
                  <a:pt x="471882" y="121850"/>
                  <a:pt x="471335" y="121779"/>
                </a:cubicBezTo>
                <a:cubicBezTo>
                  <a:pt x="470789" y="121707"/>
                  <a:pt x="470397" y="121589"/>
                  <a:pt x="470159" y="121422"/>
                </a:cubicBezTo>
                <a:cubicBezTo>
                  <a:pt x="469921" y="121256"/>
                  <a:pt x="469791" y="121030"/>
                  <a:pt x="469767" y="120745"/>
                </a:cubicBezTo>
                <a:cubicBezTo>
                  <a:pt x="469743" y="120460"/>
                  <a:pt x="469826" y="120127"/>
                  <a:pt x="470016" y="119747"/>
                </a:cubicBezTo>
                <a:lnTo>
                  <a:pt x="479496" y="100146"/>
                </a:lnTo>
                <a:lnTo>
                  <a:pt x="479496" y="91022"/>
                </a:lnTo>
                <a:cubicBezTo>
                  <a:pt x="479496" y="89739"/>
                  <a:pt x="479627" y="88718"/>
                  <a:pt x="479888" y="87957"/>
                </a:cubicBezTo>
                <a:cubicBezTo>
                  <a:pt x="480150" y="87197"/>
                  <a:pt x="480566" y="86627"/>
                  <a:pt x="481136" y="86247"/>
                </a:cubicBezTo>
                <a:cubicBezTo>
                  <a:pt x="481706" y="85866"/>
                  <a:pt x="482419" y="85605"/>
                  <a:pt x="483274" y="85463"/>
                </a:cubicBezTo>
                <a:cubicBezTo>
                  <a:pt x="484130" y="85320"/>
                  <a:pt x="485175" y="85249"/>
                  <a:pt x="486410" y="85249"/>
                </a:cubicBezTo>
                <a:cubicBezTo>
                  <a:pt x="487598" y="85249"/>
                  <a:pt x="488620" y="85320"/>
                  <a:pt x="489475" y="85463"/>
                </a:cubicBezTo>
                <a:cubicBezTo>
                  <a:pt x="490331" y="85605"/>
                  <a:pt x="491032" y="85866"/>
                  <a:pt x="491578" y="86247"/>
                </a:cubicBezTo>
                <a:cubicBezTo>
                  <a:pt x="492125" y="86627"/>
                  <a:pt x="492528" y="87197"/>
                  <a:pt x="492790" y="87957"/>
                </a:cubicBezTo>
                <a:cubicBezTo>
                  <a:pt x="493051" y="88718"/>
                  <a:pt x="493182" y="89739"/>
                  <a:pt x="493182" y="91022"/>
                </a:cubicBezTo>
                <a:close/>
                <a:moveTo>
                  <a:pt x="570446" y="14256"/>
                </a:moveTo>
                <a:cubicBezTo>
                  <a:pt x="570446" y="15111"/>
                  <a:pt x="570411" y="15883"/>
                  <a:pt x="570339" y="16572"/>
                </a:cubicBezTo>
                <a:cubicBezTo>
                  <a:pt x="570268" y="17261"/>
                  <a:pt x="570173" y="17926"/>
                  <a:pt x="570054" y="18568"/>
                </a:cubicBezTo>
                <a:cubicBezTo>
                  <a:pt x="569936" y="19209"/>
                  <a:pt x="569769" y="19827"/>
                  <a:pt x="569555" y="20421"/>
                </a:cubicBezTo>
                <a:cubicBezTo>
                  <a:pt x="569342" y="21015"/>
                  <a:pt x="569092" y="21645"/>
                  <a:pt x="568807" y="22310"/>
                </a:cubicBezTo>
                <a:lnTo>
                  <a:pt x="535591" y="98863"/>
                </a:lnTo>
                <a:cubicBezTo>
                  <a:pt x="535354" y="99433"/>
                  <a:pt x="535057" y="99896"/>
                  <a:pt x="534700" y="100253"/>
                </a:cubicBezTo>
                <a:cubicBezTo>
                  <a:pt x="534344" y="100609"/>
                  <a:pt x="533893" y="100894"/>
                  <a:pt x="533346" y="101108"/>
                </a:cubicBezTo>
                <a:cubicBezTo>
                  <a:pt x="532800" y="101322"/>
                  <a:pt x="532099" y="101464"/>
                  <a:pt x="531243" y="101536"/>
                </a:cubicBezTo>
                <a:cubicBezTo>
                  <a:pt x="530388" y="101607"/>
                  <a:pt x="529343" y="101643"/>
                  <a:pt x="528107" y="101643"/>
                </a:cubicBezTo>
                <a:cubicBezTo>
                  <a:pt x="526491" y="101643"/>
                  <a:pt x="525232" y="101571"/>
                  <a:pt x="524329" y="101429"/>
                </a:cubicBezTo>
                <a:cubicBezTo>
                  <a:pt x="523427" y="101286"/>
                  <a:pt x="522773" y="101061"/>
                  <a:pt x="522369" y="100752"/>
                </a:cubicBezTo>
                <a:cubicBezTo>
                  <a:pt x="521965" y="100443"/>
                  <a:pt x="521787" y="100063"/>
                  <a:pt x="521835" y="99611"/>
                </a:cubicBezTo>
                <a:cubicBezTo>
                  <a:pt x="521882" y="99160"/>
                  <a:pt x="522048" y="98625"/>
                  <a:pt x="522334" y="98007"/>
                </a:cubicBezTo>
                <a:lnTo>
                  <a:pt x="557260" y="19744"/>
                </a:lnTo>
                <a:lnTo>
                  <a:pt x="512996" y="19744"/>
                </a:lnTo>
                <a:cubicBezTo>
                  <a:pt x="512093" y="19744"/>
                  <a:pt x="511416" y="19269"/>
                  <a:pt x="510965" y="18318"/>
                </a:cubicBezTo>
                <a:cubicBezTo>
                  <a:pt x="510513" y="17368"/>
                  <a:pt x="510288" y="16038"/>
                  <a:pt x="510288" y="14327"/>
                </a:cubicBezTo>
                <a:cubicBezTo>
                  <a:pt x="510288" y="13424"/>
                  <a:pt x="510347" y="12640"/>
                  <a:pt x="510466" y="11975"/>
                </a:cubicBezTo>
                <a:cubicBezTo>
                  <a:pt x="510585" y="11309"/>
                  <a:pt x="510763" y="10751"/>
                  <a:pt x="511000" y="10300"/>
                </a:cubicBezTo>
                <a:cubicBezTo>
                  <a:pt x="511238" y="9848"/>
                  <a:pt x="511523" y="9516"/>
                  <a:pt x="511856" y="9302"/>
                </a:cubicBezTo>
                <a:cubicBezTo>
                  <a:pt x="512188" y="9088"/>
                  <a:pt x="512568" y="8981"/>
                  <a:pt x="512996" y="8981"/>
                </a:cubicBezTo>
                <a:lnTo>
                  <a:pt x="566740" y="8981"/>
                </a:lnTo>
                <a:cubicBezTo>
                  <a:pt x="567405" y="8981"/>
                  <a:pt x="567987" y="9052"/>
                  <a:pt x="568486" y="9195"/>
                </a:cubicBezTo>
                <a:cubicBezTo>
                  <a:pt x="568985" y="9337"/>
                  <a:pt x="569365" y="9623"/>
                  <a:pt x="569627" y="10050"/>
                </a:cubicBezTo>
                <a:cubicBezTo>
                  <a:pt x="569888" y="10478"/>
                  <a:pt x="570090" y="11024"/>
                  <a:pt x="570233" y="11690"/>
                </a:cubicBezTo>
                <a:cubicBezTo>
                  <a:pt x="570375" y="12355"/>
                  <a:pt x="570446" y="13210"/>
                  <a:pt x="570446" y="14256"/>
                </a:cubicBezTo>
                <a:close/>
                <a:moveTo>
                  <a:pt x="611078" y="62939"/>
                </a:moveTo>
                <a:cubicBezTo>
                  <a:pt x="611078" y="68314"/>
                  <a:pt x="610746" y="73630"/>
                  <a:pt x="610080" y="78887"/>
                </a:cubicBezTo>
                <a:cubicBezTo>
                  <a:pt x="609415" y="84144"/>
                  <a:pt x="608417" y="89341"/>
                  <a:pt x="607087" y="94479"/>
                </a:cubicBezTo>
                <a:cubicBezTo>
                  <a:pt x="605756" y="99617"/>
                  <a:pt x="604129" y="104672"/>
                  <a:pt x="602204" y="109644"/>
                </a:cubicBezTo>
                <a:cubicBezTo>
                  <a:pt x="600280" y="114615"/>
                  <a:pt x="598034" y="119527"/>
                  <a:pt x="595468" y="124378"/>
                </a:cubicBezTo>
                <a:cubicBezTo>
                  <a:pt x="595326" y="124616"/>
                  <a:pt x="595112" y="124830"/>
                  <a:pt x="594827" y="125020"/>
                </a:cubicBezTo>
                <a:cubicBezTo>
                  <a:pt x="594542" y="125211"/>
                  <a:pt x="594174" y="125378"/>
                  <a:pt x="593722" y="125521"/>
                </a:cubicBezTo>
                <a:cubicBezTo>
                  <a:pt x="593271" y="125663"/>
                  <a:pt x="592736" y="125758"/>
                  <a:pt x="592118" y="125806"/>
                </a:cubicBezTo>
                <a:cubicBezTo>
                  <a:pt x="591501" y="125853"/>
                  <a:pt x="590764" y="125877"/>
                  <a:pt x="589909" y="125877"/>
                </a:cubicBezTo>
                <a:cubicBezTo>
                  <a:pt x="588673" y="125877"/>
                  <a:pt x="587711" y="125818"/>
                  <a:pt x="587022" y="125699"/>
                </a:cubicBezTo>
                <a:cubicBezTo>
                  <a:pt x="586333" y="125580"/>
                  <a:pt x="585834" y="125389"/>
                  <a:pt x="585525" y="125127"/>
                </a:cubicBezTo>
                <a:cubicBezTo>
                  <a:pt x="585216" y="124865"/>
                  <a:pt x="585074" y="124533"/>
                  <a:pt x="585097" y="124129"/>
                </a:cubicBezTo>
                <a:cubicBezTo>
                  <a:pt x="585121" y="123725"/>
                  <a:pt x="585252" y="123237"/>
                  <a:pt x="585490" y="122665"/>
                </a:cubicBezTo>
                <a:cubicBezTo>
                  <a:pt x="589861" y="113056"/>
                  <a:pt x="593164" y="103221"/>
                  <a:pt x="595397" y="93161"/>
                </a:cubicBezTo>
                <a:cubicBezTo>
                  <a:pt x="597631" y="83098"/>
                  <a:pt x="598747" y="72953"/>
                  <a:pt x="598747" y="62725"/>
                </a:cubicBezTo>
                <a:cubicBezTo>
                  <a:pt x="598747" y="52544"/>
                  <a:pt x="597631" y="42423"/>
                  <a:pt x="595397" y="32363"/>
                </a:cubicBezTo>
                <a:cubicBezTo>
                  <a:pt x="593164" y="22300"/>
                  <a:pt x="589814" y="12488"/>
                  <a:pt x="585347" y="2925"/>
                </a:cubicBezTo>
                <a:cubicBezTo>
                  <a:pt x="585157" y="2497"/>
                  <a:pt x="585086" y="2093"/>
                  <a:pt x="585133" y="1713"/>
                </a:cubicBezTo>
                <a:cubicBezTo>
                  <a:pt x="585181" y="1333"/>
                  <a:pt x="585394" y="1024"/>
                  <a:pt x="585775" y="786"/>
                </a:cubicBezTo>
                <a:cubicBezTo>
                  <a:pt x="586155" y="547"/>
                  <a:pt x="586677" y="356"/>
                  <a:pt x="587343" y="214"/>
                </a:cubicBezTo>
                <a:cubicBezTo>
                  <a:pt x="588008" y="71"/>
                  <a:pt x="588887" y="0"/>
                  <a:pt x="589980" y="0"/>
                </a:cubicBezTo>
                <a:cubicBezTo>
                  <a:pt x="590978" y="0"/>
                  <a:pt x="591810" y="36"/>
                  <a:pt x="592475" y="107"/>
                </a:cubicBezTo>
                <a:cubicBezTo>
                  <a:pt x="593140" y="178"/>
                  <a:pt x="593675" y="285"/>
                  <a:pt x="594079" y="428"/>
                </a:cubicBezTo>
                <a:cubicBezTo>
                  <a:pt x="594482" y="570"/>
                  <a:pt x="594779" y="714"/>
                  <a:pt x="594970" y="858"/>
                </a:cubicBezTo>
                <a:cubicBezTo>
                  <a:pt x="595160" y="1000"/>
                  <a:pt x="595302" y="1166"/>
                  <a:pt x="595397" y="1357"/>
                </a:cubicBezTo>
                <a:cubicBezTo>
                  <a:pt x="600292" y="11108"/>
                  <a:pt x="604129" y="21134"/>
                  <a:pt x="606909" y="31434"/>
                </a:cubicBezTo>
                <a:cubicBezTo>
                  <a:pt x="609688" y="41733"/>
                  <a:pt x="611078" y="52235"/>
                  <a:pt x="611078" y="629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F18E6-2B4C-40B8-B99E-092C6507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" y="3295706"/>
            <a:ext cx="13417781" cy="2639763"/>
          </a:xfrm>
          <a:custGeom xmlns:a="http://schemas.openxmlformats.org/drawingml/2006/main">
            <a:pathLst>
              <a:path w="13417781" h="2639763" fill="none">
                <a:moveTo>
                  <a:pt x="0" y="185554"/>
                </a:moveTo>
                <a:cubicBezTo>
                  <a:pt x="0" y="83126"/>
                  <a:pt x="83061" y="0"/>
                  <a:pt x="185521" y="0"/>
                </a:cubicBezTo>
                <a:lnTo>
                  <a:pt x="13232227" y="0"/>
                </a:lnTo>
                <a:cubicBezTo>
                  <a:pt x="13334736" y="0"/>
                  <a:pt x="13417781" y="83126"/>
                  <a:pt x="13417781" y="185554"/>
                </a:cubicBezTo>
                <a:lnTo>
                  <a:pt x="13417781" y="2454209"/>
                </a:lnTo>
                <a:cubicBezTo>
                  <a:pt x="13417781" y="2556718"/>
                  <a:pt x="13334736" y="2639763"/>
                  <a:pt x="13232227" y="2639763"/>
                </a:cubicBezTo>
                <a:lnTo>
                  <a:pt x="185521" y="2639763"/>
                </a:lnTo>
                <a:cubicBezTo>
                  <a:pt x="83061" y="2639763"/>
                  <a:pt x="0" y="2556718"/>
                  <a:pt x="0" y="2454209"/>
                </a:cubicBezTo>
                <a:lnTo>
                  <a:pt x="0" y="1855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166" cap="flat">
            <a:solidFill>
              <a:srgbClr val="042433"/>
            </a:solidFill>
            <a:custDash>
              <a:ds d="400000" sp="300000"/>
            </a:custDash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F5321-1882-4AB7-9EBD-AA3AB47F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039" y="5467480"/>
            <a:ext cx="346018" cy="346006"/>
          </a:xfrm>
          <a:custGeom xmlns:a="http://schemas.openxmlformats.org/drawingml/2006/main">
            <a:pathLst>
              <a:path w="346018" h="346006">
                <a:moveTo>
                  <a:pt x="173010" y="346006"/>
                </a:moveTo>
                <a:cubicBezTo>
                  <a:pt x="268562" y="346006"/>
                  <a:pt x="346018" y="268551"/>
                  <a:pt x="346018" y="173004"/>
                </a:cubicBezTo>
                <a:cubicBezTo>
                  <a:pt x="346018" y="77455"/>
                  <a:pt x="268559" y="0"/>
                  <a:pt x="173010" y="0"/>
                </a:cubicBezTo>
                <a:cubicBezTo>
                  <a:pt x="77458" y="0"/>
                  <a:pt x="0" y="77455"/>
                  <a:pt x="3" y="173004"/>
                </a:cubicBezTo>
                <a:cubicBezTo>
                  <a:pt x="3" y="268551"/>
                  <a:pt x="77458" y="346006"/>
                  <a:pt x="173010" y="346006"/>
                </a:cubicBezTo>
                <a:close/>
                <a:moveTo>
                  <a:pt x="118269" y="118263"/>
                </a:moveTo>
                <a:cubicBezTo>
                  <a:pt x="124621" y="111911"/>
                  <a:pt x="134894" y="111911"/>
                  <a:pt x="141175" y="118263"/>
                </a:cubicBezTo>
                <a:lnTo>
                  <a:pt x="172939" y="150027"/>
                </a:lnTo>
                <a:lnTo>
                  <a:pt x="204700" y="118263"/>
                </a:lnTo>
                <a:cubicBezTo>
                  <a:pt x="211055" y="111911"/>
                  <a:pt x="221328" y="111911"/>
                  <a:pt x="227617" y="118263"/>
                </a:cubicBezTo>
                <a:cubicBezTo>
                  <a:pt x="233895" y="124616"/>
                  <a:pt x="233969" y="134888"/>
                  <a:pt x="227617" y="141169"/>
                </a:cubicBezTo>
                <a:lnTo>
                  <a:pt x="195853" y="172933"/>
                </a:lnTo>
                <a:lnTo>
                  <a:pt x="227617" y="204694"/>
                </a:lnTo>
                <a:cubicBezTo>
                  <a:pt x="233969" y="211046"/>
                  <a:pt x="233969" y="221319"/>
                  <a:pt x="227617" y="227608"/>
                </a:cubicBezTo>
                <a:cubicBezTo>
                  <a:pt x="221262" y="233889"/>
                  <a:pt x="210992" y="233961"/>
                  <a:pt x="204700" y="227608"/>
                </a:cubicBezTo>
                <a:lnTo>
                  <a:pt x="172939" y="195847"/>
                </a:lnTo>
                <a:lnTo>
                  <a:pt x="141175" y="227608"/>
                </a:lnTo>
                <a:cubicBezTo>
                  <a:pt x="134823" y="233961"/>
                  <a:pt x="124550" y="233961"/>
                  <a:pt x="118269" y="227608"/>
                </a:cubicBezTo>
                <a:cubicBezTo>
                  <a:pt x="111980" y="221256"/>
                  <a:pt x="111917" y="210984"/>
                  <a:pt x="118269" y="204694"/>
                </a:cubicBezTo>
                <a:lnTo>
                  <a:pt x="150033" y="172933"/>
                </a:lnTo>
                <a:lnTo>
                  <a:pt x="118269" y="141169"/>
                </a:lnTo>
                <a:cubicBezTo>
                  <a:pt x="111917" y="134817"/>
                  <a:pt x="111917" y="124544"/>
                  <a:pt x="118269" y="11826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52BA7-9D5C-40FA-81F3-85EA1317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399" y="3612349"/>
            <a:ext cx="346015" cy="346006"/>
          </a:xfrm>
          <a:custGeom xmlns:a="http://schemas.openxmlformats.org/drawingml/2006/main">
            <a:pathLst>
              <a:path w="346015" h="346006">
                <a:moveTo>
                  <a:pt x="173007" y="346006"/>
                </a:moveTo>
                <a:cubicBezTo>
                  <a:pt x="268559" y="346006"/>
                  <a:pt x="346015" y="268548"/>
                  <a:pt x="346015" y="173004"/>
                </a:cubicBezTo>
                <a:cubicBezTo>
                  <a:pt x="346015" y="77455"/>
                  <a:pt x="268559" y="0"/>
                  <a:pt x="173007" y="0"/>
                </a:cubicBezTo>
                <a:cubicBezTo>
                  <a:pt x="77458" y="0"/>
                  <a:pt x="0" y="77455"/>
                  <a:pt x="0" y="173002"/>
                </a:cubicBezTo>
                <a:cubicBezTo>
                  <a:pt x="0" y="268548"/>
                  <a:pt x="77458" y="346006"/>
                  <a:pt x="173007" y="346006"/>
                </a:cubicBezTo>
                <a:close/>
                <a:moveTo>
                  <a:pt x="118266" y="118263"/>
                </a:moveTo>
                <a:cubicBezTo>
                  <a:pt x="124624" y="111911"/>
                  <a:pt x="134891" y="111911"/>
                  <a:pt x="141175" y="118263"/>
                </a:cubicBezTo>
                <a:lnTo>
                  <a:pt x="172933" y="150024"/>
                </a:lnTo>
                <a:lnTo>
                  <a:pt x="204700" y="118263"/>
                </a:lnTo>
                <a:cubicBezTo>
                  <a:pt x="211052" y="111911"/>
                  <a:pt x="221325" y="111911"/>
                  <a:pt x="227611" y="118263"/>
                </a:cubicBezTo>
                <a:cubicBezTo>
                  <a:pt x="233895" y="124616"/>
                  <a:pt x="233969" y="134888"/>
                  <a:pt x="227611" y="141169"/>
                </a:cubicBezTo>
                <a:lnTo>
                  <a:pt x="195853" y="172930"/>
                </a:lnTo>
                <a:lnTo>
                  <a:pt x="227611" y="204694"/>
                </a:lnTo>
                <a:cubicBezTo>
                  <a:pt x="233969" y="211046"/>
                  <a:pt x="233969" y="221319"/>
                  <a:pt x="227611" y="227608"/>
                </a:cubicBezTo>
                <a:cubicBezTo>
                  <a:pt x="221262" y="233886"/>
                  <a:pt x="210986" y="233961"/>
                  <a:pt x="204700" y="227608"/>
                </a:cubicBezTo>
                <a:lnTo>
                  <a:pt x="172933" y="195844"/>
                </a:lnTo>
                <a:lnTo>
                  <a:pt x="141175" y="227608"/>
                </a:lnTo>
                <a:cubicBezTo>
                  <a:pt x="134817" y="233961"/>
                  <a:pt x="124550" y="233961"/>
                  <a:pt x="118266" y="227608"/>
                </a:cubicBezTo>
                <a:cubicBezTo>
                  <a:pt x="111980" y="221253"/>
                  <a:pt x="111917" y="210984"/>
                  <a:pt x="118266" y="204694"/>
                </a:cubicBezTo>
                <a:lnTo>
                  <a:pt x="150033" y="172930"/>
                </a:lnTo>
                <a:lnTo>
                  <a:pt x="118266" y="141169"/>
                </a:lnTo>
                <a:cubicBezTo>
                  <a:pt x="111917" y="134817"/>
                  <a:pt x="111917" y="124544"/>
                  <a:pt x="118266" y="11826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793182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2026-09-05T08:52:39.3200000Z</dcterms:created>
  <dcterms:modified xsi:type="dcterms:W3CDTF">2026-09-05T08:52:39.3200000Z</dcterms:modified>
</coreProperties>
</file>